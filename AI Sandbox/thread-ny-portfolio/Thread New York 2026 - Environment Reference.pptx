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fonts/font.dat" ContentType="application/x-fontdata"/>
  <Override PartName="/ppt/fonts/font10.dat" ContentType="application/x-fontdata"/>
  <Override PartName="/ppt/fonts/font11.dat" ContentType="application/x-fontdata"/>
  <Override PartName="/ppt/fonts/font12.dat" ContentType="application/x-fontdata"/>
  <Override PartName="/ppt/fonts/font13.dat" ContentType="application/x-fontdata"/>
  <Override PartName="/ppt/fonts/font14.dat" ContentType="application/x-fontdata"/>
  <Override PartName="/ppt/fonts/font15.dat" ContentType="application/x-fontdata"/>
  <Override PartName="/ppt/fonts/font16.dat" ContentType="application/x-fontdata"/>
  <Override PartName="/ppt/fonts/font17.dat" ContentType="application/x-fontdata"/>
  <Override PartName="/ppt/fonts/font18.dat" ContentType="application/x-fontdata"/>
  <Override PartName="/ppt/fonts/font19.dat" ContentType="application/x-fontdata"/>
  <Override PartName="/ppt/fonts/font2.dat" ContentType="application/x-fontdata"/>
  <Override PartName="/ppt/fonts/font20.dat" ContentType="application/x-fontdata"/>
  <Override PartName="/ppt/fonts/font21.dat" ContentType="application/x-fontdata"/>
  <Override PartName="/ppt/fonts/font22.dat" ContentType="application/x-fontdata"/>
  <Override PartName="/ppt/fonts/font23.dat" ContentType="application/x-fontdata"/>
  <Override PartName="/ppt/fonts/font24.dat" ContentType="application/x-fontdata"/>
  <Override PartName="/ppt/fonts/font25.dat" ContentType="application/x-fontdata"/>
  <Override PartName="/ppt/fonts/font26.dat" ContentType="application/x-fontdata"/>
  <Override PartName="/ppt/fonts/font27.dat" ContentType="application/x-fontdata"/>
  <Override PartName="/ppt/fonts/font28.dat" ContentType="application/x-fontdata"/>
  <Override PartName="/ppt/fonts/font3.dat" ContentType="application/x-fontdata"/>
  <Override PartName="/ppt/fonts/font4.dat" ContentType="application/x-fontdata"/>
  <Override PartName="/ppt/fonts/font5.dat" ContentType="application/x-fontdata"/>
  <Override PartName="/ppt/fonts/font6.dat" ContentType="application/x-fontdata"/>
  <Override PartName="/ppt/fonts/font7.dat" ContentType="application/x-fontdata"/>
  <Override PartName="/ppt/fonts/font8.dat" ContentType="application/x-fontdata"/>
  <Override PartName="/ppt/fonts/font9.dat" ContentType="application/x-fontdata"/>
  <Override PartName="/ppt/notesMasters/notesMaster1.xml" ContentType="application/vnd.openxmlformats-officedocument.presentationml.notesMaster+xml"/>
  <Override PartName="/ppt/notesMasters/theme/theme4.xml" ContentType="application/vnd.openxmlformats-officedocument.them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theme/theme2.xml" ContentType="application/vnd.openxmlformats-officedocument.theme+xml"/>
  <Override PartName="/ppt/slideMasters/theme/theme3.xml" ContentType="application/vnd.openxmlformats-officedocument.theme+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5e1837a7aa594d2f" Type="http://schemas.openxmlformats.org/officeDocument/2006/relationships/extended-properties" Target="docProps/app.xml"/><Relationship Id="R63d854a31801412e" Type="http://schemas.openxmlformats.org/package/2006/relationships/metadata/core-properties" Target="docProps/core.xml"/><Relationship Id="Rbd2cb4a84bfd4b99" Type="http://schemas.openxmlformats.org/officeDocument/2006/relationships/officeDocument" Target="ppt/presentation.xml"/></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c7f40772778d4abd"/>
    <p:sldMasterId xmlns:r="http://schemas.openxmlformats.org/officeDocument/2006/relationships" id="2147483721" r:id="Ree2aaf07c0814789"/>
  </p:sldMasterIdLst>
  <p:notesMasterIdLst>
    <p:notesMasterId xmlns:r="http://schemas.openxmlformats.org/officeDocument/2006/relationships" r:id="R44cdcf798e8a434d"/>
  </p:notesMasterIdLst>
  <p:sldIdLst>
    <p:sldId xmlns:ns0="http://schemas.openxmlformats.org/officeDocument/2006/relationships" id="420" ns0:id="rId200"/>
    <p:sldId xmlns:ns0="http://schemas.openxmlformats.org/officeDocument/2006/relationships" id="421" ns0:id="rId201"/>
    <p:sldId xmlns:ns0="http://schemas.openxmlformats.org/officeDocument/2006/relationships" id="422" ns0:id="rId202"/>
    <p:sldId xmlns:ns0="http://schemas.openxmlformats.org/officeDocument/2006/relationships" id="423" ns0:id="rId203"/>
    <p:sldId xmlns:ns0="http://schemas.openxmlformats.org/officeDocument/2006/relationships" id="424" ns0:id="rId204"/>
    <p:sldId xmlns:ns0="http://schemas.openxmlformats.org/officeDocument/2006/relationships" id="425" ns0:id="rId205"/>
    <p:sldId xmlns:ns0="http://schemas.openxmlformats.org/officeDocument/2006/relationships" id="426" ns0:id="rId206"/>
    <p:sldId xmlns:ns0="http://schemas.openxmlformats.org/officeDocument/2006/relationships" id="427" ns0:id="rId207"/>
    <p:sldId xmlns:ns0="http://schemas.openxmlformats.org/officeDocument/2006/relationships" id="428" ns0:id="rId208"/>
    <p:sldId xmlns:ns0="http://schemas.openxmlformats.org/officeDocument/2006/relationships" id="429" ns0:id="rId209"/>
    <p:sldId xmlns:ns0="http://schemas.openxmlformats.org/officeDocument/2006/relationships" id="430" ns0:id="rId210"/>
    <p:sldId xmlns:ns0="http://schemas.openxmlformats.org/officeDocument/2006/relationships" id="431" ns0:id="rId211"/>
    <p:sldId xmlns:ns0="http://schemas.openxmlformats.org/officeDocument/2006/relationships" id="432" ns0:id="rId212"/>
    <p:sldId xmlns:ns0="http://schemas.openxmlformats.org/officeDocument/2006/relationships" id="433" ns0:id="rId213"/>
    <p:sldId xmlns:ns0="http://schemas.openxmlformats.org/officeDocument/2006/relationships" id="434" ns0:id="rId214"/>
    <p:sldId xmlns:ns0="http://schemas.openxmlformats.org/officeDocument/2006/relationships" id="435" ns0:id="rId215"/>
    <p:sldId xmlns:ns0="http://schemas.openxmlformats.org/officeDocument/2006/relationships" id="436" ns0:id="rId216"/>
    <p:sldId xmlns:ns0="http://schemas.openxmlformats.org/officeDocument/2006/relationships" id="437" ns0:id="rId217"/>
    <p:sldId xmlns:ns0="http://schemas.openxmlformats.org/officeDocument/2006/relationships" id="438" ns0:id="rId218"/>
  </p:sldIdLst>
  <p:sldSz cx="9144000" cy="5143500"/>
  <p:notesSz cx="6858000" cy="9144000"/>
  <p:embeddedFontLst>
    <p:embeddedFont>
      <p:font typeface="Inter SemiBold"/>
      <p:regular xmlns:r="http://schemas.openxmlformats.org/officeDocument/2006/relationships" r:id="Rfd8c5eae103d41f9"/>
      <p:bold xmlns:r="http://schemas.openxmlformats.org/officeDocument/2006/relationships" r:id="R3521b86208ca454b"/>
      <p:italic xmlns:r="http://schemas.openxmlformats.org/officeDocument/2006/relationships" r:id="Rb4a57bd20bed485b"/>
      <p:boldItalic xmlns:r="http://schemas.openxmlformats.org/officeDocument/2006/relationships" r:id="R53698cdd55074ab6"/>
    </p:embeddedFont>
    <p:embeddedFont>
      <p:font typeface="Inter"/>
      <p:regular xmlns:r="http://schemas.openxmlformats.org/officeDocument/2006/relationships" r:id="Re6a4ec42708c4ed9"/>
      <p:bold xmlns:r="http://schemas.openxmlformats.org/officeDocument/2006/relationships" r:id="R8655a625e0dc4c17"/>
      <p:italic xmlns:r="http://schemas.openxmlformats.org/officeDocument/2006/relationships" r:id="R4ec1871ff5084d06"/>
      <p:boldItalic xmlns:r="http://schemas.openxmlformats.org/officeDocument/2006/relationships" r:id="R701c966b5c6d4f65"/>
    </p:embeddedFont>
    <p:embeddedFont>
      <p:font typeface="Montserrat"/>
      <p:regular xmlns:r="http://schemas.openxmlformats.org/officeDocument/2006/relationships" r:id="Ree9cd2ca47294ed4"/>
      <p:bold xmlns:r="http://schemas.openxmlformats.org/officeDocument/2006/relationships" r:id="R0df02e46e54a4bd5"/>
      <p:italic xmlns:r="http://schemas.openxmlformats.org/officeDocument/2006/relationships" r:id="R8022553bb9c94585"/>
      <p:boldItalic xmlns:r="http://schemas.openxmlformats.org/officeDocument/2006/relationships" r:id="R727d53c40dd34d14"/>
    </p:embeddedFont>
    <p:embeddedFont>
      <p:font typeface="Montserrat Medium"/>
      <p:regular xmlns:r="http://schemas.openxmlformats.org/officeDocument/2006/relationships" r:id="Rcba7fe5aca9b417a"/>
      <p:bold xmlns:r="http://schemas.openxmlformats.org/officeDocument/2006/relationships" r:id="Rf52de15e564f4c69"/>
      <p:italic xmlns:r="http://schemas.openxmlformats.org/officeDocument/2006/relationships" r:id="R0cfb9f89b8354301"/>
      <p:boldItalic xmlns:r="http://schemas.openxmlformats.org/officeDocument/2006/relationships" r:id="Re4aa371ef54b408a"/>
    </p:embeddedFont>
    <p:embeddedFont>
      <p:font typeface="Libre Baskerville"/>
      <p:regular xmlns:r="http://schemas.openxmlformats.org/officeDocument/2006/relationships" r:id="Rc20ced14c5df4dfa"/>
      <p:bold xmlns:r="http://schemas.openxmlformats.org/officeDocument/2006/relationships" r:id="R92546af8eaf64518"/>
      <p:italic xmlns:r="http://schemas.openxmlformats.org/officeDocument/2006/relationships" r:id="R9acf7cd85e0e432c"/>
      <p:boldItalic xmlns:r="http://schemas.openxmlformats.org/officeDocument/2006/relationships" r:id="Rb068e5cdf3234145"/>
    </p:embeddedFont>
    <p:embeddedFont>
      <p:font typeface="Helvetica Neue"/>
      <p:regular xmlns:r="http://schemas.openxmlformats.org/officeDocument/2006/relationships" r:id="Re9cd6ceaffce4570"/>
      <p:bold xmlns:r="http://schemas.openxmlformats.org/officeDocument/2006/relationships" r:id="Rf581c364b66d4b2b"/>
      <p:italic xmlns:r="http://schemas.openxmlformats.org/officeDocument/2006/relationships" r:id="R42e16ebcd22247d3"/>
      <p:boldItalic xmlns:r="http://schemas.openxmlformats.org/officeDocument/2006/relationships" r:id="Rc9fbecf8351548fe"/>
    </p:embeddedFont>
    <p:embeddedFont>
      <p:font typeface="Inter Medium"/>
      <p:regular xmlns:r="http://schemas.openxmlformats.org/officeDocument/2006/relationships" r:id="Rd239546e93414c29"/>
      <p:bold xmlns:r="http://schemas.openxmlformats.org/officeDocument/2006/relationships" r:id="Reeac7b47da024fa6"/>
      <p:italic xmlns:r="http://schemas.openxmlformats.org/officeDocument/2006/relationships" r:id="Rbfbd89dea10542be"/>
      <p:boldItalic xmlns:r="http://schemas.openxmlformats.org/officeDocument/2006/relationships" r:id="R01519d81276f4473"/>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xmlns:r="http://schemas.openxmlformats.org/officeDocument/2006/relationships" def="{2FFC4AFF-52B9-4C12-8AC8-4E0F1920938C}">
  <a:tblStyle styleId="{2FFC4AFF-52B9-4C12-8AC8-4E0F1920938C}" styleName="Table_0">
    <a:wholeTbl>
      <a:tcTxStyle b="off" i="off">
        <a:font>
          <a:latin typeface="Helvetica Neue"/>
          <a:ea typeface="Helvetica Neue"/>
          <a:cs typeface="Helvetica Neue"/>
        </a:font>
        <a:srgbClr val="000000"/>
      </a:tcTxStyle>
      <a:tcStyle>
        <a:tcBdr>
          <a:left>
            <a:ln w="12700" cap="flat" cmpd="sng">
              <a:solidFill>
                <a:srgbClr val="000000"/>
              </a:solidFill>
              <a:prstDash val="solid"/>
              <a:round/>
              <a:headEnd type="none" w="sm" len="sm"/>
              <a:tailEnd type="none" w="sm" len="sm"/>
            </a:ln>
          </a:left>
          <a:right>
            <a:ln w="12700" cap="flat" cmpd="sng">
              <a:solidFill>
                <a:srgbClr val="000000"/>
              </a:solidFill>
              <a:prstDash val="solid"/>
              <a:round/>
              <a:headEnd type="none" w="sm" len="sm"/>
              <a:tailEnd type="none" w="sm" len="sm"/>
            </a:ln>
          </a:right>
          <a:top>
            <a:ln w="12700" cap="flat" cmpd="sng">
              <a:solidFill>
                <a:srgbClr val="000000"/>
              </a:solidFill>
              <a:prstDash val="solid"/>
              <a:round/>
              <a:headEnd type="none" w="sm" len="sm"/>
              <a:tailEnd type="none" w="sm" len="sm"/>
            </a:ln>
          </a:top>
          <a:bottom>
            <a:ln w="12700" cap="flat" cmpd="sng">
              <a:solidFill>
                <a:srgbClr val="000000"/>
              </a:solidFill>
              <a:prstDash val="solid"/>
              <a:round/>
              <a:headEnd type="none" w="sm" len="sm"/>
              <a:tailEnd type="none" w="sm" len="sm"/>
            </a:ln>
          </a:bottom>
          <a:insideH>
            <a:ln w="12700" cap="flat" cmpd="sng">
              <a:solidFill>
                <a:srgbClr val="000000"/>
              </a:solidFill>
              <a:prstDash val="solid"/>
              <a:round/>
              <a:headEnd type="none" w="sm" len="sm"/>
              <a:tailEnd type="none" w="sm" len="sm"/>
            </a:ln>
          </a:insideH>
          <a:insideV>
            <a:ln w="12700" cap="flat" cmpd="sng">
              <a:solidFill>
                <a:srgbClr val="000000"/>
              </a:solidFill>
              <a:prstDash val="solid"/>
              <a:round/>
              <a:headEnd type="none" w="sm" len="sm"/>
              <a:tailEnd type="none" w="sm" len="sm"/>
            </a:ln>
          </a:insideV>
        </a:tcBdr>
        <a:fill>
          <a:solidFill>
            <a:srgbClr val="FFFFFF">
              <a:alpha val="0"/>
            </a:srgbClr>
          </a:solidFill>
        </a:fill>
      </a:tcStyle>
    </a:wholeTbl>
    <a:band1H>
      <a:tcTxStyle/>
    </a:band1H>
    <a:band2H>
      <a:tcTxStyle b="off" i="off"/>
      <a:tcStyle>
        <a:fill>
          <a:solidFill>
            <a:srgbClr val="E3E5E8"/>
          </a:solidFill>
        </a:fill>
      </a:tcStyle>
    </a:band2H>
    <a:band1V>
      <a:tcTxStyle/>
    </a:band1V>
    <a:band2V>
      <a:tcTxStyle/>
    </a:band2V>
    <a:lastCol>
      <a:tcTxStyle/>
    </a:lastCol>
    <a:firstCol>
      <a:tcTxStyle b="on" i="off">
        <a:font>
          <a:latin typeface="Helvetica Neue"/>
          <a:ea typeface="Helvetica Neue"/>
          <a:cs typeface="Helvetica Neue"/>
        </a:font>
        <a:srgbClr val="000000"/>
      </a:tcTxStyle>
      <a:tcStyle>
        <a:tcBdr>
          <a:left>
            <a:ln w="12700" cap="flat" cmpd="sng">
              <a:solidFill>
                <a:srgbClr val="000000"/>
              </a:solidFill>
              <a:prstDash val="solid"/>
              <a:round/>
              <a:headEnd type="none" w="sm" len="sm"/>
              <a:tailEnd type="none" w="sm" len="sm"/>
            </a:ln>
          </a:left>
          <a:right>
            <a:ln w="38100" cap="flat" cmpd="sng">
              <a:solidFill>
                <a:srgbClr val="000000"/>
              </a:solidFill>
              <a:prstDash val="solid"/>
              <a:round/>
              <a:headEnd type="none" w="sm" len="sm"/>
              <a:tailEnd type="none" w="sm" len="sm"/>
            </a:ln>
          </a:right>
          <a:top>
            <a:ln w="12700" cap="flat" cmpd="sng">
              <a:solidFill>
                <a:srgbClr val="000000"/>
              </a:solidFill>
              <a:prstDash val="solid"/>
              <a:round/>
              <a:headEnd type="none" w="sm" len="sm"/>
              <a:tailEnd type="none" w="sm" len="sm"/>
            </a:ln>
          </a:top>
          <a:bottom>
            <a:ln w="12700" cap="flat" cmpd="sng">
              <a:solidFill>
                <a:srgbClr val="000000"/>
              </a:solidFill>
              <a:prstDash val="solid"/>
              <a:round/>
              <a:headEnd type="none" w="sm" len="sm"/>
              <a:tailEnd type="none" w="sm" len="sm"/>
            </a:ln>
          </a:bottom>
          <a:insideH>
            <a:ln w="12700" cap="flat" cmpd="sng">
              <a:solidFill>
                <a:srgbClr val="000000"/>
              </a:solidFill>
              <a:prstDash val="solid"/>
              <a:round/>
              <a:headEnd type="none" w="sm" len="sm"/>
              <a:tailEnd type="none" w="sm" len="sm"/>
            </a:ln>
          </a:insideH>
          <a:insideV>
            <a:ln w="12700" cap="flat" cmpd="sng">
              <a:solidFill>
                <a:srgbClr val="000000"/>
              </a:solidFill>
              <a:prstDash val="solid"/>
              <a:round/>
              <a:headEnd type="none" w="sm" len="sm"/>
              <a:tailEnd type="none" w="sm" len="sm"/>
            </a:ln>
          </a:insideV>
        </a:tcBdr>
        <a:fill>
          <a:solidFill>
            <a:srgbClr val="FFFFFF">
              <a:alpha val="0"/>
            </a:srgbClr>
          </a:solidFill>
        </a:fill>
      </a:tcStyle>
    </a:firstCol>
    <a:lastRow>
      <a:tcTxStyle b="on" i="off">
        <a:font>
          <a:latin typeface="Helvetica Neue"/>
          <a:ea typeface="Helvetica Neue"/>
          <a:cs typeface="Helvetica Neue"/>
        </a:font>
        <a:srgbClr val="000000"/>
      </a:tcTxStyle>
      <a:tcStyle>
        <a:tcBdr>
          <a:left>
            <a:ln w="12700" cap="flat" cmpd="sng">
              <a:solidFill>
                <a:srgbClr val="000000"/>
              </a:solidFill>
              <a:prstDash val="solid"/>
              <a:round/>
              <a:headEnd type="none" w="sm" len="sm"/>
              <a:tailEnd type="none" w="sm" len="sm"/>
            </a:ln>
          </a:left>
          <a:right>
            <a:ln w="12700" cap="flat" cmpd="sng">
              <a:solidFill>
                <a:srgbClr val="000000"/>
              </a:solidFill>
              <a:prstDash val="solid"/>
              <a:round/>
              <a:headEnd type="none" w="sm" len="sm"/>
              <a:tailEnd type="none" w="sm" len="sm"/>
            </a:ln>
          </a:right>
          <a:top>
            <a:ln w="38100" cap="flat" cmpd="sng">
              <a:solidFill>
                <a:srgbClr val="000000"/>
              </a:solidFill>
              <a:prstDash val="solid"/>
              <a:round/>
              <a:headEnd type="none" w="sm" len="sm"/>
              <a:tailEnd type="none" w="sm" len="sm"/>
            </a:ln>
          </a:top>
          <a:bottom>
            <a:ln w="12700" cap="flat" cmpd="sng">
              <a:solidFill>
                <a:srgbClr val="000000"/>
              </a:solidFill>
              <a:prstDash val="solid"/>
              <a:round/>
              <a:headEnd type="none" w="sm" len="sm"/>
              <a:tailEnd type="none" w="sm" len="sm"/>
            </a:ln>
          </a:bottom>
          <a:insideH>
            <a:ln w="12700" cap="flat" cmpd="sng">
              <a:solidFill>
                <a:srgbClr val="000000"/>
              </a:solidFill>
              <a:prstDash val="solid"/>
              <a:round/>
              <a:headEnd type="none" w="sm" len="sm"/>
              <a:tailEnd type="none" w="sm" len="sm"/>
            </a:ln>
          </a:insideH>
          <a:insideV>
            <a:ln w="12700" cap="flat" cmpd="sng">
              <a:solidFill>
                <a:srgbClr val="000000"/>
              </a:solidFill>
              <a:prstDash val="solid"/>
              <a:round/>
              <a:headEnd type="none" w="sm" len="sm"/>
              <a:tailEnd type="none" w="sm" len="sm"/>
            </a:ln>
          </a:insideV>
        </a:tcBdr>
        <a:fill>
          <a:solidFill>
            <a:srgbClr val="FFFFFF">
              <a:alpha val="0"/>
            </a:srgbClr>
          </a:solidFill>
        </a:fill>
      </a:tcStyle>
    </a:lastRow>
    <a:seCell>
      <a:tcTxStyle/>
    </a:seCell>
    <a:swCell>
      <a:tcTxStyle/>
    </a:swCell>
    <a:firstRow>
      <a:tcTxStyle b="on" i="off">
        <a:font>
          <a:latin typeface="Helvetica Neue"/>
          <a:ea typeface="Helvetica Neue"/>
          <a:cs typeface="Helvetica Neue"/>
        </a:font>
        <a:srgbClr val="000000"/>
      </a:tcTxStyle>
      <a:tcStyle>
        <a:tcBdr>
          <a:left>
            <a:ln w="12700" cap="flat" cmpd="sng">
              <a:solidFill>
                <a:srgbClr val="000000"/>
              </a:solidFill>
              <a:prstDash val="solid"/>
              <a:round/>
              <a:headEnd type="none" w="sm" len="sm"/>
              <a:tailEnd type="none" w="sm" len="sm"/>
            </a:ln>
          </a:left>
          <a:right>
            <a:ln w="12700" cap="flat" cmpd="sng">
              <a:solidFill>
                <a:srgbClr val="000000"/>
              </a:solidFill>
              <a:prstDash val="solid"/>
              <a:round/>
              <a:headEnd type="none" w="sm" len="sm"/>
              <a:tailEnd type="none" w="sm" len="sm"/>
            </a:ln>
          </a:right>
          <a:top>
            <a:ln w="12700" cap="flat" cmpd="sng">
              <a:solidFill>
                <a:srgbClr val="000000"/>
              </a:solidFill>
              <a:prstDash val="solid"/>
              <a:round/>
              <a:headEnd type="none" w="sm" len="sm"/>
              <a:tailEnd type="none" w="sm" len="sm"/>
            </a:ln>
          </a:top>
          <a:bottom>
            <a:ln w="38100" cap="flat" cmpd="sng">
              <a:solidFill>
                <a:srgbClr val="000000"/>
              </a:solidFill>
              <a:prstDash val="solid"/>
              <a:round/>
              <a:headEnd type="none" w="sm" len="sm"/>
              <a:tailEnd type="none" w="sm" len="sm"/>
            </a:ln>
          </a:bottom>
          <a:insideH>
            <a:ln w="12700" cap="flat" cmpd="sng">
              <a:solidFill>
                <a:srgbClr val="000000"/>
              </a:solidFill>
              <a:prstDash val="solid"/>
              <a:round/>
              <a:headEnd type="none" w="sm" len="sm"/>
              <a:tailEnd type="none" w="sm" len="sm"/>
            </a:ln>
          </a:insideH>
          <a:insideV>
            <a:ln w="12700" cap="flat" cmpd="sng">
              <a:solidFill>
                <a:srgbClr val="000000"/>
              </a:solidFill>
              <a:prstDash val="solid"/>
              <a:round/>
              <a:headEnd type="none" w="sm" len="sm"/>
              <a:tailEnd type="none" w="sm" len="sm"/>
            </a:ln>
          </a:insideV>
        </a:tcBdr>
        <a:fill>
          <a:solidFill>
            <a:srgbClr val="FFFFFF">
              <a:alpha val="0"/>
            </a:srgbClr>
          </a:solidFill>
        </a:fill>
      </a:tcStyle>
    </a:firstRow>
    <a:neCell>
      <a:tcTxStyle/>
    </a:neCell>
    <a:nwCell>
      <a:tcTxStyle/>
    </a:nwCell>
  </a:tblStyle>
  <a:tblStyle styleId="{C9FA0F49-3B80-42C4-817D-B59137E89E17}" styleName="Table_1">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viewPr>
</file>

<file path=ppt/_rels/presentation.xml.rels><?xml version='1.0' encoding='UTF-8' standalone='yes'?>
<Relationships xmlns="http://schemas.openxmlformats.org/package/2006/relationships"><Relationship Id="R01519d81276f4473" Type="http://schemas.openxmlformats.org/officeDocument/2006/relationships/font" Target="fonts/font28.dat"/><Relationship Id="R0cfb9f89b8354301" Type="http://schemas.openxmlformats.org/officeDocument/2006/relationships/font" Target="fonts/font15.dat"/><Relationship Id="R0df02e46e54a4bd5" Type="http://schemas.openxmlformats.org/officeDocument/2006/relationships/font" Target="fonts/font10.dat"/><Relationship Id="R3521b86208ca454b" Type="http://schemas.openxmlformats.org/officeDocument/2006/relationships/font" Target="fonts/font2.dat"/><Relationship Id="R42e16ebcd22247d3" Type="http://schemas.openxmlformats.org/officeDocument/2006/relationships/font" Target="fonts/font23.dat"/><Relationship Id="R44cdcf798e8a434d" Type="http://schemas.openxmlformats.org/officeDocument/2006/relationships/notesMaster" Target="notesMasters/notesMaster1.xml"/><Relationship Id="R4ec1871ff5084d06" Type="http://schemas.openxmlformats.org/officeDocument/2006/relationships/font" Target="fonts/font7.dat"/><Relationship Id="R53698cdd55074ab6" Type="http://schemas.openxmlformats.org/officeDocument/2006/relationships/font" Target="fonts/font4.dat"/><Relationship Id="R57cdda8b3dba4bae" Type="http://schemas.openxmlformats.org/officeDocument/2006/relationships/tableStyles" Target="tableStyles.xml"/><Relationship Id="R701c966b5c6d4f65" Type="http://schemas.openxmlformats.org/officeDocument/2006/relationships/font" Target="fonts/font8.dat"/><Relationship Id="R727d53c40dd34d14" Type="http://schemas.openxmlformats.org/officeDocument/2006/relationships/font" Target="fonts/font12.dat"/><Relationship Id="R8022553bb9c94585" Type="http://schemas.openxmlformats.org/officeDocument/2006/relationships/font" Target="fonts/font11.dat"/><Relationship Id="R8655a625e0dc4c17" Type="http://schemas.openxmlformats.org/officeDocument/2006/relationships/font" Target="fonts/font6.dat"/><Relationship Id="R92546af8eaf64518" Type="http://schemas.openxmlformats.org/officeDocument/2006/relationships/font" Target="fonts/font18.dat"/><Relationship Id="R9acf7cd85e0e432c" Type="http://schemas.openxmlformats.org/officeDocument/2006/relationships/font" Target="fonts/font19.dat"/><Relationship Id="Ra30d23ac60de4771" Type="http://schemas.openxmlformats.org/officeDocument/2006/relationships/theme" Target="theme/theme1.xml"/><Relationship Id="Rb068e5cdf3234145" Type="http://schemas.openxmlformats.org/officeDocument/2006/relationships/font" Target="fonts/font20.dat"/><Relationship Id="Rb4a57bd20bed485b" Type="http://schemas.openxmlformats.org/officeDocument/2006/relationships/font" Target="fonts/font3.dat"/><Relationship Id="Rbfbd89dea10542be" Type="http://schemas.openxmlformats.org/officeDocument/2006/relationships/font" Target="fonts/font27.dat"/><Relationship Id="Rc20ced14c5df4dfa" Type="http://schemas.openxmlformats.org/officeDocument/2006/relationships/font" Target="fonts/font17.dat"/><Relationship Id="Rc7f40772778d4abd" Type="http://schemas.openxmlformats.org/officeDocument/2006/relationships/slideMaster" Target="slideMasters/slideMaster1.xml"/><Relationship Id="Rc9fbecf8351548fe" Type="http://schemas.openxmlformats.org/officeDocument/2006/relationships/font" Target="fonts/font24.dat"/><Relationship Id="Rcba7fe5aca9b417a" Type="http://schemas.openxmlformats.org/officeDocument/2006/relationships/font" Target="fonts/font13.dat"/><Relationship Id="Rcfc05afc5afd437a" Type="http://schemas.openxmlformats.org/officeDocument/2006/relationships/viewProps" Target="viewProps.xml"/><Relationship Id="Rd239546e93414c29" Type="http://schemas.openxmlformats.org/officeDocument/2006/relationships/font" Target="fonts/font25.dat"/><Relationship Id="Re0f2e4f3fa0e4337" Type="http://schemas.openxmlformats.org/officeDocument/2006/relationships/presProps" Target="presProps.xml"/><Relationship Id="Re4aa371ef54b408a" Type="http://schemas.openxmlformats.org/officeDocument/2006/relationships/font" Target="fonts/font16.dat"/><Relationship Id="Re6a4ec42708c4ed9" Type="http://schemas.openxmlformats.org/officeDocument/2006/relationships/font" Target="fonts/font5.dat"/><Relationship Id="Re9cd6ceaffce4570" Type="http://schemas.openxmlformats.org/officeDocument/2006/relationships/font" Target="fonts/font21.dat"/><Relationship Id="Ree2aaf07c0814789" Type="http://schemas.openxmlformats.org/officeDocument/2006/relationships/slideMaster" Target="slideMasters/slideMaster2.xml"/><Relationship Id="Ree9cd2ca47294ed4" Type="http://schemas.openxmlformats.org/officeDocument/2006/relationships/font" Target="fonts/font9.dat"/><Relationship Id="Reeac7b47da024fa6" Type="http://schemas.openxmlformats.org/officeDocument/2006/relationships/font" Target="fonts/font26.dat"/><Relationship Id="Rf52de15e564f4c69" Type="http://schemas.openxmlformats.org/officeDocument/2006/relationships/font" Target="fonts/font14.dat"/><Relationship Id="Rf581c364b66d4b2b" Type="http://schemas.openxmlformats.org/officeDocument/2006/relationships/font" Target="fonts/font22.dat"/><Relationship Id="Rfd8c5eae103d41f9" Type="http://schemas.openxmlformats.org/officeDocument/2006/relationships/font" Target="fonts/font.dat"/><Relationship Id="rId200" Type="http://schemas.openxmlformats.org/officeDocument/2006/relationships/slide" Target="slides/slide1.xml"/><Relationship Id="rId201" Type="http://schemas.openxmlformats.org/officeDocument/2006/relationships/slide" Target="slides/slide2.xml"/><Relationship Id="rId202" Type="http://schemas.openxmlformats.org/officeDocument/2006/relationships/slide" Target="slides/slide3.xml"/><Relationship Id="rId203" Type="http://schemas.openxmlformats.org/officeDocument/2006/relationships/slide" Target="slides/slide4.xml"/><Relationship Id="rId204" Type="http://schemas.openxmlformats.org/officeDocument/2006/relationships/slide" Target="slides/slide5.xml"/><Relationship Id="rId205" Type="http://schemas.openxmlformats.org/officeDocument/2006/relationships/slide" Target="slides/slide6.xml"/><Relationship Id="rId206" Type="http://schemas.openxmlformats.org/officeDocument/2006/relationships/slide" Target="slides/slide7.xml"/><Relationship Id="rId207" Type="http://schemas.openxmlformats.org/officeDocument/2006/relationships/slide" Target="slides/slide8.xml"/><Relationship Id="rId208" Type="http://schemas.openxmlformats.org/officeDocument/2006/relationships/slide" Target="slides/slide9.xml"/><Relationship Id="rId209" Type="http://schemas.openxmlformats.org/officeDocument/2006/relationships/slide" Target="slides/slide10.xml"/><Relationship Id="rId210" Type="http://schemas.openxmlformats.org/officeDocument/2006/relationships/slide" Target="slides/slide11.xml"/><Relationship Id="rId211" Type="http://schemas.openxmlformats.org/officeDocument/2006/relationships/slide" Target="slides/slide12.xml"/><Relationship Id="rId212" Type="http://schemas.openxmlformats.org/officeDocument/2006/relationships/slide" Target="slides/slide13.xml"/><Relationship Id="rId213" Type="http://schemas.openxmlformats.org/officeDocument/2006/relationships/slide" Target="slides/slide14.xml"/><Relationship Id="rId214" Type="http://schemas.openxmlformats.org/officeDocument/2006/relationships/slide" Target="slides/slide15.xml"/><Relationship Id="rId215" Type="http://schemas.openxmlformats.org/officeDocument/2006/relationships/slide" Target="slides/slide16.xml"/><Relationship Id="rId216" Type="http://schemas.openxmlformats.org/officeDocument/2006/relationships/slide" Target="slides/slide17.xml"/><Relationship Id="rId217" Type="http://schemas.openxmlformats.org/officeDocument/2006/relationships/slide" Target="slides/slide18.xml"/><Relationship Id="rId218"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c2916dec488d4458" Type="http://schemas.openxmlformats.org/officeDocument/2006/relationships/theme" Target="theme/theme4.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4.xml><?xml version="1.0" encoding="utf-8"?>
<a:theme xmlns:a="http://schemas.openxmlformats.org/drawingml/2006/main" name="Attentive Deck Theme">
  <a:themeElements>
    <a:clrScheme name="Simple Light">
      <a:dk1>
        <a:srgbClr val="1E1C1C"/>
      </a:dk1>
      <a:lt1>
        <a:srgbClr val="FCFAEE"/>
      </a:lt1>
      <a:dk2>
        <a:srgbClr val="1E1C1C"/>
      </a:dk2>
      <a:lt2>
        <a:srgbClr val="FAF4DF"/>
      </a:lt2>
      <a:accent1>
        <a:srgbClr val="DF6A30"/>
      </a:accent1>
      <a:accent2>
        <a:srgbClr val="6079DC"/>
      </a:accent2>
      <a:accent3>
        <a:srgbClr val="FFD60B"/>
      </a:accent3>
      <a:accent4>
        <a:srgbClr val="6E8A09"/>
      </a:accent4>
      <a:accent5>
        <a:srgbClr val="F6DA71"/>
      </a:accent5>
      <a:accent6>
        <a:srgbClr val="E5E5DD"/>
      </a:accent6>
      <a:hlink>
        <a:srgbClr val="1E1C1C"/>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Layouts/_rels/slideLayout1.xml.rels><?xml version='1.0' encoding='UTF-8' standalone='yes'?>
<Relationships xmlns="http://schemas.openxmlformats.org/package/2006/relationships"><Relationship Id="R3b753a5d86bd47da" Type="http://schemas.openxmlformats.org/officeDocument/2006/relationships/image" Target="../media/image.jpeg"/><Relationship Id="Ra83e0d8d17544e70" Type="http://schemas.openxmlformats.org/officeDocument/2006/relationships/image" Target="../media/image.png"/><Relationship Id="Rd9c3b95935a54d98"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629b9eb0a9e146f5" Type="http://schemas.openxmlformats.org/officeDocument/2006/relationships/slideMaster" Target="../slideMasters/slideMaster1.xml"/><Relationship Id="Rf060a394b9954697" Type="http://schemas.openxmlformats.org/officeDocument/2006/relationships/image" Target="../media/image.png"/></Relationships>
</file>

<file path=ppt/slideLayouts/_rels/slideLayout3.xml.rels><?xml version='1.0' encoding='UTF-8' standalone='yes'?>
<Relationships xmlns="http://schemas.openxmlformats.org/package/2006/relationships"><Relationship Id="R602790c7ed66460b" Type="http://schemas.openxmlformats.org/officeDocument/2006/relationships/image" Target="../media/image2.png"/><Relationship Id="R6e5879d0525a4fd1" Type="http://schemas.openxmlformats.org/officeDocument/2006/relationships/slideMaster" Target="../slideMasters/slideMaster1.xml"/><Relationship Id="Rb368b1ccfd91478b" Type="http://schemas.openxmlformats.org/officeDocument/2006/relationships/image" Target="../media/image.png"/></Relationships>
</file>

<file path=ppt/slideLayouts/_rels/slideLayout4.xml.rels><?xml version='1.0' encoding='UTF-8' standalone='yes'?>
<Relationships xmlns="http://schemas.openxmlformats.org/package/2006/relationships"><Relationship Id="R25545b4dabe749f1" Type="http://schemas.openxmlformats.org/officeDocument/2006/relationships/slideMaster" Target="../slideMasters/slideMaster1.xml"/><Relationship Id="R49fc3aa62d494006" Type="http://schemas.openxmlformats.org/officeDocument/2006/relationships/image" Target="../media/image.jpeg"/><Relationship Id="R6b6a284c71c8446f" Type="http://schemas.openxmlformats.org/officeDocument/2006/relationships/image" Target="../media/image.png"/></Relationships>
</file>

<file path=ppt/slideLayouts/_rels/slideLayout5.xml.rels><?xml version='1.0' encoding='UTF-8' standalone='yes'?>
<Relationships xmlns="http://schemas.openxmlformats.org/package/2006/relationships"><Relationship Id="R03fe1d334dc64465" Type="http://schemas.openxmlformats.org/officeDocument/2006/relationships/slideMaster" Target="../slideMasters/slideMaster1.xml"/><Relationship Id="R293b72dc63ea4687" Type="http://schemas.openxmlformats.org/officeDocument/2006/relationships/image" Target="../media/image.png"/><Relationship Id="Rde3c935aa9134339" Type="http://schemas.openxmlformats.org/officeDocument/2006/relationships/image" Target="../media/image.jpeg"/></Relationships>
</file>

<file path=ppt/slideLayouts/_rels/slideLayout6.xml.rels><?xml version='1.0' encoding='UTF-8' standalone='yes'?>
<Relationships xmlns="http://schemas.openxmlformats.org/package/2006/relationships"><Relationship Id="R2fb6d5888c0a4161" Type="http://schemas.openxmlformats.org/officeDocument/2006/relationships/slideMaster" Target="../slideMasters/slideMaster1.xml"/><Relationship Id="R58ddac8ff2df4a8d" Type="http://schemas.openxmlformats.org/officeDocument/2006/relationships/image" Target="../media/image.jpeg"/><Relationship Id="Ree09273375004b42" Type="http://schemas.openxmlformats.org/officeDocument/2006/relationships/image" Target="../media/image.png"/></Relationships>
</file>

<file path=ppt/slideLayouts/_rels/slideLayout7.xml.rels><?xml version='1.0' encoding='UTF-8' standalone='yes'?>
<Relationships xmlns="http://schemas.openxmlformats.org/package/2006/relationships"><Relationship Id="R110e2ae8d01c492b" Type="http://schemas.openxmlformats.org/officeDocument/2006/relationships/slideMaster" Target="../slideMasters/slideMaster1.xml"/><Relationship Id="R66c93e9ae5ae42c6" Type="http://schemas.openxmlformats.org/officeDocument/2006/relationships/image" Target="../media/image.png"/></Relationships>
</file>

<file path=ppt/slideLayouts/_rels/slideLayout8.xml.rels><?xml version='1.0' encoding='UTF-8' standalone='yes'?>
<Relationships xmlns="http://schemas.openxmlformats.org/package/2006/relationships"><Relationship Id="R78309053b4734fc8" Type="http://schemas.openxmlformats.org/officeDocument/2006/relationships/slideMaster" Target="../slideMasters/slideMaster1.xml"/><Relationship Id="Rce604559cd5849d8" Type="http://schemas.openxmlformats.org/officeDocument/2006/relationships/image" Target="../media/image.png"/></Relationships>
</file>

<file path=ppt/slideLayouts/_rels/slideLayout9.xml.rels><?xml version='1.0' encoding='UTF-8' standalone='yes'?>
<Relationships xmlns="http://schemas.openxmlformats.org/package/2006/relationships"><Relationship Id="R4dd7cdadd69e4edc" Type="http://schemas.openxmlformats.org/officeDocument/2006/relationships/slideMaster" Target="../slideMasters/slideMaster1.xml"/><Relationship Id="Rd60e9a1fda854b80" Type="http://schemas.openxmlformats.org/officeDocument/2006/relationships/image" Target="../media/image.png"/></Relationships>
</file>

<file path=ppt/slideLayouts/_rels/slideLayout10.xml.rels><?xml version='1.0' encoding='UTF-8' standalone='yes'?>
<Relationships xmlns="http://schemas.openxmlformats.org/package/2006/relationships"><Relationship Id="R181a7dac4d884944" Type="http://schemas.openxmlformats.org/officeDocument/2006/relationships/image" Target="../media/image.png"/><Relationship Id="R2f601fc5bee0412d" Type="http://schemas.openxmlformats.org/officeDocument/2006/relationships/image" Target="../media/image.jpeg"/><Relationship Id="R59989f9e25854a8c"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025df4e08d874873" Type="http://schemas.openxmlformats.org/officeDocument/2006/relationships/image" Target="../media/image.png"/><Relationship Id="R0990127c70bd42fe"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0446511e6df44e78"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edb2de35d35a4034"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3e5174fbabba48c0" Type="http://schemas.openxmlformats.org/officeDocument/2006/relationships/image" Target="../media/image3.png"/><Relationship Id="Rbf135d8372e54b6f" Type="http://schemas.openxmlformats.org/officeDocument/2006/relationships/image" Target="../media/image2.jpeg"/><Relationship Id="Rfb73736a5bb24b22"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765d3f4eedb44223" Type="http://schemas.openxmlformats.org/officeDocument/2006/relationships/image" Target="../media/image4.png"/><Relationship Id="R9b4128d17f7a4517" Type="http://schemas.openxmlformats.org/officeDocument/2006/relationships/image" Target="../media/image2.jpeg"/><Relationship Id="Rf8535f9ea0824e38"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8a6c2c1affb14918" Type="http://schemas.openxmlformats.org/officeDocument/2006/relationships/image" Target="../media/image5.png"/><Relationship Id="R8fdff7209ffd414c" Type="http://schemas.openxmlformats.org/officeDocument/2006/relationships/slideMaster" Target="../slideMasters/slideMaster1.xml"/><Relationship Id="Rc0eba5ef2b1747a0" Type="http://schemas.openxmlformats.org/officeDocument/2006/relationships/image" Target="../media/image3.jpeg"/></Relationships>
</file>

<file path=ppt/slideLayouts/_rels/slideLayout17.xml.rels><?xml version='1.0' encoding='UTF-8' standalone='yes'?>
<Relationships xmlns="http://schemas.openxmlformats.org/package/2006/relationships"><Relationship Id="R6460be144fdf4baa" Type="http://schemas.openxmlformats.org/officeDocument/2006/relationships/slideMaster" Target="../slideMasters/slideMaster1.xml"/><Relationship Id="R921a8a541acb44ed" Type="http://schemas.openxmlformats.org/officeDocument/2006/relationships/image" Target="../media/image4.jpeg"/><Relationship Id="Ra22ca898cbd942d2" Type="http://schemas.openxmlformats.org/officeDocument/2006/relationships/image" Target="../media/image6.png"/></Relationships>
</file>

<file path=ppt/slideLayouts/_rels/slideLayout18.xml.rels><?xml version='1.0' encoding='UTF-8' standalone='yes'?>
<Relationships xmlns="http://schemas.openxmlformats.org/package/2006/relationships"><Relationship Id="R1c58a86513d94fd1" Type="http://schemas.openxmlformats.org/officeDocument/2006/relationships/image" Target="../media/image7.png"/><Relationship Id="R304aea404498468f"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49ed903d78a84be6" Type="http://schemas.openxmlformats.org/officeDocument/2006/relationships/image" Target="../media/image8.png"/><Relationship Id="R4b5c1a40ad684fd9"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5f79f3d2e5c14ece" Type="http://schemas.openxmlformats.org/officeDocument/2006/relationships/slideMaster" Target="../slideMasters/slideMaster1.xml"/><Relationship Id="R906eeb8ebdba473b" Type="http://schemas.openxmlformats.org/officeDocument/2006/relationships/image" Target="../media/image9.png"/></Relationships>
</file>

<file path=ppt/slideLayouts/_rels/slideLayout21.xml.rels><?xml version='1.0' encoding='UTF-8' standalone='yes'?>
<Relationships xmlns="http://schemas.openxmlformats.org/package/2006/relationships"><Relationship Id="R7add551086fb473b" Type="http://schemas.openxmlformats.org/officeDocument/2006/relationships/slideMaster" Target="../slideMasters/slideMaster1.xml"/><Relationship Id="Rccc8102eca5e4c98" Type="http://schemas.openxmlformats.org/officeDocument/2006/relationships/image" Target="../media/image10.png"/></Relationships>
</file>

<file path=ppt/slideLayouts/_rels/slideLayout22.xml.rels><?xml version='1.0' encoding='UTF-8' standalone='yes'?>
<Relationships xmlns="http://schemas.openxmlformats.org/package/2006/relationships"><Relationship Id="R2be11284398c4d4e" Type="http://schemas.openxmlformats.org/officeDocument/2006/relationships/slideMaster" Target="../slideMasters/slideMaster1.xml"/><Relationship Id="R91356a1d222f4c16" Type="http://schemas.openxmlformats.org/officeDocument/2006/relationships/image" Target="../media/image11.png"/></Relationships>
</file>

<file path=ppt/slideLayouts/_rels/slideLayout23.xml.rels><?xml version='1.0' encoding='UTF-8' standalone='yes'?>
<Relationships xmlns="http://schemas.openxmlformats.org/package/2006/relationships"><Relationship Id="R668d11b7063842d0" Type="http://schemas.openxmlformats.org/officeDocument/2006/relationships/slideMaster" Target="../slideMasters/slideMaster1.xml"/><Relationship Id="R6f3f94d5c1164a79" Type="http://schemas.openxmlformats.org/officeDocument/2006/relationships/image" Target="../media/image11.png"/></Relationships>
</file>

<file path=ppt/slideLayouts/_rels/slideLayout24.xml.rels><?xml version='1.0' encoding='UTF-8' standalone='yes'?>
<Relationships xmlns="http://schemas.openxmlformats.org/package/2006/relationships"><Relationship Id="R2b3cd22177984d44" Type="http://schemas.openxmlformats.org/officeDocument/2006/relationships/image" Target="../media/image11.png"/><Relationship Id="R52b6253f58b142fd"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33f36b2d74d34667" Type="http://schemas.openxmlformats.org/officeDocument/2006/relationships/image" Target="../media/image11.png"/><Relationship Id="Re63fd015b97f4145"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5dde5452f55f438e" Type="http://schemas.openxmlformats.org/officeDocument/2006/relationships/slideMaster" Target="../slideMasters/slideMaster1.xml"/><Relationship Id="R81f321e750694365" Type="http://schemas.openxmlformats.org/officeDocument/2006/relationships/image" Target="../media/image11.png"/></Relationships>
</file>

<file path=ppt/slideLayouts/_rels/slideLayout27.xml.rels><?xml version='1.0' encoding='UTF-8' standalone='yes'?>
<Relationships xmlns="http://schemas.openxmlformats.org/package/2006/relationships"><Relationship Id="R1e9051d3eb394d8c" Type="http://schemas.openxmlformats.org/officeDocument/2006/relationships/image" Target="../media/image12.png"/><Relationship Id="R5b2895679b384eb6" Type="http://schemas.openxmlformats.org/officeDocument/2006/relationships/image" Target="../media/image.png"/><Relationship Id="Rcdc35601ea7f4eb2"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45d30309a9754944" Type="http://schemas.openxmlformats.org/officeDocument/2006/relationships/slideMaster" Target="../slideMasters/slideMaster1.xml"/><Relationship Id="Recd4568bc1fc4dec" Type="http://schemas.openxmlformats.org/officeDocument/2006/relationships/image" Target="../media/image11.png"/></Relationships>
</file>

<file path=ppt/slideLayouts/_rels/slideLayout29.xml.rels><?xml version='1.0' encoding='UTF-8' standalone='yes'?>
<Relationships xmlns="http://schemas.openxmlformats.org/package/2006/relationships"><Relationship Id="Ra61b4a3f4ae047e9" Type="http://schemas.openxmlformats.org/officeDocument/2006/relationships/slideMaster" Target="../slideMasters/slideMaster1.xml"/><Relationship Id="Rabbc0dbdb9f54f96" Type="http://schemas.openxmlformats.org/officeDocument/2006/relationships/image" Target="../media/image13.png"/></Relationships>
</file>

<file path=ppt/slideLayouts/_rels/slideLayout30.xml.rels><?xml version='1.0' encoding='UTF-8' standalone='yes'?>
<Relationships xmlns="http://schemas.openxmlformats.org/package/2006/relationships"><Relationship Id="R171ca3b88b5846f5" Type="http://schemas.openxmlformats.org/officeDocument/2006/relationships/slideMaster" Target="../slideMasters/slideMaster1.xml"/><Relationship Id="Rb6ec727aa44442da" Type="http://schemas.openxmlformats.org/officeDocument/2006/relationships/image" Target="../media/image13.png"/></Relationships>
</file>

<file path=ppt/slideLayouts/_rels/slideLayout31.xml.rels><?xml version='1.0' encoding='UTF-8' standalone='yes'?>
<Relationships xmlns="http://schemas.openxmlformats.org/package/2006/relationships"><Relationship Id="R705c60cec1a44189" Type="http://schemas.openxmlformats.org/officeDocument/2006/relationships/image" Target="../media/image11.png"/><Relationship Id="Rb963a5b545884d7f"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800b45ba2c364350" Type="http://schemas.openxmlformats.org/officeDocument/2006/relationships/slideMaster" Target="../slideMasters/slideMaster1.xml"/><Relationship Id="R88a581fd6cbf41ec" Type="http://schemas.openxmlformats.org/officeDocument/2006/relationships/image" Target="../media/image13.png"/></Relationships>
</file>

<file path=ppt/slideLayouts/_rels/slideLayout33.xml.rels><?xml version='1.0' encoding='UTF-8' standalone='yes'?>
<Relationships xmlns="http://schemas.openxmlformats.org/package/2006/relationships"><Relationship Id="R3fa5ba8ea99d40f7" Type="http://schemas.openxmlformats.org/officeDocument/2006/relationships/image" Target="../media/image11.png"/><Relationship Id="Rf500c64d5bf14d0d"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8532d2e59c63409a" Type="http://schemas.openxmlformats.org/officeDocument/2006/relationships/image" Target="../media/image11.png"/><Relationship Id="R872fe34703f14a9b"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8833fef3f7fd4971" Type="http://schemas.openxmlformats.org/officeDocument/2006/relationships/slideMaster" Target="../slideMasters/slideMaster1.xml"/><Relationship Id="Red4bc88e8e6447fd" Type="http://schemas.openxmlformats.org/officeDocument/2006/relationships/image" Target="../media/image11.png"/></Relationships>
</file>

<file path=ppt/slideLayouts/_rels/slideLayout36.xml.rels><?xml version='1.0' encoding='UTF-8' standalone='yes'?>
<Relationships xmlns="http://schemas.openxmlformats.org/package/2006/relationships"><Relationship Id="R88b7d59bb2f94576" Type="http://schemas.openxmlformats.org/officeDocument/2006/relationships/slideMaster" Target="../slideMasters/slideMaster1.xml"/><Relationship Id="Rc0f6736cef0a4306" Type="http://schemas.openxmlformats.org/officeDocument/2006/relationships/image" Target="../media/image11.png"/></Relationships>
</file>

<file path=ppt/slideLayouts/_rels/slideLayout37.xml.rels><?xml version='1.0' encoding='UTF-8' standalone='yes'?>
<Relationships xmlns="http://schemas.openxmlformats.org/package/2006/relationships"><Relationship Id="R7a23aec9bcc54a22" Type="http://schemas.openxmlformats.org/officeDocument/2006/relationships/slideMaster" Target="../slideMasters/slideMaster1.xml"/><Relationship Id="R951358f29c2044a8" Type="http://schemas.openxmlformats.org/officeDocument/2006/relationships/image" Target="../media/image11.png"/></Relationships>
</file>

<file path=ppt/slideLayouts/_rels/slideLayout38.xml.rels><?xml version='1.0' encoding='UTF-8' standalone='yes'?>
<Relationships xmlns="http://schemas.openxmlformats.org/package/2006/relationships"><Relationship Id="Rb899dbbd31a24b22" Type="http://schemas.openxmlformats.org/officeDocument/2006/relationships/slideMaster" Target="../slideMasters/slideMaster1.xml"/><Relationship Id="Rda73d28d42e046c6" Type="http://schemas.openxmlformats.org/officeDocument/2006/relationships/image" Target="../media/image11.png"/></Relationships>
</file>

<file path=ppt/slideLayouts/_rels/slideLayout39.xml.rels><?xml version='1.0' encoding='UTF-8' standalone='yes'?>
<Relationships xmlns="http://schemas.openxmlformats.org/package/2006/relationships"><Relationship Id="R78373cdc073846cf" Type="http://schemas.openxmlformats.org/officeDocument/2006/relationships/slideMaster" Target="../slideMasters/slideMaster1.xml"/><Relationship Id="Re6efb5caa94c4747" Type="http://schemas.openxmlformats.org/officeDocument/2006/relationships/image" Target="../media/image11.png"/></Relationships>
</file>

<file path=ppt/slideLayouts/_rels/slideLayout40.xml.rels><?xml version='1.0' encoding='UTF-8' standalone='yes'?>
<Relationships xmlns="http://schemas.openxmlformats.org/package/2006/relationships"><Relationship Id="R1604e45eb47b4de6" Type="http://schemas.openxmlformats.org/officeDocument/2006/relationships/slideMaster" Target="../slideMasters/slideMaster1.xml"/><Relationship Id="R3936d982f96b4930" Type="http://schemas.openxmlformats.org/officeDocument/2006/relationships/image" Target="../media/image11.png"/></Relationships>
</file>

<file path=ppt/slideLayouts/_rels/slideLayout41.xml.rels><?xml version='1.0' encoding='UTF-8' standalone='yes'?>
<Relationships xmlns="http://schemas.openxmlformats.org/package/2006/relationships"><Relationship Id="Rc77a505d448f493b" Type="http://schemas.openxmlformats.org/officeDocument/2006/relationships/image" Target="../media/image11.png"/><Relationship Id="Re2247901f9f24182"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4cfe64870a884c16" Type="http://schemas.openxmlformats.org/officeDocument/2006/relationships/image" Target="../media/image11.png"/><Relationship Id="Rdec9457360ad490e"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a6790b57d6c7443c" Type="http://schemas.openxmlformats.org/officeDocument/2006/relationships/image" Target="../media/image11.png"/><Relationship Id="Rf7cd7ee854154aa7"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4c2fcd1314b84b29" Type="http://schemas.openxmlformats.org/officeDocument/2006/relationships/slideMaster" Target="../slideMasters/slideMaster1.xml"/><Relationship Id="R7b3335618a2f489c" Type="http://schemas.openxmlformats.org/officeDocument/2006/relationships/image" Target="../media/image11.png"/></Relationships>
</file>

<file path=ppt/slideLayouts/_rels/slideLayout45.xml.rels><?xml version='1.0' encoding='UTF-8' standalone='yes'?>
<Relationships xmlns="http://schemas.openxmlformats.org/package/2006/relationships"><Relationship Id="Rf76a7a639b8e47d4" Type="http://schemas.openxmlformats.org/officeDocument/2006/relationships/image" Target="../media/image11.png"/><Relationship Id="Rf76faf62a3674580"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29c8262143074dce" Type="http://schemas.openxmlformats.org/officeDocument/2006/relationships/slideMaster" Target="../slideMasters/slideMaster1.xml"/><Relationship Id="Reca33a0f5e7743d7" Type="http://schemas.openxmlformats.org/officeDocument/2006/relationships/image" Target="../media/image11.png"/></Relationships>
</file>

<file path=ppt/slideLayouts/_rels/slideLayout47.xml.rels><?xml version='1.0' encoding='UTF-8' standalone='yes'?>
<Relationships xmlns="http://schemas.openxmlformats.org/package/2006/relationships"><Relationship Id="R63ef265a0f9d48d0" Type="http://schemas.openxmlformats.org/officeDocument/2006/relationships/image" Target="../media/image11.png"/><Relationship Id="R7102960ecf7f4f48"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14572841262546b3" Type="http://schemas.openxmlformats.org/officeDocument/2006/relationships/image" Target="../media/image11.png"/><Relationship Id="Rb13a983905074dce"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6b68dc3c5b864570" Type="http://schemas.openxmlformats.org/officeDocument/2006/relationships/image" Target="../media/image11.png"/><Relationship Id="Re323e0b0f2224682"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55dfcb42caef44b9" Type="http://schemas.openxmlformats.org/officeDocument/2006/relationships/image" Target="../media/image11.png"/><Relationship Id="Rc2b5dd7ed270416b"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3dbe19241d214926" Type="http://schemas.openxmlformats.org/officeDocument/2006/relationships/image" Target="../media/image11.png"/><Relationship Id="R8234e696dfdb4bb9"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3edceb064bb040b7" Type="http://schemas.openxmlformats.org/officeDocument/2006/relationships/image" Target="../media/image11.png"/><Relationship Id="R3f1b1d23f1bc40cc"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a238f3f875a64b66" Type="http://schemas.openxmlformats.org/officeDocument/2006/relationships/slideMaster" Target="../slideMasters/slideMaster1.xml"/><Relationship Id="Rbf305ef7abfa47f8" Type="http://schemas.openxmlformats.org/officeDocument/2006/relationships/image" Target="../media/image11.png"/></Relationships>
</file>

<file path=ppt/slideLayouts/_rels/slideLayout54.xml.rels><?xml version='1.0' encoding='UTF-8' standalone='yes'?>
<Relationships xmlns="http://schemas.openxmlformats.org/package/2006/relationships"><Relationship Id="R4beaac089ad14ab8" Type="http://schemas.openxmlformats.org/officeDocument/2006/relationships/slideMaster" Target="../slideMasters/slideMaster1.xml"/><Relationship Id="R7c29334914ba41fd" Type="http://schemas.openxmlformats.org/officeDocument/2006/relationships/image" Target="../media/image11.png"/></Relationships>
</file>

<file path=ppt/slideLayouts/_rels/slideLayout55.xml.rels><?xml version='1.0' encoding='UTF-8' standalone='yes'?>
<Relationships xmlns="http://schemas.openxmlformats.org/package/2006/relationships"><Relationship Id="R89ebdf94887842bb" Type="http://schemas.openxmlformats.org/officeDocument/2006/relationships/image" Target="../media/image11.png"/><Relationship Id="Rf6416084140b4187"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ab27953c067246a6" Type="http://schemas.openxmlformats.org/officeDocument/2006/relationships/slideMaster" Target="../slideMasters/slideMaster1.xml"/><Relationship Id="Rdaf613d33f8e4bca" Type="http://schemas.openxmlformats.org/officeDocument/2006/relationships/image" Target="../media/image11.png"/></Relationships>
</file>

<file path=ppt/slideLayouts/_rels/slideLayout57.xml.rels><?xml version='1.0' encoding='UTF-8' standalone='yes'?>
<Relationships xmlns="http://schemas.openxmlformats.org/package/2006/relationships"><Relationship Id="R62eed5897c484718" Type="http://schemas.openxmlformats.org/officeDocument/2006/relationships/slideMaster" Target="../slideMasters/slideMaster1.xml"/><Relationship Id="R7f62cb461f814920" Type="http://schemas.openxmlformats.org/officeDocument/2006/relationships/image" Target="../media/image11.png"/></Relationships>
</file>

<file path=ppt/slideLayouts/_rels/slideLayout58.xml.rels><?xml version='1.0' encoding='UTF-8' standalone='yes'?>
<Relationships xmlns="http://schemas.openxmlformats.org/package/2006/relationships"><Relationship Id="R726323899ca546f7" Type="http://schemas.openxmlformats.org/officeDocument/2006/relationships/slideMaster" Target="../slideMasters/slideMaster1.xml"/><Relationship Id="Rb51ded058a6440f9" Type="http://schemas.openxmlformats.org/officeDocument/2006/relationships/image" Target="../media/image11.png"/></Relationships>
</file>

<file path=ppt/slideLayouts/_rels/slideLayout59.xml.rels><?xml version='1.0' encoding='UTF-8' standalone='yes'?>
<Relationships xmlns="http://schemas.openxmlformats.org/package/2006/relationships"><Relationship Id="R1b6d6062b4dc4ccf" Type="http://schemas.openxmlformats.org/officeDocument/2006/relationships/slideMaster" Target="../slideMasters/slideMaster1.xml"/><Relationship Id="R9a04aa18032c4e92" Type="http://schemas.openxmlformats.org/officeDocument/2006/relationships/image" Target="../media/image11.png"/></Relationships>
</file>

<file path=ppt/slideLayouts/_rels/slideLayout60.xml.rels><?xml version='1.0' encoding='UTF-8' standalone='yes'?>
<Relationships xmlns="http://schemas.openxmlformats.org/package/2006/relationships"><Relationship Id="R315a925bc62348a5" Type="http://schemas.openxmlformats.org/officeDocument/2006/relationships/image" Target="../media/image11.png"/><Relationship Id="R8af6d741b9be434a"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ad7db552e861404b" Type="http://schemas.openxmlformats.org/officeDocument/2006/relationships/image" Target="../media/image11.png"/><Relationship Id="Rf7953b5f12234126"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42469f3c95514d85" Type="http://schemas.openxmlformats.org/officeDocument/2006/relationships/slideMaster" Target="../slideMasters/slideMaster1.xml"/><Relationship Id="R430f405468db4ff9" Type="http://schemas.openxmlformats.org/officeDocument/2006/relationships/image" Target="../media/image11.png"/></Relationships>
</file>

<file path=ppt/slideLayouts/_rels/slideLayout63.xml.rels><?xml version='1.0' encoding='UTF-8' standalone='yes'?>
<Relationships xmlns="http://schemas.openxmlformats.org/package/2006/relationships"><Relationship Id="R3c065e74f3a94f89" Type="http://schemas.openxmlformats.org/officeDocument/2006/relationships/slideMaster" Target="../slideMasters/slideMaster1.xml"/><Relationship Id="R600a2b8d5987415b" Type="http://schemas.openxmlformats.org/officeDocument/2006/relationships/image" Target="../media/image11.png"/></Relationships>
</file>

<file path=ppt/slideLayouts/_rels/slideLayout64.xml.rels><?xml version='1.0' encoding='UTF-8' standalone='yes'?>
<Relationships xmlns="http://schemas.openxmlformats.org/package/2006/relationships"><Relationship Id="R0ed61f8cfc194ea8" Type="http://schemas.openxmlformats.org/officeDocument/2006/relationships/image" Target="../media/image11.png"/><Relationship Id="R55a6707bf7c84af5"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b94472634bde45c7" Type="http://schemas.openxmlformats.org/officeDocument/2006/relationships/image" Target="../media/image11.png"/><Relationship Id="Rc0a41d5ad82c4ffc"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51ae2b8fad8249a4" Type="http://schemas.openxmlformats.org/officeDocument/2006/relationships/image" Target="../media/image11.png"/><Relationship Id="Rb0f5696c2259494a"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50656541a0c44bb0" Type="http://schemas.openxmlformats.org/officeDocument/2006/relationships/slideMaster" Target="../slideMasters/slideMaster1.xml"/><Relationship Id="Ra5494d879aca4ad9" Type="http://schemas.openxmlformats.org/officeDocument/2006/relationships/image" Target="../media/image11.png"/></Relationships>
</file>

<file path=ppt/slideLayouts/_rels/slideLayout68.xml.rels><?xml version='1.0' encoding='UTF-8' standalone='yes'?>
<Relationships xmlns="http://schemas.openxmlformats.org/package/2006/relationships"><Relationship Id="R1082571422914b10" Type="http://schemas.openxmlformats.org/officeDocument/2006/relationships/image" Target="../media/image11.png"/><Relationship Id="Rfa0ada461bbd4669"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6f3e53f74b234453" Type="http://schemas.openxmlformats.org/officeDocument/2006/relationships/image" Target="../media/image11.png"/><Relationship Id="R74cb3e11734d47ef"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d10f9a2841f04c8c" Type="http://schemas.openxmlformats.org/officeDocument/2006/relationships/slideMaster" Target="../slideMasters/slideMaster1.xml"/><Relationship Id="Re7920ccd38cf4eff" Type="http://schemas.openxmlformats.org/officeDocument/2006/relationships/image" Target="../media/image11.png"/></Relationships>
</file>

<file path=ppt/slideLayouts/_rels/slideLayout71.xml.rels><?xml version='1.0' encoding='UTF-8' standalone='yes'?>
<Relationships xmlns="http://schemas.openxmlformats.org/package/2006/relationships"><Relationship Id="R70c3e9176ed24464" Type="http://schemas.openxmlformats.org/officeDocument/2006/relationships/slideMaster" Target="../slideMasters/slideMaster1.xml"/><Relationship Id="Rfd7b74b408094258" Type="http://schemas.openxmlformats.org/officeDocument/2006/relationships/image" Target="../media/image11.png"/></Relationships>
</file>

<file path=ppt/slideLayouts/_rels/slideLayout72.xml.rels><?xml version='1.0' encoding='UTF-8' standalone='yes'?>
<Relationships xmlns="http://schemas.openxmlformats.org/package/2006/relationships"><Relationship Id="R4959b3ed4c964676"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365ab8d29e494c6f" Type="http://schemas.openxmlformats.org/officeDocument/2006/relationships/slideMaster" Target="../slideMasters/slideMaster2.xml"/><Relationship Id="Rbef0f8d6075a43ae" Type="http://schemas.openxmlformats.org/officeDocument/2006/relationships/image" Target="../media/image.png"/></Relationships>
</file>

<file path=ppt/slideLayouts/_rels/slideLayout74.xml.rels><?xml version='1.0' encoding='UTF-8' standalone='yes'?>
<Relationships xmlns="http://schemas.openxmlformats.org/package/2006/relationships"><Relationship Id="R882fa7efd6834e6e" Type="http://schemas.openxmlformats.org/officeDocument/2006/relationships/slideMaster" Target="../slideMasters/slideMaster2.xml"/><Relationship Id="Rb37a9b3db7bb4a7c" Type="http://schemas.openxmlformats.org/officeDocument/2006/relationships/image" Target="../media/image.png"/></Relationships>
</file>

<file path=ppt/slideLayouts/_rels/slideLayout75.xml.rels><?xml version='1.0' encoding='UTF-8' standalone='yes'?>
<Relationships xmlns="http://schemas.openxmlformats.org/package/2006/relationships"><Relationship Id="R4063d5746c084ab6" Type="http://schemas.openxmlformats.org/officeDocument/2006/relationships/image" Target="../media/image.png"/><Relationship Id="R77639fda06c346af" Type="http://schemas.openxmlformats.org/officeDocument/2006/relationships/image" Target="../media/image2.png"/><Relationship Id="R94000cd64c5c45f6"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cab9090be16544a0" Type="http://schemas.openxmlformats.org/officeDocument/2006/relationships/slideMaster" Target="../slideMasters/slideMaster2.xml"/><Relationship Id="Re4b1a0b9403d49b2" Type="http://schemas.openxmlformats.org/officeDocument/2006/relationships/image" Target="../media/image.png"/></Relationships>
</file>

<file path=ppt/slideLayouts/_rels/slideLayout77.xml.rels><?xml version='1.0' encoding='UTF-8' standalone='yes'?>
<Relationships xmlns="http://schemas.openxmlformats.org/package/2006/relationships"><Relationship Id="R846b22a1088345ad" Type="http://schemas.openxmlformats.org/officeDocument/2006/relationships/image" Target="../media/image.png"/><Relationship Id="Rb68ab91015514cb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8e5bc68d588842ee" Type="http://schemas.openxmlformats.org/officeDocument/2006/relationships/image" Target="../media/image.png"/><Relationship Id="Ra663fd389fb64c2d"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1677c4cd901e4a91" Type="http://schemas.openxmlformats.org/officeDocument/2006/relationships/slideMaster" Target="../slideMasters/slideMaster2.xml"/><Relationship Id="Rcf3df4a051b44277" Type="http://schemas.openxmlformats.org/officeDocument/2006/relationships/image" Target="../media/image.png"/></Relationships>
</file>

<file path=ppt/slideLayouts/_rels/slideLayout80.xml.rels><?xml version='1.0' encoding='UTF-8' standalone='yes'?>
<Relationships xmlns="http://schemas.openxmlformats.org/package/2006/relationships"><Relationship Id="R510ddde189fc468a" Type="http://schemas.openxmlformats.org/officeDocument/2006/relationships/slideMaster" Target="../slideMasters/slideMaster2.xml"/><Relationship Id="Rd77b1c2060ce4725" Type="http://schemas.openxmlformats.org/officeDocument/2006/relationships/image" Target="../media/image.png"/></Relationships>
</file>

<file path=ppt/slideLayouts/_rels/slideLayout81.xml.rels><?xml version='1.0' encoding='UTF-8' standalone='yes'?>
<Relationships xmlns="http://schemas.openxmlformats.org/package/2006/relationships"><Relationship Id="R9936c48e2d1142c3" Type="http://schemas.openxmlformats.org/officeDocument/2006/relationships/image" Target="../media/image.png"/><Relationship Id="Ra05dbb6200c14768"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2197255a6885440c" Type="http://schemas.openxmlformats.org/officeDocument/2006/relationships/image" Target="../media/image.png"/><Relationship Id="R502ac847933e4555"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d2b5ac1c0ca14b4c" Type="http://schemas.openxmlformats.org/officeDocument/2006/relationships/slideMaster" Target="../slideMasters/slideMaster2.xml"/><Relationship Id="Rfeb0d31aee844e12" Type="http://schemas.openxmlformats.org/officeDocument/2006/relationships/image" Target="../media/image.png"/></Relationships>
</file>

<file path=ppt/slideLayouts/_rels/slideLayout84.xml.rels><?xml version='1.0' encoding='UTF-8' standalone='yes'?>
<Relationships xmlns="http://schemas.openxmlformats.org/package/2006/relationships"><Relationship Id="R28b61d17516a4426"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111989c20f2f4690"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4cbb8d3ab08749f8" Type="http://schemas.openxmlformats.org/officeDocument/2006/relationships/image" Target="../media/image2.jpeg"/><Relationship Id="R613dee4fc5354aac" Type="http://schemas.openxmlformats.org/officeDocument/2006/relationships/image" Target="../media/image3.png"/><Relationship Id="Rd78e6ed0bdce4f9b"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188c0ed42ea24c44" Type="http://schemas.openxmlformats.org/officeDocument/2006/relationships/image" Target="../media/image4.png"/><Relationship Id="R1b89144bf2504eda" Type="http://schemas.openxmlformats.org/officeDocument/2006/relationships/slideMaster" Target="../slideMasters/slideMaster2.xml"/><Relationship Id="R7beb118f4421433b" Type="http://schemas.openxmlformats.org/officeDocument/2006/relationships/image" Target="../media/image2.jpeg"/></Relationships>
</file>

<file path=ppt/slideLayouts/_rels/slideLayout88.xml.rels><?xml version='1.0' encoding='UTF-8' standalone='yes'?>
<Relationships xmlns="http://schemas.openxmlformats.org/package/2006/relationships"><Relationship Id="R651b46e9395b475c" Type="http://schemas.openxmlformats.org/officeDocument/2006/relationships/image" Target="../media/image5.png"/><Relationship Id="R7990c96294c443fb" Type="http://schemas.openxmlformats.org/officeDocument/2006/relationships/slideMaster" Target="../slideMasters/slideMaster2.xml"/><Relationship Id="Rf81a4c718eb2487b" Type="http://schemas.openxmlformats.org/officeDocument/2006/relationships/image" Target="../media/image3.jpeg"/></Relationships>
</file>

<file path=ppt/slideLayouts/_rels/slideLayout89.xml.rels><?xml version='1.0' encoding='UTF-8' standalone='yes'?>
<Relationships xmlns="http://schemas.openxmlformats.org/package/2006/relationships"><Relationship Id="R1e9cff19acb64423" Type="http://schemas.openxmlformats.org/officeDocument/2006/relationships/slideMaster" Target="../slideMasters/slideMaster2.xml"/><Relationship Id="R6d7a2230e18d4d14" Type="http://schemas.openxmlformats.org/officeDocument/2006/relationships/image" Target="../media/image6.png"/><Relationship Id="R9e3bd5dd69fd44ca" Type="http://schemas.openxmlformats.org/officeDocument/2006/relationships/image" Target="../media/image4.jpeg"/></Relationships>
</file>

<file path=ppt/slideLayouts/_rels/slideLayout90.xml.rels><?xml version='1.0' encoding='UTF-8' standalone='yes'?>
<Relationships xmlns="http://schemas.openxmlformats.org/package/2006/relationships"><Relationship Id="R1a48c0f0b20948e1" Type="http://schemas.openxmlformats.org/officeDocument/2006/relationships/image" Target="../media/image7.png"/><Relationship Id="R841b4994c9304424"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07e4a9b654dd425e" Type="http://schemas.openxmlformats.org/officeDocument/2006/relationships/image" Target="../media/image8.png"/><Relationship Id="Rca328900fc954db4" Type="http://schemas.openxmlformats.org/officeDocument/2006/relationships/slideMaster" Target="../slideMasters/slideMaster2.xml"/></Relationships>
</file>

<file path=ppt/slideLayouts/_rels/slideLayout92.xml.rels><?xml version='1.0' encoding='UTF-8' standalone='yes'?>
<Relationships xmlns="http://schemas.openxmlformats.org/package/2006/relationships"><Relationship Id="R5ad796addbad4047" Type="http://schemas.openxmlformats.org/officeDocument/2006/relationships/image" Target="../media/image9.png"/><Relationship Id="Ra54a4910b3de4249" Type="http://schemas.openxmlformats.org/officeDocument/2006/relationships/slideMaster" Target="../slideMasters/slideMaster2.xml"/></Relationships>
</file>

<file path=ppt/slideLayouts/_rels/slideLayout93.xml.rels><?xml version='1.0' encoding='UTF-8' standalone='yes'?>
<Relationships xmlns="http://schemas.openxmlformats.org/package/2006/relationships"><Relationship Id="R3117f020961f4904" Type="http://schemas.openxmlformats.org/officeDocument/2006/relationships/image" Target="../media/image10.png"/><Relationship Id="Ree54a9fc15c34776" Type="http://schemas.openxmlformats.org/officeDocument/2006/relationships/slideMaster" Target="../slideMasters/slideMaster2.xml"/></Relationships>
</file>

<file path=ppt/slideLayouts/_rels/slideLayout94.xml.rels><?xml version='1.0' encoding='UTF-8' standalone='yes'?>
<Relationships xmlns="http://schemas.openxmlformats.org/package/2006/relationships"><Relationship Id="Ra192e4d525fa48e7" Type="http://schemas.openxmlformats.org/officeDocument/2006/relationships/slideMaster" Target="../slideMasters/slideMaster2.xml"/><Relationship Id="Ra861a17077f7439e" Type="http://schemas.openxmlformats.org/officeDocument/2006/relationships/image" Target="../media/image11.png"/></Relationships>
</file>

<file path=ppt/slideLayouts/_rels/slideLayout95.xml.rels><?xml version='1.0' encoding='UTF-8' standalone='yes'?>
<Relationships xmlns="http://schemas.openxmlformats.org/package/2006/relationships"><Relationship Id="Rea70520580504d53" Type="http://schemas.openxmlformats.org/officeDocument/2006/relationships/image" Target="../media/image11.png"/><Relationship Id="Rebc604aed42d477c" Type="http://schemas.openxmlformats.org/officeDocument/2006/relationships/slideMaster" Target="../slideMasters/slideMaster2.xml"/></Relationships>
</file>

<file path=ppt/slideLayouts/_rels/slideLayout96.xml.rels><?xml version='1.0' encoding='UTF-8' standalone='yes'?>
<Relationships xmlns="http://schemas.openxmlformats.org/package/2006/relationships"><Relationship Id="R6bf2cba3b5af456d" Type="http://schemas.openxmlformats.org/officeDocument/2006/relationships/image" Target="../media/image11.png"/><Relationship Id="Rbc07436c07334701" Type="http://schemas.openxmlformats.org/officeDocument/2006/relationships/slideMaster" Target="../slideMasters/slideMaster2.xml"/></Relationships>
</file>

<file path=ppt/slideLayouts/_rels/slideLayout97.xml.rels><?xml version='1.0' encoding='UTF-8' standalone='yes'?>
<Relationships xmlns="http://schemas.openxmlformats.org/package/2006/relationships"><Relationship Id="R3ae9e1e916cd4b29" Type="http://schemas.openxmlformats.org/officeDocument/2006/relationships/slideMaster" Target="../slideMasters/slideMaster2.xml"/><Relationship Id="R843436ceed7a4d8e" Type="http://schemas.openxmlformats.org/officeDocument/2006/relationships/image" Target="../media/image11.png"/></Relationships>
</file>

<file path=ppt/slideLayouts/_rels/slideLayout98.xml.rels><?xml version='1.0' encoding='UTF-8' standalone='yes'?>
<Relationships xmlns="http://schemas.openxmlformats.org/package/2006/relationships"><Relationship Id="R0b51a15f3c004cf7" Type="http://schemas.openxmlformats.org/officeDocument/2006/relationships/slideMaster" Target="../slideMasters/slideMaster2.xml"/><Relationship Id="R827b50184d6f4588" Type="http://schemas.openxmlformats.org/officeDocument/2006/relationships/image" Target="../media/image11.png"/></Relationships>
</file>

<file path=ppt/slideLayouts/_rels/slideLayout99.xml.rels><?xml version='1.0' encoding='UTF-8' standalone='yes'?>
<Relationships xmlns="http://schemas.openxmlformats.org/package/2006/relationships"><Relationship Id="R10e4dbf458514367" Type="http://schemas.openxmlformats.org/officeDocument/2006/relationships/image" Target="../media/image12.png"/><Relationship Id="R3e26b487a0cb4b68" Type="http://schemas.openxmlformats.org/officeDocument/2006/relationships/image" Target="../media/image.png"/><Relationship Id="R44c5b23e6dde4edb" Type="http://schemas.openxmlformats.org/officeDocument/2006/relationships/slideMaster" Target="../slideMasters/slideMaster2.xml"/></Relationships>
</file>

<file path=ppt/slideLayouts/_rels/slideLayout100.xml.rels><?xml version='1.0' encoding='UTF-8' standalone='yes'?>
<Relationships xmlns="http://schemas.openxmlformats.org/package/2006/relationships"><Relationship Id="Rcbcfc46e625147f8" Type="http://schemas.openxmlformats.org/officeDocument/2006/relationships/image" Target="../media/image11.png"/><Relationship Id="Rf232589cba684079" Type="http://schemas.openxmlformats.org/officeDocument/2006/relationships/slideMaster" Target="../slideMasters/slideMaster2.xml"/></Relationships>
</file>

<file path=ppt/slideLayouts/_rels/slideLayout101.xml.rels><?xml version='1.0' encoding='UTF-8' standalone='yes'?>
<Relationships xmlns="http://schemas.openxmlformats.org/package/2006/relationships"><Relationship Id="R875853c10ade4a76" Type="http://schemas.openxmlformats.org/officeDocument/2006/relationships/image" Target="../media/image13.png"/><Relationship Id="Rb06b23a6cd104975" Type="http://schemas.openxmlformats.org/officeDocument/2006/relationships/slideMaster" Target="../slideMasters/slideMaster2.xml"/></Relationships>
</file>

<file path=ppt/slideLayouts/_rels/slideLayout102.xml.rels><?xml version='1.0' encoding='UTF-8' standalone='yes'?>
<Relationships xmlns="http://schemas.openxmlformats.org/package/2006/relationships"><Relationship Id="R33b961067f38480b" Type="http://schemas.openxmlformats.org/officeDocument/2006/relationships/image" Target="../media/image13.png"/><Relationship Id="Rfdbe9c3ac5cd46a8" Type="http://schemas.openxmlformats.org/officeDocument/2006/relationships/slideMaster" Target="../slideMasters/slideMaster2.xml"/></Relationships>
</file>

<file path=ppt/slideLayouts/_rels/slideLayout103.xml.rels><?xml version='1.0' encoding='UTF-8' standalone='yes'?>
<Relationships xmlns="http://schemas.openxmlformats.org/package/2006/relationships"><Relationship Id="R2297e498429546a2" Type="http://schemas.openxmlformats.org/officeDocument/2006/relationships/slideMaster" Target="../slideMasters/slideMaster2.xml"/><Relationship Id="R9266d3b6f3f148ec" Type="http://schemas.openxmlformats.org/officeDocument/2006/relationships/image" Target="../media/image11.png"/></Relationships>
</file>

<file path=ppt/slideLayouts/_rels/slideLayout104.xml.rels><?xml version='1.0' encoding='UTF-8' standalone='yes'?>
<Relationships xmlns="http://schemas.openxmlformats.org/package/2006/relationships"><Relationship Id="R1a52a51f1aaf4735" Type="http://schemas.openxmlformats.org/officeDocument/2006/relationships/image" Target="../media/image13.png"/><Relationship Id="R4ccbca73bfe8440c" Type="http://schemas.openxmlformats.org/officeDocument/2006/relationships/slideMaster" Target="../slideMasters/slideMaster2.xml"/></Relationships>
</file>

<file path=ppt/slideLayouts/_rels/slideLayout105.xml.rels><?xml version='1.0' encoding='UTF-8' standalone='yes'?>
<Relationships xmlns="http://schemas.openxmlformats.org/package/2006/relationships"><Relationship Id="R325cf659f6764ae7" Type="http://schemas.openxmlformats.org/officeDocument/2006/relationships/image" Target="../media/image11.png"/><Relationship Id="Rf677c7805e9a4d5d" Type="http://schemas.openxmlformats.org/officeDocument/2006/relationships/slideMaster" Target="../slideMasters/slideMaster2.xml"/></Relationships>
</file>

<file path=ppt/slideLayouts/_rels/slideLayout106.xml.rels><?xml version='1.0' encoding='UTF-8' standalone='yes'?>
<Relationships xmlns="http://schemas.openxmlformats.org/package/2006/relationships"><Relationship Id="R5a1ae2b15395441b" Type="http://schemas.openxmlformats.org/officeDocument/2006/relationships/slideMaster" Target="../slideMasters/slideMaster2.xml"/><Relationship Id="R86f601b7a0a44361" Type="http://schemas.openxmlformats.org/officeDocument/2006/relationships/image" Target="../media/image11.png"/></Relationships>
</file>

<file path=ppt/slideLayouts/_rels/slideLayout107.xml.rels><?xml version='1.0' encoding='UTF-8' standalone='yes'?>
<Relationships xmlns="http://schemas.openxmlformats.org/package/2006/relationships"><Relationship Id="R65d816008b064669" Type="http://schemas.openxmlformats.org/officeDocument/2006/relationships/slideMaster" Target="../slideMasters/slideMaster2.xml"/><Relationship Id="Rd947a44d787344b0" Type="http://schemas.openxmlformats.org/officeDocument/2006/relationships/image" Target="../media/image11.png"/></Relationships>
</file>

<file path=ppt/slideLayouts/_rels/slideLayout108.xml.rels><?xml version='1.0' encoding='UTF-8' standalone='yes'?>
<Relationships xmlns="http://schemas.openxmlformats.org/package/2006/relationships"><Relationship Id="R001be2916091418a" Type="http://schemas.openxmlformats.org/officeDocument/2006/relationships/slideMaster" Target="../slideMasters/slideMaster2.xml"/><Relationship Id="R017242cb82954f64" Type="http://schemas.openxmlformats.org/officeDocument/2006/relationships/image" Target="../media/image11.png"/></Relationships>
</file>

<file path=ppt/slideLayouts/_rels/slideLayout109.xml.rels><?xml version='1.0' encoding='UTF-8' standalone='yes'?>
<Relationships xmlns="http://schemas.openxmlformats.org/package/2006/relationships"><Relationship Id="R36891011302b4bf4" Type="http://schemas.openxmlformats.org/officeDocument/2006/relationships/slideMaster" Target="../slideMasters/slideMaster2.xml"/><Relationship Id="R65fba2b921e74060" Type="http://schemas.openxmlformats.org/officeDocument/2006/relationships/image" Target="../media/image11.png"/></Relationships>
</file>

<file path=ppt/slideLayouts/_rels/slideLayout110.xml.rels><?xml version='1.0' encoding='UTF-8' standalone='yes'?>
<Relationships xmlns="http://schemas.openxmlformats.org/package/2006/relationships"><Relationship Id="R46e435b037cd4c27" Type="http://schemas.openxmlformats.org/officeDocument/2006/relationships/slideMaster" Target="../slideMasters/slideMaster2.xml"/><Relationship Id="Rb49b2edbc31747f9" Type="http://schemas.openxmlformats.org/officeDocument/2006/relationships/image" Target="../media/image11.png"/></Relationships>
</file>

<file path=ppt/slideLayouts/_rels/slideLayout111.xml.rels><?xml version='1.0' encoding='UTF-8' standalone='yes'?>
<Relationships xmlns="http://schemas.openxmlformats.org/package/2006/relationships"><Relationship Id="R29e8e74cbfdf4349" Type="http://schemas.openxmlformats.org/officeDocument/2006/relationships/image" Target="../media/image11.png"/><Relationship Id="Ra035f9aaf2c64e5f" Type="http://schemas.openxmlformats.org/officeDocument/2006/relationships/slideMaster" Target="../slideMasters/slideMaster2.xml"/></Relationships>
</file>

<file path=ppt/slideLayouts/_rels/slideLayout112.xml.rels><?xml version='1.0' encoding='UTF-8' standalone='yes'?>
<Relationships xmlns="http://schemas.openxmlformats.org/package/2006/relationships"><Relationship Id="Rbfaec2db7bff4ce0" Type="http://schemas.openxmlformats.org/officeDocument/2006/relationships/slideMaster" Target="../slideMasters/slideMaster2.xml"/><Relationship Id="Rf05642d6055b48e7" Type="http://schemas.openxmlformats.org/officeDocument/2006/relationships/image" Target="../media/image11.png"/></Relationships>
</file>

<file path=ppt/slideLayouts/_rels/slideLayout113.xml.rels><?xml version='1.0' encoding='UTF-8' standalone='yes'?>
<Relationships xmlns="http://schemas.openxmlformats.org/package/2006/relationships"><Relationship Id="R03f7b2605b1149fb" Type="http://schemas.openxmlformats.org/officeDocument/2006/relationships/slideMaster" Target="../slideMasters/slideMaster2.xml"/><Relationship Id="Re3e921a2ea064150" Type="http://schemas.openxmlformats.org/officeDocument/2006/relationships/image" Target="../media/image11.png"/></Relationships>
</file>

<file path=ppt/slideLayouts/_rels/slideLayout114.xml.rels><?xml version='1.0' encoding='UTF-8' standalone='yes'?>
<Relationships xmlns="http://schemas.openxmlformats.org/package/2006/relationships"><Relationship Id="R5a7b1339b08f4200" Type="http://schemas.openxmlformats.org/officeDocument/2006/relationships/slideMaster" Target="../slideMasters/slideMaster2.xml"/><Relationship Id="Ra270a5b571b04b45" Type="http://schemas.openxmlformats.org/officeDocument/2006/relationships/image" Target="../media/image11.png"/></Relationships>
</file>

<file path=ppt/slideLayouts/_rels/slideLayout115.xml.rels><?xml version='1.0' encoding='UTF-8' standalone='yes'?>
<Relationships xmlns="http://schemas.openxmlformats.org/package/2006/relationships"><Relationship Id="R1351462c67654965" Type="http://schemas.openxmlformats.org/officeDocument/2006/relationships/slideMaster" Target="../slideMasters/slideMaster2.xml"/><Relationship Id="R4198873fca7c4917" Type="http://schemas.openxmlformats.org/officeDocument/2006/relationships/image" Target="../media/image11.png"/></Relationships>
</file>

<file path=ppt/slideLayouts/_rels/slideLayout116.xml.rels><?xml version='1.0' encoding='UTF-8' standalone='yes'?>
<Relationships xmlns="http://schemas.openxmlformats.org/package/2006/relationships"><Relationship Id="R3272b285ba1d4ab7" Type="http://schemas.openxmlformats.org/officeDocument/2006/relationships/image" Target="../media/image11.png"/><Relationship Id="Rc4557dc0d9f4419c" Type="http://schemas.openxmlformats.org/officeDocument/2006/relationships/slideMaster" Target="../slideMasters/slideMaster2.xml"/></Relationships>
</file>

<file path=ppt/slideLayouts/_rels/slideLayout117.xml.rels><?xml version='1.0' encoding='UTF-8' standalone='yes'?>
<Relationships xmlns="http://schemas.openxmlformats.org/package/2006/relationships"><Relationship Id="R65087105965e4de8" Type="http://schemas.openxmlformats.org/officeDocument/2006/relationships/image" Target="../media/image11.png"/><Relationship Id="R7e448d12e3fc4776" Type="http://schemas.openxmlformats.org/officeDocument/2006/relationships/slideMaster" Target="../slideMasters/slideMaster2.xml"/></Relationships>
</file>

<file path=ppt/slideLayouts/_rels/slideLayout118.xml.rels><?xml version='1.0' encoding='UTF-8' standalone='yes'?>
<Relationships xmlns="http://schemas.openxmlformats.org/package/2006/relationships"><Relationship Id="R6404350e19a54e74" Type="http://schemas.openxmlformats.org/officeDocument/2006/relationships/image" Target="../media/image11.png"/><Relationship Id="R92a0ce5747ea45c3" Type="http://schemas.openxmlformats.org/officeDocument/2006/relationships/slideMaster" Target="../slideMasters/slideMaster2.xml"/></Relationships>
</file>

<file path=ppt/slideLayouts/_rels/slideLayout119.xml.rels><?xml version='1.0' encoding='UTF-8' standalone='yes'?>
<Relationships xmlns="http://schemas.openxmlformats.org/package/2006/relationships"><Relationship Id="Rd3d8c8d19bac41e5" Type="http://schemas.openxmlformats.org/officeDocument/2006/relationships/image" Target="../media/image11.png"/><Relationship Id="Re17b4c96c4854bf9" Type="http://schemas.openxmlformats.org/officeDocument/2006/relationships/slideMaster" Target="../slideMasters/slideMaster2.xml"/></Relationships>
</file>

<file path=ppt/slideLayouts/_rels/slideLayout120.xml.rels><?xml version='1.0' encoding='UTF-8' standalone='yes'?>
<Relationships xmlns="http://schemas.openxmlformats.org/package/2006/relationships"><Relationship Id="R06648cb6e03b4113" Type="http://schemas.openxmlformats.org/officeDocument/2006/relationships/slideMaster" Target="../slideMasters/slideMaster2.xml"/><Relationship Id="R6c8c4d23ce4c4877" Type="http://schemas.openxmlformats.org/officeDocument/2006/relationships/image" Target="../media/image11.png"/></Relationships>
</file>

<file path=ppt/slideLayouts/_rels/slideLayout121.xml.rels><?xml version='1.0' encoding='UTF-8' standalone='yes'?>
<Relationships xmlns="http://schemas.openxmlformats.org/package/2006/relationships"><Relationship Id="R039633e682634947" Type="http://schemas.openxmlformats.org/officeDocument/2006/relationships/image" Target="../media/image11.png"/><Relationship Id="R8431af5ea1d14cdb" Type="http://schemas.openxmlformats.org/officeDocument/2006/relationships/slideMaster" Target="../slideMasters/slideMaster2.xml"/></Relationships>
</file>

<file path=ppt/slideLayouts/_rels/slideLayout122.xml.rels><?xml version='1.0' encoding='UTF-8' standalone='yes'?>
<Relationships xmlns="http://schemas.openxmlformats.org/package/2006/relationships"><Relationship Id="R26776b1d05a148d3" Type="http://schemas.openxmlformats.org/officeDocument/2006/relationships/image" Target="../media/image11.png"/><Relationship Id="R2938a7efd5394a48" Type="http://schemas.openxmlformats.org/officeDocument/2006/relationships/slideMaster" Target="../slideMasters/slideMaster2.xml"/></Relationships>
</file>

<file path=ppt/slideLayouts/_rels/slideLayout123.xml.rels><?xml version='1.0' encoding='UTF-8' standalone='yes'?>
<Relationships xmlns="http://schemas.openxmlformats.org/package/2006/relationships"><Relationship Id="R21ce1109951d47fc" Type="http://schemas.openxmlformats.org/officeDocument/2006/relationships/slideMaster" Target="../slideMasters/slideMaster2.xml"/><Relationship Id="Rd3649f78c7754acb" Type="http://schemas.openxmlformats.org/officeDocument/2006/relationships/image" Target="../media/image11.png"/></Relationships>
</file>

<file path=ppt/slideLayouts/_rels/slideLayout124.xml.rels><?xml version='1.0' encoding='UTF-8' standalone='yes'?>
<Relationships xmlns="http://schemas.openxmlformats.org/package/2006/relationships"><Relationship Id="R4df5f9c0e76642a9" Type="http://schemas.openxmlformats.org/officeDocument/2006/relationships/image" Target="../media/image11.png"/><Relationship Id="R70f3f4310af94438" Type="http://schemas.openxmlformats.org/officeDocument/2006/relationships/slideMaster" Target="../slideMasters/slideMaster2.xml"/></Relationships>
</file>

<file path=ppt/slideLayouts/_rels/slideLayout125.xml.rels><?xml version='1.0' encoding='UTF-8' standalone='yes'?>
<Relationships xmlns="http://schemas.openxmlformats.org/package/2006/relationships"><Relationship Id="R16f7b8e341ea4d42" Type="http://schemas.openxmlformats.org/officeDocument/2006/relationships/slideMaster" Target="../slideMasters/slideMaster2.xml"/><Relationship Id="Rb58af0e49ab34887" Type="http://schemas.openxmlformats.org/officeDocument/2006/relationships/image" Target="../media/image11.png"/></Relationships>
</file>

<file path=ppt/slideLayouts/_rels/slideLayout126.xml.rels><?xml version='1.0' encoding='UTF-8' standalone='yes'?>
<Relationships xmlns="http://schemas.openxmlformats.org/package/2006/relationships"><Relationship Id="R887c9bd6b7dd448e" Type="http://schemas.openxmlformats.org/officeDocument/2006/relationships/slideMaster" Target="../slideMasters/slideMaster2.xml"/><Relationship Id="Rb06855d30988489a" Type="http://schemas.openxmlformats.org/officeDocument/2006/relationships/image" Target="../media/image11.png"/></Relationships>
</file>

<file path=ppt/slideLayouts/_rels/slideLayout127.xml.rels><?xml version='1.0' encoding='UTF-8' standalone='yes'?>
<Relationships xmlns="http://schemas.openxmlformats.org/package/2006/relationships"><Relationship Id="R2f49d6a932924d87" Type="http://schemas.openxmlformats.org/officeDocument/2006/relationships/image" Target="../media/image11.png"/><Relationship Id="Rc7d5a1a6740c4ede" Type="http://schemas.openxmlformats.org/officeDocument/2006/relationships/slideMaster" Target="../slideMasters/slideMaster2.xml"/></Relationships>
</file>

<file path=ppt/slideLayouts/_rels/slideLayout128.xml.rels><?xml version='1.0' encoding='UTF-8' standalone='yes'?>
<Relationships xmlns="http://schemas.openxmlformats.org/package/2006/relationships"><Relationship Id="Ra038b0cdd0464e5a" Type="http://schemas.openxmlformats.org/officeDocument/2006/relationships/image" Target="../media/image11.png"/><Relationship Id="Rb9fdfce931ce48ee" Type="http://schemas.openxmlformats.org/officeDocument/2006/relationships/slideMaster" Target="../slideMasters/slideMaster2.xml"/></Relationships>
</file>

<file path=ppt/slideLayouts/_rels/slideLayout129.xml.rels><?xml version='1.0' encoding='UTF-8' standalone='yes'?>
<Relationships xmlns="http://schemas.openxmlformats.org/package/2006/relationships"><Relationship Id="R1e20195b5f5140e5" Type="http://schemas.openxmlformats.org/officeDocument/2006/relationships/image" Target="../media/image11.png"/><Relationship Id="R734752e9c61d4d71" Type="http://schemas.openxmlformats.org/officeDocument/2006/relationships/slideMaster" Target="../slideMasters/slideMaster2.xml"/></Relationships>
</file>

<file path=ppt/slideLayouts/_rels/slideLayout130.xml.rels><?xml version='1.0' encoding='UTF-8' standalone='yes'?>
<Relationships xmlns="http://schemas.openxmlformats.org/package/2006/relationships"><Relationship Id="R291d178b0d8d4335" Type="http://schemas.openxmlformats.org/officeDocument/2006/relationships/image" Target="../media/image11.png"/><Relationship Id="R305cbf550d0d4773" Type="http://schemas.openxmlformats.org/officeDocument/2006/relationships/slideMaster" Target="../slideMasters/slideMaster2.xml"/></Relationships>
</file>

<file path=ppt/slideLayouts/_rels/slideLayout131.xml.rels><?xml version='1.0' encoding='UTF-8' standalone='yes'?>
<Relationships xmlns="http://schemas.openxmlformats.org/package/2006/relationships"><Relationship Id="R166741d8e4fc4568" Type="http://schemas.openxmlformats.org/officeDocument/2006/relationships/slideMaster" Target="../slideMasters/slideMaster2.xml"/><Relationship Id="Rf6ff15e0987a4e31" Type="http://schemas.openxmlformats.org/officeDocument/2006/relationships/image" Target="../media/image11.png"/></Relationships>
</file>

<file path=ppt/slideLayouts/_rels/slideLayout132.xml.rels><?xml version='1.0' encoding='UTF-8' standalone='yes'?>
<Relationships xmlns="http://schemas.openxmlformats.org/package/2006/relationships"><Relationship Id="R14a5baf06be64416" Type="http://schemas.openxmlformats.org/officeDocument/2006/relationships/slideMaster" Target="../slideMasters/slideMaster2.xml"/><Relationship Id="R689d7c0402a441d2" Type="http://schemas.openxmlformats.org/officeDocument/2006/relationships/image" Target="../media/image11.png"/></Relationships>
</file>

<file path=ppt/slideLayouts/_rels/slideLayout133.xml.rels><?xml version='1.0' encoding='UTF-8' standalone='yes'?>
<Relationships xmlns="http://schemas.openxmlformats.org/package/2006/relationships"><Relationship Id="R7aca106c56ae4b86" Type="http://schemas.openxmlformats.org/officeDocument/2006/relationships/slideMaster" Target="../slideMasters/slideMaster2.xml"/><Relationship Id="R9a78d4102eb04ffb" Type="http://schemas.openxmlformats.org/officeDocument/2006/relationships/image" Target="../media/image11.png"/></Relationships>
</file>

<file path=ppt/slideLayouts/_rels/slideLayout134.xml.rels><?xml version='1.0' encoding='UTF-8' standalone='yes'?>
<Relationships xmlns="http://schemas.openxmlformats.org/package/2006/relationships"><Relationship Id="R242f8f7750924349" Type="http://schemas.openxmlformats.org/officeDocument/2006/relationships/slideMaster" Target="../slideMasters/slideMaster2.xml"/><Relationship Id="R6518d75028ae4bc5" Type="http://schemas.openxmlformats.org/officeDocument/2006/relationships/image" Target="../media/image11.png"/></Relationships>
</file>

<file path=ppt/slideLayouts/_rels/slideLayout135.xml.rels><?xml version='1.0' encoding='UTF-8' standalone='yes'?>
<Relationships xmlns="http://schemas.openxmlformats.org/package/2006/relationships"><Relationship Id="R44c2c0975a4a46ee" Type="http://schemas.openxmlformats.org/officeDocument/2006/relationships/slideMaster" Target="../slideMasters/slideMaster2.xml"/><Relationship Id="Rde9f6109adc94985" Type="http://schemas.openxmlformats.org/officeDocument/2006/relationships/image" Target="../media/image11.png"/></Relationships>
</file>

<file path=ppt/slideLayouts/_rels/slideLayout136.xml.rels><?xml version='1.0' encoding='UTF-8' standalone='yes'?>
<Relationships xmlns="http://schemas.openxmlformats.org/package/2006/relationships"><Relationship Id="R4796adff76e34a06" Type="http://schemas.openxmlformats.org/officeDocument/2006/relationships/slideMaster" Target="../slideMasters/slideMaster2.xml"/><Relationship Id="R4bccccf78009413e" Type="http://schemas.openxmlformats.org/officeDocument/2006/relationships/image" Target="../media/image11.png"/></Relationships>
</file>

<file path=ppt/slideLayouts/_rels/slideLayout137.xml.rels><?xml version='1.0' encoding='UTF-8' standalone='yes'?>
<Relationships xmlns="http://schemas.openxmlformats.org/package/2006/relationships"><Relationship Id="R95e080f1bc6f407b" Type="http://schemas.openxmlformats.org/officeDocument/2006/relationships/slideMaster" Target="../slideMasters/slideMaster2.xml"/><Relationship Id="Ra211182e9c4d47aa" Type="http://schemas.openxmlformats.org/officeDocument/2006/relationships/image" Target="../media/image11.png"/></Relationships>
</file>

<file path=ppt/slideLayouts/_rels/slideLayout138.xml.rels><?xml version='1.0' encoding='UTF-8' standalone='yes'?>
<Relationships xmlns="http://schemas.openxmlformats.org/package/2006/relationships"><Relationship Id="R406673d8564748a2" Type="http://schemas.openxmlformats.org/officeDocument/2006/relationships/image" Target="../media/image11.png"/><Relationship Id="R8de0d50e5cd74c13" Type="http://schemas.openxmlformats.org/officeDocument/2006/relationships/slideMaster" Target="../slideMasters/slideMaster2.xml"/></Relationships>
</file>

<file path=ppt/slideLayouts/_rels/slideLayout139.xml.rels><?xml version='1.0' encoding='UTF-8' standalone='yes'?>
<Relationships xmlns="http://schemas.openxmlformats.org/package/2006/relationships"><Relationship Id="R3bb715eb093c4b3b" Type="http://schemas.openxmlformats.org/officeDocument/2006/relationships/image" Target="../media/image11.png"/><Relationship Id="Rdc5c57bb65274565" Type="http://schemas.openxmlformats.org/officeDocument/2006/relationships/slideMaster" Target="../slideMasters/slideMaster2.xml"/></Relationships>
</file>

<file path=ppt/slideLayouts/_rels/slideLayout140.xml.rels><?xml version='1.0' encoding='UTF-8' standalone='yes'?>
<Relationships xmlns="http://schemas.openxmlformats.org/package/2006/relationships"><Relationship Id="R645cf7410b5e46c6" Type="http://schemas.openxmlformats.org/officeDocument/2006/relationships/image" Target="../media/image11.png"/><Relationship Id="Rf3c94d16e0c74f2f" Type="http://schemas.openxmlformats.org/officeDocument/2006/relationships/slideMaster" Target="../slideMasters/slideMaster2.xml"/></Relationships>
</file>

<file path=ppt/slideLayouts/_rels/slideLayout141.xml.rels><?xml version='1.0' encoding='UTF-8' standalone='yes'?>
<Relationships xmlns="http://schemas.openxmlformats.org/package/2006/relationships"><Relationship Id="R0a8c49674bb74570" Type="http://schemas.openxmlformats.org/officeDocument/2006/relationships/image" Target="../media/image11.png"/><Relationship Id="R6d7696c08ec8479e" Type="http://schemas.openxmlformats.org/officeDocument/2006/relationships/slideMaster" Target="../slideMasters/slideMaster2.xml"/></Relationships>
</file>

<file path=ppt/slideLayouts/_rels/slideLayout142.xml.rels><?xml version='1.0' encoding='UTF-8' standalone='yes'?>
<Relationships xmlns="http://schemas.openxmlformats.org/package/2006/relationships"><Relationship Id="R2e0d6acbad5746ec" Type="http://schemas.openxmlformats.org/officeDocument/2006/relationships/image" Target="../media/image11.png"/><Relationship Id="Rafe689ca636243ae" Type="http://schemas.openxmlformats.org/officeDocument/2006/relationships/slideMaster" Target="../slideMasters/slideMaster2.xml"/></Relationships>
</file>

<file path=ppt/slideLayouts/_rels/slideLayout143.xml.rels><?xml version='1.0' encoding='UTF-8' standalone='yes'?>
<Relationships xmlns="http://schemas.openxmlformats.org/package/2006/relationships"><Relationship Id="R41d29bc44da54d0d" Type="http://schemas.openxmlformats.org/officeDocument/2006/relationships/slideMaster" Target="../slideMasters/slideMaster2.xml"/><Relationship Id="R5c240228326844b8" Type="http://schemas.openxmlformats.org/officeDocument/2006/relationships/image" Target="../media/image11.png"/></Relationships>
</file>

<file path=ppt/slideLayouts/_rels/slideLayout144.xml.rels><?xml version='1.0' encoding='UTF-8' standalone='yes'?>
<Relationships xmlns="http://schemas.openxmlformats.org/package/2006/relationships"><Relationship Id="R4414376abff349eb" Type="http://schemas.openxmlformats.org/officeDocument/2006/relationships/slideMaster" Target="../slideMasters/slideMaster2.xml"/></Relationships>
</file>

<file path=ppt/slideLayouts/_rels/slideLayout145.xml.rels><?xml version='1.0' encoding='UTF-8' standalone='yes'?>
<Relationships xmlns="http://schemas.openxmlformats.org/package/2006/relationships"><Relationship Id="R8c9e7da00501471b" Type="http://schemas.openxmlformats.org/officeDocument/2006/relationships/slideMaster" Target="../slideMasters/slideMaster2.xml"/></Relationships>
</file>

<file path=ppt/slideLayouts/_rels/slideLayout146.xml.rels><?xml version='1.0' encoding='UTF-8' standalone='yes'?>
<Relationships xmlns="http://schemas.openxmlformats.org/package/2006/relationships"><Relationship Id="R60a1b8d430a24e2a" Type="http://schemas.openxmlformats.org/officeDocument/2006/relationships/slideMaster" Target="../slideMasters/slideMaster2.xml"/></Relationships>
</file>

<file path=ppt/slideLayouts/_rels/slideLayout147.xml.rels><?xml version='1.0' encoding='UTF-8' standalone='yes'?>
<Relationships xmlns="http://schemas.openxmlformats.org/package/2006/relationships"><Relationship Id="R71911310886340b3" Type="http://schemas.openxmlformats.org/officeDocument/2006/relationships/slideMaster" Target="../slideMasters/slideMaster2.xml"/><Relationship Id="Rc38e0eec8f0d44dc" Type="http://schemas.openxmlformats.org/officeDocument/2006/relationships/image" Target="../media/image14.png"/></Relationships>
</file>

<file path=ppt/slideLayouts/_rels/slideLayout148.xml.rels><?xml version='1.0' encoding='UTF-8' standalone='yes'?>
<Relationships xmlns="http://schemas.openxmlformats.org/package/2006/relationships"><Relationship Id="R3f3ea8d63b724509" Type="http://schemas.openxmlformats.org/officeDocument/2006/relationships/slideMaster" Target="../slideMasters/slideMaster2.xml"/></Relationships>
</file>

<file path=ppt/slideLayouts/_rels/slideLayout149.xml.rels><?xml version='1.0' encoding='UTF-8' standalone='yes'?>
<Relationships xmlns="http://schemas.openxmlformats.org/package/2006/relationships"><Relationship Id="Radcd7da4b8ef402c" Type="http://schemas.openxmlformats.org/officeDocument/2006/relationships/slideMaster" Target="../slideMasters/slideMaster2.xml"/></Relationships>
</file>

<file path=ppt/slideLayouts/_rels/slideLayout150.xml.rels><?xml version='1.0' encoding='UTF-8' standalone='yes'?>
<Relationships xmlns="http://schemas.openxmlformats.org/package/2006/relationships"><Relationship Id="R1ea4df0d5ac2421c" Type="http://schemas.openxmlformats.org/officeDocument/2006/relationships/slideMaster" Target="../slideMasters/slideMaster2.xml"/></Relationships>
</file>

<file path=ppt/slideLayouts/_rels/slideLayout151.xml.rels><?xml version='1.0' encoding='UTF-8' standalone='yes'?>
<Relationships xmlns="http://schemas.openxmlformats.org/package/2006/relationships"><Relationship Id="R2cc0eace76ab4fd2" Type="http://schemas.openxmlformats.org/officeDocument/2006/relationships/slideMaster" Target="../slideMasters/slideMaster2.xml"/></Relationships>
</file>

<file path=ppt/slideLayouts/_rels/slideLayout152.xml.rels><?xml version='1.0' encoding='UTF-8' standalone='yes'?>
<Relationships xmlns="http://schemas.openxmlformats.org/package/2006/relationships"><Relationship Id="Rd438b53110d842d7" Type="http://schemas.openxmlformats.org/officeDocument/2006/relationships/slideMaster" Target="../slideMasters/slideMaster2.xml"/></Relationships>
</file>

<file path=ppt/slideLayouts/_rels/slideLayout153.xml.rels><?xml version='1.0' encoding='UTF-8' standalone='yes'?>
<Relationships xmlns="http://schemas.openxmlformats.org/package/2006/relationships"><Relationship Id="Rb7eec5a0d1394bd2" Type="http://schemas.openxmlformats.org/officeDocument/2006/relationships/slideMaster" Target="../slideMasters/slideMaster2.xml"/></Relationships>
</file>

<file path=ppt/slideLayouts/_rels/slideLayout154.xml.rels><?xml version='1.0' encoding='UTF-8' standalone='yes'?>
<Relationships xmlns="http://schemas.openxmlformats.org/package/2006/relationships"><Relationship Id="Rfda33490b0ad4ec2" Type="http://schemas.openxmlformats.org/officeDocument/2006/relationships/slideMaster" Target="../slideMasters/slideMaster2.xml"/></Relationships>
</file>

<file path=ppt/slideLayouts/_rels/slideLayout155.xml.rels><?xml version='1.0' encoding='UTF-8' standalone='yes'?>
<Relationships xmlns="http://schemas.openxmlformats.org/package/2006/relationships"><Relationship Id="Ra1ea2cc4d66e4611" Type="http://schemas.openxmlformats.org/officeDocument/2006/relationships/slideMaster" Target="../slideMasters/slideMaster2.xml"/></Relationships>
</file>

<file path=ppt/slideLayouts/_rels/slideLayout156.xml.rels><?xml version='1.0' encoding='UTF-8' standalone='yes'?>
<Relationships xmlns="http://schemas.openxmlformats.org/package/2006/relationships"><Relationship Id="Ra247cde5e5e645d2" Type="http://schemas.openxmlformats.org/officeDocument/2006/relationships/slideMaster" Target="../slideMasters/slideMaster2.xml"/></Relationships>
</file>

<file path=ppt/slideLayouts/_rels/slideLayout157.xml.rels><?xml version='1.0' encoding='UTF-8' standalone='yes'?>
<Relationships xmlns="http://schemas.openxmlformats.org/package/2006/relationships"><Relationship Id="Rafb8c327fb594268" Type="http://schemas.openxmlformats.org/officeDocument/2006/relationships/slideMaster" Target="../slideMasters/slideMaster2.xml"/></Relationships>
</file>

<file path=ppt/slideLayouts/_rels/slideLayout158.xml.rels><?xml version='1.0' encoding='UTF-8' standalone='yes'?>
<Relationships xmlns="http://schemas.openxmlformats.org/package/2006/relationships"><Relationship Id="R98d4861365414970" Type="http://schemas.openxmlformats.org/officeDocument/2006/relationships/slideMaster" Target="../slideMasters/slideMaster2.xml"/></Relationships>
</file>

<file path=ppt/slideLayouts/_rels/slideLayout159.xml.rels><?xml version='1.0' encoding='UTF-8' standalone='yes'?>
<Relationships xmlns="http://schemas.openxmlformats.org/package/2006/relationships"><Relationship Id="Rd68cafc15f784638" Type="http://schemas.openxmlformats.org/officeDocument/2006/relationships/slideMaster" Target="../slideMasters/slideMaster2.xml"/></Relationships>
</file>

<file path=ppt/slideLayouts/_rels/slideLayout160.xml.rels><?xml version='1.0' encoding='UTF-8' standalone='yes'?>
<Relationships xmlns="http://schemas.openxmlformats.org/package/2006/relationships"><Relationship Id="Rae7f22d28b034f1c" Type="http://schemas.openxmlformats.org/officeDocument/2006/relationships/slideMaster" Target="../slideMasters/slideMaster2.xml"/></Relationships>
</file>

<file path=ppt/slideLayouts/_rels/slideLayout161.xml.rels><?xml version='1.0' encoding='UTF-8' standalone='yes'?>
<Relationships xmlns="http://schemas.openxmlformats.org/package/2006/relationships"><Relationship Id="Rd83eee7fdb6e4587" Type="http://schemas.openxmlformats.org/officeDocument/2006/relationships/slideMaster" Target="../slideMasters/slideMaster2.xml"/></Relationships>
</file>

<file path=ppt/slideLayouts/_rels/slideLayout162.xml.rels><?xml version='1.0' encoding='UTF-8' standalone='yes'?>
<Relationships xmlns="http://schemas.openxmlformats.org/package/2006/relationships"><Relationship Id="R026f179165814b03" Type="http://schemas.openxmlformats.org/officeDocument/2006/relationships/slideMaster" Target="../slideMasters/slideMaster2.xml"/><Relationship Id="R5da8c724afd846bd" Type="http://schemas.openxmlformats.org/officeDocument/2006/relationships/image" Target="../media/image14.png"/></Relationships>
</file>

<file path=ppt/slideLayouts/_rels/slideLayout163.xml.rels><?xml version='1.0' encoding='UTF-8' standalone='yes'?>
<Relationships xmlns="http://schemas.openxmlformats.org/package/2006/relationships"><Relationship Id="R906581677e854788" Type="http://schemas.openxmlformats.org/officeDocument/2006/relationships/slideMaster" Target="../slideMasters/slideMaster2.xml"/></Relationships>
</file>

<file path=ppt/slideLayouts/_rels/slideLayout164.xml.rels><?xml version='1.0' encoding='UTF-8' standalone='yes'?>
<Relationships xmlns="http://schemas.openxmlformats.org/package/2006/relationships"><Relationship Id="R3b8ee9db4e9f444a" Type="http://schemas.openxmlformats.org/officeDocument/2006/relationships/slideMaster" Target="../slideMasters/slideMaster2.xml"/></Relationships>
</file>

<file path=ppt/slideLayouts/_rels/slideLayout165.xml.rels><?xml version='1.0' encoding='UTF-8' standalone='yes'?>
<Relationships xmlns="http://schemas.openxmlformats.org/package/2006/relationships"><Relationship Id="Ra5a7bb67251947f1" Type="http://schemas.openxmlformats.org/officeDocument/2006/relationships/slideMaster" Target="../slideMasters/slideMaster2.xml"/></Relationships>
</file>

<file path=ppt/slideLayouts/_rels/slideLayout166.xml.rels><?xml version='1.0' encoding='UTF-8' standalone='yes'?>
<Relationships xmlns="http://schemas.openxmlformats.org/package/2006/relationships"><Relationship Id="Rb1ae23e50a9c4922" Type="http://schemas.openxmlformats.org/officeDocument/2006/relationships/slideMaster" Target="../slideMasters/slideMaster2.xml"/></Relationships>
</file>

<file path=ppt/slideLayouts/_rels/slideLayout167.xml.rels><?xml version='1.0' encoding='UTF-8' standalone='yes'?>
<Relationships xmlns="http://schemas.openxmlformats.org/package/2006/relationships"><Relationship Id="Rb762b78062b7416c" Type="http://schemas.openxmlformats.org/officeDocument/2006/relationships/slideMaster" Target="../slideMasters/slideMaster2.xml"/></Relationships>
</file>

<file path=ppt/slideLayouts/_rels/slideLayout168.xml.rels><?xml version='1.0' encoding='UTF-8' standalone='yes'?>
<Relationships xmlns="http://schemas.openxmlformats.org/package/2006/relationships"><Relationship Id="R32520da8eb574cb7" Type="http://schemas.openxmlformats.org/officeDocument/2006/relationships/slideMaster" Target="../slideMasters/slideMaster2.xml"/></Relationships>
</file>

<file path=ppt/slideLayouts/_rels/slideLayout169.xml.rels><?xml version='1.0' encoding='UTF-8' standalone='yes'?>
<Relationships xmlns="http://schemas.openxmlformats.org/package/2006/relationships"><Relationship Id="R3a1ebfc712174e46" Type="http://schemas.openxmlformats.org/officeDocument/2006/relationships/slideMaster" Target="../slideMasters/slideMaster2.xml"/></Relationships>
</file>

<file path=ppt/slideLayouts/_rels/slideLayout170.xml.rels><?xml version='1.0' encoding='UTF-8' standalone='yes'?>
<Relationships xmlns="http://schemas.openxmlformats.org/package/2006/relationships"><Relationship Id="R3c9cf260254941f1" Type="http://schemas.openxmlformats.org/officeDocument/2006/relationships/slideMaster" Target="../slideMasters/slideMaster2.xml"/></Relationships>
</file>

<file path=ppt/slideLayouts/_rels/slideLayout171.xml.rels><?xml version='1.0' encoding='UTF-8' standalone='yes'?>
<Relationships xmlns="http://schemas.openxmlformats.org/package/2006/relationships"><Relationship Id="R5f4f734855284345" Type="http://schemas.openxmlformats.org/officeDocument/2006/relationships/slideMaster" Target="../slideMasters/slideMaster2.xml"/></Relationships>
</file>

<file path=ppt/slideLayouts/_rels/slideLayout172.xml.rels><?xml version='1.0' encoding='UTF-8' standalone='yes'?>
<Relationships xmlns="http://schemas.openxmlformats.org/package/2006/relationships"><Relationship Id="R0b352e9e2c614214" Type="http://schemas.openxmlformats.org/officeDocument/2006/relationships/slideMaster" Target="../slideMasters/slideMaster2.xml"/></Relationships>
</file>

<file path=ppt/slideLayouts/_rels/slideLayout173.xml.rels><?xml version='1.0' encoding='UTF-8' standalone='yes'?>
<Relationships xmlns="http://schemas.openxmlformats.org/package/2006/relationships"><Relationship Id="Rd15936974e384dbf" Type="http://schemas.openxmlformats.org/officeDocument/2006/relationships/slideMaster" Target="../slideMasters/slideMaster2.xml"/></Relationships>
</file>

<file path=ppt/slideLayouts/_rels/slideLayout174.xml.rels><?xml version='1.0' encoding='UTF-8' standalone='yes'?>
<Relationships xmlns="http://schemas.openxmlformats.org/package/2006/relationships"><Relationship Id="R98b2526248374b3e" Type="http://schemas.openxmlformats.org/officeDocument/2006/relationships/slideMaster" Target="../slideMasters/slideMaster2.xml"/></Relationships>
</file>

<file path=ppt/slideLayouts/_rels/slideLayout175.xml.rels><?xml version='1.0' encoding='UTF-8' standalone='yes'?>
<Relationships xmlns="http://schemas.openxmlformats.org/package/2006/relationships"><Relationship Id="Ra843dc5c9e69481a" Type="http://schemas.openxmlformats.org/officeDocument/2006/relationships/slideMaster" Target="../slideMasters/slideMaster2.xml"/></Relationships>
</file>

<file path=ppt/slideLayouts/_rels/slideLayout176.xml.rels><?xml version='1.0' encoding='UTF-8' standalone='yes'?>
<Relationships xmlns="http://schemas.openxmlformats.org/package/2006/relationships"><Relationship Id="R13a46a46f52c4506" Type="http://schemas.openxmlformats.org/officeDocument/2006/relationships/image" Target="../media/image15.png"/><Relationship Id="Rcf0736173c68405a" Type="http://schemas.openxmlformats.org/officeDocument/2006/relationships/slideMaster" Target="../slideMasters/slideMaster2.xml"/></Relationships>
</file>

<file path=ppt/slideLayouts/_rels/slideLayout177.xml.rels><?xml version='1.0' encoding='UTF-8' standalone='yes'?>
<Relationships xmlns="http://schemas.openxmlformats.org/package/2006/relationships"><Relationship Id="Rc4b4d8232fab4170" Type="http://schemas.openxmlformats.org/officeDocument/2006/relationships/slideMaster" Target="../slideMasters/slideMaster2.xml"/></Relationships>
</file>

<file path=ppt/slideLayouts/_rels/slideLayout178.xml.rels><?xml version='1.0' encoding='UTF-8' standalone='yes'?>
<Relationships xmlns="http://schemas.openxmlformats.org/package/2006/relationships"><Relationship Id="R19e5825c8ddb4872" Type="http://schemas.openxmlformats.org/officeDocument/2006/relationships/image" Target="../media/image15.png"/><Relationship Id="R3e2bdd73ce674adc" Type="http://schemas.openxmlformats.org/officeDocument/2006/relationships/slideMaster" Target="../slideMasters/slideMaster2.xml"/></Relationships>
</file>

<file path=ppt/slideLayouts/_rels/slideLayout179.xml.rels><?xml version='1.0' encoding='UTF-8' standalone='yes'?>
<Relationships xmlns="http://schemas.openxmlformats.org/package/2006/relationships"><Relationship Id="R46e54418fc654b37" Type="http://schemas.openxmlformats.org/officeDocument/2006/relationships/image" Target="../media/image15.png"/><Relationship Id="R70d17d30fa1a41e0" Type="http://schemas.openxmlformats.org/officeDocument/2006/relationships/slideMaster" Target="../slideMasters/slideMaster2.xml"/></Relationships>
</file>

<file path=ppt/slideLayouts/_rels/slideLayout180.xml.rels><?xml version='1.0' encoding='UTF-8' standalone='yes'?>
<Relationships xmlns="http://schemas.openxmlformats.org/package/2006/relationships"><Relationship Id="R7159f73dc2ef4888" Type="http://schemas.openxmlformats.org/officeDocument/2006/relationships/slideMaster" Target="../slideMasters/slideMaster2.xml"/><Relationship Id="Rf7e6e0d231f3499c" Type="http://schemas.openxmlformats.org/officeDocument/2006/relationships/image" Target="../media/image15.png"/></Relationships>
</file>

<file path=ppt/slideLayouts/_rels/slideLayout181.xml.rels><?xml version='1.0' encoding='UTF-8' standalone='yes'?>
<Relationships xmlns="http://schemas.openxmlformats.org/package/2006/relationships"><Relationship Id="R49ac967de6754baf" Type="http://schemas.openxmlformats.org/officeDocument/2006/relationships/slideMaster" Target="../slideMasters/slideMaster2.xml"/><Relationship Id="Raee90859ebb24fae" Type="http://schemas.openxmlformats.org/officeDocument/2006/relationships/image" Target="../media/image15.png"/></Relationships>
</file>

<file path=ppt/slideLayouts/_rels/slideLayout182.xml.rels><?xml version='1.0' encoding='UTF-8' standalone='yes'?>
<Relationships xmlns="http://schemas.openxmlformats.org/package/2006/relationships"><Relationship Id="R24f60e0cbf7c4825" Type="http://schemas.openxmlformats.org/officeDocument/2006/relationships/image" Target="../media/image15.png"/><Relationship Id="Rf6296519077e4116" Type="http://schemas.openxmlformats.org/officeDocument/2006/relationships/slideMaster" Target="../slideMasters/slideMaster2.xml"/></Relationships>
</file>

<file path=ppt/slideLayouts/_rels/slideLayout183.xml.rels><?xml version='1.0' encoding='UTF-8' standalone='yes'?>
<Relationships xmlns="http://schemas.openxmlformats.org/package/2006/relationships"><Relationship Id="Red8675fec81a48da" Type="http://schemas.openxmlformats.org/officeDocument/2006/relationships/slideMaster" Target="../slideMasters/slideMaster2.xml"/></Relationships>
</file>

<file path=ppt/slideLayouts/_rels/slideLayout184.xml.rels><?xml version='1.0' encoding='UTF-8' standalone='yes'?>
<Relationships xmlns="http://schemas.openxmlformats.org/package/2006/relationships"><Relationship Id="R340c06ce6c07411a" Type="http://schemas.openxmlformats.org/officeDocument/2006/relationships/slideMaster" Target="../slideMasters/slideMaster2.xml"/></Relationships>
</file>

<file path=ppt/slideLayouts/_rels/slideLayout185.xml.rels><?xml version='1.0' encoding='UTF-8' standalone='yes'?>
<Relationships xmlns="http://schemas.openxmlformats.org/package/2006/relationships"><Relationship Id="R40585266f83b4fd0" Type="http://schemas.openxmlformats.org/officeDocument/2006/relationships/slideMaster" Target="../slideMasters/slideMaster2.xml"/></Relationships>
</file>

<file path=ppt/slideLayouts/_rels/slideLayout186.xml.rels><?xml version='1.0' encoding='UTF-8' standalone='yes'?>
<Relationships xmlns="http://schemas.openxmlformats.org/package/2006/relationships"><Relationship Id="R404e300b7dae481b" Type="http://schemas.openxmlformats.org/officeDocument/2006/relationships/slideMaster" Target="../slideMasters/slideMaster2.xml"/><Relationship Id="Rba2c989d0f914a39" Type="http://schemas.openxmlformats.org/officeDocument/2006/relationships/image" Target="../media/image15.png"/></Relationships>
</file>

<file path=ppt/slideLayouts/_rels/slideLayout187.xml.rels><?xml version='1.0' encoding='UTF-8' standalone='yes'?>
<Relationships xmlns="http://schemas.openxmlformats.org/package/2006/relationships"><Relationship Id="R63a9acc4fe404359" Type="http://schemas.openxmlformats.org/officeDocument/2006/relationships/image" Target="../media/image15.png"/><Relationship Id="Ra89cd4410b024aa1" Type="http://schemas.openxmlformats.org/officeDocument/2006/relationships/slideMaster" Target="../slideMasters/slideMaster2.xml"/></Relationships>
</file>

<file path=ppt/slideLayouts/_rels/slideLayout188.xml.rels><?xml version='1.0' encoding='UTF-8' standalone='yes'?>
<Relationships xmlns="http://schemas.openxmlformats.org/package/2006/relationships"><Relationship Id="R5a3fe3e3ef244595" Type="http://schemas.openxmlformats.org/officeDocument/2006/relationships/slideMaster" Target="../slideMasters/slideMaster2.xml"/><Relationship Id="R743177cf877342d4" Type="http://schemas.openxmlformats.org/officeDocument/2006/relationships/image" Target="../media/image15.png"/></Relationships>
</file>

<file path=ppt/slideLayouts/_rels/slideLayout189.xml.rels><?xml version='1.0' encoding='UTF-8' standalone='yes'?>
<Relationships xmlns="http://schemas.openxmlformats.org/package/2006/relationships"><Relationship Id="R607fcf1c5fcb4abf" Type="http://schemas.openxmlformats.org/officeDocument/2006/relationships/slideMaster" Target="../slideMasters/slideMaster2.xml"/><Relationship Id="Rf86a55c9a8ba403d" Type="http://schemas.openxmlformats.org/officeDocument/2006/relationships/image" Target="../media/image16.png"/></Relationships>
</file>

<file path=ppt/slideLayouts/_rels/slideLayout190.xml.rels><?xml version='1.0' encoding='UTF-8' standalone='yes'?>
<Relationships xmlns="http://schemas.openxmlformats.org/package/2006/relationships"><Relationship Id="R831dd28253ef47b1" Type="http://schemas.openxmlformats.org/officeDocument/2006/relationships/slideMaster" Target="../slideMasters/slideMaster2.xml"/></Relationships>
</file>

<file path=ppt/slideLayouts/_rels/slideLayout191.xml.rels><?xml version='1.0' encoding='UTF-8' standalone='yes'?>
<Relationships xmlns="http://schemas.openxmlformats.org/package/2006/relationships"><Relationship Id="R90c7d0b8844b4d1f" Type="http://schemas.openxmlformats.org/officeDocument/2006/relationships/slideMaster" Target="../slideMasters/slideMaster2.xml"/></Relationships>
</file>

<file path=ppt/slideLayouts/_rels/slideLayout192.xml.rels><?xml version='1.0' encoding='UTF-8' standalone='yes'?>
<Relationships xmlns="http://schemas.openxmlformats.org/package/2006/relationships"><Relationship Id="Ra298d50fead447b7" Type="http://schemas.openxmlformats.org/officeDocument/2006/relationships/slideMaster" Target="../slideMasters/slideMaster2.xml"/></Relationships>
</file>

<file path=ppt/slideLayouts/_rels/slideLayout193.xml.rels><?xml version='1.0' encoding='UTF-8' standalone='yes'?>
<Relationships xmlns="http://schemas.openxmlformats.org/package/2006/relationships"><Relationship Id="R23e9515634b94b9d" Type="http://schemas.openxmlformats.org/officeDocument/2006/relationships/slideMaster" Target="../slideMasters/slideMaster2.xml"/></Relationships>
</file>

<file path=ppt/slideLayouts/_rels/slideLayout194.xml.rels><?xml version='1.0' encoding='UTF-8' standalone='yes'?>
<Relationships xmlns="http://schemas.openxmlformats.org/package/2006/relationships"><Relationship Id="R69ef74c1ba1e4b3c" Type="http://schemas.openxmlformats.org/officeDocument/2006/relationships/image" Target="../media/image17.png"/><Relationship Id="R8a61d61f9d2a4721" Type="http://schemas.openxmlformats.org/officeDocument/2006/relationships/slideMaster" Target="../slideMasters/slideMaster2.xml"/></Relationships>
</file>

<file path=ppt/slideLayouts/_rels/slideLayout195.xml.rels><?xml version='1.0' encoding='UTF-8' standalone='yes'?>
<Relationships xmlns="http://schemas.openxmlformats.org/package/2006/relationships"><Relationship Id="R655a8e15be2d4841" Type="http://schemas.openxmlformats.org/officeDocument/2006/relationships/slideMaster" Target="../slideMasters/slideMaster2.xml"/></Relationships>
</file>

<file path=ppt/slideLayouts/_rels/slideLayout196.xml.rels><?xml version='1.0' encoding='UTF-8' standalone='yes'?>
<Relationships xmlns="http://schemas.openxmlformats.org/package/2006/relationships"><Relationship Id="R4f308097f1ca4116" Type="http://schemas.openxmlformats.org/officeDocument/2006/relationships/slideMaster" Target="../slideMasters/slideMaster2.xml"/><Relationship Id="Rf02bbf23eacc418d" Type="http://schemas.openxmlformats.org/officeDocument/2006/relationships/image" Target="../media/image15.png"/></Relationships>
</file>

<file path=ppt/slideLayouts/_rels/slideLayout197.xml.rels><?xml version='1.0' encoding='UTF-8' standalone='yes'?>
<Relationships xmlns="http://schemas.openxmlformats.org/package/2006/relationships"><Relationship Id="R3b51b875ed0c4149" Type="http://schemas.openxmlformats.org/officeDocument/2006/relationships/slideMaster" Target="../slideMasters/slideMaster2.xml"/></Relationships>
</file>

<file path=ppt/slideLayouts/slideLayout1.xml><?xml version="1.0" encoding="utf-8"?>
<p:sldLayout xmlns:p="http://schemas.openxmlformats.org/presentationml/2006/main" matchingName="Thank You Yellow">
  <p:cSld name="Intro title">
    <p:bg>
      <p:bgPr>
        <a:blipFill xmlns:a="http://schemas.openxmlformats.org/drawingml/2006/main">
          <a:blip xmlns:r="http://schemas.openxmlformats.org/officeDocument/2006/relationships" r:embed="R3b753a5d86bd47da">
            <a:alphaModFix/>
          </a:blip>
          <a:stretch>
            <a:fillRect l="0" t="0" r="0" b="0"/>
          </a:stretch>
        </a:blipFill>
      </p:bgPr>
    </p:bg>
    <p:spTree>
      <p:nvGrpSpPr>
        <p:cNvPr id="1" name=""/>
        <p:cNvGrpSpPr/>
        <p:nvPr/>
      </p:nvGrpSpPr>
      <p:grpSpPr>
        <a:xfrm xmlns:a="http://schemas.openxmlformats.org/drawingml/2006/main"/>
      </p:grpSpPr>
      <p:sp>
        <p:nvSpPr>
          <p:cNvPr id="10" name="Google Shape;10;p2">
            <a:extLst xmlns:a="http://schemas.openxmlformats.org/drawingml/2006/main">
              <a:ext uri="{FF2B5EF4-FFF2-40B4-BE49-F238E27FC236}">
                <a16:creationId xmlns:a16="http://schemas.microsoft.com/office/drawing/2014/main" id="{2E76F22A-8D8E-41CF-B019-EF2E3B1E8457}"/>
              </a:ext>
            </a:extLst>
          </p:cNvPr>
          <p:cNvSpPr>
            <a:spLocks xmlns:a="http://schemas.openxmlformats.org/drawingml/2006/main" noGrp="1"/>
          </p:cNvSpPr>
          <p:nvPr>
            <p:ph type="title" idx="0"/>
          </p:nvPr>
        </p:nvSpPr>
        <p:spPr>
          <a:xfrm xmlns:a="http://schemas.openxmlformats.org/drawingml/2006/main">
            <a:off x="228600" y="158725"/>
            <a:ext cx="5832900" cy="1121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noAutofit/>
          </a:bodyPr>
          <a:lstStyle xmlns:a="http://schemas.openxmlformats.org/drawingml/2006/main">
            <a:lvl1pPr algn="l">
              <a:lnSpc>
                <a:spcPct val="90000"/>
              </a:lnSpc>
              <a:spcBef>
                <a:spcPts val="375"/>
              </a:spcBef>
              <a:spcAft>
                <a:spcPts val="0"/>
              </a:spcAft>
              <a:buClr>
                <a:schemeClr val="dk1"/>
              </a:buClr>
              <a:buSzPts val="3750"/>
              <a:buFont typeface="Arial"/>
              <a:buNone/>
              <a:defRPr sz="3750"/>
            </a:lvl1pPr>
            <a:lvl2pPr>
              <a:spcBef>
                <a:spcPts val="0"/>
              </a:spcBef>
              <a:spcAft>
                <a:spcPts val="0"/>
              </a:spcAft>
              <a:buSzPts val="525"/>
              <a:buNone/>
              <a:defRPr sz="675"/>
            </a:lvl2pPr>
            <a:lvl3pPr>
              <a:spcBef>
                <a:spcPts val="0"/>
              </a:spcBef>
              <a:spcAft>
                <a:spcPts val="0"/>
              </a:spcAft>
              <a:buSzPts val="525"/>
              <a:buNone/>
              <a:defRPr sz="675"/>
            </a:lvl3pPr>
            <a:lvl4pPr>
              <a:spcBef>
                <a:spcPts val="0"/>
              </a:spcBef>
              <a:spcAft>
                <a:spcPts val="0"/>
              </a:spcAft>
              <a:buSzPts val="525"/>
              <a:buNone/>
              <a:defRPr sz="675"/>
            </a:lvl4pPr>
            <a:lvl5pPr>
              <a:spcBef>
                <a:spcPts val="0"/>
              </a:spcBef>
              <a:spcAft>
                <a:spcPts val="0"/>
              </a:spcAft>
              <a:buSzPts val="525"/>
              <a:buNone/>
              <a:defRPr sz="675"/>
            </a:lvl5pPr>
            <a:lvl6pPr>
              <a:spcBef>
                <a:spcPts val="0"/>
              </a:spcBef>
              <a:spcAft>
                <a:spcPts val="0"/>
              </a:spcAft>
              <a:buSzPts val="525"/>
              <a:buNone/>
              <a:defRPr sz="675"/>
            </a:lvl6pPr>
            <a:lvl7pPr>
              <a:spcBef>
                <a:spcPts val="0"/>
              </a:spcBef>
              <a:spcAft>
                <a:spcPts val="0"/>
              </a:spcAft>
              <a:buSzPts val="525"/>
              <a:buNone/>
              <a:defRPr sz="675"/>
            </a:lvl7pPr>
            <a:lvl8pPr>
              <a:spcBef>
                <a:spcPts val="0"/>
              </a:spcBef>
              <a:spcAft>
                <a:spcPts val="0"/>
              </a:spcAft>
              <a:buSzPts val="525"/>
              <a:buNone/>
              <a:defRPr sz="675"/>
            </a:lvl8pPr>
            <a:lvl9pPr>
              <a:spcBef>
                <a:spcPts val="0"/>
              </a:spcBef>
              <a:spcAft>
                <a:spcPts val="0"/>
              </a:spcAft>
              <a:buSzPts val="525"/>
              <a:buNone/>
              <a:defRPr sz="675"/>
            </a:lvl9pPr>
          </a:lstStyle>
          <a:p xmlns:a="http://schemas.openxmlformats.org/drawingml/2006/main"/>
        </p:txBody>
      </p:sp>
      <p:pic>
        <p:nvPicPr>
          <p:cNvPr id="13" name="Google Shape;11;p2"/>
          <p:cNvPicPr>
            <a:picLocks xmlns:a="http://schemas.openxmlformats.org/drawingml/2006/main" noChangeAspect="1"/>
          </p:cNvPicPr>
          <p:nvPr/>
        </p:nvPicPr>
        <p:blipFill rotWithShape="1">
          <a:blip xmlns:r="http://schemas.openxmlformats.org/officeDocument/2006/relationships" xmlns:a="http://schemas.openxmlformats.org/drawingml/2006/main" r:embed="Ra83e0d8d17544e70">
            <a:alphaModFix/>
          </a:blip>
          <a:srcRect xmlns:a="http://schemas.openxmlformats.org/drawingml/2006/main" l="0" t="0" r="0" b="0"/>
          <a:stretch xmlns:a="http://schemas.openxmlformats.org/drawingml/2006/main"/>
        </p:blipFill>
        <p:spPr>
          <a:xfrm xmlns:a="http://schemas.openxmlformats.org/drawingml/2006/main">
            <a:off x="152400" y="3439675"/>
            <a:ext cx="8839204" cy="1510606"/>
          </a:xfrm>
          <a:prstGeom xmlns:a="http://schemas.openxmlformats.org/drawingml/2006/main" prst="rect">
            <a:avLst/>
          </a:prstGeom>
          <a:ln xmlns:a="http://schemas.openxmlformats.org/drawingml/2006/main">
            <a:noFill/>
          </a:ln>
        </p:spPr>
      </p:pic>
    </p:spTree>
  </p:cSld>
</p:sldLayout>
</file>

<file path=ppt/slideLayouts/slideLayout2.xml><?xml version="1.0" encoding="utf-8"?>
<p:sldLayout xmlns:p="http://schemas.openxmlformats.org/presentationml/2006/main" matchingName="Thank You White">
  <p:cSld name="Intro title_2_1">
    <p:bg>
      <p:bgPr>
        <a:solidFill xmlns:a="http://schemas.openxmlformats.org/drawingml/2006/main">
          <a:schemeClr val="lt1"/>
        </a:solidFill>
      </p:bgPr>
    </p:bg>
    <p:spTree>
      <p:nvGrpSpPr>
        <p:cNvPr id="1" name=""/>
        <p:cNvGrpSpPr/>
        <p:nvPr/>
      </p:nvGrpSpPr>
      <p:grpSpPr>
        <a:xfrm xmlns:a="http://schemas.openxmlformats.org/drawingml/2006/main"/>
      </p:grpSpPr>
      <p:sp>
        <p:nvSpPr>
          <p:cNvPr id="13" name="Google Shape;13;p3">
            <a:extLst xmlns:a="http://schemas.openxmlformats.org/drawingml/2006/main">
              <a:ext uri="{FF2B5EF4-FFF2-40B4-BE49-F238E27FC236}">
                <a16:creationId xmlns:a16="http://schemas.microsoft.com/office/drawing/2014/main" id="{8A7B6078-B3A3-4936-A31C-B9623DFE3DFF}"/>
              </a:ext>
            </a:extLst>
          </p:cNvPr>
          <p:cNvSpPr>
            <a:spLocks xmlns:a="http://schemas.openxmlformats.org/drawingml/2006/main" noGrp="1"/>
          </p:cNvSpPr>
          <p:nvPr>
            <p:ph type="title" idx="0"/>
          </p:nvPr>
        </p:nvSpPr>
        <p:spPr>
          <a:xfrm xmlns:a="http://schemas.openxmlformats.org/drawingml/2006/main">
            <a:off x="228600" y="158725"/>
            <a:ext cx="5832900" cy="1121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noAutofit/>
          </a:bodyPr>
          <a:lstStyle xmlns:a="http://schemas.openxmlformats.org/drawingml/2006/main">
            <a:lvl1pPr algn="l">
              <a:lnSpc>
                <a:spcPct val="90000"/>
              </a:lnSpc>
              <a:spcBef>
                <a:spcPts val="375"/>
              </a:spcBef>
              <a:spcAft>
                <a:spcPts val="0"/>
              </a:spcAft>
              <a:buClr>
                <a:schemeClr val="dk1"/>
              </a:buClr>
              <a:buSzPts val="3750"/>
              <a:buFont typeface="Arial"/>
              <a:buNone/>
              <a:defRPr sz="3750"/>
            </a:lvl1pPr>
            <a:lvl2pPr>
              <a:spcBef>
                <a:spcPts val="0"/>
              </a:spcBef>
              <a:spcAft>
                <a:spcPts val="0"/>
              </a:spcAft>
              <a:buSzPts val="525"/>
              <a:buNone/>
              <a:defRPr sz="675"/>
            </a:lvl2pPr>
            <a:lvl3pPr>
              <a:spcBef>
                <a:spcPts val="0"/>
              </a:spcBef>
              <a:spcAft>
                <a:spcPts val="0"/>
              </a:spcAft>
              <a:buSzPts val="525"/>
              <a:buNone/>
              <a:defRPr sz="675"/>
            </a:lvl3pPr>
            <a:lvl4pPr>
              <a:spcBef>
                <a:spcPts val="0"/>
              </a:spcBef>
              <a:spcAft>
                <a:spcPts val="0"/>
              </a:spcAft>
              <a:buSzPts val="525"/>
              <a:buNone/>
              <a:defRPr sz="675"/>
            </a:lvl4pPr>
            <a:lvl5pPr>
              <a:spcBef>
                <a:spcPts val="0"/>
              </a:spcBef>
              <a:spcAft>
                <a:spcPts val="0"/>
              </a:spcAft>
              <a:buSzPts val="525"/>
              <a:buNone/>
              <a:defRPr sz="675"/>
            </a:lvl5pPr>
            <a:lvl6pPr>
              <a:spcBef>
                <a:spcPts val="0"/>
              </a:spcBef>
              <a:spcAft>
                <a:spcPts val="0"/>
              </a:spcAft>
              <a:buSzPts val="525"/>
              <a:buNone/>
              <a:defRPr sz="675"/>
            </a:lvl6pPr>
            <a:lvl7pPr>
              <a:spcBef>
                <a:spcPts val="0"/>
              </a:spcBef>
              <a:spcAft>
                <a:spcPts val="0"/>
              </a:spcAft>
              <a:buSzPts val="525"/>
              <a:buNone/>
              <a:defRPr sz="675"/>
            </a:lvl7pPr>
            <a:lvl8pPr>
              <a:spcBef>
                <a:spcPts val="0"/>
              </a:spcBef>
              <a:spcAft>
                <a:spcPts val="0"/>
              </a:spcAft>
              <a:buSzPts val="525"/>
              <a:buNone/>
              <a:defRPr sz="675"/>
            </a:lvl8pPr>
            <a:lvl9pPr>
              <a:spcBef>
                <a:spcPts val="0"/>
              </a:spcBef>
              <a:spcAft>
                <a:spcPts val="0"/>
              </a:spcAft>
              <a:buSzPts val="525"/>
              <a:buNone/>
              <a:defRPr sz="675"/>
            </a:lvl9pPr>
          </a:lstStyle>
          <a:p xmlns:a="http://schemas.openxmlformats.org/drawingml/2006/main"/>
        </p:txBody>
      </p:sp>
      <p:pic>
        <p:nvPicPr>
          <p:cNvPr id="16" name="Google Shape;14;p3"/>
          <p:cNvPicPr>
            <a:picLocks xmlns:a="http://schemas.openxmlformats.org/drawingml/2006/main" noChangeAspect="1"/>
          </p:cNvPicPr>
          <p:nvPr/>
        </p:nvPicPr>
        <p:blipFill rotWithShape="1">
          <a:blip xmlns:r="http://schemas.openxmlformats.org/officeDocument/2006/relationships" xmlns:a="http://schemas.openxmlformats.org/drawingml/2006/main" r:embed="Rf060a394b9954697">
            <a:alphaModFix/>
          </a:blip>
          <a:srcRect xmlns:a="http://schemas.openxmlformats.org/drawingml/2006/main" l="0" t="0" r="0" b="0"/>
          <a:stretch xmlns:a="http://schemas.openxmlformats.org/drawingml/2006/main"/>
        </p:blipFill>
        <p:spPr>
          <a:xfrm xmlns:a="http://schemas.openxmlformats.org/drawingml/2006/main">
            <a:off x="152400" y="3439675"/>
            <a:ext cx="8839204" cy="1510606"/>
          </a:xfrm>
          <a:prstGeom xmlns:a="http://schemas.openxmlformats.org/drawingml/2006/main" prst="rect">
            <a:avLst/>
          </a:prstGeom>
          <a:ln xmlns:a="http://schemas.openxmlformats.org/drawingml/2006/main">
            <a:noFill/>
          </a:ln>
        </p:spPr>
      </p:pic>
    </p:spTree>
  </p:cSld>
</p:sldLayout>
</file>

<file path=ppt/slideLayouts/slideLayout3.xml><?xml version="1.0" encoding="utf-8"?>
<p:sldLayout xmlns:p="http://schemas.openxmlformats.org/presentationml/2006/main" matchingName="Title Slide - Big text + Image">
  <p:cSld name="Intro title_3">
    <p:bg>
      <p:bgPr>
        <a:solidFill xmlns:a="http://schemas.openxmlformats.org/drawingml/2006/main">
          <a:schemeClr val="accent3"/>
        </a:solidFill>
      </p:bgPr>
    </p:bg>
    <p:spTree>
      <p:nvGrpSpPr>
        <p:cNvPr id="1" name=""/>
        <p:cNvGrpSpPr/>
        <p:nvPr/>
      </p:nvGrpSpPr>
      <p:grpSpPr>
        <a:xfrm xmlns:a="http://schemas.openxmlformats.org/drawingml/2006/main"/>
      </p:grpSpPr>
      <p:sp>
        <p:nvSpPr>
          <p:cNvPr id="16" name="Google Shape;16;p4">
            <a:extLst xmlns:a="http://schemas.openxmlformats.org/drawingml/2006/main">
              <a:ext uri="{FF2B5EF4-FFF2-40B4-BE49-F238E27FC236}">
                <a16:creationId xmlns:a16="http://schemas.microsoft.com/office/drawing/2014/main" id="{AF1CE00B-F386-4D6B-87F9-9650016308C8}"/>
              </a:ext>
            </a:extLst>
          </p:cNvPr>
          <p:cNvSpPr>
            <a:spLocks xmlns:a="http://schemas.openxmlformats.org/drawingml/2006/main" noGrp="1"/>
          </p:cNvSpPr>
          <p:nvPr>
            <p:ph type="title" idx="0"/>
          </p:nvPr>
        </p:nvSpPr>
        <p:spPr>
          <a:xfrm xmlns:a="http://schemas.openxmlformats.org/drawingml/2006/main">
            <a:off x="228600" y="1631750"/>
            <a:ext cx="5751600" cy="1121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noAutofit/>
          </a:bodyPr>
          <a:lstStyle xmlns:a="http://schemas.openxmlformats.org/drawingml/2006/main">
            <a:lvl1pPr algn="l">
              <a:lnSpc>
                <a:spcPct val="90000"/>
              </a:lnSpc>
              <a:spcBef>
                <a:spcPts val="375"/>
              </a:spcBef>
              <a:spcAft>
                <a:spcPts val="0"/>
              </a:spcAft>
              <a:buClr>
                <a:schemeClr val="dk1"/>
              </a:buClr>
              <a:buSzPts val="5500"/>
              <a:buFont typeface="Arial"/>
              <a:buNone/>
              <a:defRPr sz="5500"/>
            </a:lvl1pPr>
            <a:lvl2pPr>
              <a:spcBef>
                <a:spcPts val="0"/>
              </a:spcBef>
              <a:spcAft>
                <a:spcPts val="0"/>
              </a:spcAft>
              <a:buSzPts val="5500"/>
              <a:buNone/>
              <a:defRPr sz="5500"/>
            </a:lvl2pPr>
            <a:lvl3pPr>
              <a:spcBef>
                <a:spcPts val="0"/>
              </a:spcBef>
              <a:spcAft>
                <a:spcPts val="0"/>
              </a:spcAft>
              <a:buSzPts val="5500"/>
              <a:buNone/>
              <a:defRPr sz="5500"/>
            </a:lvl3pPr>
            <a:lvl4pPr>
              <a:spcBef>
                <a:spcPts val="0"/>
              </a:spcBef>
              <a:spcAft>
                <a:spcPts val="0"/>
              </a:spcAft>
              <a:buSzPts val="5500"/>
              <a:buNone/>
              <a:defRPr sz="5500"/>
            </a:lvl4pPr>
            <a:lvl5pPr>
              <a:spcBef>
                <a:spcPts val="0"/>
              </a:spcBef>
              <a:spcAft>
                <a:spcPts val="0"/>
              </a:spcAft>
              <a:buSzPts val="5500"/>
              <a:buNone/>
              <a:defRPr sz="5500"/>
            </a:lvl5pPr>
            <a:lvl6pPr>
              <a:spcBef>
                <a:spcPts val="0"/>
              </a:spcBef>
              <a:spcAft>
                <a:spcPts val="0"/>
              </a:spcAft>
              <a:buSzPts val="5500"/>
              <a:buNone/>
              <a:defRPr sz="5500"/>
            </a:lvl6pPr>
            <a:lvl7pPr>
              <a:spcBef>
                <a:spcPts val="0"/>
              </a:spcBef>
              <a:spcAft>
                <a:spcPts val="0"/>
              </a:spcAft>
              <a:buSzPts val="5500"/>
              <a:buNone/>
              <a:defRPr sz="5500"/>
            </a:lvl7pPr>
            <a:lvl8pPr>
              <a:spcBef>
                <a:spcPts val="0"/>
              </a:spcBef>
              <a:spcAft>
                <a:spcPts val="0"/>
              </a:spcAft>
              <a:buSzPts val="5500"/>
              <a:buNone/>
              <a:defRPr sz="5500"/>
            </a:lvl8pPr>
            <a:lvl9pPr>
              <a:spcBef>
                <a:spcPts val="0"/>
              </a:spcBef>
              <a:spcAft>
                <a:spcPts val="0"/>
              </a:spcAft>
              <a:buSzPts val="5500"/>
              <a:buNone/>
              <a:defRPr sz="5500"/>
            </a:lvl9pPr>
          </a:lstStyle>
          <a:p xmlns:a="http://schemas.openxmlformats.org/drawingml/2006/main"/>
        </p:txBody>
      </p:sp>
      <p:pic>
        <p:nvPicPr>
          <p:cNvPr id="20" name="Google Shape;17;p4"/>
          <p:cNvPicPr>
            <a:picLocks xmlns:a="http://schemas.openxmlformats.org/drawingml/2006/main" noChangeAspect="1"/>
          </p:cNvPicPr>
          <p:nvPr/>
        </p:nvPicPr>
        <p:blipFill rotWithShape="1">
          <a:blip xmlns:r="http://schemas.openxmlformats.org/officeDocument/2006/relationships" xmlns:a="http://schemas.openxmlformats.org/drawingml/2006/main" r:embed="Rb368b1ccfd91478b">
            <a:alphaModFix/>
          </a:blip>
          <a:srcRect xmlns:a="http://schemas.openxmlformats.org/drawingml/2006/main" l="0" t="0" r="0" b="0"/>
          <a:stretch xmlns:a="http://schemas.openxmlformats.org/drawingml/2006/main"/>
        </p:blipFill>
        <p:spPr>
          <a:xfrm xmlns:a="http://schemas.openxmlformats.org/drawingml/2006/main">
            <a:off x="152400" y="4741176"/>
            <a:ext cx="1223532" cy="209100"/>
          </a:xfrm>
          <a:prstGeom xmlns:a="http://schemas.openxmlformats.org/drawingml/2006/main" prst="rect">
            <a:avLst/>
          </a:prstGeom>
          <a:ln xmlns:a="http://schemas.openxmlformats.org/drawingml/2006/main">
            <a:noFill/>
          </a:ln>
        </p:spPr>
      </p:pic>
      <p:pic>
        <p:nvPicPr>
          <p:cNvPr id="21" name="Google Shape;18;p4"/>
          <p:cNvPicPr>
            <a:picLocks xmlns:a="http://schemas.openxmlformats.org/drawingml/2006/main" noChangeAspect="1"/>
          </p:cNvPicPr>
          <p:nvPr/>
        </p:nvPicPr>
        <p:blipFill>
          <a:blip xmlns:r="http://schemas.openxmlformats.org/officeDocument/2006/relationships" xmlns:a="http://schemas.openxmlformats.org/drawingml/2006/main" r:embed="R602790c7ed66460b">
            <a:alphaModFix/>
          </a:blip>
          <a:stretch xmlns:a="http://schemas.openxmlformats.org/drawingml/2006/main">
            <a:fillRect l="0" t="0" r="0" b="0"/>
          </a:stretch>
        </p:blipFill>
        <p:spPr>
          <a:xfrm xmlns:a="http://schemas.openxmlformats.org/drawingml/2006/main">
            <a:off x="4213600" y="-572775"/>
            <a:ext cx="6199323" cy="6203059"/>
          </a:xfrm>
          <a:prstGeom xmlns:a="http://schemas.openxmlformats.org/drawingml/2006/main" prst="rect">
            <a:avLst/>
          </a:prstGeom>
          <a:ln xmlns:a="http://schemas.openxmlformats.org/drawingml/2006/main">
            <a:noFill/>
          </a:ln>
        </p:spPr>
      </p:pic>
    </p:spTree>
  </p:cSld>
</p:sldLayout>
</file>

<file path=ppt/slideLayouts/slideLayout4.xml><?xml version="1.0" encoding="utf-8"?>
<p:sldLayout xmlns:p="http://schemas.openxmlformats.org/presentationml/2006/main" matchingName="Title slide - Big text + Icon">
  <p:cSld name="Intro title_3_4">
    <p:bg>
      <p:bgPr>
        <a:blipFill xmlns:a="http://schemas.openxmlformats.org/drawingml/2006/main">
          <a:blip xmlns:r="http://schemas.openxmlformats.org/officeDocument/2006/relationships" r:embed="R49fc3aa62d494006">
            <a:alphaModFix/>
          </a:blip>
          <a:stretch>
            <a:fillRect l="0" t="0" r="0" b="0"/>
          </a:stretch>
        </a:blipFill>
      </p:bgPr>
    </p:bg>
    <p:spTree>
      <p:nvGrpSpPr>
        <p:cNvPr id="1" name=""/>
        <p:cNvGrpSpPr/>
        <p:nvPr/>
      </p:nvGrpSpPr>
      <p:grpSpPr>
        <a:xfrm xmlns:a="http://schemas.openxmlformats.org/drawingml/2006/main"/>
      </p:grpSpPr>
      <p:sp>
        <p:nvSpPr>
          <p:cNvPr id="20" name="Google Shape;20;p5">
            <a:extLst xmlns:a="http://schemas.openxmlformats.org/drawingml/2006/main">
              <a:ext uri="{FF2B5EF4-FFF2-40B4-BE49-F238E27FC236}">
                <a16:creationId xmlns:a16="http://schemas.microsoft.com/office/drawing/2014/main" id="{11AFEAF8-1BCE-4488-AC0C-76E52D7CFA83}"/>
              </a:ext>
            </a:extLst>
          </p:cNvPr>
          <p:cNvSpPr>
            <a:spLocks xmlns:a="http://schemas.openxmlformats.org/drawingml/2006/main" noGrp="1"/>
          </p:cNvSpPr>
          <p:nvPr>
            <p:ph type="title" idx="0"/>
          </p:nvPr>
        </p:nvSpPr>
        <p:spPr>
          <a:xfrm xmlns:a="http://schemas.openxmlformats.org/drawingml/2006/main">
            <a:off x="228600" y="1631750"/>
            <a:ext cx="5751600" cy="1121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noAutofit/>
          </a:bodyPr>
          <a:lstStyle xmlns:a="http://schemas.openxmlformats.org/drawingml/2006/main">
            <a:lvl1pPr algn="l">
              <a:lnSpc>
                <a:spcPct val="90000"/>
              </a:lnSpc>
              <a:spcBef>
                <a:spcPts val="375"/>
              </a:spcBef>
              <a:spcAft>
                <a:spcPts val="0"/>
              </a:spcAft>
              <a:buClr>
                <a:schemeClr val="dk1"/>
              </a:buClr>
              <a:buSzPts val="5500"/>
              <a:buFont typeface="Arial"/>
              <a:buNone/>
              <a:defRPr sz="5500"/>
            </a:lvl1pPr>
            <a:lvl2pPr>
              <a:spcBef>
                <a:spcPts val="0"/>
              </a:spcBef>
              <a:spcAft>
                <a:spcPts val="0"/>
              </a:spcAft>
              <a:buSzPts val="5500"/>
              <a:buNone/>
              <a:defRPr sz="5500"/>
            </a:lvl2pPr>
            <a:lvl3pPr>
              <a:spcBef>
                <a:spcPts val="0"/>
              </a:spcBef>
              <a:spcAft>
                <a:spcPts val="0"/>
              </a:spcAft>
              <a:buSzPts val="5500"/>
              <a:buNone/>
              <a:defRPr sz="5500"/>
            </a:lvl3pPr>
            <a:lvl4pPr>
              <a:spcBef>
                <a:spcPts val="0"/>
              </a:spcBef>
              <a:spcAft>
                <a:spcPts val="0"/>
              </a:spcAft>
              <a:buSzPts val="5500"/>
              <a:buNone/>
              <a:defRPr sz="5500"/>
            </a:lvl4pPr>
            <a:lvl5pPr>
              <a:spcBef>
                <a:spcPts val="0"/>
              </a:spcBef>
              <a:spcAft>
                <a:spcPts val="0"/>
              </a:spcAft>
              <a:buSzPts val="5500"/>
              <a:buNone/>
              <a:defRPr sz="5500"/>
            </a:lvl5pPr>
            <a:lvl6pPr>
              <a:spcBef>
                <a:spcPts val="0"/>
              </a:spcBef>
              <a:spcAft>
                <a:spcPts val="0"/>
              </a:spcAft>
              <a:buSzPts val="5500"/>
              <a:buNone/>
              <a:defRPr sz="5500"/>
            </a:lvl6pPr>
            <a:lvl7pPr>
              <a:spcBef>
                <a:spcPts val="0"/>
              </a:spcBef>
              <a:spcAft>
                <a:spcPts val="0"/>
              </a:spcAft>
              <a:buSzPts val="5500"/>
              <a:buNone/>
              <a:defRPr sz="5500"/>
            </a:lvl7pPr>
            <a:lvl8pPr>
              <a:spcBef>
                <a:spcPts val="0"/>
              </a:spcBef>
              <a:spcAft>
                <a:spcPts val="0"/>
              </a:spcAft>
              <a:buSzPts val="5500"/>
              <a:buNone/>
              <a:defRPr sz="5500"/>
            </a:lvl8pPr>
            <a:lvl9pPr>
              <a:spcBef>
                <a:spcPts val="0"/>
              </a:spcBef>
              <a:spcAft>
                <a:spcPts val="0"/>
              </a:spcAft>
              <a:buSzPts val="5500"/>
              <a:buNone/>
              <a:defRPr sz="5500"/>
            </a:lvl9pPr>
          </a:lstStyle>
          <a:p xmlns:a="http://schemas.openxmlformats.org/drawingml/2006/main"/>
        </p:txBody>
      </p:sp>
      <p:pic>
        <p:nvPicPr>
          <p:cNvPr id="23" name="Google Shape;21;p5"/>
          <p:cNvPicPr>
            <a:picLocks xmlns:a="http://schemas.openxmlformats.org/drawingml/2006/main" noChangeAspect="1"/>
          </p:cNvPicPr>
          <p:nvPr/>
        </p:nvPicPr>
        <p:blipFill rotWithShape="1">
          <a:blip xmlns:r="http://schemas.openxmlformats.org/officeDocument/2006/relationships" xmlns:a="http://schemas.openxmlformats.org/drawingml/2006/main" r:embed="R6b6a284c71c8446f">
            <a:alphaModFix/>
          </a:blip>
          <a:srcRect xmlns:a="http://schemas.openxmlformats.org/drawingml/2006/main" l="0" t="0" r="0" b="0"/>
          <a:stretch xmlns:a="http://schemas.openxmlformats.org/drawingml/2006/main"/>
        </p:blipFill>
        <p:spPr>
          <a:xfrm xmlns:a="http://schemas.openxmlformats.org/drawingml/2006/main">
            <a:off x="152400" y="4741176"/>
            <a:ext cx="1223532" cy="209100"/>
          </a:xfrm>
          <a:prstGeom xmlns:a="http://schemas.openxmlformats.org/drawingml/2006/main" prst="rect">
            <a:avLst/>
          </a:prstGeom>
          <a:ln xmlns:a="http://schemas.openxmlformats.org/drawingml/2006/main">
            <a:noFill/>
          </a:ln>
        </p:spPr>
      </p:pic>
    </p:spTree>
  </p:cSld>
</p:sldLayout>
</file>

<file path=ppt/slideLayouts/slideLayout5.xml><?xml version="1.0" encoding="utf-8"?>
<p:sldLayout xmlns:p="http://schemas.openxmlformats.org/presentationml/2006/main" matchingName="Title Slide - small logo - Yellow">
  <p:cSld name="Intro title_3_3">
    <p:bg>
      <p:bgPr>
        <a:blipFill xmlns:a="http://schemas.openxmlformats.org/drawingml/2006/main">
          <a:blip xmlns:r="http://schemas.openxmlformats.org/officeDocument/2006/relationships" r:embed="Rde3c935aa9134339">
            <a:alphaModFix/>
          </a:blip>
          <a:stretch>
            <a:fillRect l="0" t="0" r="0" b="0"/>
          </a:stretch>
        </a:blipFill>
      </p:bgPr>
    </p:bg>
    <p:spTree>
      <p:nvGrpSpPr>
        <p:cNvPr id="1" name=""/>
        <p:cNvGrpSpPr/>
        <p:nvPr/>
      </p:nvGrpSpPr>
      <p:grpSpPr>
        <a:xfrm xmlns:a="http://schemas.openxmlformats.org/drawingml/2006/main"/>
      </p:grpSpPr>
      <p:sp>
        <p:nvSpPr>
          <p:cNvPr id="23" name="Google Shape;23;p6">
            <a:extLst xmlns:a="http://schemas.openxmlformats.org/drawingml/2006/main">
              <a:ext uri="{FF2B5EF4-FFF2-40B4-BE49-F238E27FC236}">
                <a16:creationId xmlns:a16="http://schemas.microsoft.com/office/drawing/2014/main" id="{28B57EA0-635E-4572-B08E-9C434C758059}"/>
              </a:ext>
            </a:extLst>
          </p:cNvPr>
          <p:cNvSpPr>
            <a:spLocks xmlns:a="http://schemas.openxmlformats.org/drawingml/2006/main" noGrp="1"/>
          </p:cNvSpPr>
          <p:nvPr>
            <p:ph type="title" idx="0"/>
          </p:nvPr>
        </p:nvSpPr>
        <p:spPr>
          <a:xfrm xmlns:a="http://schemas.openxmlformats.org/drawingml/2006/main">
            <a:off x="228600" y="1631750"/>
            <a:ext cx="5751600" cy="1121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noAutofit/>
          </a:bodyPr>
          <a:lstStyle xmlns:a="http://schemas.openxmlformats.org/drawingml/2006/main">
            <a:lvl1pPr algn="l">
              <a:lnSpc>
                <a:spcPct val="90000"/>
              </a:lnSpc>
              <a:spcBef>
                <a:spcPts val="375"/>
              </a:spcBef>
              <a:spcAft>
                <a:spcPts val="0"/>
              </a:spcAft>
              <a:buClr>
                <a:schemeClr val="dk1"/>
              </a:buClr>
              <a:buSzPts val="3750"/>
              <a:buFont typeface="Arial"/>
              <a:buNone/>
              <a:defRPr sz="3750"/>
            </a:lvl1pPr>
            <a:lvl2pPr>
              <a:spcBef>
                <a:spcPts val="0"/>
              </a:spcBef>
              <a:spcAft>
                <a:spcPts val="0"/>
              </a:spcAft>
              <a:buSzPts val="525"/>
              <a:buNone/>
              <a:defRPr sz="675"/>
            </a:lvl2pPr>
            <a:lvl3pPr>
              <a:spcBef>
                <a:spcPts val="0"/>
              </a:spcBef>
              <a:spcAft>
                <a:spcPts val="0"/>
              </a:spcAft>
              <a:buSzPts val="525"/>
              <a:buNone/>
              <a:defRPr sz="675"/>
            </a:lvl3pPr>
            <a:lvl4pPr>
              <a:spcBef>
                <a:spcPts val="0"/>
              </a:spcBef>
              <a:spcAft>
                <a:spcPts val="0"/>
              </a:spcAft>
              <a:buSzPts val="525"/>
              <a:buNone/>
              <a:defRPr sz="675"/>
            </a:lvl4pPr>
            <a:lvl5pPr>
              <a:spcBef>
                <a:spcPts val="0"/>
              </a:spcBef>
              <a:spcAft>
                <a:spcPts val="0"/>
              </a:spcAft>
              <a:buSzPts val="525"/>
              <a:buNone/>
              <a:defRPr sz="675"/>
            </a:lvl5pPr>
            <a:lvl6pPr>
              <a:spcBef>
                <a:spcPts val="0"/>
              </a:spcBef>
              <a:spcAft>
                <a:spcPts val="0"/>
              </a:spcAft>
              <a:buSzPts val="525"/>
              <a:buNone/>
              <a:defRPr sz="675"/>
            </a:lvl6pPr>
            <a:lvl7pPr>
              <a:spcBef>
                <a:spcPts val="0"/>
              </a:spcBef>
              <a:spcAft>
                <a:spcPts val="0"/>
              </a:spcAft>
              <a:buSzPts val="525"/>
              <a:buNone/>
              <a:defRPr sz="675"/>
            </a:lvl7pPr>
            <a:lvl8pPr>
              <a:spcBef>
                <a:spcPts val="0"/>
              </a:spcBef>
              <a:spcAft>
                <a:spcPts val="0"/>
              </a:spcAft>
              <a:buSzPts val="525"/>
              <a:buNone/>
              <a:defRPr sz="675"/>
            </a:lvl8pPr>
            <a:lvl9pPr>
              <a:spcBef>
                <a:spcPts val="0"/>
              </a:spcBef>
              <a:spcAft>
                <a:spcPts val="0"/>
              </a:spcAft>
              <a:buSzPts val="525"/>
              <a:buNone/>
              <a:defRPr sz="675"/>
            </a:lvl9pPr>
          </a:lstStyle>
          <a:p xmlns:a="http://schemas.openxmlformats.org/drawingml/2006/main"/>
        </p:txBody>
      </p:sp>
      <p:pic>
        <p:nvPicPr>
          <p:cNvPr id="28" name="Google Shape;24;p6"/>
          <p:cNvPicPr>
            <a:picLocks xmlns:a="http://schemas.openxmlformats.org/drawingml/2006/main" noChangeAspect="1"/>
          </p:cNvPicPr>
          <p:nvPr/>
        </p:nvPicPr>
        <p:blipFill rotWithShape="1">
          <a:blip xmlns:r="http://schemas.openxmlformats.org/officeDocument/2006/relationships" xmlns:a="http://schemas.openxmlformats.org/drawingml/2006/main" r:embed="R293b72dc63ea4687">
            <a:alphaModFix/>
          </a:blip>
          <a:srcRect xmlns:a="http://schemas.openxmlformats.org/drawingml/2006/main" l="0" t="0" r="0" b="0"/>
          <a:stretch xmlns:a="http://schemas.openxmlformats.org/drawingml/2006/main"/>
        </p:blipFill>
        <p:spPr>
          <a:xfrm xmlns:a="http://schemas.openxmlformats.org/drawingml/2006/main">
            <a:off x="152400" y="4741176"/>
            <a:ext cx="1223532" cy="209100"/>
          </a:xfrm>
          <a:prstGeom xmlns:a="http://schemas.openxmlformats.org/drawingml/2006/main" prst="rect">
            <a:avLst/>
          </a:prstGeom>
          <a:ln xmlns:a="http://schemas.openxmlformats.org/drawingml/2006/main">
            <a:noFill/>
          </a:ln>
        </p:spPr>
      </p:pic>
      <p:sp>
        <p:nvSpPr>
          <p:cNvPr id="25" name="Google Shape;25;p6">
            <a:extLst xmlns:a="http://schemas.openxmlformats.org/drawingml/2006/main">
              <a:ext uri="{FF2B5EF4-FFF2-40B4-BE49-F238E27FC236}">
                <a16:creationId xmlns:a16="http://schemas.microsoft.com/office/drawing/2014/main" id="{0335CB0C-3340-4CD0-8569-21E00CD7D194}"/>
              </a:ext>
            </a:extLst>
          </p:cNvPr>
          <p:cNvSpPr>
            <a:spLocks xmlns:a="http://schemas.openxmlformats.org/drawingml/2006/main" noGrp="1"/>
          </p:cNvSpPr>
          <p:nvPr>
            <p:ph type="title" idx="2"/>
          </p:nvPr>
        </p:nvSpPr>
        <p:spPr>
          <a:xfrm xmlns:a="http://schemas.openxmlformats.org/drawingml/2006/main">
            <a:off x="228600" y="2834375"/>
            <a:ext cx="4279500" cy="20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noAutofit/>
          </a:bodyPr>
          <a:lstStyle xmlns:a="http://schemas.openxmlformats.org/drawingml/2006/main">
            <a:lvl1pPr algn="l">
              <a:lnSpc>
                <a:spcPct val="90000"/>
              </a:lnSpc>
              <a:spcBef>
                <a:spcPts val="375"/>
              </a:spcBef>
              <a:spcAft>
                <a:spcPts val="0"/>
              </a:spcAft>
              <a:buClr>
                <a:schemeClr val="dk1"/>
              </a:buClr>
              <a:buSzPts val="1200"/>
              <a:buFont typeface="Inter"/>
              <a:buNone/>
              <a:defRPr sz="1200">
                <a:latin typeface="Inter"/>
                <a:ea typeface="Inter"/>
                <a:cs typeface="Inter"/>
              </a:defRPr>
            </a:lvl1pPr>
            <a:lvl2pPr>
              <a:spcBef>
                <a:spcPts val="0"/>
              </a:spcBef>
              <a:spcAft>
                <a:spcPts val="0"/>
              </a:spcAft>
              <a:buSzPts val="1200"/>
              <a:buFont typeface="Inter"/>
              <a:buNone/>
              <a:defRPr sz="1200">
                <a:latin typeface="Inter"/>
                <a:ea typeface="Inter"/>
                <a:cs typeface="Inter"/>
              </a:defRPr>
            </a:lvl2pPr>
            <a:lvl3pPr>
              <a:spcBef>
                <a:spcPts val="0"/>
              </a:spcBef>
              <a:spcAft>
                <a:spcPts val="0"/>
              </a:spcAft>
              <a:buSzPts val="1200"/>
              <a:buFont typeface="Inter"/>
              <a:buNone/>
              <a:defRPr sz="1200">
                <a:latin typeface="Inter"/>
                <a:ea typeface="Inter"/>
                <a:cs typeface="Inter"/>
              </a:defRPr>
            </a:lvl3pPr>
            <a:lvl4pPr>
              <a:spcBef>
                <a:spcPts val="0"/>
              </a:spcBef>
              <a:spcAft>
                <a:spcPts val="0"/>
              </a:spcAft>
              <a:buSzPts val="1200"/>
              <a:buFont typeface="Inter"/>
              <a:buNone/>
              <a:defRPr sz="1200">
                <a:latin typeface="Inter"/>
                <a:ea typeface="Inter"/>
                <a:cs typeface="Inter"/>
              </a:defRPr>
            </a:lvl4pPr>
            <a:lvl5pPr>
              <a:spcBef>
                <a:spcPts val="0"/>
              </a:spcBef>
              <a:spcAft>
                <a:spcPts val="0"/>
              </a:spcAft>
              <a:buSzPts val="1200"/>
              <a:buFont typeface="Inter"/>
              <a:buNone/>
              <a:defRPr sz="1200">
                <a:latin typeface="Inter"/>
                <a:ea typeface="Inter"/>
                <a:cs typeface="Inter"/>
              </a:defRPr>
            </a:lvl5pPr>
            <a:lvl6pPr>
              <a:spcBef>
                <a:spcPts val="0"/>
              </a:spcBef>
              <a:spcAft>
                <a:spcPts val="0"/>
              </a:spcAft>
              <a:buSzPts val="1200"/>
              <a:buFont typeface="Inter"/>
              <a:buNone/>
              <a:defRPr sz="1200">
                <a:latin typeface="Inter"/>
                <a:ea typeface="Inter"/>
                <a:cs typeface="Inter"/>
              </a:defRPr>
            </a:lvl6pPr>
            <a:lvl7pPr>
              <a:spcBef>
                <a:spcPts val="0"/>
              </a:spcBef>
              <a:spcAft>
                <a:spcPts val="0"/>
              </a:spcAft>
              <a:buSzPts val="1200"/>
              <a:buFont typeface="Inter"/>
              <a:buNone/>
              <a:defRPr sz="1200">
                <a:latin typeface="Inter"/>
                <a:ea typeface="Inter"/>
                <a:cs typeface="Inter"/>
              </a:defRPr>
            </a:lvl7pPr>
            <a:lvl8pPr>
              <a:spcBef>
                <a:spcPts val="0"/>
              </a:spcBef>
              <a:spcAft>
                <a:spcPts val="0"/>
              </a:spcAft>
              <a:buSzPts val="1200"/>
              <a:buFont typeface="Inter"/>
              <a:buNone/>
              <a:defRPr sz="1200">
                <a:latin typeface="Inter"/>
                <a:ea typeface="Inter"/>
                <a:cs typeface="Inter"/>
              </a:defRPr>
            </a:lvl8pPr>
            <a:lvl9pPr>
              <a:spcBef>
                <a:spcPts val="0"/>
              </a:spcBef>
              <a:spcAft>
                <a:spcPts val="0"/>
              </a:spcAft>
              <a:buSzPts val="1200"/>
              <a:buFont typeface="Inter"/>
              <a:buNone/>
              <a:defRPr sz="1200">
                <a:latin typeface="Inter"/>
                <a:ea typeface="Inter"/>
                <a:cs typeface="Inter"/>
              </a:defRPr>
            </a:lvl9pPr>
          </a:lstStyle>
          <a:p xmlns:a="http://schemas.openxmlformats.org/drawingml/2006/main"/>
        </p:txBody>
      </p:sp>
    </p:spTree>
  </p:cSld>
</p:sldLayout>
</file>

<file path=ppt/slideLayouts/slideLayout6.xml><?xml version="1.0" encoding="utf-8"?>
<p:sldLayout xmlns:p="http://schemas.openxmlformats.org/presentationml/2006/main" matchingName="Title Slide - small logo + Picture">
  <p:cSld name="Intro title_3_2">
    <p:bg>
      <p:bgPr>
        <a:blipFill xmlns:a="http://schemas.openxmlformats.org/drawingml/2006/main">
          <a:blip xmlns:r="http://schemas.openxmlformats.org/officeDocument/2006/relationships" r:embed="R58ddac8ff2df4a8d">
            <a:alphaModFix/>
          </a:blip>
          <a:stretch>
            <a:fillRect l="0" t="0" r="0" b="0"/>
          </a:stretch>
        </a:blipFill>
      </p:bgPr>
    </p:bg>
    <p:spTree>
      <p:nvGrpSpPr>
        <p:cNvPr id="1" name=""/>
        <p:cNvGrpSpPr/>
        <p:nvPr/>
      </p:nvGrpSpPr>
      <p:grpSpPr>
        <a:xfrm xmlns:a="http://schemas.openxmlformats.org/drawingml/2006/main"/>
      </p:grpSpPr>
      <p:sp>
        <p:nvSpPr>
          <p:cNvPr id="27" name="Google Shape;27;p7">
            <a:extLst xmlns:a="http://schemas.openxmlformats.org/drawingml/2006/main">
              <a:ext uri="{FF2B5EF4-FFF2-40B4-BE49-F238E27FC236}">
                <a16:creationId xmlns:a16="http://schemas.microsoft.com/office/drawing/2014/main" id="{91B78812-5B2B-48A0-B7A5-DD5BE32A7331}"/>
              </a:ext>
            </a:extLst>
          </p:cNvPr>
          <p:cNvSpPr>
            <a:spLocks xmlns:a="http://schemas.openxmlformats.org/drawingml/2006/main" noGrp="1"/>
          </p:cNvSpPr>
          <p:nvPr>
            <p:ph type="title" idx="0"/>
          </p:nvPr>
        </p:nvSpPr>
        <p:spPr>
          <a:xfrm xmlns:a="http://schemas.openxmlformats.org/drawingml/2006/main">
            <a:off x="228600" y="1631750"/>
            <a:ext cx="5751600" cy="1121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noAutofit/>
          </a:bodyPr>
          <a:lstStyle xmlns:a="http://schemas.openxmlformats.org/drawingml/2006/main">
            <a:lvl1pPr algn="l">
              <a:lnSpc>
                <a:spcPct val="90000"/>
              </a:lnSpc>
              <a:spcBef>
                <a:spcPts val="375"/>
              </a:spcBef>
              <a:spcAft>
                <a:spcPts val="0"/>
              </a:spcAft>
              <a:buClr>
                <a:schemeClr val="dk1"/>
              </a:buClr>
              <a:buSzPts val="3750"/>
              <a:buFont typeface="Arial"/>
              <a:buNone/>
              <a:defRPr sz="3750"/>
            </a:lvl1pPr>
            <a:lvl2pPr>
              <a:spcBef>
                <a:spcPts val="0"/>
              </a:spcBef>
              <a:spcAft>
                <a:spcPts val="0"/>
              </a:spcAft>
              <a:buSzPts val="525"/>
              <a:buNone/>
              <a:defRPr sz="675"/>
            </a:lvl2pPr>
            <a:lvl3pPr>
              <a:spcBef>
                <a:spcPts val="0"/>
              </a:spcBef>
              <a:spcAft>
                <a:spcPts val="0"/>
              </a:spcAft>
              <a:buSzPts val="525"/>
              <a:buNone/>
              <a:defRPr sz="675"/>
            </a:lvl3pPr>
            <a:lvl4pPr>
              <a:spcBef>
                <a:spcPts val="0"/>
              </a:spcBef>
              <a:spcAft>
                <a:spcPts val="0"/>
              </a:spcAft>
              <a:buSzPts val="525"/>
              <a:buNone/>
              <a:defRPr sz="675"/>
            </a:lvl4pPr>
            <a:lvl5pPr>
              <a:spcBef>
                <a:spcPts val="0"/>
              </a:spcBef>
              <a:spcAft>
                <a:spcPts val="0"/>
              </a:spcAft>
              <a:buSzPts val="525"/>
              <a:buNone/>
              <a:defRPr sz="675"/>
            </a:lvl5pPr>
            <a:lvl6pPr>
              <a:spcBef>
                <a:spcPts val="0"/>
              </a:spcBef>
              <a:spcAft>
                <a:spcPts val="0"/>
              </a:spcAft>
              <a:buSzPts val="525"/>
              <a:buNone/>
              <a:defRPr sz="675"/>
            </a:lvl6pPr>
            <a:lvl7pPr>
              <a:spcBef>
                <a:spcPts val="0"/>
              </a:spcBef>
              <a:spcAft>
                <a:spcPts val="0"/>
              </a:spcAft>
              <a:buSzPts val="525"/>
              <a:buNone/>
              <a:defRPr sz="675"/>
            </a:lvl7pPr>
            <a:lvl8pPr>
              <a:spcBef>
                <a:spcPts val="0"/>
              </a:spcBef>
              <a:spcAft>
                <a:spcPts val="0"/>
              </a:spcAft>
              <a:buSzPts val="525"/>
              <a:buNone/>
              <a:defRPr sz="675"/>
            </a:lvl8pPr>
            <a:lvl9pPr>
              <a:spcBef>
                <a:spcPts val="0"/>
              </a:spcBef>
              <a:spcAft>
                <a:spcPts val="0"/>
              </a:spcAft>
              <a:buSzPts val="525"/>
              <a:buNone/>
              <a:defRPr sz="675"/>
            </a:lvl9pPr>
          </a:lstStyle>
          <a:p xmlns:a="http://schemas.openxmlformats.org/drawingml/2006/main"/>
        </p:txBody>
      </p:sp>
      <p:pic>
        <p:nvPicPr>
          <p:cNvPr id="33" name="Google Shape;28;p7"/>
          <p:cNvPicPr>
            <a:picLocks xmlns:a="http://schemas.openxmlformats.org/drawingml/2006/main" noChangeAspect="1"/>
          </p:cNvPicPr>
          <p:nvPr/>
        </p:nvPicPr>
        <p:blipFill rotWithShape="1">
          <a:blip xmlns:r="http://schemas.openxmlformats.org/officeDocument/2006/relationships" xmlns:a="http://schemas.openxmlformats.org/drawingml/2006/main" r:embed="Ree09273375004b42">
            <a:alphaModFix/>
          </a:blip>
          <a:srcRect xmlns:a="http://schemas.openxmlformats.org/drawingml/2006/main" l="0" t="0" r="0" b="0"/>
          <a:stretch xmlns:a="http://schemas.openxmlformats.org/drawingml/2006/main"/>
        </p:blipFill>
        <p:spPr>
          <a:xfrm xmlns:a="http://schemas.openxmlformats.org/drawingml/2006/main">
            <a:off x="152400" y="4741176"/>
            <a:ext cx="1223532" cy="209100"/>
          </a:xfrm>
          <a:prstGeom xmlns:a="http://schemas.openxmlformats.org/drawingml/2006/main" prst="rect">
            <a:avLst/>
          </a:prstGeom>
          <a:ln xmlns:a="http://schemas.openxmlformats.org/drawingml/2006/main">
            <a:noFill/>
          </a:ln>
        </p:spPr>
      </p:pic>
      <p:sp>
        <p:nvSpPr>
          <p:cNvPr id="29" name="Google Shape;29;p7">
            <a:extLst xmlns:a="http://schemas.openxmlformats.org/drawingml/2006/main">
              <a:ext uri="{FF2B5EF4-FFF2-40B4-BE49-F238E27FC236}">
                <a16:creationId xmlns:a16="http://schemas.microsoft.com/office/drawing/2014/main" id="{D401E9EC-9DBA-4217-A9E3-5C0C64D6F50B}"/>
              </a:ext>
            </a:extLst>
          </p:cNvPr>
          <p:cNvSpPr>
            <a:spLocks xmlns:a="http://schemas.openxmlformats.org/drawingml/2006/main" noGrp="1"/>
          </p:cNvSpPr>
          <p:nvPr>
            <p:ph type="title" idx="2"/>
          </p:nvPr>
        </p:nvSpPr>
        <p:spPr>
          <a:xfrm xmlns:a="http://schemas.openxmlformats.org/drawingml/2006/main">
            <a:off x="228600" y="2834375"/>
            <a:ext cx="4279500" cy="20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noAutofit/>
          </a:bodyPr>
          <a:lstStyle xmlns:a="http://schemas.openxmlformats.org/drawingml/2006/main">
            <a:lvl1pPr algn="l">
              <a:lnSpc>
                <a:spcPct val="90000"/>
              </a:lnSpc>
              <a:spcBef>
                <a:spcPts val="375"/>
              </a:spcBef>
              <a:spcAft>
                <a:spcPts val="0"/>
              </a:spcAft>
              <a:buClr>
                <a:schemeClr val="dk1"/>
              </a:buClr>
              <a:buSzPts val="1200"/>
              <a:buFont typeface="Inter"/>
              <a:buNone/>
              <a:defRPr sz="1200">
                <a:latin typeface="Inter"/>
                <a:ea typeface="Inter"/>
                <a:cs typeface="Inter"/>
              </a:defRPr>
            </a:lvl1pPr>
            <a:lvl2pPr>
              <a:spcBef>
                <a:spcPts val="0"/>
              </a:spcBef>
              <a:spcAft>
                <a:spcPts val="0"/>
              </a:spcAft>
              <a:buSzPts val="1200"/>
              <a:buFont typeface="Inter"/>
              <a:buNone/>
              <a:defRPr sz="1200">
                <a:latin typeface="Inter"/>
                <a:ea typeface="Inter"/>
                <a:cs typeface="Inter"/>
              </a:defRPr>
            </a:lvl2pPr>
            <a:lvl3pPr>
              <a:spcBef>
                <a:spcPts val="0"/>
              </a:spcBef>
              <a:spcAft>
                <a:spcPts val="0"/>
              </a:spcAft>
              <a:buSzPts val="1200"/>
              <a:buFont typeface="Inter"/>
              <a:buNone/>
              <a:defRPr sz="1200">
                <a:latin typeface="Inter"/>
                <a:ea typeface="Inter"/>
                <a:cs typeface="Inter"/>
              </a:defRPr>
            </a:lvl3pPr>
            <a:lvl4pPr>
              <a:spcBef>
                <a:spcPts val="0"/>
              </a:spcBef>
              <a:spcAft>
                <a:spcPts val="0"/>
              </a:spcAft>
              <a:buSzPts val="1200"/>
              <a:buFont typeface="Inter"/>
              <a:buNone/>
              <a:defRPr sz="1200">
                <a:latin typeface="Inter"/>
                <a:ea typeface="Inter"/>
                <a:cs typeface="Inter"/>
              </a:defRPr>
            </a:lvl4pPr>
            <a:lvl5pPr>
              <a:spcBef>
                <a:spcPts val="0"/>
              </a:spcBef>
              <a:spcAft>
                <a:spcPts val="0"/>
              </a:spcAft>
              <a:buSzPts val="1200"/>
              <a:buFont typeface="Inter"/>
              <a:buNone/>
              <a:defRPr sz="1200">
                <a:latin typeface="Inter"/>
                <a:ea typeface="Inter"/>
                <a:cs typeface="Inter"/>
              </a:defRPr>
            </a:lvl5pPr>
            <a:lvl6pPr>
              <a:spcBef>
                <a:spcPts val="0"/>
              </a:spcBef>
              <a:spcAft>
                <a:spcPts val="0"/>
              </a:spcAft>
              <a:buSzPts val="1200"/>
              <a:buFont typeface="Inter"/>
              <a:buNone/>
              <a:defRPr sz="1200">
                <a:latin typeface="Inter"/>
                <a:ea typeface="Inter"/>
                <a:cs typeface="Inter"/>
              </a:defRPr>
            </a:lvl6pPr>
            <a:lvl7pPr>
              <a:spcBef>
                <a:spcPts val="0"/>
              </a:spcBef>
              <a:spcAft>
                <a:spcPts val="0"/>
              </a:spcAft>
              <a:buSzPts val="1200"/>
              <a:buFont typeface="Inter"/>
              <a:buNone/>
              <a:defRPr sz="1200">
                <a:latin typeface="Inter"/>
                <a:ea typeface="Inter"/>
                <a:cs typeface="Inter"/>
              </a:defRPr>
            </a:lvl7pPr>
            <a:lvl8pPr>
              <a:spcBef>
                <a:spcPts val="0"/>
              </a:spcBef>
              <a:spcAft>
                <a:spcPts val="0"/>
              </a:spcAft>
              <a:buSzPts val="1200"/>
              <a:buFont typeface="Inter"/>
              <a:buNone/>
              <a:defRPr sz="1200">
                <a:latin typeface="Inter"/>
                <a:ea typeface="Inter"/>
                <a:cs typeface="Inter"/>
              </a:defRPr>
            </a:lvl8pPr>
            <a:lvl9pPr>
              <a:spcBef>
                <a:spcPts val="0"/>
              </a:spcBef>
              <a:spcAft>
                <a:spcPts val="0"/>
              </a:spcAft>
              <a:buSzPts val="1200"/>
              <a:buFont typeface="Inter"/>
              <a:buNone/>
              <a:defRPr sz="1200">
                <a:latin typeface="Inter"/>
                <a:ea typeface="Inter"/>
                <a:cs typeface="Inter"/>
              </a:defRPr>
            </a:lvl9pPr>
          </a:lstStyle>
          <a:p xmlns:a="http://schemas.openxmlformats.org/drawingml/2006/main"/>
        </p:txBody>
      </p:sp>
      <p:sp>
        <p:nvSpPr>
          <p:cNvPr id="30" name="Google Shape;30;p7">
            <a:extLst xmlns:a="http://schemas.openxmlformats.org/drawingml/2006/main">
              <a:ext uri="{FF2B5EF4-FFF2-40B4-BE49-F238E27FC236}">
                <a16:creationId xmlns:a16="http://schemas.microsoft.com/office/drawing/2014/main" id="{13689315-45D2-48B0-B0C3-1B5F514C6763}"/>
              </a:ext>
            </a:extLst>
          </p:cNvPr>
          <p:cNvSpPr>
            <a:spLocks xmlns:a="http://schemas.openxmlformats.org/drawingml/2006/main" noGrp="1"/>
          </p:cNvSpPr>
          <p:nvPr>
            <p:ph type="pic" idx="3"/>
          </p:nvPr>
        </p:nvSpPr>
        <p:spPr>
          <a:xfrm xmlns:a="http://schemas.openxmlformats.org/drawingml/2006/main">
            <a:off x="5533550" y="1015692"/>
            <a:ext cx="2739900" cy="3014100"/>
          </a:xfrm>
          <a:prstGeom xmlns:a="http://schemas.openxmlformats.org/drawingml/2006/main" prst="roundRect">
            <a:avLst>
              <a:gd name="adj" fmla="val 7144"/>
            </a:avLst>
          </a:prstGeom>
          <a:noFill xmlns:a="http://schemas.openxmlformats.org/drawingml/2006/main"/>
          <a:ln xmlns:a="http://schemas.openxmlformats.org/drawingml/2006/main">
            <a:noFill/>
          </a:ln>
        </p:spPr>
      </p:sp>
    </p:spTree>
  </p:cSld>
</p:sldLayout>
</file>

<file path=ppt/slideLayouts/slideLayout7.xml><?xml version="1.0" encoding="utf-8"?>
<p:sldLayout xmlns:p="http://schemas.openxmlformats.org/presentationml/2006/main" matchingName="Title Slide - Big text - White">
  <p:cSld name="Intro title_3_1">
    <p:bg>
      <p:bgPr>
        <a:solidFill xmlns:a="http://schemas.openxmlformats.org/drawingml/2006/main">
          <a:schemeClr val="lt1"/>
        </a:solidFill>
      </p:bgPr>
    </p:bg>
    <p:spTree>
      <p:nvGrpSpPr>
        <p:cNvPr id="1" name=""/>
        <p:cNvGrpSpPr/>
        <p:nvPr/>
      </p:nvGrpSpPr>
      <p:grpSpPr>
        <a:xfrm xmlns:a="http://schemas.openxmlformats.org/drawingml/2006/main"/>
      </p:grpSpPr>
      <p:pic>
        <p:nvPicPr>
          <p:cNvPr id="35" name="Google Shape;32;p8"/>
          <p:cNvPicPr>
            <a:picLocks xmlns:a="http://schemas.openxmlformats.org/drawingml/2006/main" noChangeAspect="1"/>
          </p:cNvPicPr>
          <p:nvPr/>
        </p:nvPicPr>
        <p:blipFill rotWithShape="1">
          <a:blip xmlns:r="http://schemas.openxmlformats.org/officeDocument/2006/relationships" xmlns:a="http://schemas.openxmlformats.org/drawingml/2006/main" r:embed="R66c93e9ae5ae42c6">
            <a:alphaModFix/>
          </a:blip>
          <a:srcRect xmlns:a="http://schemas.openxmlformats.org/drawingml/2006/main" l="0" t="0" r="0" b="0"/>
          <a:stretch xmlns:a="http://schemas.openxmlformats.org/drawingml/2006/main"/>
        </p:blipFill>
        <p:spPr>
          <a:xfrm xmlns:a="http://schemas.openxmlformats.org/drawingml/2006/main">
            <a:off x="152400" y="4741176"/>
            <a:ext cx="1223532" cy="209100"/>
          </a:xfrm>
          <a:prstGeom xmlns:a="http://schemas.openxmlformats.org/drawingml/2006/main" prst="rect">
            <a:avLst/>
          </a:prstGeom>
          <a:ln xmlns:a="http://schemas.openxmlformats.org/drawingml/2006/main">
            <a:noFill/>
          </a:ln>
        </p:spPr>
      </p:pic>
      <p:sp>
        <p:nvSpPr>
          <p:cNvPr id="33" name="Google Shape;33;p8">
            <a:extLst xmlns:a="http://schemas.openxmlformats.org/drawingml/2006/main">
              <a:ext uri="{FF2B5EF4-FFF2-40B4-BE49-F238E27FC236}">
                <a16:creationId xmlns:a16="http://schemas.microsoft.com/office/drawing/2014/main" id="{5D46E71D-C8C3-448C-A206-DC8583AC99FB}"/>
              </a:ext>
            </a:extLst>
          </p:cNvPr>
          <p:cNvSpPr>
            <a:spLocks xmlns:a="http://schemas.openxmlformats.org/drawingml/2006/main" noGrp="1"/>
          </p:cNvSpPr>
          <p:nvPr>
            <p:ph type="title" idx="0"/>
          </p:nvPr>
        </p:nvSpPr>
        <p:spPr>
          <a:xfrm xmlns:a="http://schemas.openxmlformats.org/drawingml/2006/main">
            <a:off x="228600" y="1631750"/>
            <a:ext cx="5751600" cy="1121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noAutofit/>
          </a:bodyPr>
          <a:lstStyle xmlns:a="http://schemas.openxmlformats.org/drawingml/2006/main">
            <a:lvl1pPr algn="l">
              <a:lnSpc>
                <a:spcPct val="90000"/>
              </a:lnSpc>
              <a:spcBef>
                <a:spcPts val="375"/>
              </a:spcBef>
              <a:spcAft>
                <a:spcPts val="0"/>
              </a:spcAft>
              <a:buClr>
                <a:schemeClr val="dk1"/>
              </a:buClr>
              <a:buSzPts val="5500"/>
              <a:buFont typeface="Arial"/>
              <a:buNone/>
              <a:defRPr sz="5500"/>
            </a:lvl1pPr>
            <a:lvl2pPr>
              <a:spcBef>
                <a:spcPts val="0"/>
              </a:spcBef>
              <a:spcAft>
                <a:spcPts val="0"/>
              </a:spcAft>
              <a:buSzPts val="5500"/>
              <a:buNone/>
              <a:defRPr sz="5500"/>
            </a:lvl2pPr>
            <a:lvl3pPr>
              <a:spcBef>
                <a:spcPts val="0"/>
              </a:spcBef>
              <a:spcAft>
                <a:spcPts val="0"/>
              </a:spcAft>
              <a:buSzPts val="5500"/>
              <a:buNone/>
              <a:defRPr sz="5500"/>
            </a:lvl3pPr>
            <a:lvl4pPr>
              <a:spcBef>
                <a:spcPts val="0"/>
              </a:spcBef>
              <a:spcAft>
                <a:spcPts val="0"/>
              </a:spcAft>
              <a:buSzPts val="5500"/>
              <a:buNone/>
              <a:defRPr sz="5500"/>
            </a:lvl4pPr>
            <a:lvl5pPr>
              <a:spcBef>
                <a:spcPts val="0"/>
              </a:spcBef>
              <a:spcAft>
                <a:spcPts val="0"/>
              </a:spcAft>
              <a:buSzPts val="5500"/>
              <a:buNone/>
              <a:defRPr sz="5500"/>
            </a:lvl5pPr>
            <a:lvl6pPr>
              <a:spcBef>
                <a:spcPts val="0"/>
              </a:spcBef>
              <a:spcAft>
                <a:spcPts val="0"/>
              </a:spcAft>
              <a:buSzPts val="5500"/>
              <a:buNone/>
              <a:defRPr sz="5500"/>
            </a:lvl6pPr>
            <a:lvl7pPr>
              <a:spcBef>
                <a:spcPts val="0"/>
              </a:spcBef>
              <a:spcAft>
                <a:spcPts val="0"/>
              </a:spcAft>
              <a:buSzPts val="5500"/>
              <a:buNone/>
              <a:defRPr sz="5500"/>
            </a:lvl7pPr>
            <a:lvl8pPr>
              <a:spcBef>
                <a:spcPts val="0"/>
              </a:spcBef>
              <a:spcAft>
                <a:spcPts val="0"/>
              </a:spcAft>
              <a:buSzPts val="5500"/>
              <a:buNone/>
              <a:defRPr sz="5500"/>
            </a:lvl8pPr>
            <a:lvl9pPr>
              <a:spcBef>
                <a:spcPts val="0"/>
              </a:spcBef>
              <a:spcAft>
                <a:spcPts val="0"/>
              </a:spcAft>
              <a:buSzPts val="5500"/>
              <a:buNone/>
              <a:defRPr sz="5500"/>
            </a:lvl9pPr>
          </a:lstStyle>
          <a:p xmlns:a="http://schemas.openxmlformats.org/drawingml/2006/main"/>
        </p:txBody>
      </p:sp>
    </p:spTree>
  </p:cSld>
</p:sldLayout>
</file>

<file path=ppt/slideLayouts/slideLayout8.xml><?xml version="1.0" encoding="utf-8"?>
<p:sldLayout xmlns:p="http://schemas.openxmlformats.org/presentationml/2006/main" matchingName="Title Slide - small logo - white">
  <p:cSld name="Intro title_3_1_2">
    <p:bg>
      <p:bgPr>
        <a:solidFill xmlns:a="http://schemas.openxmlformats.org/drawingml/2006/main">
          <a:schemeClr val="lt1"/>
        </a:solidFill>
      </p:bgPr>
    </p:bg>
    <p:spTree>
      <p:nvGrpSpPr>
        <p:cNvPr id="1" name=""/>
        <p:cNvGrpSpPr/>
        <p:nvPr/>
      </p:nvGrpSpPr>
      <p:grpSpPr>
        <a:xfrm xmlns:a="http://schemas.openxmlformats.org/drawingml/2006/main"/>
      </p:grpSpPr>
      <p:pic>
        <p:nvPicPr>
          <p:cNvPr id="39" name="Google Shape;35;p9"/>
          <p:cNvPicPr>
            <a:picLocks xmlns:a="http://schemas.openxmlformats.org/drawingml/2006/main" noChangeAspect="1"/>
          </p:cNvPicPr>
          <p:nvPr/>
        </p:nvPicPr>
        <p:blipFill rotWithShape="1">
          <a:blip xmlns:r="http://schemas.openxmlformats.org/officeDocument/2006/relationships" xmlns:a="http://schemas.openxmlformats.org/drawingml/2006/main" r:embed="Rce604559cd5849d8">
            <a:alphaModFix/>
          </a:blip>
          <a:srcRect xmlns:a="http://schemas.openxmlformats.org/drawingml/2006/main" l="0" t="0" r="0" b="0"/>
          <a:stretch xmlns:a="http://schemas.openxmlformats.org/drawingml/2006/main"/>
        </p:blipFill>
        <p:spPr>
          <a:xfrm xmlns:a="http://schemas.openxmlformats.org/drawingml/2006/main">
            <a:off x="152400" y="4741176"/>
            <a:ext cx="1223532" cy="209100"/>
          </a:xfrm>
          <a:prstGeom xmlns:a="http://schemas.openxmlformats.org/drawingml/2006/main" prst="rect">
            <a:avLst/>
          </a:prstGeom>
          <a:ln xmlns:a="http://schemas.openxmlformats.org/drawingml/2006/main">
            <a:noFill/>
          </a:ln>
        </p:spPr>
      </p:pic>
      <p:sp>
        <p:nvSpPr>
          <p:cNvPr id="36" name="Google Shape;36;p9">
            <a:extLst xmlns:a="http://schemas.openxmlformats.org/drawingml/2006/main">
              <a:ext uri="{FF2B5EF4-FFF2-40B4-BE49-F238E27FC236}">
                <a16:creationId xmlns:a16="http://schemas.microsoft.com/office/drawing/2014/main" id="{11E4DA11-F0BB-43CF-A55E-9C75D89433CC}"/>
              </a:ext>
            </a:extLst>
          </p:cNvPr>
          <p:cNvSpPr>
            <a:spLocks xmlns:a="http://schemas.openxmlformats.org/drawingml/2006/main" noGrp="1"/>
          </p:cNvSpPr>
          <p:nvPr>
            <p:ph type="title" idx="0"/>
          </p:nvPr>
        </p:nvSpPr>
        <p:spPr>
          <a:xfrm xmlns:a="http://schemas.openxmlformats.org/drawingml/2006/main">
            <a:off x="228600" y="1631750"/>
            <a:ext cx="5751600" cy="1121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noAutofit/>
          </a:bodyPr>
          <a:lstStyle xmlns:a="http://schemas.openxmlformats.org/drawingml/2006/main">
            <a:lvl1pPr algn="l">
              <a:lnSpc>
                <a:spcPct val="90000"/>
              </a:lnSpc>
              <a:spcBef>
                <a:spcPts val="375"/>
              </a:spcBef>
              <a:spcAft>
                <a:spcPts val="0"/>
              </a:spcAft>
              <a:buClr>
                <a:schemeClr val="dk1"/>
              </a:buClr>
              <a:buSzPts val="3750"/>
              <a:buFont typeface="Arial"/>
              <a:buNone/>
              <a:defRPr sz="3750"/>
            </a:lvl1pPr>
            <a:lvl2pPr>
              <a:spcBef>
                <a:spcPts val="0"/>
              </a:spcBef>
              <a:spcAft>
                <a:spcPts val="0"/>
              </a:spcAft>
              <a:buSzPts val="525"/>
              <a:buNone/>
              <a:defRPr sz="675"/>
            </a:lvl2pPr>
            <a:lvl3pPr>
              <a:spcBef>
                <a:spcPts val="0"/>
              </a:spcBef>
              <a:spcAft>
                <a:spcPts val="0"/>
              </a:spcAft>
              <a:buSzPts val="525"/>
              <a:buNone/>
              <a:defRPr sz="675"/>
            </a:lvl3pPr>
            <a:lvl4pPr>
              <a:spcBef>
                <a:spcPts val="0"/>
              </a:spcBef>
              <a:spcAft>
                <a:spcPts val="0"/>
              </a:spcAft>
              <a:buSzPts val="525"/>
              <a:buNone/>
              <a:defRPr sz="675"/>
            </a:lvl4pPr>
            <a:lvl5pPr>
              <a:spcBef>
                <a:spcPts val="0"/>
              </a:spcBef>
              <a:spcAft>
                <a:spcPts val="0"/>
              </a:spcAft>
              <a:buSzPts val="525"/>
              <a:buNone/>
              <a:defRPr sz="675"/>
            </a:lvl5pPr>
            <a:lvl6pPr>
              <a:spcBef>
                <a:spcPts val="0"/>
              </a:spcBef>
              <a:spcAft>
                <a:spcPts val="0"/>
              </a:spcAft>
              <a:buSzPts val="525"/>
              <a:buNone/>
              <a:defRPr sz="675"/>
            </a:lvl6pPr>
            <a:lvl7pPr>
              <a:spcBef>
                <a:spcPts val="0"/>
              </a:spcBef>
              <a:spcAft>
                <a:spcPts val="0"/>
              </a:spcAft>
              <a:buSzPts val="525"/>
              <a:buNone/>
              <a:defRPr sz="675"/>
            </a:lvl7pPr>
            <a:lvl8pPr>
              <a:spcBef>
                <a:spcPts val="0"/>
              </a:spcBef>
              <a:spcAft>
                <a:spcPts val="0"/>
              </a:spcAft>
              <a:buSzPts val="525"/>
              <a:buNone/>
              <a:defRPr sz="675"/>
            </a:lvl8pPr>
            <a:lvl9pPr>
              <a:spcBef>
                <a:spcPts val="0"/>
              </a:spcBef>
              <a:spcAft>
                <a:spcPts val="0"/>
              </a:spcAft>
              <a:buSzPts val="525"/>
              <a:buNone/>
              <a:defRPr sz="675"/>
            </a:lvl9pPr>
          </a:lstStyle>
          <a:p xmlns:a="http://schemas.openxmlformats.org/drawingml/2006/main"/>
        </p:txBody>
      </p:sp>
      <p:sp>
        <p:nvSpPr>
          <p:cNvPr id="37" name="Google Shape;37;p9">
            <a:extLst xmlns:a="http://schemas.openxmlformats.org/drawingml/2006/main">
              <a:ext uri="{FF2B5EF4-FFF2-40B4-BE49-F238E27FC236}">
                <a16:creationId xmlns:a16="http://schemas.microsoft.com/office/drawing/2014/main" id="{A46FA327-3D80-4630-8922-84E38839F4F8}"/>
              </a:ext>
            </a:extLst>
          </p:cNvPr>
          <p:cNvSpPr>
            <a:spLocks xmlns:a="http://schemas.openxmlformats.org/drawingml/2006/main" noGrp="1"/>
          </p:cNvSpPr>
          <p:nvPr>
            <p:ph type="title" idx="2"/>
          </p:nvPr>
        </p:nvSpPr>
        <p:spPr>
          <a:xfrm xmlns:a="http://schemas.openxmlformats.org/drawingml/2006/main">
            <a:off x="228600" y="2834375"/>
            <a:ext cx="4279500" cy="20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noAutofit/>
          </a:bodyPr>
          <a:lstStyle xmlns:a="http://schemas.openxmlformats.org/drawingml/2006/main">
            <a:lvl1pPr algn="l">
              <a:lnSpc>
                <a:spcPct val="90000"/>
              </a:lnSpc>
              <a:spcBef>
                <a:spcPts val="375"/>
              </a:spcBef>
              <a:spcAft>
                <a:spcPts val="0"/>
              </a:spcAft>
              <a:buClr>
                <a:schemeClr val="dk1"/>
              </a:buClr>
              <a:buSzPts val="1200"/>
              <a:buFont typeface="Inter"/>
              <a:buNone/>
              <a:defRPr sz="1200">
                <a:latin typeface="Inter"/>
                <a:ea typeface="Inter"/>
                <a:cs typeface="Inter"/>
              </a:defRPr>
            </a:lvl1pPr>
            <a:lvl2pPr>
              <a:spcBef>
                <a:spcPts val="0"/>
              </a:spcBef>
              <a:spcAft>
                <a:spcPts val="0"/>
              </a:spcAft>
              <a:buSzPts val="1200"/>
              <a:buFont typeface="Inter"/>
              <a:buNone/>
              <a:defRPr sz="1200">
                <a:latin typeface="Inter"/>
                <a:ea typeface="Inter"/>
                <a:cs typeface="Inter"/>
              </a:defRPr>
            </a:lvl2pPr>
            <a:lvl3pPr>
              <a:spcBef>
                <a:spcPts val="0"/>
              </a:spcBef>
              <a:spcAft>
                <a:spcPts val="0"/>
              </a:spcAft>
              <a:buSzPts val="1200"/>
              <a:buFont typeface="Inter"/>
              <a:buNone/>
              <a:defRPr sz="1200">
                <a:latin typeface="Inter"/>
                <a:ea typeface="Inter"/>
                <a:cs typeface="Inter"/>
              </a:defRPr>
            </a:lvl3pPr>
            <a:lvl4pPr>
              <a:spcBef>
                <a:spcPts val="0"/>
              </a:spcBef>
              <a:spcAft>
                <a:spcPts val="0"/>
              </a:spcAft>
              <a:buSzPts val="1200"/>
              <a:buFont typeface="Inter"/>
              <a:buNone/>
              <a:defRPr sz="1200">
                <a:latin typeface="Inter"/>
                <a:ea typeface="Inter"/>
                <a:cs typeface="Inter"/>
              </a:defRPr>
            </a:lvl4pPr>
            <a:lvl5pPr>
              <a:spcBef>
                <a:spcPts val="0"/>
              </a:spcBef>
              <a:spcAft>
                <a:spcPts val="0"/>
              </a:spcAft>
              <a:buSzPts val="1200"/>
              <a:buFont typeface="Inter"/>
              <a:buNone/>
              <a:defRPr sz="1200">
                <a:latin typeface="Inter"/>
                <a:ea typeface="Inter"/>
                <a:cs typeface="Inter"/>
              </a:defRPr>
            </a:lvl5pPr>
            <a:lvl6pPr>
              <a:spcBef>
                <a:spcPts val="0"/>
              </a:spcBef>
              <a:spcAft>
                <a:spcPts val="0"/>
              </a:spcAft>
              <a:buSzPts val="1200"/>
              <a:buFont typeface="Inter"/>
              <a:buNone/>
              <a:defRPr sz="1200">
                <a:latin typeface="Inter"/>
                <a:ea typeface="Inter"/>
                <a:cs typeface="Inter"/>
              </a:defRPr>
            </a:lvl6pPr>
            <a:lvl7pPr>
              <a:spcBef>
                <a:spcPts val="0"/>
              </a:spcBef>
              <a:spcAft>
                <a:spcPts val="0"/>
              </a:spcAft>
              <a:buSzPts val="1200"/>
              <a:buFont typeface="Inter"/>
              <a:buNone/>
              <a:defRPr sz="1200">
                <a:latin typeface="Inter"/>
                <a:ea typeface="Inter"/>
                <a:cs typeface="Inter"/>
              </a:defRPr>
            </a:lvl7pPr>
            <a:lvl8pPr>
              <a:spcBef>
                <a:spcPts val="0"/>
              </a:spcBef>
              <a:spcAft>
                <a:spcPts val="0"/>
              </a:spcAft>
              <a:buSzPts val="1200"/>
              <a:buFont typeface="Inter"/>
              <a:buNone/>
              <a:defRPr sz="1200">
                <a:latin typeface="Inter"/>
                <a:ea typeface="Inter"/>
                <a:cs typeface="Inter"/>
              </a:defRPr>
            </a:lvl8pPr>
            <a:lvl9pPr>
              <a:spcBef>
                <a:spcPts val="0"/>
              </a:spcBef>
              <a:spcAft>
                <a:spcPts val="0"/>
              </a:spcAft>
              <a:buSzPts val="1200"/>
              <a:buFont typeface="Inter"/>
              <a:buNone/>
              <a:defRPr sz="1200">
                <a:latin typeface="Inter"/>
                <a:ea typeface="Inter"/>
                <a:cs typeface="Inter"/>
              </a:defRPr>
            </a:lvl9pPr>
          </a:lstStyle>
          <a:p xmlns:a="http://schemas.openxmlformats.org/drawingml/2006/main"/>
        </p:txBody>
      </p:sp>
    </p:spTree>
  </p:cSld>
</p:sldLayout>
</file>

<file path=ppt/slideLayouts/slideLayout9.xml><?xml version="1.0" encoding="utf-8"?>
<p:sldLayout xmlns:p="http://schemas.openxmlformats.org/presentationml/2006/main" matchingName="Title Slide - small logo - Picture white">
  <p:cSld name="Intro title_3_1_1">
    <p:bg>
      <p:bgPr>
        <a:solidFill xmlns:a="http://schemas.openxmlformats.org/drawingml/2006/main">
          <a:schemeClr val="lt1"/>
        </a:solidFill>
      </p:bgPr>
    </p:bg>
    <p:spTree>
      <p:nvGrpSpPr>
        <p:cNvPr id="1" name=""/>
        <p:cNvGrpSpPr/>
        <p:nvPr/>
      </p:nvGrpSpPr>
      <p:grpSpPr>
        <a:xfrm xmlns:a="http://schemas.openxmlformats.org/drawingml/2006/main"/>
      </p:grpSpPr>
      <p:pic>
        <p:nvPicPr>
          <p:cNvPr id="44" name="Google Shape;39;p10"/>
          <p:cNvPicPr>
            <a:picLocks xmlns:a="http://schemas.openxmlformats.org/drawingml/2006/main" noChangeAspect="1"/>
          </p:cNvPicPr>
          <p:nvPr/>
        </p:nvPicPr>
        <p:blipFill rotWithShape="1">
          <a:blip xmlns:r="http://schemas.openxmlformats.org/officeDocument/2006/relationships" xmlns:a="http://schemas.openxmlformats.org/drawingml/2006/main" r:embed="Rd60e9a1fda854b80">
            <a:alphaModFix/>
          </a:blip>
          <a:srcRect xmlns:a="http://schemas.openxmlformats.org/drawingml/2006/main" l="0" t="0" r="0" b="0"/>
          <a:stretch xmlns:a="http://schemas.openxmlformats.org/drawingml/2006/main"/>
        </p:blipFill>
        <p:spPr>
          <a:xfrm xmlns:a="http://schemas.openxmlformats.org/drawingml/2006/main">
            <a:off x="152400" y="4741176"/>
            <a:ext cx="1223532" cy="209100"/>
          </a:xfrm>
          <a:prstGeom xmlns:a="http://schemas.openxmlformats.org/drawingml/2006/main" prst="rect">
            <a:avLst/>
          </a:prstGeom>
          <a:ln xmlns:a="http://schemas.openxmlformats.org/drawingml/2006/main">
            <a:noFill/>
          </a:ln>
        </p:spPr>
      </p:pic>
      <p:sp>
        <p:nvSpPr>
          <p:cNvPr id="40" name="Google Shape;40;p10">
            <a:extLst xmlns:a="http://schemas.openxmlformats.org/drawingml/2006/main">
              <a:ext uri="{FF2B5EF4-FFF2-40B4-BE49-F238E27FC236}">
                <a16:creationId xmlns:a16="http://schemas.microsoft.com/office/drawing/2014/main" id="{66AF756B-A263-45AD-BED3-8F6D648A22F4}"/>
              </a:ext>
            </a:extLst>
          </p:cNvPr>
          <p:cNvSpPr>
            <a:spLocks xmlns:a="http://schemas.openxmlformats.org/drawingml/2006/main" noGrp="1"/>
          </p:cNvSpPr>
          <p:nvPr>
            <p:ph type="title" idx="0"/>
          </p:nvPr>
        </p:nvSpPr>
        <p:spPr>
          <a:xfrm xmlns:a="http://schemas.openxmlformats.org/drawingml/2006/main">
            <a:off x="228600" y="1631750"/>
            <a:ext cx="5070000" cy="1121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noAutofit/>
          </a:bodyPr>
          <a:lstStyle xmlns:a="http://schemas.openxmlformats.org/drawingml/2006/main">
            <a:lvl1pPr algn="l">
              <a:lnSpc>
                <a:spcPct val="90000"/>
              </a:lnSpc>
              <a:spcBef>
                <a:spcPts val="375"/>
              </a:spcBef>
              <a:spcAft>
                <a:spcPts val="0"/>
              </a:spcAft>
              <a:buClr>
                <a:schemeClr val="dk1"/>
              </a:buClr>
              <a:buSzPts val="3750"/>
              <a:buFont typeface="Arial"/>
              <a:buNone/>
              <a:defRPr sz="3750"/>
            </a:lvl1pPr>
            <a:lvl2pPr>
              <a:spcBef>
                <a:spcPts val="0"/>
              </a:spcBef>
              <a:spcAft>
                <a:spcPts val="0"/>
              </a:spcAft>
              <a:buSzPts val="525"/>
              <a:buNone/>
              <a:defRPr sz="675"/>
            </a:lvl2pPr>
            <a:lvl3pPr>
              <a:spcBef>
                <a:spcPts val="0"/>
              </a:spcBef>
              <a:spcAft>
                <a:spcPts val="0"/>
              </a:spcAft>
              <a:buSzPts val="525"/>
              <a:buNone/>
              <a:defRPr sz="675"/>
            </a:lvl3pPr>
            <a:lvl4pPr>
              <a:spcBef>
                <a:spcPts val="0"/>
              </a:spcBef>
              <a:spcAft>
                <a:spcPts val="0"/>
              </a:spcAft>
              <a:buSzPts val="525"/>
              <a:buNone/>
              <a:defRPr sz="675"/>
            </a:lvl4pPr>
            <a:lvl5pPr>
              <a:spcBef>
                <a:spcPts val="0"/>
              </a:spcBef>
              <a:spcAft>
                <a:spcPts val="0"/>
              </a:spcAft>
              <a:buSzPts val="525"/>
              <a:buNone/>
              <a:defRPr sz="675"/>
            </a:lvl5pPr>
            <a:lvl6pPr>
              <a:spcBef>
                <a:spcPts val="0"/>
              </a:spcBef>
              <a:spcAft>
                <a:spcPts val="0"/>
              </a:spcAft>
              <a:buSzPts val="525"/>
              <a:buNone/>
              <a:defRPr sz="675"/>
            </a:lvl6pPr>
            <a:lvl7pPr>
              <a:spcBef>
                <a:spcPts val="0"/>
              </a:spcBef>
              <a:spcAft>
                <a:spcPts val="0"/>
              </a:spcAft>
              <a:buSzPts val="525"/>
              <a:buNone/>
              <a:defRPr sz="675"/>
            </a:lvl7pPr>
            <a:lvl8pPr>
              <a:spcBef>
                <a:spcPts val="0"/>
              </a:spcBef>
              <a:spcAft>
                <a:spcPts val="0"/>
              </a:spcAft>
              <a:buSzPts val="525"/>
              <a:buNone/>
              <a:defRPr sz="675"/>
            </a:lvl8pPr>
            <a:lvl9pPr>
              <a:spcBef>
                <a:spcPts val="0"/>
              </a:spcBef>
              <a:spcAft>
                <a:spcPts val="0"/>
              </a:spcAft>
              <a:buSzPts val="525"/>
              <a:buNone/>
              <a:defRPr sz="675"/>
            </a:lvl9pPr>
          </a:lstStyle>
          <a:p xmlns:a="http://schemas.openxmlformats.org/drawingml/2006/main"/>
        </p:txBody>
      </p:sp>
      <p:sp>
        <p:nvSpPr>
          <p:cNvPr id="41" name="Google Shape;41;p10">
            <a:extLst xmlns:a="http://schemas.openxmlformats.org/drawingml/2006/main">
              <a:ext uri="{FF2B5EF4-FFF2-40B4-BE49-F238E27FC236}">
                <a16:creationId xmlns:a16="http://schemas.microsoft.com/office/drawing/2014/main" id="{0DA61676-FCD8-4257-8E0F-1948602C8B6F}"/>
              </a:ext>
            </a:extLst>
          </p:cNvPr>
          <p:cNvSpPr>
            <a:spLocks xmlns:a="http://schemas.openxmlformats.org/drawingml/2006/main" noGrp="1"/>
          </p:cNvSpPr>
          <p:nvPr>
            <p:ph type="title" idx="2"/>
          </p:nvPr>
        </p:nvSpPr>
        <p:spPr>
          <a:xfrm xmlns:a="http://schemas.openxmlformats.org/drawingml/2006/main">
            <a:off x="228600" y="2834375"/>
            <a:ext cx="4279500" cy="20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noAutofit/>
          </a:bodyPr>
          <a:lstStyle xmlns:a="http://schemas.openxmlformats.org/drawingml/2006/main">
            <a:lvl1pPr algn="l">
              <a:lnSpc>
                <a:spcPct val="90000"/>
              </a:lnSpc>
              <a:spcBef>
                <a:spcPts val="375"/>
              </a:spcBef>
              <a:spcAft>
                <a:spcPts val="0"/>
              </a:spcAft>
              <a:buClr>
                <a:schemeClr val="dk1"/>
              </a:buClr>
              <a:buSzPts val="1200"/>
              <a:buFont typeface="Inter"/>
              <a:buNone/>
              <a:defRPr sz="1200">
                <a:latin typeface="Inter"/>
                <a:ea typeface="Inter"/>
                <a:cs typeface="Inter"/>
              </a:defRPr>
            </a:lvl1pPr>
            <a:lvl2pPr>
              <a:spcBef>
                <a:spcPts val="0"/>
              </a:spcBef>
              <a:spcAft>
                <a:spcPts val="0"/>
              </a:spcAft>
              <a:buSzPts val="1200"/>
              <a:buFont typeface="Inter"/>
              <a:buNone/>
              <a:defRPr sz="1200">
                <a:latin typeface="Inter"/>
                <a:ea typeface="Inter"/>
                <a:cs typeface="Inter"/>
              </a:defRPr>
            </a:lvl2pPr>
            <a:lvl3pPr>
              <a:spcBef>
                <a:spcPts val="0"/>
              </a:spcBef>
              <a:spcAft>
                <a:spcPts val="0"/>
              </a:spcAft>
              <a:buSzPts val="1200"/>
              <a:buFont typeface="Inter"/>
              <a:buNone/>
              <a:defRPr sz="1200">
                <a:latin typeface="Inter"/>
                <a:ea typeface="Inter"/>
                <a:cs typeface="Inter"/>
              </a:defRPr>
            </a:lvl3pPr>
            <a:lvl4pPr>
              <a:spcBef>
                <a:spcPts val="0"/>
              </a:spcBef>
              <a:spcAft>
                <a:spcPts val="0"/>
              </a:spcAft>
              <a:buSzPts val="1200"/>
              <a:buFont typeface="Inter"/>
              <a:buNone/>
              <a:defRPr sz="1200">
                <a:latin typeface="Inter"/>
                <a:ea typeface="Inter"/>
                <a:cs typeface="Inter"/>
              </a:defRPr>
            </a:lvl4pPr>
            <a:lvl5pPr>
              <a:spcBef>
                <a:spcPts val="0"/>
              </a:spcBef>
              <a:spcAft>
                <a:spcPts val="0"/>
              </a:spcAft>
              <a:buSzPts val="1200"/>
              <a:buFont typeface="Inter"/>
              <a:buNone/>
              <a:defRPr sz="1200">
                <a:latin typeface="Inter"/>
                <a:ea typeface="Inter"/>
                <a:cs typeface="Inter"/>
              </a:defRPr>
            </a:lvl5pPr>
            <a:lvl6pPr>
              <a:spcBef>
                <a:spcPts val="0"/>
              </a:spcBef>
              <a:spcAft>
                <a:spcPts val="0"/>
              </a:spcAft>
              <a:buSzPts val="1200"/>
              <a:buFont typeface="Inter"/>
              <a:buNone/>
              <a:defRPr sz="1200">
                <a:latin typeface="Inter"/>
                <a:ea typeface="Inter"/>
                <a:cs typeface="Inter"/>
              </a:defRPr>
            </a:lvl6pPr>
            <a:lvl7pPr>
              <a:spcBef>
                <a:spcPts val="0"/>
              </a:spcBef>
              <a:spcAft>
                <a:spcPts val="0"/>
              </a:spcAft>
              <a:buSzPts val="1200"/>
              <a:buFont typeface="Inter"/>
              <a:buNone/>
              <a:defRPr sz="1200">
                <a:latin typeface="Inter"/>
                <a:ea typeface="Inter"/>
                <a:cs typeface="Inter"/>
              </a:defRPr>
            </a:lvl7pPr>
            <a:lvl8pPr>
              <a:spcBef>
                <a:spcPts val="0"/>
              </a:spcBef>
              <a:spcAft>
                <a:spcPts val="0"/>
              </a:spcAft>
              <a:buSzPts val="1200"/>
              <a:buFont typeface="Inter"/>
              <a:buNone/>
              <a:defRPr sz="1200">
                <a:latin typeface="Inter"/>
                <a:ea typeface="Inter"/>
                <a:cs typeface="Inter"/>
              </a:defRPr>
            </a:lvl8pPr>
            <a:lvl9pPr>
              <a:spcBef>
                <a:spcPts val="0"/>
              </a:spcBef>
              <a:spcAft>
                <a:spcPts val="0"/>
              </a:spcAft>
              <a:buSzPts val="1200"/>
              <a:buFont typeface="Inter"/>
              <a:buNone/>
              <a:defRPr sz="1200">
                <a:latin typeface="Inter"/>
                <a:ea typeface="Inter"/>
                <a:cs typeface="Inter"/>
              </a:defRPr>
            </a:lvl9pPr>
          </a:lstStyle>
          <a:p xmlns:a="http://schemas.openxmlformats.org/drawingml/2006/main"/>
        </p:txBody>
      </p:sp>
      <p:sp>
        <p:nvSpPr>
          <p:cNvPr id="42" name="Google Shape;42;p10">
            <a:extLst xmlns:a="http://schemas.openxmlformats.org/drawingml/2006/main">
              <a:ext uri="{FF2B5EF4-FFF2-40B4-BE49-F238E27FC236}">
                <a16:creationId xmlns:a16="http://schemas.microsoft.com/office/drawing/2014/main" id="{4EF4FA09-B27A-47E9-9D33-87C04907A29C}"/>
              </a:ext>
            </a:extLst>
          </p:cNvPr>
          <p:cNvSpPr>
            <a:spLocks xmlns:a="http://schemas.openxmlformats.org/drawingml/2006/main" noGrp="1"/>
          </p:cNvSpPr>
          <p:nvPr>
            <p:ph type="pic" idx="3"/>
          </p:nvPr>
        </p:nvSpPr>
        <p:spPr>
          <a:xfrm xmlns:a="http://schemas.openxmlformats.org/drawingml/2006/main">
            <a:off x="5533550" y="1015692"/>
            <a:ext cx="2739900" cy="3014100"/>
          </a:xfrm>
          <a:prstGeom xmlns:a="http://schemas.openxmlformats.org/drawingml/2006/main" prst="roundRect">
            <a:avLst>
              <a:gd name="adj" fmla="val 7144"/>
            </a:avLst>
          </a:prstGeom>
          <a:noFill xmlns:a="http://schemas.openxmlformats.org/drawingml/2006/main"/>
          <a:ln xmlns:a="http://schemas.openxmlformats.org/drawingml/2006/main">
            <a:noFill/>
          </a:ln>
        </p:spPr>
      </p:sp>
    </p:spTree>
  </p:cSld>
</p:sldLayout>
</file>

<file path=ppt/slideLayouts/slideLayout10.xml><?xml version="1.0" encoding="utf-8"?>
<p:sldLayout xmlns:p="http://schemas.openxmlformats.org/presentationml/2006/main" matchingName="Title Slide - Speaker - yellow">
  <p:cSld name="Intro title_3_2_1">
    <p:bg>
      <p:bgPr>
        <a:blipFill xmlns:a="http://schemas.openxmlformats.org/drawingml/2006/main">
          <a:blip xmlns:r="http://schemas.openxmlformats.org/officeDocument/2006/relationships" r:embed="R2f601fc5bee0412d">
            <a:alphaModFix/>
          </a:blip>
          <a:stretch>
            <a:fillRect l="0" t="0" r="0" b="0"/>
          </a:stretch>
        </a:blipFill>
      </p:bgPr>
    </p:bg>
    <p:spTree>
      <p:nvGrpSpPr>
        <p:cNvPr id="1" name=""/>
        <p:cNvGrpSpPr/>
        <p:nvPr/>
      </p:nvGrpSpPr>
      <p:grpSpPr>
        <a:xfrm xmlns:a="http://schemas.openxmlformats.org/drawingml/2006/main"/>
      </p:grpSpPr>
      <p:pic>
        <p:nvPicPr>
          <p:cNvPr id="52" name="Google Shape;44;p11"/>
          <p:cNvPicPr>
            <a:picLocks xmlns:a="http://schemas.openxmlformats.org/drawingml/2006/main" noChangeAspect="1"/>
          </p:cNvPicPr>
          <p:nvPr/>
        </p:nvPicPr>
        <p:blipFill rotWithShape="1">
          <a:blip xmlns:r="http://schemas.openxmlformats.org/officeDocument/2006/relationships" xmlns:a="http://schemas.openxmlformats.org/drawingml/2006/main" r:embed="R181a7dac4d884944">
            <a:alphaModFix/>
          </a:blip>
          <a:srcRect xmlns:a="http://schemas.openxmlformats.org/drawingml/2006/main" l="0" t="0" r="0" b="0"/>
          <a:stretch xmlns:a="http://schemas.openxmlformats.org/drawingml/2006/main"/>
        </p:blipFill>
        <p:spPr>
          <a:xfrm xmlns:a="http://schemas.openxmlformats.org/drawingml/2006/main">
            <a:off x="152400" y="4741176"/>
            <a:ext cx="1223532" cy="209100"/>
          </a:xfrm>
          <a:prstGeom xmlns:a="http://schemas.openxmlformats.org/drawingml/2006/main" prst="rect">
            <a:avLst/>
          </a:prstGeom>
          <a:ln xmlns:a="http://schemas.openxmlformats.org/drawingml/2006/main">
            <a:noFill/>
          </a:ln>
        </p:spPr>
      </p:pic>
      <p:sp>
        <p:nvSpPr>
          <p:cNvPr id="45" name="Google Shape;45;p11">
            <a:extLst xmlns:a="http://schemas.openxmlformats.org/drawingml/2006/main">
              <a:ext uri="{FF2B5EF4-FFF2-40B4-BE49-F238E27FC236}">
                <a16:creationId xmlns:a16="http://schemas.microsoft.com/office/drawing/2014/main" id="{BE65D784-8CDB-4C8A-8DF7-EFE0F0AD52F6}"/>
              </a:ext>
            </a:extLst>
          </p:cNvPr>
          <p:cNvSpPr>
            <a:spLocks xmlns:a="http://schemas.openxmlformats.org/drawingml/2006/main" noGrp="1"/>
          </p:cNvSpPr>
          <p:nvPr>
            <p:ph type="title" idx="0"/>
          </p:nvPr>
        </p:nvSpPr>
        <p:spPr>
          <a:xfrm xmlns:a="http://schemas.openxmlformats.org/drawingml/2006/main">
            <a:off x="228600" y="2834375"/>
            <a:ext cx="4279500" cy="20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noAutofit/>
          </a:bodyPr>
          <a:lstStyle xmlns:a="http://schemas.openxmlformats.org/drawingml/2006/main">
            <a:lvl1pPr algn="l">
              <a:lnSpc>
                <a:spcPct val="90000"/>
              </a:lnSpc>
              <a:spcBef>
                <a:spcPts val="375"/>
              </a:spcBef>
              <a:spcAft>
                <a:spcPts val="0"/>
              </a:spcAft>
              <a:buClr>
                <a:schemeClr val="dk1"/>
              </a:buClr>
              <a:buSzPts val="1200"/>
              <a:buFont typeface="Inter"/>
              <a:buNone/>
              <a:defRPr sz="1200">
                <a:latin typeface="Inter"/>
                <a:ea typeface="Inter"/>
                <a:cs typeface="Inter"/>
              </a:defRPr>
            </a:lvl1pPr>
            <a:lvl2pPr>
              <a:spcBef>
                <a:spcPts val="0"/>
              </a:spcBef>
              <a:spcAft>
                <a:spcPts val="0"/>
              </a:spcAft>
              <a:buSzPts val="1200"/>
              <a:buFont typeface="Inter"/>
              <a:buNone/>
              <a:defRPr sz="1200">
                <a:latin typeface="Inter"/>
                <a:ea typeface="Inter"/>
                <a:cs typeface="Inter"/>
              </a:defRPr>
            </a:lvl2pPr>
            <a:lvl3pPr>
              <a:spcBef>
                <a:spcPts val="0"/>
              </a:spcBef>
              <a:spcAft>
                <a:spcPts val="0"/>
              </a:spcAft>
              <a:buSzPts val="1200"/>
              <a:buFont typeface="Inter"/>
              <a:buNone/>
              <a:defRPr sz="1200">
                <a:latin typeface="Inter"/>
                <a:ea typeface="Inter"/>
                <a:cs typeface="Inter"/>
              </a:defRPr>
            </a:lvl3pPr>
            <a:lvl4pPr>
              <a:spcBef>
                <a:spcPts val="0"/>
              </a:spcBef>
              <a:spcAft>
                <a:spcPts val="0"/>
              </a:spcAft>
              <a:buSzPts val="1200"/>
              <a:buFont typeface="Inter"/>
              <a:buNone/>
              <a:defRPr sz="1200">
                <a:latin typeface="Inter"/>
                <a:ea typeface="Inter"/>
                <a:cs typeface="Inter"/>
              </a:defRPr>
            </a:lvl4pPr>
            <a:lvl5pPr>
              <a:spcBef>
                <a:spcPts val="0"/>
              </a:spcBef>
              <a:spcAft>
                <a:spcPts val="0"/>
              </a:spcAft>
              <a:buSzPts val="1200"/>
              <a:buFont typeface="Inter"/>
              <a:buNone/>
              <a:defRPr sz="1200">
                <a:latin typeface="Inter"/>
                <a:ea typeface="Inter"/>
                <a:cs typeface="Inter"/>
              </a:defRPr>
            </a:lvl5pPr>
            <a:lvl6pPr>
              <a:spcBef>
                <a:spcPts val="0"/>
              </a:spcBef>
              <a:spcAft>
                <a:spcPts val="0"/>
              </a:spcAft>
              <a:buSzPts val="1200"/>
              <a:buFont typeface="Inter"/>
              <a:buNone/>
              <a:defRPr sz="1200">
                <a:latin typeface="Inter"/>
                <a:ea typeface="Inter"/>
                <a:cs typeface="Inter"/>
              </a:defRPr>
            </a:lvl6pPr>
            <a:lvl7pPr>
              <a:spcBef>
                <a:spcPts val="0"/>
              </a:spcBef>
              <a:spcAft>
                <a:spcPts val="0"/>
              </a:spcAft>
              <a:buSzPts val="1200"/>
              <a:buFont typeface="Inter"/>
              <a:buNone/>
              <a:defRPr sz="1200">
                <a:latin typeface="Inter"/>
                <a:ea typeface="Inter"/>
                <a:cs typeface="Inter"/>
              </a:defRPr>
            </a:lvl7pPr>
            <a:lvl8pPr>
              <a:spcBef>
                <a:spcPts val="0"/>
              </a:spcBef>
              <a:spcAft>
                <a:spcPts val="0"/>
              </a:spcAft>
              <a:buSzPts val="1200"/>
              <a:buFont typeface="Inter"/>
              <a:buNone/>
              <a:defRPr sz="1200">
                <a:latin typeface="Inter"/>
                <a:ea typeface="Inter"/>
                <a:cs typeface="Inter"/>
              </a:defRPr>
            </a:lvl8pPr>
            <a:lvl9pPr>
              <a:spcBef>
                <a:spcPts val="0"/>
              </a:spcBef>
              <a:spcAft>
                <a:spcPts val="0"/>
              </a:spcAft>
              <a:buSzPts val="1200"/>
              <a:buFont typeface="Inter"/>
              <a:buNone/>
              <a:defRPr sz="1200">
                <a:latin typeface="Inter"/>
                <a:ea typeface="Inter"/>
                <a:cs typeface="Inter"/>
              </a:defRPr>
            </a:lvl9pPr>
          </a:lstStyle>
          <a:p xmlns:a="http://schemas.openxmlformats.org/drawingml/2006/main"/>
        </p:txBody>
      </p:sp>
      <p:sp>
        <p:nvSpPr>
          <p:cNvPr id="46" name="Google Shape;46;p11">
            <a:extLst xmlns:a="http://schemas.openxmlformats.org/drawingml/2006/main">
              <a:ext uri="{FF2B5EF4-FFF2-40B4-BE49-F238E27FC236}">
                <a16:creationId xmlns:a16="http://schemas.microsoft.com/office/drawing/2014/main" id="{68469E21-AFB6-4C69-B5EE-CB5D69C7556A}"/>
              </a:ext>
            </a:extLst>
          </p:cNvPr>
          <p:cNvSpPr>
            <a:spLocks xmlns:a="http://schemas.openxmlformats.org/drawingml/2006/main" noGrp="1"/>
          </p:cNvSpPr>
          <p:nvPr>
            <p:ph type="pic" idx="2"/>
          </p:nvPr>
        </p:nvSpPr>
        <p:spPr>
          <a:xfrm xmlns:a="http://schemas.openxmlformats.org/drawingml/2006/main">
            <a:off x="5533550" y="1015692"/>
            <a:ext cx="2739900" cy="3014100"/>
          </a:xfrm>
          <a:prstGeom xmlns:a="http://schemas.openxmlformats.org/drawingml/2006/main" prst="roundRect">
            <a:avLst>
              <a:gd name="adj" fmla="val 7144"/>
            </a:avLst>
          </a:prstGeom>
          <a:noFill xmlns:a="http://schemas.openxmlformats.org/drawingml/2006/main"/>
          <a:ln xmlns:a="http://schemas.openxmlformats.org/drawingml/2006/main">
            <a:noFill/>
          </a:ln>
        </p:spPr>
      </p:sp>
      <p:sp>
        <p:nvSpPr>
          <p:cNvPr id="47" name="Google Shape;47;p11">
            <a:extLst xmlns:a="http://schemas.openxmlformats.org/drawingml/2006/main">
              <a:ext uri="{FF2B5EF4-FFF2-40B4-BE49-F238E27FC236}">
                <a16:creationId xmlns:a16="http://schemas.microsoft.com/office/drawing/2014/main" id="{DDE76D1A-E1A1-4551-BEF9-334C3C411DB7}"/>
              </a:ext>
            </a:extLst>
          </p:cNvPr>
          <p:cNvSpPr>
            <a:spLocks xmlns:a="http://schemas.openxmlformats.org/drawingml/2006/main" noGrp="1"/>
          </p:cNvSpPr>
          <p:nvPr>
            <p:ph type="title" idx="3"/>
          </p:nvPr>
        </p:nvSpPr>
        <p:spPr>
          <a:xfrm xmlns:a="http://schemas.openxmlformats.org/drawingml/2006/main">
            <a:off x="228600" y="1631750"/>
            <a:ext cx="5070000" cy="1121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noAutofit/>
          </a:bodyPr>
          <a:lstStyle xmlns:a="http://schemas.openxmlformats.org/drawingml/2006/main">
            <a:lvl1pPr algn="l">
              <a:lnSpc>
                <a:spcPct val="90000"/>
              </a:lnSpc>
              <a:spcBef>
                <a:spcPts val="375"/>
              </a:spcBef>
              <a:spcAft>
                <a:spcPts val="0"/>
              </a:spcAft>
              <a:buClr>
                <a:schemeClr val="dk1"/>
              </a:buClr>
              <a:buSzPts val="3750"/>
              <a:buFont typeface="Arial"/>
              <a:buNone/>
              <a:defRPr sz="3750"/>
            </a:lvl1pPr>
            <a:lvl2pPr>
              <a:spcBef>
                <a:spcPts val="0"/>
              </a:spcBef>
              <a:spcAft>
                <a:spcPts val="0"/>
              </a:spcAft>
              <a:buSzPts val="525"/>
              <a:buNone/>
              <a:defRPr sz="675"/>
            </a:lvl2pPr>
            <a:lvl3pPr>
              <a:spcBef>
                <a:spcPts val="0"/>
              </a:spcBef>
              <a:spcAft>
                <a:spcPts val="0"/>
              </a:spcAft>
              <a:buSzPts val="525"/>
              <a:buNone/>
              <a:defRPr sz="675"/>
            </a:lvl3pPr>
            <a:lvl4pPr>
              <a:spcBef>
                <a:spcPts val="0"/>
              </a:spcBef>
              <a:spcAft>
                <a:spcPts val="0"/>
              </a:spcAft>
              <a:buSzPts val="525"/>
              <a:buNone/>
              <a:defRPr sz="675"/>
            </a:lvl4pPr>
            <a:lvl5pPr>
              <a:spcBef>
                <a:spcPts val="0"/>
              </a:spcBef>
              <a:spcAft>
                <a:spcPts val="0"/>
              </a:spcAft>
              <a:buSzPts val="525"/>
              <a:buNone/>
              <a:defRPr sz="675"/>
            </a:lvl5pPr>
            <a:lvl6pPr>
              <a:spcBef>
                <a:spcPts val="0"/>
              </a:spcBef>
              <a:spcAft>
                <a:spcPts val="0"/>
              </a:spcAft>
              <a:buSzPts val="525"/>
              <a:buNone/>
              <a:defRPr sz="675"/>
            </a:lvl6pPr>
            <a:lvl7pPr>
              <a:spcBef>
                <a:spcPts val="0"/>
              </a:spcBef>
              <a:spcAft>
                <a:spcPts val="0"/>
              </a:spcAft>
              <a:buSzPts val="525"/>
              <a:buNone/>
              <a:defRPr sz="675"/>
            </a:lvl7pPr>
            <a:lvl8pPr>
              <a:spcBef>
                <a:spcPts val="0"/>
              </a:spcBef>
              <a:spcAft>
                <a:spcPts val="0"/>
              </a:spcAft>
              <a:buSzPts val="525"/>
              <a:buNone/>
              <a:defRPr sz="675"/>
            </a:lvl8pPr>
            <a:lvl9pPr>
              <a:spcBef>
                <a:spcPts val="0"/>
              </a:spcBef>
              <a:spcAft>
                <a:spcPts val="0"/>
              </a:spcAft>
              <a:buSzPts val="525"/>
              <a:buNone/>
              <a:defRPr sz="675"/>
            </a:lvl9pPr>
          </a:lstStyle>
          <a:p xmlns:a="http://schemas.openxmlformats.org/drawingml/2006/main"/>
        </p:txBody>
      </p:sp>
      <p:sp>
        <p:nvSpPr>
          <p:cNvPr id="48" name="Google Shape;48;p11">
            <a:extLst xmlns:a="http://schemas.openxmlformats.org/drawingml/2006/main">
              <a:ext uri="{FF2B5EF4-FFF2-40B4-BE49-F238E27FC236}">
                <a16:creationId xmlns:a16="http://schemas.microsoft.com/office/drawing/2014/main" id="{40BD3749-E998-4F1B-973A-C8C53A88D8F6}"/>
              </a:ext>
            </a:extLst>
          </p:cNvPr>
          <p:cNvSpPr>
            <a:spLocks xmlns:a="http://schemas.openxmlformats.org/drawingml/2006/main" noGrp="1"/>
          </p:cNvSpPr>
          <p:nvPr>
            <p:ph type="title" idx="4"/>
          </p:nvPr>
        </p:nvSpPr>
        <p:spPr>
          <a:xfrm xmlns:a="http://schemas.openxmlformats.org/drawingml/2006/main">
            <a:off x="5533550" y="590125"/>
            <a:ext cx="2739900" cy="20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noAutofit/>
          </a:bodyPr>
          <a:lstStyle xmlns:a="http://schemas.openxmlformats.org/drawingml/2006/main">
            <a:lvl1pPr algn="l">
              <a:lnSpc>
                <a:spcPct val="90000"/>
              </a:lnSpc>
              <a:spcBef>
                <a:spcPts val="375"/>
              </a:spcBef>
              <a:spcAft>
                <a:spcPts val="0"/>
              </a:spcAft>
              <a:buClr>
                <a:schemeClr val="dk1"/>
              </a:buClr>
              <a:buSzPts val="1200"/>
              <a:buFont typeface="Inter"/>
              <a:buNone/>
              <a:defRPr sz="1200" b="1">
                <a:latin typeface="Inter"/>
                <a:ea typeface="Inter"/>
                <a:cs typeface="Inter"/>
              </a:defRPr>
            </a:lvl1pPr>
            <a:lvl2pPr>
              <a:spcBef>
                <a:spcPts val="0"/>
              </a:spcBef>
              <a:spcAft>
                <a:spcPts val="0"/>
              </a:spcAft>
              <a:buSzPts val="1200"/>
              <a:buFont typeface="Inter"/>
              <a:buNone/>
              <a:defRPr sz="1200" b="1">
                <a:latin typeface="Inter"/>
                <a:ea typeface="Inter"/>
                <a:cs typeface="Inter"/>
              </a:defRPr>
            </a:lvl2pPr>
            <a:lvl3pPr>
              <a:spcBef>
                <a:spcPts val="0"/>
              </a:spcBef>
              <a:spcAft>
                <a:spcPts val="0"/>
              </a:spcAft>
              <a:buSzPts val="1200"/>
              <a:buFont typeface="Inter"/>
              <a:buNone/>
              <a:defRPr sz="1200" b="1">
                <a:latin typeface="Inter"/>
                <a:ea typeface="Inter"/>
                <a:cs typeface="Inter"/>
              </a:defRPr>
            </a:lvl3pPr>
            <a:lvl4pPr>
              <a:spcBef>
                <a:spcPts val="0"/>
              </a:spcBef>
              <a:spcAft>
                <a:spcPts val="0"/>
              </a:spcAft>
              <a:buSzPts val="1200"/>
              <a:buFont typeface="Inter"/>
              <a:buNone/>
              <a:defRPr sz="1200" b="1">
                <a:latin typeface="Inter"/>
                <a:ea typeface="Inter"/>
                <a:cs typeface="Inter"/>
              </a:defRPr>
            </a:lvl4pPr>
            <a:lvl5pPr>
              <a:spcBef>
                <a:spcPts val="0"/>
              </a:spcBef>
              <a:spcAft>
                <a:spcPts val="0"/>
              </a:spcAft>
              <a:buSzPts val="1200"/>
              <a:buFont typeface="Inter"/>
              <a:buNone/>
              <a:defRPr sz="1200" b="1">
                <a:latin typeface="Inter"/>
                <a:ea typeface="Inter"/>
                <a:cs typeface="Inter"/>
              </a:defRPr>
            </a:lvl5pPr>
            <a:lvl6pPr>
              <a:spcBef>
                <a:spcPts val="0"/>
              </a:spcBef>
              <a:spcAft>
                <a:spcPts val="0"/>
              </a:spcAft>
              <a:buSzPts val="1200"/>
              <a:buFont typeface="Inter"/>
              <a:buNone/>
              <a:defRPr sz="1200" b="1">
                <a:latin typeface="Inter"/>
                <a:ea typeface="Inter"/>
                <a:cs typeface="Inter"/>
              </a:defRPr>
            </a:lvl6pPr>
            <a:lvl7pPr>
              <a:spcBef>
                <a:spcPts val="0"/>
              </a:spcBef>
              <a:spcAft>
                <a:spcPts val="0"/>
              </a:spcAft>
              <a:buSzPts val="1200"/>
              <a:buFont typeface="Inter"/>
              <a:buNone/>
              <a:defRPr sz="1200" b="1">
                <a:latin typeface="Inter"/>
                <a:ea typeface="Inter"/>
                <a:cs typeface="Inter"/>
              </a:defRPr>
            </a:lvl7pPr>
            <a:lvl8pPr>
              <a:spcBef>
                <a:spcPts val="0"/>
              </a:spcBef>
              <a:spcAft>
                <a:spcPts val="0"/>
              </a:spcAft>
              <a:buSzPts val="1200"/>
              <a:buFont typeface="Inter"/>
              <a:buNone/>
              <a:defRPr sz="1200" b="1">
                <a:latin typeface="Inter"/>
                <a:ea typeface="Inter"/>
                <a:cs typeface="Inter"/>
              </a:defRPr>
            </a:lvl8pPr>
            <a:lvl9pPr>
              <a:spcBef>
                <a:spcPts val="0"/>
              </a:spcBef>
              <a:spcAft>
                <a:spcPts val="0"/>
              </a:spcAft>
              <a:buSzPts val="1200"/>
              <a:buFont typeface="Inter"/>
              <a:buNone/>
              <a:defRPr sz="1200" b="1">
                <a:latin typeface="Inter"/>
                <a:ea typeface="Inter"/>
                <a:cs typeface="Inter"/>
              </a:defRPr>
            </a:lvl9pPr>
          </a:lstStyle>
          <a:p xmlns:a="http://schemas.openxmlformats.org/drawingml/2006/main"/>
        </p:txBody>
      </p:sp>
      <p:sp>
        <p:nvSpPr>
          <p:cNvPr id="49" name="Google Shape;49;p11">
            <a:extLst xmlns:a="http://schemas.openxmlformats.org/drawingml/2006/main">
              <a:ext uri="{FF2B5EF4-FFF2-40B4-BE49-F238E27FC236}">
                <a16:creationId xmlns:a16="http://schemas.microsoft.com/office/drawing/2014/main" id="{260B3A7C-C40F-4994-B8BA-EA23353682E5}"/>
              </a:ext>
            </a:extLst>
          </p:cNvPr>
          <p:cNvSpPr>
            <a:spLocks xmlns:a="http://schemas.openxmlformats.org/drawingml/2006/main" noGrp="1"/>
          </p:cNvSpPr>
          <p:nvPr>
            <p:ph type="title" idx="5"/>
          </p:nvPr>
        </p:nvSpPr>
        <p:spPr>
          <a:xfrm xmlns:a="http://schemas.openxmlformats.org/drawingml/2006/main">
            <a:off x="5533550" y="4246275"/>
            <a:ext cx="2739900" cy="20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noAutofit/>
          </a:bodyPr>
          <a:lstStyle xmlns:a="http://schemas.openxmlformats.org/drawingml/2006/main">
            <a:lvl1pPr algn="l">
              <a:lnSpc>
                <a:spcPct val="90000"/>
              </a:lnSpc>
              <a:spcBef>
                <a:spcPts val="375"/>
              </a:spcBef>
              <a:spcAft>
                <a:spcPts val="0"/>
              </a:spcAft>
              <a:buClr>
                <a:schemeClr val="dk1"/>
              </a:buClr>
              <a:buSzPts val="1200"/>
              <a:buFont typeface="Inter"/>
              <a:buNone/>
              <a:defRPr sz="1200" b="1">
                <a:latin typeface="Inter"/>
                <a:ea typeface="Inter"/>
                <a:cs typeface="Inter"/>
              </a:defRPr>
            </a:lvl1pPr>
            <a:lvl2pPr>
              <a:spcBef>
                <a:spcPts val="0"/>
              </a:spcBef>
              <a:spcAft>
                <a:spcPts val="0"/>
              </a:spcAft>
              <a:buSzPts val="1200"/>
              <a:buFont typeface="Inter"/>
              <a:buNone/>
              <a:defRPr sz="1200" b="1">
                <a:latin typeface="Inter"/>
                <a:ea typeface="Inter"/>
                <a:cs typeface="Inter"/>
              </a:defRPr>
            </a:lvl2pPr>
            <a:lvl3pPr>
              <a:spcBef>
                <a:spcPts val="0"/>
              </a:spcBef>
              <a:spcAft>
                <a:spcPts val="0"/>
              </a:spcAft>
              <a:buSzPts val="1200"/>
              <a:buFont typeface="Inter"/>
              <a:buNone/>
              <a:defRPr sz="1200" b="1">
                <a:latin typeface="Inter"/>
                <a:ea typeface="Inter"/>
                <a:cs typeface="Inter"/>
              </a:defRPr>
            </a:lvl3pPr>
            <a:lvl4pPr>
              <a:spcBef>
                <a:spcPts val="0"/>
              </a:spcBef>
              <a:spcAft>
                <a:spcPts val="0"/>
              </a:spcAft>
              <a:buSzPts val="1200"/>
              <a:buFont typeface="Inter"/>
              <a:buNone/>
              <a:defRPr sz="1200" b="1">
                <a:latin typeface="Inter"/>
                <a:ea typeface="Inter"/>
                <a:cs typeface="Inter"/>
              </a:defRPr>
            </a:lvl4pPr>
            <a:lvl5pPr>
              <a:spcBef>
                <a:spcPts val="0"/>
              </a:spcBef>
              <a:spcAft>
                <a:spcPts val="0"/>
              </a:spcAft>
              <a:buSzPts val="1200"/>
              <a:buFont typeface="Inter"/>
              <a:buNone/>
              <a:defRPr sz="1200" b="1">
                <a:latin typeface="Inter"/>
                <a:ea typeface="Inter"/>
                <a:cs typeface="Inter"/>
              </a:defRPr>
            </a:lvl5pPr>
            <a:lvl6pPr>
              <a:spcBef>
                <a:spcPts val="0"/>
              </a:spcBef>
              <a:spcAft>
                <a:spcPts val="0"/>
              </a:spcAft>
              <a:buSzPts val="1200"/>
              <a:buFont typeface="Inter"/>
              <a:buNone/>
              <a:defRPr sz="1200" b="1">
                <a:latin typeface="Inter"/>
                <a:ea typeface="Inter"/>
                <a:cs typeface="Inter"/>
              </a:defRPr>
            </a:lvl6pPr>
            <a:lvl7pPr>
              <a:spcBef>
                <a:spcPts val="0"/>
              </a:spcBef>
              <a:spcAft>
                <a:spcPts val="0"/>
              </a:spcAft>
              <a:buSzPts val="1200"/>
              <a:buFont typeface="Inter"/>
              <a:buNone/>
              <a:defRPr sz="1200" b="1">
                <a:latin typeface="Inter"/>
                <a:ea typeface="Inter"/>
                <a:cs typeface="Inter"/>
              </a:defRPr>
            </a:lvl7pPr>
            <a:lvl8pPr>
              <a:spcBef>
                <a:spcPts val="0"/>
              </a:spcBef>
              <a:spcAft>
                <a:spcPts val="0"/>
              </a:spcAft>
              <a:buSzPts val="1200"/>
              <a:buFont typeface="Inter"/>
              <a:buNone/>
              <a:defRPr sz="1200" b="1">
                <a:latin typeface="Inter"/>
                <a:ea typeface="Inter"/>
                <a:cs typeface="Inter"/>
              </a:defRPr>
            </a:lvl8pPr>
            <a:lvl9pPr>
              <a:spcBef>
                <a:spcPts val="0"/>
              </a:spcBef>
              <a:spcAft>
                <a:spcPts val="0"/>
              </a:spcAft>
              <a:buSzPts val="1200"/>
              <a:buFont typeface="Inter"/>
              <a:buNone/>
              <a:defRPr sz="1200" b="1">
                <a:latin typeface="Inter"/>
                <a:ea typeface="Inter"/>
                <a:cs typeface="Inter"/>
              </a:defRPr>
            </a:lvl9pPr>
          </a:lstStyle>
          <a:p xmlns:a="http://schemas.openxmlformats.org/drawingml/2006/main"/>
        </p:txBody>
      </p:sp>
      <p:sp>
        <p:nvSpPr>
          <p:cNvPr id="50" name="Google Shape;50;p11">
            <a:extLst xmlns:a="http://schemas.openxmlformats.org/drawingml/2006/main">
              <a:ext uri="{FF2B5EF4-FFF2-40B4-BE49-F238E27FC236}">
                <a16:creationId xmlns:a16="http://schemas.microsoft.com/office/drawing/2014/main" id="{C4CDBB3B-C37F-4268-B9C4-439821151898}"/>
              </a:ext>
            </a:extLst>
          </p:cNvPr>
          <p:cNvSpPr>
            <a:spLocks xmlns:a="http://schemas.openxmlformats.org/drawingml/2006/main" noGrp="1"/>
          </p:cNvSpPr>
          <p:nvPr>
            <p:ph type="title" idx="6"/>
          </p:nvPr>
        </p:nvSpPr>
        <p:spPr>
          <a:xfrm xmlns:a="http://schemas.openxmlformats.org/drawingml/2006/main">
            <a:off x="5533550" y="4532075"/>
            <a:ext cx="2739900" cy="20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noAutofit/>
          </a:bodyPr>
          <a:lstStyle xmlns:a="http://schemas.openxmlformats.org/drawingml/2006/main">
            <a:lvl1pPr algn="l">
              <a:lnSpc>
                <a:spcPct val="90000"/>
              </a:lnSpc>
              <a:spcBef>
                <a:spcPts val="375"/>
              </a:spcBef>
              <a:spcAft>
                <a:spcPts val="0"/>
              </a:spcAft>
              <a:buClr>
                <a:schemeClr val="dk1"/>
              </a:buClr>
              <a:buSzPts val="1200"/>
              <a:buFont typeface="Inter"/>
              <a:buNone/>
              <a:defRPr sz="1200">
                <a:latin typeface="Inter"/>
                <a:ea typeface="Inter"/>
                <a:cs typeface="Inter"/>
              </a:defRPr>
            </a:lvl1pPr>
            <a:lvl2pPr>
              <a:spcBef>
                <a:spcPts val="0"/>
              </a:spcBef>
              <a:spcAft>
                <a:spcPts val="0"/>
              </a:spcAft>
              <a:buSzPts val="1200"/>
              <a:buFont typeface="Inter"/>
              <a:buNone/>
              <a:defRPr sz="1200" b="1">
                <a:latin typeface="Inter"/>
                <a:ea typeface="Inter"/>
                <a:cs typeface="Inter"/>
              </a:defRPr>
            </a:lvl2pPr>
            <a:lvl3pPr>
              <a:spcBef>
                <a:spcPts val="0"/>
              </a:spcBef>
              <a:spcAft>
                <a:spcPts val="0"/>
              </a:spcAft>
              <a:buSzPts val="1200"/>
              <a:buFont typeface="Inter"/>
              <a:buNone/>
              <a:defRPr sz="1200" b="1">
                <a:latin typeface="Inter"/>
                <a:ea typeface="Inter"/>
                <a:cs typeface="Inter"/>
              </a:defRPr>
            </a:lvl3pPr>
            <a:lvl4pPr>
              <a:spcBef>
                <a:spcPts val="0"/>
              </a:spcBef>
              <a:spcAft>
                <a:spcPts val="0"/>
              </a:spcAft>
              <a:buSzPts val="1200"/>
              <a:buFont typeface="Inter"/>
              <a:buNone/>
              <a:defRPr sz="1200" b="1">
                <a:latin typeface="Inter"/>
                <a:ea typeface="Inter"/>
                <a:cs typeface="Inter"/>
              </a:defRPr>
            </a:lvl4pPr>
            <a:lvl5pPr>
              <a:spcBef>
                <a:spcPts val="0"/>
              </a:spcBef>
              <a:spcAft>
                <a:spcPts val="0"/>
              </a:spcAft>
              <a:buSzPts val="1200"/>
              <a:buFont typeface="Inter"/>
              <a:buNone/>
              <a:defRPr sz="1200" b="1">
                <a:latin typeface="Inter"/>
                <a:ea typeface="Inter"/>
                <a:cs typeface="Inter"/>
              </a:defRPr>
            </a:lvl5pPr>
            <a:lvl6pPr>
              <a:spcBef>
                <a:spcPts val="0"/>
              </a:spcBef>
              <a:spcAft>
                <a:spcPts val="0"/>
              </a:spcAft>
              <a:buSzPts val="1200"/>
              <a:buFont typeface="Inter"/>
              <a:buNone/>
              <a:defRPr sz="1200" b="1">
                <a:latin typeface="Inter"/>
                <a:ea typeface="Inter"/>
                <a:cs typeface="Inter"/>
              </a:defRPr>
            </a:lvl6pPr>
            <a:lvl7pPr>
              <a:spcBef>
                <a:spcPts val="0"/>
              </a:spcBef>
              <a:spcAft>
                <a:spcPts val="0"/>
              </a:spcAft>
              <a:buSzPts val="1200"/>
              <a:buFont typeface="Inter"/>
              <a:buNone/>
              <a:defRPr sz="1200" b="1">
                <a:latin typeface="Inter"/>
                <a:ea typeface="Inter"/>
                <a:cs typeface="Inter"/>
              </a:defRPr>
            </a:lvl7pPr>
            <a:lvl8pPr>
              <a:spcBef>
                <a:spcPts val="0"/>
              </a:spcBef>
              <a:spcAft>
                <a:spcPts val="0"/>
              </a:spcAft>
              <a:buSzPts val="1200"/>
              <a:buFont typeface="Inter"/>
              <a:buNone/>
              <a:defRPr sz="1200" b="1">
                <a:latin typeface="Inter"/>
                <a:ea typeface="Inter"/>
                <a:cs typeface="Inter"/>
              </a:defRPr>
            </a:lvl8pPr>
            <a:lvl9pPr>
              <a:spcBef>
                <a:spcPts val="0"/>
              </a:spcBef>
              <a:spcAft>
                <a:spcPts val="0"/>
              </a:spcAft>
              <a:buSzPts val="1200"/>
              <a:buFont typeface="Inter"/>
              <a:buNone/>
              <a:defRPr sz="1200" b="1">
                <a:latin typeface="Inter"/>
                <a:ea typeface="Inter"/>
                <a:cs typeface="Inter"/>
              </a:defRPr>
            </a:lvl9pPr>
          </a:lstStyle>
          <a:p xmlns:a="http://schemas.openxmlformats.org/drawingml/2006/main"/>
        </p:txBody>
      </p:sp>
    </p:spTree>
  </p:cSld>
</p:sldLayout>
</file>

<file path=ppt/slideLayouts/slideLayout11.xml><?xml version="1.0" encoding="utf-8"?>
<p:sldLayout xmlns:p="http://schemas.openxmlformats.org/presentationml/2006/main" matchingName="Title Slide - Speaker - white">
  <p:cSld name="Intro title_3_2_1_1">
    <p:bg>
      <p:bgPr>
        <a:solidFill xmlns:a="http://schemas.openxmlformats.org/drawingml/2006/main">
          <a:schemeClr val="lt1"/>
        </a:solidFill>
      </p:bgPr>
    </p:bg>
    <p:spTree>
      <p:nvGrpSpPr>
        <p:cNvPr id="1" name=""/>
        <p:cNvGrpSpPr/>
        <p:nvPr/>
      </p:nvGrpSpPr>
      <p:grpSpPr>
        <a:xfrm xmlns:a="http://schemas.openxmlformats.org/drawingml/2006/main"/>
      </p:grpSpPr>
      <p:pic>
        <p:nvPicPr>
          <p:cNvPr id="60" name="Google Shape;52;p12"/>
          <p:cNvPicPr>
            <a:picLocks xmlns:a="http://schemas.openxmlformats.org/drawingml/2006/main" noChangeAspect="1"/>
          </p:cNvPicPr>
          <p:nvPr/>
        </p:nvPicPr>
        <p:blipFill rotWithShape="1">
          <a:blip xmlns:r="http://schemas.openxmlformats.org/officeDocument/2006/relationships" xmlns:a="http://schemas.openxmlformats.org/drawingml/2006/main" r:embed="R025df4e08d874873">
            <a:alphaModFix/>
          </a:blip>
          <a:srcRect xmlns:a="http://schemas.openxmlformats.org/drawingml/2006/main" l="0" t="0" r="0" b="0"/>
          <a:stretch xmlns:a="http://schemas.openxmlformats.org/drawingml/2006/main"/>
        </p:blipFill>
        <p:spPr>
          <a:xfrm xmlns:a="http://schemas.openxmlformats.org/drawingml/2006/main">
            <a:off x="152400" y="4741176"/>
            <a:ext cx="1223532" cy="209100"/>
          </a:xfrm>
          <a:prstGeom xmlns:a="http://schemas.openxmlformats.org/drawingml/2006/main" prst="rect">
            <a:avLst/>
          </a:prstGeom>
          <a:ln xmlns:a="http://schemas.openxmlformats.org/drawingml/2006/main">
            <a:noFill/>
          </a:ln>
        </p:spPr>
      </p:pic>
      <p:sp>
        <p:nvSpPr>
          <p:cNvPr id="53" name="Google Shape;53;p12">
            <a:extLst xmlns:a="http://schemas.openxmlformats.org/drawingml/2006/main">
              <a:ext uri="{FF2B5EF4-FFF2-40B4-BE49-F238E27FC236}">
                <a16:creationId xmlns:a16="http://schemas.microsoft.com/office/drawing/2014/main" id="{EDD4EF33-B5F9-4E44-9CB8-51447FF187EA}"/>
              </a:ext>
            </a:extLst>
          </p:cNvPr>
          <p:cNvSpPr>
            <a:spLocks xmlns:a="http://schemas.openxmlformats.org/drawingml/2006/main" noGrp="1"/>
          </p:cNvSpPr>
          <p:nvPr>
            <p:ph type="title" idx="0"/>
          </p:nvPr>
        </p:nvSpPr>
        <p:spPr>
          <a:xfrm xmlns:a="http://schemas.openxmlformats.org/drawingml/2006/main">
            <a:off x="228600" y="2834375"/>
            <a:ext cx="4279500" cy="20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noAutofit/>
          </a:bodyPr>
          <a:lstStyle xmlns:a="http://schemas.openxmlformats.org/drawingml/2006/main">
            <a:lvl1pPr algn="l">
              <a:lnSpc>
                <a:spcPct val="90000"/>
              </a:lnSpc>
              <a:spcBef>
                <a:spcPts val="375"/>
              </a:spcBef>
              <a:spcAft>
                <a:spcPts val="0"/>
              </a:spcAft>
              <a:buClr>
                <a:schemeClr val="dk1"/>
              </a:buClr>
              <a:buSzPts val="1200"/>
              <a:buFont typeface="Inter"/>
              <a:buNone/>
              <a:defRPr sz="1200">
                <a:latin typeface="Inter"/>
                <a:ea typeface="Inter"/>
                <a:cs typeface="Inter"/>
              </a:defRPr>
            </a:lvl1pPr>
            <a:lvl2pPr>
              <a:spcBef>
                <a:spcPts val="0"/>
              </a:spcBef>
              <a:spcAft>
                <a:spcPts val="0"/>
              </a:spcAft>
              <a:buSzPts val="1200"/>
              <a:buFont typeface="Inter"/>
              <a:buNone/>
              <a:defRPr sz="1200">
                <a:latin typeface="Inter"/>
                <a:ea typeface="Inter"/>
                <a:cs typeface="Inter"/>
              </a:defRPr>
            </a:lvl2pPr>
            <a:lvl3pPr>
              <a:spcBef>
                <a:spcPts val="0"/>
              </a:spcBef>
              <a:spcAft>
                <a:spcPts val="0"/>
              </a:spcAft>
              <a:buSzPts val="1200"/>
              <a:buFont typeface="Inter"/>
              <a:buNone/>
              <a:defRPr sz="1200">
                <a:latin typeface="Inter"/>
                <a:ea typeface="Inter"/>
                <a:cs typeface="Inter"/>
              </a:defRPr>
            </a:lvl3pPr>
            <a:lvl4pPr>
              <a:spcBef>
                <a:spcPts val="0"/>
              </a:spcBef>
              <a:spcAft>
                <a:spcPts val="0"/>
              </a:spcAft>
              <a:buSzPts val="1200"/>
              <a:buFont typeface="Inter"/>
              <a:buNone/>
              <a:defRPr sz="1200">
                <a:latin typeface="Inter"/>
                <a:ea typeface="Inter"/>
                <a:cs typeface="Inter"/>
              </a:defRPr>
            </a:lvl4pPr>
            <a:lvl5pPr>
              <a:spcBef>
                <a:spcPts val="0"/>
              </a:spcBef>
              <a:spcAft>
                <a:spcPts val="0"/>
              </a:spcAft>
              <a:buSzPts val="1200"/>
              <a:buFont typeface="Inter"/>
              <a:buNone/>
              <a:defRPr sz="1200">
                <a:latin typeface="Inter"/>
                <a:ea typeface="Inter"/>
                <a:cs typeface="Inter"/>
              </a:defRPr>
            </a:lvl5pPr>
            <a:lvl6pPr>
              <a:spcBef>
                <a:spcPts val="0"/>
              </a:spcBef>
              <a:spcAft>
                <a:spcPts val="0"/>
              </a:spcAft>
              <a:buSzPts val="1200"/>
              <a:buFont typeface="Inter"/>
              <a:buNone/>
              <a:defRPr sz="1200">
                <a:latin typeface="Inter"/>
                <a:ea typeface="Inter"/>
                <a:cs typeface="Inter"/>
              </a:defRPr>
            </a:lvl6pPr>
            <a:lvl7pPr>
              <a:spcBef>
                <a:spcPts val="0"/>
              </a:spcBef>
              <a:spcAft>
                <a:spcPts val="0"/>
              </a:spcAft>
              <a:buSzPts val="1200"/>
              <a:buFont typeface="Inter"/>
              <a:buNone/>
              <a:defRPr sz="1200">
                <a:latin typeface="Inter"/>
                <a:ea typeface="Inter"/>
                <a:cs typeface="Inter"/>
              </a:defRPr>
            </a:lvl7pPr>
            <a:lvl8pPr>
              <a:spcBef>
                <a:spcPts val="0"/>
              </a:spcBef>
              <a:spcAft>
                <a:spcPts val="0"/>
              </a:spcAft>
              <a:buSzPts val="1200"/>
              <a:buFont typeface="Inter"/>
              <a:buNone/>
              <a:defRPr sz="1200">
                <a:latin typeface="Inter"/>
                <a:ea typeface="Inter"/>
                <a:cs typeface="Inter"/>
              </a:defRPr>
            </a:lvl8pPr>
            <a:lvl9pPr>
              <a:spcBef>
                <a:spcPts val="0"/>
              </a:spcBef>
              <a:spcAft>
                <a:spcPts val="0"/>
              </a:spcAft>
              <a:buSzPts val="1200"/>
              <a:buFont typeface="Inter"/>
              <a:buNone/>
              <a:defRPr sz="1200">
                <a:latin typeface="Inter"/>
                <a:ea typeface="Inter"/>
                <a:cs typeface="Inter"/>
              </a:defRPr>
            </a:lvl9pPr>
          </a:lstStyle>
          <a:p xmlns:a="http://schemas.openxmlformats.org/drawingml/2006/main"/>
        </p:txBody>
      </p:sp>
      <p:sp>
        <p:nvSpPr>
          <p:cNvPr id="54" name="Google Shape;54;p12">
            <a:extLst xmlns:a="http://schemas.openxmlformats.org/drawingml/2006/main">
              <a:ext uri="{FF2B5EF4-FFF2-40B4-BE49-F238E27FC236}">
                <a16:creationId xmlns:a16="http://schemas.microsoft.com/office/drawing/2014/main" id="{07BA445C-A4C3-48FE-AF93-D7B036CCF8E7}"/>
              </a:ext>
            </a:extLst>
          </p:cNvPr>
          <p:cNvSpPr>
            <a:spLocks xmlns:a="http://schemas.openxmlformats.org/drawingml/2006/main" noGrp="1"/>
          </p:cNvSpPr>
          <p:nvPr>
            <p:ph type="pic" idx="2"/>
          </p:nvPr>
        </p:nvSpPr>
        <p:spPr>
          <a:xfrm xmlns:a="http://schemas.openxmlformats.org/drawingml/2006/main">
            <a:off x="5533550" y="1015692"/>
            <a:ext cx="2739900" cy="3014100"/>
          </a:xfrm>
          <a:prstGeom xmlns:a="http://schemas.openxmlformats.org/drawingml/2006/main" prst="roundRect">
            <a:avLst>
              <a:gd name="adj" fmla="val 7144"/>
            </a:avLst>
          </a:prstGeom>
          <a:noFill xmlns:a="http://schemas.openxmlformats.org/drawingml/2006/main"/>
          <a:ln xmlns:a="http://schemas.openxmlformats.org/drawingml/2006/main">
            <a:noFill/>
          </a:ln>
        </p:spPr>
      </p:sp>
      <p:sp>
        <p:nvSpPr>
          <p:cNvPr id="55" name="Google Shape;55;p12">
            <a:extLst xmlns:a="http://schemas.openxmlformats.org/drawingml/2006/main">
              <a:ext uri="{FF2B5EF4-FFF2-40B4-BE49-F238E27FC236}">
                <a16:creationId xmlns:a16="http://schemas.microsoft.com/office/drawing/2014/main" id="{D9C4165D-C8F5-49F3-883F-6A3452FF40E5}"/>
              </a:ext>
            </a:extLst>
          </p:cNvPr>
          <p:cNvSpPr>
            <a:spLocks xmlns:a="http://schemas.openxmlformats.org/drawingml/2006/main" noGrp="1"/>
          </p:cNvSpPr>
          <p:nvPr>
            <p:ph type="title" idx="3"/>
          </p:nvPr>
        </p:nvSpPr>
        <p:spPr>
          <a:xfrm xmlns:a="http://schemas.openxmlformats.org/drawingml/2006/main">
            <a:off x="228600" y="1631750"/>
            <a:ext cx="5070000" cy="1121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noAutofit/>
          </a:bodyPr>
          <a:lstStyle xmlns:a="http://schemas.openxmlformats.org/drawingml/2006/main">
            <a:lvl1pPr algn="l">
              <a:lnSpc>
                <a:spcPct val="90000"/>
              </a:lnSpc>
              <a:spcBef>
                <a:spcPts val="375"/>
              </a:spcBef>
              <a:spcAft>
                <a:spcPts val="0"/>
              </a:spcAft>
              <a:buClr>
                <a:schemeClr val="dk1"/>
              </a:buClr>
              <a:buSzPts val="3750"/>
              <a:buFont typeface="Arial"/>
              <a:buNone/>
              <a:defRPr sz="3750"/>
            </a:lvl1pPr>
            <a:lvl2pPr>
              <a:spcBef>
                <a:spcPts val="0"/>
              </a:spcBef>
              <a:spcAft>
                <a:spcPts val="0"/>
              </a:spcAft>
              <a:buSzPts val="525"/>
              <a:buNone/>
              <a:defRPr sz="675"/>
            </a:lvl2pPr>
            <a:lvl3pPr>
              <a:spcBef>
                <a:spcPts val="0"/>
              </a:spcBef>
              <a:spcAft>
                <a:spcPts val="0"/>
              </a:spcAft>
              <a:buSzPts val="525"/>
              <a:buNone/>
              <a:defRPr sz="675"/>
            </a:lvl3pPr>
            <a:lvl4pPr>
              <a:spcBef>
                <a:spcPts val="0"/>
              </a:spcBef>
              <a:spcAft>
                <a:spcPts val="0"/>
              </a:spcAft>
              <a:buSzPts val="525"/>
              <a:buNone/>
              <a:defRPr sz="675"/>
            </a:lvl4pPr>
            <a:lvl5pPr>
              <a:spcBef>
                <a:spcPts val="0"/>
              </a:spcBef>
              <a:spcAft>
                <a:spcPts val="0"/>
              </a:spcAft>
              <a:buSzPts val="525"/>
              <a:buNone/>
              <a:defRPr sz="675"/>
            </a:lvl5pPr>
            <a:lvl6pPr>
              <a:spcBef>
                <a:spcPts val="0"/>
              </a:spcBef>
              <a:spcAft>
                <a:spcPts val="0"/>
              </a:spcAft>
              <a:buSzPts val="525"/>
              <a:buNone/>
              <a:defRPr sz="675"/>
            </a:lvl6pPr>
            <a:lvl7pPr>
              <a:spcBef>
                <a:spcPts val="0"/>
              </a:spcBef>
              <a:spcAft>
                <a:spcPts val="0"/>
              </a:spcAft>
              <a:buSzPts val="525"/>
              <a:buNone/>
              <a:defRPr sz="675"/>
            </a:lvl7pPr>
            <a:lvl8pPr>
              <a:spcBef>
                <a:spcPts val="0"/>
              </a:spcBef>
              <a:spcAft>
                <a:spcPts val="0"/>
              </a:spcAft>
              <a:buSzPts val="525"/>
              <a:buNone/>
              <a:defRPr sz="675"/>
            </a:lvl8pPr>
            <a:lvl9pPr>
              <a:spcBef>
                <a:spcPts val="0"/>
              </a:spcBef>
              <a:spcAft>
                <a:spcPts val="0"/>
              </a:spcAft>
              <a:buSzPts val="525"/>
              <a:buNone/>
              <a:defRPr sz="675"/>
            </a:lvl9pPr>
          </a:lstStyle>
          <a:p xmlns:a="http://schemas.openxmlformats.org/drawingml/2006/main"/>
        </p:txBody>
      </p:sp>
      <p:sp>
        <p:nvSpPr>
          <p:cNvPr id="56" name="Google Shape;56;p12">
            <a:extLst xmlns:a="http://schemas.openxmlformats.org/drawingml/2006/main">
              <a:ext uri="{FF2B5EF4-FFF2-40B4-BE49-F238E27FC236}">
                <a16:creationId xmlns:a16="http://schemas.microsoft.com/office/drawing/2014/main" id="{D003694C-2D3A-4086-84FE-06FAF335B340}"/>
              </a:ext>
            </a:extLst>
          </p:cNvPr>
          <p:cNvSpPr>
            <a:spLocks xmlns:a="http://schemas.openxmlformats.org/drawingml/2006/main" noGrp="1"/>
          </p:cNvSpPr>
          <p:nvPr>
            <p:ph type="title" idx="4"/>
          </p:nvPr>
        </p:nvSpPr>
        <p:spPr>
          <a:xfrm xmlns:a="http://schemas.openxmlformats.org/drawingml/2006/main">
            <a:off x="5533550" y="590125"/>
            <a:ext cx="2739900" cy="20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noAutofit/>
          </a:bodyPr>
          <a:lstStyle xmlns:a="http://schemas.openxmlformats.org/drawingml/2006/main">
            <a:lvl1pPr algn="l">
              <a:lnSpc>
                <a:spcPct val="90000"/>
              </a:lnSpc>
              <a:spcBef>
                <a:spcPts val="375"/>
              </a:spcBef>
              <a:spcAft>
                <a:spcPts val="0"/>
              </a:spcAft>
              <a:buClr>
                <a:schemeClr val="dk1"/>
              </a:buClr>
              <a:buSzPts val="1200"/>
              <a:buFont typeface="Inter"/>
              <a:buNone/>
              <a:defRPr sz="1200" b="1">
                <a:latin typeface="Inter"/>
                <a:ea typeface="Inter"/>
                <a:cs typeface="Inter"/>
              </a:defRPr>
            </a:lvl1pPr>
            <a:lvl2pPr>
              <a:spcBef>
                <a:spcPts val="0"/>
              </a:spcBef>
              <a:spcAft>
                <a:spcPts val="0"/>
              </a:spcAft>
              <a:buSzPts val="1200"/>
              <a:buFont typeface="Inter"/>
              <a:buNone/>
              <a:defRPr sz="1200" b="1">
                <a:latin typeface="Inter"/>
                <a:ea typeface="Inter"/>
                <a:cs typeface="Inter"/>
              </a:defRPr>
            </a:lvl2pPr>
            <a:lvl3pPr>
              <a:spcBef>
                <a:spcPts val="0"/>
              </a:spcBef>
              <a:spcAft>
                <a:spcPts val="0"/>
              </a:spcAft>
              <a:buSzPts val="1200"/>
              <a:buFont typeface="Inter"/>
              <a:buNone/>
              <a:defRPr sz="1200" b="1">
                <a:latin typeface="Inter"/>
                <a:ea typeface="Inter"/>
                <a:cs typeface="Inter"/>
              </a:defRPr>
            </a:lvl3pPr>
            <a:lvl4pPr>
              <a:spcBef>
                <a:spcPts val="0"/>
              </a:spcBef>
              <a:spcAft>
                <a:spcPts val="0"/>
              </a:spcAft>
              <a:buSzPts val="1200"/>
              <a:buFont typeface="Inter"/>
              <a:buNone/>
              <a:defRPr sz="1200" b="1">
                <a:latin typeface="Inter"/>
                <a:ea typeface="Inter"/>
                <a:cs typeface="Inter"/>
              </a:defRPr>
            </a:lvl4pPr>
            <a:lvl5pPr>
              <a:spcBef>
                <a:spcPts val="0"/>
              </a:spcBef>
              <a:spcAft>
                <a:spcPts val="0"/>
              </a:spcAft>
              <a:buSzPts val="1200"/>
              <a:buFont typeface="Inter"/>
              <a:buNone/>
              <a:defRPr sz="1200" b="1">
                <a:latin typeface="Inter"/>
                <a:ea typeface="Inter"/>
                <a:cs typeface="Inter"/>
              </a:defRPr>
            </a:lvl5pPr>
            <a:lvl6pPr>
              <a:spcBef>
                <a:spcPts val="0"/>
              </a:spcBef>
              <a:spcAft>
                <a:spcPts val="0"/>
              </a:spcAft>
              <a:buSzPts val="1200"/>
              <a:buFont typeface="Inter"/>
              <a:buNone/>
              <a:defRPr sz="1200" b="1">
                <a:latin typeface="Inter"/>
                <a:ea typeface="Inter"/>
                <a:cs typeface="Inter"/>
              </a:defRPr>
            </a:lvl6pPr>
            <a:lvl7pPr>
              <a:spcBef>
                <a:spcPts val="0"/>
              </a:spcBef>
              <a:spcAft>
                <a:spcPts val="0"/>
              </a:spcAft>
              <a:buSzPts val="1200"/>
              <a:buFont typeface="Inter"/>
              <a:buNone/>
              <a:defRPr sz="1200" b="1">
                <a:latin typeface="Inter"/>
                <a:ea typeface="Inter"/>
                <a:cs typeface="Inter"/>
              </a:defRPr>
            </a:lvl7pPr>
            <a:lvl8pPr>
              <a:spcBef>
                <a:spcPts val="0"/>
              </a:spcBef>
              <a:spcAft>
                <a:spcPts val="0"/>
              </a:spcAft>
              <a:buSzPts val="1200"/>
              <a:buFont typeface="Inter"/>
              <a:buNone/>
              <a:defRPr sz="1200" b="1">
                <a:latin typeface="Inter"/>
                <a:ea typeface="Inter"/>
                <a:cs typeface="Inter"/>
              </a:defRPr>
            </a:lvl8pPr>
            <a:lvl9pPr>
              <a:spcBef>
                <a:spcPts val="0"/>
              </a:spcBef>
              <a:spcAft>
                <a:spcPts val="0"/>
              </a:spcAft>
              <a:buSzPts val="1200"/>
              <a:buFont typeface="Inter"/>
              <a:buNone/>
              <a:defRPr sz="1200" b="1">
                <a:latin typeface="Inter"/>
                <a:ea typeface="Inter"/>
                <a:cs typeface="Inter"/>
              </a:defRPr>
            </a:lvl9pPr>
          </a:lstStyle>
          <a:p xmlns:a="http://schemas.openxmlformats.org/drawingml/2006/main"/>
        </p:txBody>
      </p:sp>
      <p:sp>
        <p:nvSpPr>
          <p:cNvPr id="57" name="Google Shape;57;p12">
            <a:extLst xmlns:a="http://schemas.openxmlformats.org/drawingml/2006/main">
              <a:ext uri="{FF2B5EF4-FFF2-40B4-BE49-F238E27FC236}">
                <a16:creationId xmlns:a16="http://schemas.microsoft.com/office/drawing/2014/main" id="{92FB470A-17EE-473C-BB39-9B801AD77A10}"/>
              </a:ext>
            </a:extLst>
          </p:cNvPr>
          <p:cNvSpPr>
            <a:spLocks xmlns:a="http://schemas.openxmlformats.org/drawingml/2006/main" noGrp="1"/>
          </p:cNvSpPr>
          <p:nvPr>
            <p:ph type="title" idx="5"/>
          </p:nvPr>
        </p:nvSpPr>
        <p:spPr>
          <a:xfrm xmlns:a="http://schemas.openxmlformats.org/drawingml/2006/main">
            <a:off x="5533550" y="4246275"/>
            <a:ext cx="2739900" cy="20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noAutofit/>
          </a:bodyPr>
          <a:lstStyle xmlns:a="http://schemas.openxmlformats.org/drawingml/2006/main">
            <a:lvl1pPr algn="l">
              <a:lnSpc>
                <a:spcPct val="90000"/>
              </a:lnSpc>
              <a:spcBef>
                <a:spcPts val="375"/>
              </a:spcBef>
              <a:spcAft>
                <a:spcPts val="0"/>
              </a:spcAft>
              <a:buClr>
                <a:schemeClr val="dk1"/>
              </a:buClr>
              <a:buSzPts val="1200"/>
              <a:buFont typeface="Inter"/>
              <a:buNone/>
              <a:defRPr sz="1200" b="1">
                <a:latin typeface="Inter"/>
                <a:ea typeface="Inter"/>
                <a:cs typeface="Inter"/>
              </a:defRPr>
            </a:lvl1pPr>
            <a:lvl2pPr>
              <a:spcBef>
                <a:spcPts val="0"/>
              </a:spcBef>
              <a:spcAft>
                <a:spcPts val="0"/>
              </a:spcAft>
              <a:buSzPts val="1200"/>
              <a:buFont typeface="Inter"/>
              <a:buNone/>
              <a:defRPr sz="1200" b="1">
                <a:latin typeface="Inter"/>
                <a:ea typeface="Inter"/>
                <a:cs typeface="Inter"/>
              </a:defRPr>
            </a:lvl2pPr>
            <a:lvl3pPr>
              <a:spcBef>
                <a:spcPts val="0"/>
              </a:spcBef>
              <a:spcAft>
                <a:spcPts val="0"/>
              </a:spcAft>
              <a:buSzPts val="1200"/>
              <a:buFont typeface="Inter"/>
              <a:buNone/>
              <a:defRPr sz="1200" b="1">
                <a:latin typeface="Inter"/>
                <a:ea typeface="Inter"/>
                <a:cs typeface="Inter"/>
              </a:defRPr>
            </a:lvl3pPr>
            <a:lvl4pPr>
              <a:spcBef>
                <a:spcPts val="0"/>
              </a:spcBef>
              <a:spcAft>
                <a:spcPts val="0"/>
              </a:spcAft>
              <a:buSzPts val="1200"/>
              <a:buFont typeface="Inter"/>
              <a:buNone/>
              <a:defRPr sz="1200" b="1">
                <a:latin typeface="Inter"/>
                <a:ea typeface="Inter"/>
                <a:cs typeface="Inter"/>
              </a:defRPr>
            </a:lvl4pPr>
            <a:lvl5pPr>
              <a:spcBef>
                <a:spcPts val="0"/>
              </a:spcBef>
              <a:spcAft>
                <a:spcPts val="0"/>
              </a:spcAft>
              <a:buSzPts val="1200"/>
              <a:buFont typeface="Inter"/>
              <a:buNone/>
              <a:defRPr sz="1200" b="1">
                <a:latin typeface="Inter"/>
                <a:ea typeface="Inter"/>
                <a:cs typeface="Inter"/>
              </a:defRPr>
            </a:lvl5pPr>
            <a:lvl6pPr>
              <a:spcBef>
                <a:spcPts val="0"/>
              </a:spcBef>
              <a:spcAft>
                <a:spcPts val="0"/>
              </a:spcAft>
              <a:buSzPts val="1200"/>
              <a:buFont typeface="Inter"/>
              <a:buNone/>
              <a:defRPr sz="1200" b="1">
                <a:latin typeface="Inter"/>
                <a:ea typeface="Inter"/>
                <a:cs typeface="Inter"/>
              </a:defRPr>
            </a:lvl6pPr>
            <a:lvl7pPr>
              <a:spcBef>
                <a:spcPts val="0"/>
              </a:spcBef>
              <a:spcAft>
                <a:spcPts val="0"/>
              </a:spcAft>
              <a:buSzPts val="1200"/>
              <a:buFont typeface="Inter"/>
              <a:buNone/>
              <a:defRPr sz="1200" b="1">
                <a:latin typeface="Inter"/>
                <a:ea typeface="Inter"/>
                <a:cs typeface="Inter"/>
              </a:defRPr>
            </a:lvl7pPr>
            <a:lvl8pPr>
              <a:spcBef>
                <a:spcPts val="0"/>
              </a:spcBef>
              <a:spcAft>
                <a:spcPts val="0"/>
              </a:spcAft>
              <a:buSzPts val="1200"/>
              <a:buFont typeface="Inter"/>
              <a:buNone/>
              <a:defRPr sz="1200" b="1">
                <a:latin typeface="Inter"/>
                <a:ea typeface="Inter"/>
                <a:cs typeface="Inter"/>
              </a:defRPr>
            </a:lvl8pPr>
            <a:lvl9pPr>
              <a:spcBef>
                <a:spcPts val="0"/>
              </a:spcBef>
              <a:spcAft>
                <a:spcPts val="0"/>
              </a:spcAft>
              <a:buSzPts val="1200"/>
              <a:buFont typeface="Inter"/>
              <a:buNone/>
              <a:defRPr sz="1200" b="1">
                <a:latin typeface="Inter"/>
                <a:ea typeface="Inter"/>
                <a:cs typeface="Inter"/>
              </a:defRPr>
            </a:lvl9pPr>
          </a:lstStyle>
          <a:p xmlns:a="http://schemas.openxmlformats.org/drawingml/2006/main"/>
        </p:txBody>
      </p:sp>
      <p:sp>
        <p:nvSpPr>
          <p:cNvPr id="58" name="Google Shape;58;p12">
            <a:extLst xmlns:a="http://schemas.openxmlformats.org/drawingml/2006/main">
              <a:ext uri="{FF2B5EF4-FFF2-40B4-BE49-F238E27FC236}">
                <a16:creationId xmlns:a16="http://schemas.microsoft.com/office/drawing/2014/main" id="{7B4EAD00-EBB6-4A3B-9729-A7FF9AD865D8}"/>
              </a:ext>
            </a:extLst>
          </p:cNvPr>
          <p:cNvSpPr>
            <a:spLocks xmlns:a="http://schemas.openxmlformats.org/drawingml/2006/main" noGrp="1"/>
          </p:cNvSpPr>
          <p:nvPr>
            <p:ph type="title" idx="6"/>
          </p:nvPr>
        </p:nvSpPr>
        <p:spPr>
          <a:xfrm xmlns:a="http://schemas.openxmlformats.org/drawingml/2006/main">
            <a:off x="5533550" y="4532075"/>
            <a:ext cx="2739900" cy="20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noAutofit/>
          </a:bodyPr>
          <a:lstStyle xmlns:a="http://schemas.openxmlformats.org/drawingml/2006/main">
            <a:lvl1pPr algn="l">
              <a:lnSpc>
                <a:spcPct val="90000"/>
              </a:lnSpc>
              <a:spcBef>
                <a:spcPts val="375"/>
              </a:spcBef>
              <a:spcAft>
                <a:spcPts val="0"/>
              </a:spcAft>
              <a:buClr>
                <a:schemeClr val="dk1"/>
              </a:buClr>
              <a:buSzPts val="1200"/>
              <a:buFont typeface="Inter"/>
              <a:buNone/>
              <a:defRPr sz="1200">
                <a:latin typeface="Inter"/>
                <a:ea typeface="Inter"/>
                <a:cs typeface="Inter"/>
              </a:defRPr>
            </a:lvl1pPr>
            <a:lvl2pPr>
              <a:spcBef>
                <a:spcPts val="0"/>
              </a:spcBef>
              <a:spcAft>
                <a:spcPts val="0"/>
              </a:spcAft>
              <a:buSzPts val="1200"/>
              <a:buFont typeface="Inter"/>
              <a:buNone/>
              <a:defRPr sz="1200" b="1">
                <a:latin typeface="Inter"/>
                <a:ea typeface="Inter"/>
                <a:cs typeface="Inter"/>
              </a:defRPr>
            </a:lvl2pPr>
            <a:lvl3pPr>
              <a:spcBef>
                <a:spcPts val="0"/>
              </a:spcBef>
              <a:spcAft>
                <a:spcPts val="0"/>
              </a:spcAft>
              <a:buSzPts val="1200"/>
              <a:buFont typeface="Inter"/>
              <a:buNone/>
              <a:defRPr sz="1200" b="1">
                <a:latin typeface="Inter"/>
                <a:ea typeface="Inter"/>
                <a:cs typeface="Inter"/>
              </a:defRPr>
            </a:lvl3pPr>
            <a:lvl4pPr>
              <a:spcBef>
                <a:spcPts val="0"/>
              </a:spcBef>
              <a:spcAft>
                <a:spcPts val="0"/>
              </a:spcAft>
              <a:buSzPts val="1200"/>
              <a:buFont typeface="Inter"/>
              <a:buNone/>
              <a:defRPr sz="1200" b="1">
                <a:latin typeface="Inter"/>
                <a:ea typeface="Inter"/>
                <a:cs typeface="Inter"/>
              </a:defRPr>
            </a:lvl4pPr>
            <a:lvl5pPr>
              <a:spcBef>
                <a:spcPts val="0"/>
              </a:spcBef>
              <a:spcAft>
                <a:spcPts val="0"/>
              </a:spcAft>
              <a:buSzPts val="1200"/>
              <a:buFont typeface="Inter"/>
              <a:buNone/>
              <a:defRPr sz="1200" b="1">
                <a:latin typeface="Inter"/>
                <a:ea typeface="Inter"/>
                <a:cs typeface="Inter"/>
              </a:defRPr>
            </a:lvl5pPr>
            <a:lvl6pPr>
              <a:spcBef>
                <a:spcPts val="0"/>
              </a:spcBef>
              <a:spcAft>
                <a:spcPts val="0"/>
              </a:spcAft>
              <a:buSzPts val="1200"/>
              <a:buFont typeface="Inter"/>
              <a:buNone/>
              <a:defRPr sz="1200" b="1">
                <a:latin typeface="Inter"/>
                <a:ea typeface="Inter"/>
                <a:cs typeface="Inter"/>
              </a:defRPr>
            </a:lvl6pPr>
            <a:lvl7pPr>
              <a:spcBef>
                <a:spcPts val="0"/>
              </a:spcBef>
              <a:spcAft>
                <a:spcPts val="0"/>
              </a:spcAft>
              <a:buSzPts val="1200"/>
              <a:buFont typeface="Inter"/>
              <a:buNone/>
              <a:defRPr sz="1200" b="1">
                <a:latin typeface="Inter"/>
                <a:ea typeface="Inter"/>
                <a:cs typeface="Inter"/>
              </a:defRPr>
            </a:lvl7pPr>
            <a:lvl8pPr>
              <a:spcBef>
                <a:spcPts val="0"/>
              </a:spcBef>
              <a:spcAft>
                <a:spcPts val="0"/>
              </a:spcAft>
              <a:buSzPts val="1200"/>
              <a:buFont typeface="Inter"/>
              <a:buNone/>
              <a:defRPr sz="1200" b="1">
                <a:latin typeface="Inter"/>
                <a:ea typeface="Inter"/>
                <a:cs typeface="Inter"/>
              </a:defRPr>
            </a:lvl8pPr>
            <a:lvl9pPr>
              <a:spcBef>
                <a:spcPts val="0"/>
              </a:spcBef>
              <a:spcAft>
                <a:spcPts val="0"/>
              </a:spcAft>
              <a:buSzPts val="1200"/>
              <a:buFont typeface="Inter"/>
              <a:buNone/>
              <a:defRPr sz="1200" b="1">
                <a:latin typeface="Inter"/>
                <a:ea typeface="Inter"/>
                <a:cs typeface="Inter"/>
              </a:defRPr>
            </a:lvl9pPr>
          </a:lstStyle>
          <a:p xmlns:a="http://schemas.openxmlformats.org/drawingml/2006/main"/>
        </p:txBody>
      </p:sp>
    </p:spTree>
  </p:cSld>
</p:sldLayout>
</file>

<file path=ppt/slideLayouts/slideLayout12.xml><?xml version="1.0" encoding="utf-8"?>
<p:sldLayout xmlns:p="http://schemas.openxmlformats.org/presentationml/2006/main" matchingName="Section divider - Plain color">
  <p:cSld name="CUSTOM_1">
    <p:bg>
      <p:bgPr>
        <a:solidFill xmlns:a="http://schemas.openxmlformats.org/drawingml/2006/main">
          <a:schemeClr val="accent3"/>
        </a:solidFill>
      </p:bgPr>
    </p:bg>
    <p:spTree>
      <p:nvGrpSpPr>
        <p:cNvPr id="1" name=""/>
        <p:cNvGrpSpPr/>
        <p:nvPr/>
      </p:nvGrpSpPr>
      <p:grpSpPr>
        <a:xfrm xmlns:a="http://schemas.openxmlformats.org/drawingml/2006/main"/>
      </p:grpSpPr>
      <p:sp>
        <p:nvSpPr>
          <p:cNvPr id="60" name="Google Shape;60;p13">
            <a:extLst xmlns:a="http://schemas.openxmlformats.org/drawingml/2006/main">
              <a:ext uri="{FF2B5EF4-FFF2-40B4-BE49-F238E27FC236}">
                <a16:creationId xmlns:a16="http://schemas.microsoft.com/office/drawing/2014/main" id="{9256651C-BC75-4A52-AFC5-E8FB85BE7E5A}"/>
              </a:ext>
            </a:extLst>
          </p:cNvPr>
          <p:cNvSpPr>
            <a:spLocks xmlns:a="http://schemas.openxmlformats.org/drawingml/2006/main" noGrp="1"/>
          </p:cNvSpPr>
          <p:nvPr>
            <p:ph type="title" idx="0"/>
          </p:nvPr>
        </p:nvSpPr>
        <p:spPr>
          <a:xfrm xmlns:a="http://schemas.openxmlformats.org/drawingml/2006/main">
            <a:off x="1514925" y="2113650"/>
            <a:ext cx="6114000" cy="920700"/>
          </a:xfrm>
          <a:prstGeom xmlns:a="http://schemas.openxmlformats.org/drawingml/2006/main" prst="rect">
            <a:avLst/>
          </a:prstGeom>
        </p:spPr>
        <p:txBody>
          <a:bodyPr xmlns:a="http://schemas.openxmlformats.org/drawingml/2006/main" spcFirstLastPara="1" wrap="square" lIns="0" tIns="0" rIns="0" bIns="0" anchor="ctr">
            <a:noAutofit/>
          </a:bodyPr>
          <a:lstStyle xmlns:a="http://schemas.openxmlformats.org/drawingml/2006/main">
            <a:lvl1pPr algn="ctr">
              <a:spcBef>
                <a:spcPts val="0"/>
              </a:spcBef>
              <a:spcAft>
                <a:spcPts val="0"/>
              </a:spcAft>
              <a:buSzPts val="4000"/>
              <a:buNone/>
              <a:defRPr sz="4000"/>
            </a:lvl1pPr>
            <a:lvl2pPr>
              <a:spcBef>
                <a:spcPts val="0"/>
              </a:spcBef>
              <a:spcAft>
                <a:spcPts val="0"/>
              </a:spcAft>
              <a:buSzPts val="4000"/>
              <a:buNone/>
              <a:defRPr sz="4000"/>
            </a:lvl2pPr>
            <a:lvl3pPr>
              <a:spcBef>
                <a:spcPts val="0"/>
              </a:spcBef>
              <a:spcAft>
                <a:spcPts val="0"/>
              </a:spcAft>
              <a:buSzPts val="4000"/>
              <a:buNone/>
              <a:defRPr sz="4000"/>
            </a:lvl3pPr>
            <a:lvl4pPr>
              <a:spcBef>
                <a:spcPts val="0"/>
              </a:spcBef>
              <a:spcAft>
                <a:spcPts val="0"/>
              </a:spcAft>
              <a:buSzPts val="4000"/>
              <a:buNone/>
              <a:defRPr sz="4000"/>
            </a:lvl4pPr>
            <a:lvl5pPr>
              <a:spcBef>
                <a:spcPts val="0"/>
              </a:spcBef>
              <a:spcAft>
                <a:spcPts val="0"/>
              </a:spcAft>
              <a:buSzPts val="4000"/>
              <a:buNone/>
              <a:defRPr sz="4000"/>
            </a:lvl5pPr>
            <a:lvl6pPr>
              <a:spcBef>
                <a:spcPts val="0"/>
              </a:spcBef>
              <a:spcAft>
                <a:spcPts val="0"/>
              </a:spcAft>
              <a:buSzPts val="4000"/>
              <a:buNone/>
              <a:defRPr sz="4000"/>
            </a:lvl6pPr>
            <a:lvl7pPr>
              <a:spcBef>
                <a:spcPts val="0"/>
              </a:spcBef>
              <a:spcAft>
                <a:spcPts val="0"/>
              </a:spcAft>
              <a:buSzPts val="4000"/>
              <a:buNone/>
              <a:defRPr sz="4000"/>
            </a:lvl7pPr>
            <a:lvl8pPr>
              <a:spcBef>
                <a:spcPts val="0"/>
              </a:spcBef>
              <a:spcAft>
                <a:spcPts val="0"/>
              </a:spcAft>
              <a:buSzPts val="4000"/>
              <a:buNone/>
              <a:defRPr sz="4000"/>
            </a:lvl8pPr>
            <a:lvl9pPr>
              <a:spcBef>
                <a:spcPts val="0"/>
              </a:spcBef>
              <a:spcAft>
                <a:spcPts val="0"/>
              </a:spcAft>
              <a:buSzPts val="4000"/>
              <a:buNone/>
              <a:defRPr sz="4000"/>
            </a:lvl9pPr>
          </a:lstStyle>
          <a:p xmlns:a="http://schemas.openxmlformats.org/drawingml/2006/main"/>
        </p:txBody>
      </p:sp>
    </p:spTree>
  </p:cSld>
</p:sldLayout>
</file>

<file path=ppt/slideLayouts/slideLayout13.xml><?xml version="1.0" encoding="utf-8"?>
<p:sldLayout xmlns:p="http://schemas.openxmlformats.org/presentationml/2006/main" matchingName="Section divider - Image">
  <p:cSld name="CUSTOM_1_2">
    <p:bg>
      <p:bgPr>
        <a:solidFill xmlns:a="http://schemas.openxmlformats.org/drawingml/2006/main">
          <a:schemeClr val="accent3"/>
        </a:solidFill>
      </p:bgPr>
    </p:bg>
    <p:spTree>
      <p:nvGrpSpPr>
        <p:cNvPr id="1" name=""/>
        <p:cNvGrpSpPr/>
        <p:nvPr/>
      </p:nvGrpSpPr>
      <p:grpSpPr>
        <a:xfrm xmlns:a="http://schemas.openxmlformats.org/drawingml/2006/main"/>
      </p:grpSpPr>
      <p:sp>
        <p:nvSpPr>
          <p:cNvPr id="62" name="Google Shape;62;p14">
            <a:extLst xmlns:a="http://schemas.openxmlformats.org/drawingml/2006/main">
              <a:ext uri="{FF2B5EF4-FFF2-40B4-BE49-F238E27FC236}">
                <a16:creationId xmlns:a16="http://schemas.microsoft.com/office/drawing/2014/main" id="{F61318B0-04B9-442A-8CB6-E9E4EF7833B4}"/>
              </a:ext>
            </a:extLst>
          </p:cNvPr>
          <p:cNvSpPr>
            <a:spLocks xmlns:a="http://schemas.openxmlformats.org/drawingml/2006/main" noGrp="1"/>
          </p:cNvSpPr>
          <p:nvPr>
            <p:ph type="pic" idx="2"/>
          </p:nvPr>
        </p:nvSpPr>
        <p:spPr>
          <a:xfrm xmlns:a="http://schemas.openxmlformats.org/drawingml/2006/main">
            <a:off x="1691650" y="-308600"/>
            <a:ext cx="5760600" cy="5760600"/>
          </a:xfrm>
          <a:prstGeom xmlns:a="http://schemas.openxmlformats.org/drawingml/2006/main" prst="ellipse">
            <a:avLst/>
          </a:prstGeom>
          <a:noFill xmlns:a="http://schemas.openxmlformats.org/drawingml/2006/main"/>
          <a:ln xmlns:a="http://schemas.openxmlformats.org/drawingml/2006/main">
            <a:noFill/>
          </a:ln>
        </p:spPr>
      </p:sp>
      <p:sp>
        <p:nvSpPr>
          <p:cNvPr id="63" name="Google Shape;63;p14">
            <a:extLst xmlns:a="http://schemas.openxmlformats.org/drawingml/2006/main">
              <a:ext uri="{FF2B5EF4-FFF2-40B4-BE49-F238E27FC236}">
                <a16:creationId xmlns:a16="http://schemas.microsoft.com/office/drawing/2014/main" id="{934AE282-03C7-458B-AEEE-18DDEE1A5577}"/>
              </a:ext>
            </a:extLst>
          </p:cNvPr>
          <p:cNvSpPr>
            <a:spLocks xmlns:a="http://schemas.openxmlformats.org/drawingml/2006/main" noGrp="1"/>
          </p:cNvSpPr>
          <p:nvPr>
            <p:ph type="title" idx="0"/>
          </p:nvPr>
        </p:nvSpPr>
        <p:spPr>
          <a:xfrm xmlns:a="http://schemas.openxmlformats.org/drawingml/2006/main">
            <a:off x="1514925" y="2113650"/>
            <a:ext cx="6114000" cy="920700"/>
          </a:xfrm>
          <a:prstGeom xmlns:a="http://schemas.openxmlformats.org/drawingml/2006/main" prst="rect">
            <a:avLst/>
          </a:prstGeom>
        </p:spPr>
        <p:txBody>
          <a:bodyPr xmlns:a="http://schemas.openxmlformats.org/drawingml/2006/main" spcFirstLastPara="1" wrap="square" lIns="0" tIns="0" rIns="0" bIns="0" anchor="ctr">
            <a:noAutofit/>
          </a:bodyPr>
          <a:lstStyle xmlns:a="http://schemas.openxmlformats.org/drawingml/2006/main">
            <a:lvl1pPr algn="ctr">
              <a:spcBef>
                <a:spcPts val="0"/>
              </a:spcBef>
              <a:spcAft>
                <a:spcPts val="0"/>
              </a:spcAft>
              <a:buSzPts val="4000"/>
              <a:buNone/>
              <a:defRPr sz="4000"/>
            </a:lvl1pPr>
            <a:lvl2pPr>
              <a:spcBef>
                <a:spcPts val="0"/>
              </a:spcBef>
              <a:spcAft>
                <a:spcPts val="0"/>
              </a:spcAft>
              <a:buSzPts val="4000"/>
              <a:buNone/>
              <a:defRPr sz="4000"/>
            </a:lvl2pPr>
            <a:lvl3pPr>
              <a:spcBef>
                <a:spcPts val="0"/>
              </a:spcBef>
              <a:spcAft>
                <a:spcPts val="0"/>
              </a:spcAft>
              <a:buSzPts val="4000"/>
              <a:buNone/>
              <a:defRPr sz="4000"/>
            </a:lvl3pPr>
            <a:lvl4pPr>
              <a:spcBef>
                <a:spcPts val="0"/>
              </a:spcBef>
              <a:spcAft>
                <a:spcPts val="0"/>
              </a:spcAft>
              <a:buSzPts val="4000"/>
              <a:buNone/>
              <a:defRPr sz="4000"/>
            </a:lvl4pPr>
            <a:lvl5pPr>
              <a:spcBef>
                <a:spcPts val="0"/>
              </a:spcBef>
              <a:spcAft>
                <a:spcPts val="0"/>
              </a:spcAft>
              <a:buSzPts val="4000"/>
              <a:buNone/>
              <a:defRPr sz="4000"/>
            </a:lvl5pPr>
            <a:lvl6pPr>
              <a:spcBef>
                <a:spcPts val="0"/>
              </a:spcBef>
              <a:spcAft>
                <a:spcPts val="0"/>
              </a:spcAft>
              <a:buSzPts val="4000"/>
              <a:buNone/>
              <a:defRPr sz="4000"/>
            </a:lvl6pPr>
            <a:lvl7pPr>
              <a:spcBef>
                <a:spcPts val="0"/>
              </a:spcBef>
              <a:spcAft>
                <a:spcPts val="0"/>
              </a:spcAft>
              <a:buSzPts val="4000"/>
              <a:buNone/>
              <a:defRPr sz="4000"/>
            </a:lvl7pPr>
            <a:lvl8pPr>
              <a:spcBef>
                <a:spcPts val="0"/>
              </a:spcBef>
              <a:spcAft>
                <a:spcPts val="0"/>
              </a:spcAft>
              <a:buSzPts val="4000"/>
              <a:buNone/>
              <a:defRPr sz="4000"/>
            </a:lvl8pPr>
            <a:lvl9pPr>
              <a:spcBef>
                <a:spcPts val="0"/>
              </a:spcBef>
              <a:spcAft>
                <a:spcPts val="0"/>
              </a:spcAft>
              <a:buSzPts val="4000"/>
              <a:buNone/>
              <a:defRPr sz="4000"/>
            </a:lvl9pPr>
          </a:lstStyle>
          <a:p xmlns:a="http://schemas.openxmlformats.org/drawingml/2006/main"/>
        </p:txBody>
      </p:sp>
    </p:spTree>
  </p:cSld>
</p:sldLayout>
</file>

<file path=ppt/slideLayouts/slideLayout14.xml><?xml version="1.0" encoding="utf-8"?>
<p:sldLayout xmlns:p="http://schemas.openxmlformats.org/presentationml/2006/main" matchingName="Section divider - Image 2">
  <p:cSld name="CUSTOM_1_2_1_1_2">
    <p:bg>
      <p:bgPr>
        <a:solidFill xmlns:a="http://schemas.openxmlformats.org/drawingml/2006/main">
          <a:schemeClr val="lt1"/>
        </a:solidFill>
      </p:bgPr>
    </p:bg>
    <p:spTree>
      <p:nvGrpSpPr>
        <p:cNvPr id="1" name=""/>
        <p:cNvGrpSpPr/>
        <p:nvPr/>
      </p:nvGrpSpPr>
      <p:grpSpPr>
        <a:xfrm xmlns:a="http://schemas.openxmlformats.org/drawingml/2006/main"/>
      </p:grpSpPr>
      <p:pic>
        <p:nvPicPr>
          <p:cNvPr id="69" name="Google Shape;65;p15"/>
          <p:cNvPicPr>
            <a:picLocks xmlns:a="http://schemas.openxmlformats.org/drawingml/2006/main" noChangeAspect="1"/>
          </p:cNvPicPr>
          <p:nvPr/>
        </p:nvPicPr>
        <p:blipFill rotWithShape="1">
          <a:blip xmlns:r="http://schemas.openxmlformats.org/officeDocument/2006/relationships" xmlns:a="http://schemas.openxmlformats.org/drawingml/2006/main" r:embed="Rbf135d8372e54b6f">
            <a:alphaModFix/>
          </a:blip>
          <a:srcRect xmlns:a="http://schemas.openxmlformats.org/drawingml/2006/main" l="34712" t="9102" r="-2827" b="30456"/>
          <a:stretch xmlns:a="http://schemas.openxmlformats.org/drawingml/2006/main"/>
        </p:blipFill>
        <p:spPr>
          <a:xfrm xmlns:a="http://schemas.openxmlformats.org/drawingml/2006/main">
            <a:off x="717625" y="60275"/>
            <a:ext cx="8426373" cy="4986774"/>
          </a:xfrm>
          <a:prstGeom xmlns:a="http://schemas.openxmlformats.org/drawingml/2006/main" prst="rect">
            <a:avLst/>
          </a:prstGeom>
          <a:ln xmlns:a="http://schemas.openxmlformats.org/drawingml/2006/main">
            <a:noFill/>
          </a:ln>
        </p:spPr>
      </p:pic>
      <p:sp>
        <p:nvSpPr>
          <p:cNvPr id="66" name="Google Shape;66;p15">
            <a:extLst xmlns:a="http://schemas.openxmlformats.org/drawingml/2006/main">
              <a:ext uri="{FF2B5EF4-FFF2-40B4-BE49-F238E27FC236}">
                <a16:creationId xmlns:a16="http://schemas.microsoft.com/office/drawing/2014/main" id="{BCCE5F21-9E58-42AA-8EE6-D49AF607E8A4}"/>
              </a:ext>
            </a:extLst>
          </p:cNvPr>
          <p:cNvSpPr>
            <a:spLocks xmlns:a="http://schemas.openxmlformats.org/drawingml/2006/main" noGrp="1"/>
          </p:cNvSpPr>
          <p:nvPr>
            <p:ph type="title" idx="0"/>
          </p:nvPr>
        </p:nvSpPr>
        <p:spPr>
          <a:xfrm xmlns:a="http://schemas.openxmlformats.org/drawingml/2006/main">
            <a:off x="1514925" y="2111400"/>
            <a:ext cx="6114000" cy="920700"/>
          </a:xfrm>
          <a:prstGeom xmlns:a="http://schemas.openxmlformats.org/drawingml/2006/main" prst="rect">
            <a:avLst/>
          </a:prstGeom>
        </p:spPr>
        <p:txBody>
          <a:bodyPr xmlns:a="http://schemas.openxmlformats.org/drawingml/2006/main" spcFirstLastPara="1" wrap="square" lIns="0" tIns="0" rIns="0" bIns="0" anchor="ctr">
            <a:noAutofit/>
          </a:bodyPr>
          <a:lstStyle xmlns:a="http://schemas.openxmlformats.org/drawingml/2006/main">
            <a:lvl1pPr algn="ctr">
              <a:spcBef>
                <a:spcPts val="0"/>
              </a:spcBef>
              <a:spcAft>
                <a:spcPts val="0"/>
              </a:spcAft>
              <a:buClr>
                <a:schemeClr val="lt1"/>
              </a:buClr>
              <a:buSzPts val="4000"/>
              <a:buNone/>
              <a:defRPr sz="4000">
                <a:solidFill>
                  <a:schemeClr val="lt1"/>
                </a:solidFill>
              </a:defRPr>
            </a:lvl1pPr>
            <a:lvl2pPr>
              <a:spcBef>
                <a:spcPts val="0"/>
              </a:spcBef>
              <a:spcAft>
                <a:spcPts val="0"/>
              </a:spcAft>
              <a:buSzPts val="4000"/>
              <a:buNone/>
              <a:defRPr sz="4000"/>
            </a:lvl2pPr>
            <a:lvl3pPr>
              <a:spcBef>
                <a:spcPts val="0"/>
              </a:spcBef>
              <a:spcAft>
                <a:spcPts val="0"/>
              </a:spcAft>
              <a:buSzPts val="4000"/>
              <a:buNone/>
              <a:defRPr sz="4000"/>
            </a:lvl3pPr>
            <a:lvl4pPr>
              <a:spcBef>
                <a:spcPts val="0"/>
              </a:spcBef>
              <a:spcAft>
                <a:spcPts val="0"/>
              </a:spcAft>
              <a:buSzPts val="4000"/>
              <a:buNone/>
              <a:defRPr sz="4000"/>
            </a:lvl4pPr>
            <a:lvl5pPr>
              <a:spcBef>
                <a:spcPts val="0"/>
              </a:spcBef>
              <a:spcAft>
                <a:spcPts val="0"/>
              </a:spcAft>
              <a:buSzPts val="4000"/>
              <a:buNone/>
              <a:defRPr sz="4000"/>
            </a:lvl5pPr>
            <a:lvl6pPr>
              <a:spcBef>
                <a:spcPts val="0"/>
              </a:spcBef>
              <a:spcAft>
                <a:spcPts val="0"/>
              </a:spcAft>
              <a:buSzPts val="4000"/>
              <a:buNone/>
              <a:defRPr sz="4000"/>
            </a:lvl6pPr>
            <a:lvl7pPr>
              <a:spcBef>
                <a:spcPts val="0"/>
              </a:spcBef>
              <a:spcAft>
                <a:spcPts val="0"/>
              </a:spcAft>
              <a:buSzPts val="4000"/>
              <a:buNone/>
              <a:defRPr sz="4000"/>
            </a:lvl7pPr>
            <a:lvl8pPr>
              <a:spcBef>
                <a:spcPts val="0"/>
              </a:spcBef>
              <a:spcAft>
                <a:spcPts val="0"/>
              </a:spcAft>
              <a:buSzPts val="4000"/>
              <a:buNone/>
              <a:defRPr sz="4000"/>
            </a:lvl8pPr>
            <a:lvl9pPr>
              <a:spcBef>
                <a:spcPts val="0"/>
              </a:spcBef>
              <a:spcAft>
                <a:spcPts val="0"/>
              </a:spcAft>
              <a:buSzPts val="4000"/>
              <a:buNone/>
              <a:defRPr sz="4000"/>
            </a:lvl9pPr>
          </a:lstStyle>
          <a:p xmlns:a="http://schemas.openxmlformats.org/drawingml/2006/main"/>
        </p:txBody>
      </p:sp>
      <p:pic>
        <p:nvPicPr>
          <p:cNvPr id="71" name="Google Shape;67;p15"/>
          <p:cNvPicPr>
            <a:picLocks xmlns:a="http://schemas.openxmlformats.org/drawingml/2006/main" noChangeAspect="1"/>
          </p:cNvPicPr>
          <p:nvPr/>
        </p:nvPicPr>
        <p:blipFill>
          <a:blip xmlns:r="http://schemas.openxmlformats.org/officeDocument/2006/relationships" xmlns:a="http://schemas.openxmlformats.org/drawingml/2006/main" r:embed="R3e5174fbabba48c0">
            <a:alphaModFix/>
          </a:blip>
          <a:stretch xmlns:a="http://schemas.openxmlformats.org/drawingml/2006/main">
            <a:fillRect l="0" t="0" r="0" b="0"/>
          </a:stretch>
        </p:blipFill>
        <p:spPr>
          <a:xfrm xmlns:a="http://schemas.openxmlformats.org/drawingml/2006/main">
            <a:off x="-1" y="-1"/>
            <a:ext cx="9144003" cy="5143501"/>
          </a:xfrm>
          <a:prstGeom xmlns:a="http://schemas.openxmlformats.org/drawingml/2006/main" prst="rect">
            <a:avLst/>
          </a:prstGeom>
          <a:ln xmlns:a="http://schemas.openxmlformats.org/drawingml/2006/main">
            <a:noFill/>
          </a:ln>
        </p:spPr>
      </p:pic>
    </p:spTree>
  </p:cSld>
</p:sldLayout>
</file>

<file path=ppt/slideLayouts/slideLayout15.xml><?xml version="1.0" encoding="utf-8"?>
<p:sldLayout xmlns:p="http://schemas.openxmlformats.org/presentationml/2006/main" matchingName="Section divider - Image 3">
  <p:cSld name="CUSTOM_1_2_1_1">
    <p:bg>
      <p:bgPr>
        <a:solidFill xmlns:a="http://schemas.openxmlformats.org/drawingml/2006/main">
          <a:schemeClr val="lt1"/>
        </a:solidFill>
      </p:bgPr>
    </p:bg>
    <p:spTree>
      <p:nvGrpSpPr>
        <p:cNvPr id="1" name=""/>
        <p:cNvGrpSpPr/>
        <p:nvPr/>
      </p:nvGrpSpPr>
      <p:grpSpPr>
        <a:xfrm xmlns:a="http://schemas.openxmlformats.org/drawingml/2006/main"/>
      </p:grpSpPr>
      <p:pic>
        <p:nvPicPr>
          <p:cNvPr id="74" name="Google Shape;69;p16"/>
          <p:cNvPicPr>
            <a:picLocks xmlns:a="http://schemas.openxmlformats.org/drawingml/2006/main" noChangeAspect="1"/>
          </p:cNvPicPr>
          <p:nvPr/>
        </p:nvPicPr>
        <p:blipFill rotWithShape="1">
          <a:blip xmlns:r="http://schemas.openxmlformats.org/officeDocument/2006/relationships" xmlns:a="http://schemas.openxmlformats.org/drawingml/2006/main" r:embed="R9b4128d17f7a4517">
            <a:alphaModFix/>
          </a:blip>
          <a:srcRect xmlns:a="http://schemas.openxmlformats.org/drawingml/2006/main" l="34712" t="9102" r="-2827" b="30456"/>
          <a:stretch xmlns:a="http://schemas.openxmlformats.org/drawingml/2006/main"/>
        </p:blipFill>
        <p:spPr>
          <a:xfrm xmlns:a="http://schemas.openxmlformats.org/drawingml/2006/main">
            <a:off x="717625" y="60275"/>
            <a:ext cx="8426373" cy="4986774"/>
          </a:xfrm>
          <a:prstGeom xmlns:a="http://schemas.openxmlformats.org/drawingml/2006/main" prst="rect">
            <a:avLst/>
          </a:prstGeom>
          <a:ln xmlns:a="http://schemas.openxmlformats.org/drawingml/2006/main">
            <a:noFill/>
          </a:ln>
        </p:spPr>
      </p:pic>
      <p:pic>
        <p:nvPicPr>
          <p:cNvPr id="75" name="Google Shape;70;p16"/>
          <p:cNvPicPr>
            <a:picLocks xmlns:a="http://schemas.openxmlformats.org/drawingml/2006/main" noChangeAspect="1"/>
          </p:cNvPicPr>
          <p:nvPr/>
        </p:nvPicPr>
        <p:blipFill rotWithShape="1">
          <a:blip xmlns:r="http://schemas.openxmlformats.org/officeDocument/2006/relationships" xmlns:a="http://schemas.openxmlformats.org/drawingml/2006/main" r:embed="R765d3f4eedb44223">
            <a:alphaModFix/>
          </a:blip>
          <a:srcRect xmlns:a="http://schemas.openxmlformats.org/drawingml/2006/main" l="0" t="0" r="0" b="0"/>
          <a:stretch xmlns:a="http://schemas.openxmlformats.org/drawingml/2006/main"/>
        </p:blipFill>
        <p:spPr>
          <a:xfrm xmlns:a="http://schemas.openxmlformats.org/drawingml/2006/main">
            <a:off x="-1" y="-1"/>
            <a:ext cx="9144003" cy="5143501"/>
          </a:xfrm>
          <a:prstGeom xmlns:a="http://schemas.openxmlformats.org/drawingml/2006/main" prst="rect">
            <a:avLst/>
          </a:prstGeom>
          <a:ln xmlns:a="http://schemas.openxmlformats.org/drawingml/2006/main">
            <a:noFill/>
          </a:ln>
        </p:spPr>
      </p:pic>
      <p:sp>
        <p:nvSpPr>
          <p:cNvPr id="71" name="Google Shape;71;p16">
            <a:extLst xmlns:a="http://schemas.openxmlformats.org/drawingml/2006/main">
              <a:ext uri="{FF2B5EF4-FFF2-40B4-BE49-F238E27FC236}">
                <a16:creationId xmlns:a16="http://schemas.microsoft.com/office/drawing/2014/main" id="{CD75B5DC-B334-4F7D-8B58-E7D6EE5291BB}"/>
              </a:ext>
            </a:extLst>
          </p:cNvPr>
          <p:cNvSpPr>
            <a:spLocks xmlns:a="http://schemas.openxmlformats.org/drawingml/2006/main" noGrp="1"/>
          </p:cNvSpPr>
          <p:nvPr>
            <p:ph type="title" idx="0"/>
          </p:nvPr>
        </p:nvSpPr>
        <p:spPr>
          <a:xfrm xmlns:a="http://schemas.openxmlformats.org/drawingml/2006/main">
            <a:off x="1514925" y="2111400"/>
            <a:ext cx="6114000" cy="920700"/>
          </a:xfrm>
          <a:prstGeom xmlns:a="http://schemas.openxmlformats.org/drawingml/2006/main" prst="rect">
            <a:avLst/>
          </a:prstGeom>
        </p:spPr>
        <p:txBody>
          <a:bodyPr xmlns:a="http://schemas.openxmlformats.org/drawingml/2006/main" spcFirstLastPara="1" wrap="square" lIns="0" tIns="0" rIns="0" bIns="0" anchor="ctr">
            <a:noAutofit/>
          </a:bodyPr>
          <a:lstStyle xmlns:a="http://schemas.openxmlformats.org/drawingml/2006/main">
            <a:lvl1pPr algn="ctr">
              <a:spcBef>
                <a:spcPts val="0"/>
              </a:spcBef>
              <a:spcAft>
                <a:spcPts val="0"/>
              </a:spcAft>
              <a:buClr>
                <a:schemeClr val="lt1"/>
              </a:buClr>
              <a:buSzPts val="4000"/>
              <a:buNone/>
              <a:defRPr sz="4000">
                <a:solidFill>
                  <a:schemeClr val="lt1"/>
                </a:solidFill>
              </a:defRPr>
            </a:lvl1pPr>
            <a:lvl2pPr>
              <a:spcBef>
                <a:spcPts val="0"/>
              </a:spcBef>
              <a:spcAft>
                <a:spcPts val="0"/>
              </a:spcAft>
              <a:buSzPts val="4000"/>
              <a:buNone/>
              <a:defRPr sz="4000"/>
            </a:lvl2pPr>
            <a:lvl3pPr>
              <a:spcBef>
                <a:spcPts val="0"/>
              </a:spcBef>
              <a:spcAft>
                <a:spcPts val="0"/>
              </a:spcAft>
              <a:buSzPts val="4000"/>
              <a:buNone/>
              <a:defRPr sz="4000"/>
            </a:lvl3pPr>
            <a:lvl4pPr>
              <a:spcBef>
                <a:spcPts val="0"/>
              </a:spcBef>
              <a:spcAft>
                <a:spcPts val="0"/>
              </a:spcAft>
              <a:buSzPts val="4000"/>
              <a:buNone/>
              <a:defRPr sz="4000"/>
            </a:lvl4pPr>
            <a:lvl5pPr>
              <a:spcBef>
                <a:spcPts val="0"/>
              </a:spcBef>
              <a:spcAft>
                <a:spcPts val="0"/>
              </a:spcAft>
              <a:buSzPts val="4000"/>
              <a:buNone/>
              <a:defRPr sz="4000"/>
            </a:lvl5pPr>
            <a:lvl6pPr>
              <a:spcBef>
                <a:spcPts val="0"/>
              </a:spcBef>
              <a:spcAft>
                <a:spcPts val="0"/>
              </a:spcAft>
              <a:buSzPts val="4000"/>
              <a:buNone/>
              <a:defRPr sz="4000"/>
            </a:lvl6pPr>
            <a:lvl7pPr>
              <a:spcBef>
                <a:spcPts val="0"/>
              </a:spcBef>
              <a:spcAft>
                <a:spcPts val="0"/>
              </a:spcAft>
              <a:buSzPts val="4000"/>
              <a:buNone/>
              <a:defRPr sz="4000"/>
            </a:lvl7pPr>
            <a:lvl8pPr>
              <a:spcBef>
                <a:spcPts val="0"/>
              </a:spcBef>
              <a:spcAft>
                <a:spcPts val="0"/>
              </a:spcAft>
              <a:buSzPts val="4000"/>
              <a:buNone/>
              <a:defRPr sz="4000"/>
            </a:lvl8pPr>
            <a:lvl9pPr>
              <a:spcBef>
                <a:spcPts val="0"/>
              </a:spcBef>
              <a:spcAft>
                <a:spcPts val="0"/>
              </a:spcAft>
              <a:buSzPts val="4000"/>
              <a:buNone/>
              <a:defRPr sz="4000"/>
            </a:lvl9pPr>
          </a:lstStyle>
          <a:p xmlns:a="http://schemas.openxmlformats.org/drawingml/2006/main"/>
        </p:txBody>
      </p:sp>
    </p:spTree>
  </p:cSld>
</p:sldLayout>
</file>

<file path=ppt/slideLayouts/slideLayout16.xml><?xml version="1.0" encoding="utf-8"?>
<p:sldLayout xmlns:p="http://schemas.openxmlformats.org/presentationml/2006/main" matchingName="Section divider - Image 3 1">
  <p:cSld name="CUSTOM_1_2_1_1_1">
    <p:bg>
      <p:bgPr>
        <a:solidFill xmlns:a="http://schemas.openxmlformats.org/drawingml/2006/main">
          <a:schemeClr val="lt1"/>
        </a:solidFill>
      </p:bgPr>
    </p:bg>
    <p:spTree>
      <p:nvGrpSpPr>
        <p:cNvPr id="1" name=""/>
        <p:cNvGrpSpPr/>
        <p:nvPr/>
      </p:nvGrpSpPr>
      <p:grpSpPr>
        <a:xfrm xmlns:a="http://schemas.openxmlformats.org/drawingml/2006/main"/>
      </p:grpSpPr>
      <p:pic>
        <p:nvPicPr>
          <p:cNvPr id="78" name="Google Shape;73;p17"/>
          <p:cNvPicPr>
            <a:picLocks xmlns:a="http://schemas.openxmlformats.org/drawingml/2006/main" noChangeAspect="1"/>
          </p:cNvPicPr>
          <p:nvPr/>
        </p:nvPicPr>
        <p:blipFill rotWithShape="1">
          <a:blip xmlns:r="http://schemas.openxmlformats.org/officeDocument/2006/relationships" xmlns:a="http://schemas.openxmlformats.org/drawingml/2006/main" r:embed="Rc0eba5ef2b1747a0">
            <a:alphaModFix/>
          </a:blip>
          <a:srcRect xmlns:a="http://schemas.openxmlformats.org/drawingml/2006/main" l="2471" t="0" r="2481" b="0"/>
          <a:stretch xmlns:a="http://schemas.openxmlformats.org/drawingml/2006/main"/>
        </p:blipFill>
        <p:spPr>
          <a:xfrm xmlns:a="http://schemas.openxmlformats.org/drawingml/2006/main">
            <a:off x="929325" y="449175"/>
            <a:ext cx="7253100" cy="4292450"/>
          </a:xfrm>
          <a:prstGeom xmlns:a="http://schemas.openxmlformats.org/drawingml/2006/main" prst="rect">
            <a:avLst/>
          </a:prstGeom>
          <a:ln xmlns:a="http://schemas.openxmlformats.org/drawingml/2006/main">
            <a:noFill/>
          </a:ln>
        </p:spPr>
      </p:pic>
      <p:pic>
        <p:nvPicPr>
          <p:cNvPr id="79" name="Google Shape;74;p17"/>
          <p:cNvPicPr>
            <a:picLocks xmlns:a="http://schemas.openxmlformats.org/drawingml/2006/main" noChangeAspect="1"/>
          </p:cNvPicPr>
          <p:nvPr/>
        </p:nvPicPr>
        <p:blipFill rotWithShape="1">
          <a:blip xmlns:r="http://schemas.openxmlformats.org/officeDocument/2006/relationships" xmlns:a="http://schemas.openxmlformats.org/drawingml/2006/main" r:embed="R8a6c2c1affb14918">
            <a:alphaModFix/>
          </a:blip>
          <a:srcRect xmlns:a="http://schemas.openxmlformats.org/drawingml/2006/main" l="0" t="0" r="0" b="0"/>
          <a:stretch xmlns:a="http://schemas.openxmlformats.org/drawingml/2006/main"/>
        </p:blipFill>
        <p:spPr>
          <a:xfrm xmlns:a="http://schemas.openxmlformats.org/drawingml/2006/main">
            <a:off x="-1" y="-1"/>
            <a:ext cx="9144003" cy="5143501"/>
          </a:xfrm>
          <a:prstGeom xmlns:a="http://schemas.openxmlformats.org/drawingml/2006/main" prst="rect">
            <a:avLst/>
          </a:prstGeom>
          <a:ln xmlns:a="http://schemas.openxmlformats.org/drawingml/2006/main">
            <a:noFill/>
          </a:ln>
        </p:spPr>
      </p:pic>
      <p:sp>
        <p:nvSpPr>
          <p:cNvPr id="75" name="Google Shape;75;p17">
            <a:extLst xmlns:a="http://schemas.openxmlformats.org/drawingml/2006/main">
              <a:ext uri="{FF2B5EF4-FFF2-40B4-BE49-F238E27FC236}">
                <a16:creationId xmlns:a16="http://schemas.microsoft.com/office/drawing/2014/main" id="{84363F03-010C-4828-8D87-29C160263FF0}"/>
              </a:ext>
            </a:extLst>
          </p:cNvPr>
          <p:cNvSpPr>
            <a:spLocks xmlns:a="http://schemas.openxmlformats.org/drawingml/2006/main" noGrp="1"/>
          </p:cNvSpPr>
          <p:nvPr>
            <p:ph type="title" idx="0"/>
          </p:nvPr>
        </p:nvSpPr>
        <p:spPr>
          <a:xfrm xmlns:a="http://schemas.openxmlformats.org/drawingml/2006/main">
            <a:off x="1514925" y="2111400"/>
            <a:ext cx="6114000" cy="920700"/>
          </a:xfrm>
          <a:prstGeom xmlns:a="http://schemas.openxmlformats.org/drawingml/2006/main" prst="rect">
            <a:avLst/>
          </a:prstGeom>
        </p:spPr>
        <p:txBody>
          <a:bodyPr xmlns:a="http://schemas.openxmlformats.org/drawingml/2006/main" spcFirstLastPara="1" wrap="square" lIns="0" tIns="0" rIns="0" bIns="0" anchor="ctr">
            <a:noAutofit/>
          </a:bodyPr>
          <a:lstStyle xmlns:a="http://schemas.openxmlformats.org/drawingml/2006/main">
            <a:lvl1pPr algn="ctr">
              <a:spcBef>
                <a:spcPts val="0"/>
              </a:spcBef>
              <a:spcAft>
                <a:spcPts val="0"/>
              </a:spcAft>
              <a:buClr>
                <a:schemeClr val="lt1"/>
              </a:buClr>
              <a:buSzPts val="4000"/>
              <a:buNone/>
              <a:defRPr sz="4000">
                <a:solidFill>
                  <a:schemeClr val="lt1"/>
                </a:solidFill>
              </a:defRPr>
            </a:lvl1pPr>
            <a:lvl2pPr>
              <a:spcBef>
                <a:spcPts val="0"/>
              </a:spcBef>
              <a:spcAft>
                <a:spcPts val="0"/>
              </a:spcAft>
              <a:buSzPts val="4000"/>
              <a:buNone/>
              <a:defRPr sz="4000"/>
            </a:lvl2pPr>
            <a:lvl3pPr>
              <a:spcBef>
                <a:spcPts val="0"/>
              </a:spcBef>
              <a:spcAft>
                <a:spcPts val="0"/>
              </a:spcAft>
              <a:buSzPts val="4000"/>
              <a:buNone/>
              <a:defRPr sz="4000"/>
            </a:lvl3pPr>
            <a:lvl4pPr>
              <a:spcBef>
                <a:spcPts val="0"/>
              </a:spcBef>
              <a:spcAft>
                <a:spcPts val="0"/>
              </a:spcAft>
              <a:buSzPts val="4000"/>
              <a:buNone/>
              <a:defRPr sz="4000"/>
            </a:lvl4pPr>
            <a:lvl5pPr>
              <a:spcBef>
                <a:spcPts val="0"/>
              </a:spcBef>
              <a:spcAft>
                <a:spcPts val="0"/>
              </a:spcAft>
              <a:buSzPts val="4000"/>
              <a:buNone/>
              <a:defRPr sz="4000"/>
            </a:lvl5pPr>
            <a:lvl6pPr>
              <a:spcBef>
                <a:spcPts val="0"/>
              </a:spcBef>
              <a:spcAft>
                <a:spcPts val="0"/>
              </a:spcAft>
              <a:buSzPts val="4000"/>
              <a:buNone/>
              <a:defRPr sz="4000"/>
            </a:lvl6pPr>
            <a:lvl7pPr>
              <a:spcBef>
                <a:spcPts val="0"/>
              </a:spcBef>
              <a:spcAft>
                <a:spcPts val="0"/>
              </a:spcAft>
              <a:buSzPts val="4000"/>
              <a:buNone/>
              <a:defRPr sz="4000"/>
            </a:lvl7pPr>
            <a:lvl8pPr>
              <a:spcBef>
                <a:spcPts val="0"/>
              </a:spcBef>
              <a:spcAft>
                <a:spcPts val="0"/>
              </a:spcAft>
              <a:buSzPts val="4000"/>
              <a:buNone/>
              <a:defRPr sz="4000"/>
            </a:lvl8pPr>
            <a:lvl9pPr>
              <a:spcBef>
                <a:spcPts val="0"/>
              </a:spcBef>
              <a:spcAft>
                <a:spcPts val="0"/>
              </a:spcAft>
              <a:buSzPts val="4000"/>
              <a:buNone/>
              <a:defRPr sz="4000"/>
            </a:lvl9pPr>
          </a:lstStyle>
          <a:p xmlns:a="http://schemas.openxmlformats.org/drawingml/2006/main"/>
        </p:txBody>
      </p:sp>
    </p:spTree>
  </p:cSld>
</p:sldLayout>
</file>

<file path=ppt/slideLayouts/slideLayout17.xml><?xml version="1.0" encoding="utf-8"?>
<p:sldLayout xmlns:p="http://schemas.openxmlformats.org/presentationml/2006/main" matchingName="Section divider - Image 3 1 1">
  <p:cSld name="CUSTOM_1_2_1_1_1_1">
    <p:bg>
      <p:bgPr>
        <a:solidFill xmlns:a="http://schemas.openxmlformats.org/drawingml/2006/main">
          <a:schemeClr val="lt1"/>
        </a:solidFill>
      </p:bgPr>
    </p:bg>
    <p:spTree>
      <p:nvGrpSpPr>
        <p:cNvPr id="1" name=""/>
        <p:cNvGrpSpPr/>
        <p:nvPr/>
      </p:nvGrpSpPr>
      <p:grpSpPr>
        <a:xfrm xmlns:a="http://schemas.openxmlformats.org/drawingml/2006/main"/>
      </p:grpSpPr>
      <p:pic>
        <p:nvPicPr>
          <p:cNvPr id="82" name="Google Shape;77;p18"/>
          <p:cNvPicPr>
            <a:picLocks xmlns:a="http://schemas.openxmlformats.org/drawingml/2006/main" noChangeAspect="1"/>
          </p:cNvPicPr>
          <p:nvPr/>
        </p:nvPicPr>
        <p:blipFill rotWithShape="1">
          <a:blip xmlns:r="http://schemas.openxmlformats.org/officeDocument/2006/relationships" xmlns:a="http://schemas.openxmlformats.org/drawingml/2006/main" r:embed="R921a8a541acb44ed">
            <a:alphaModFix/>
          </a:blip>
          <a:srcRect xmlns:a="http://schemas.openxmlformats.org/drawingml/2006/main" l="2471" t="0" r="2481" b="0"/>
          <a:stretch xmlns:a="http://schemas.openxmlformats.org/drawingml/2006/main"/>
        </p:blipFill>
        <p:spPr>
          <a:xfrm xmlns:a="http://schemas.openxmlformats.org/drawingml/2006/main">
            <a:off x="980050" y="499675"/>
            <a:ext cx="7157023" cy="4235599"/>
          </a:xfrm>
          <a:prstGeom xmlns:a="http://schemas.openxmlformats.org/drawingml/2006/main" prst="rect">
            <a:avLst/>
          </a:prstGeom>
          <a:ln xmlns:a="http://schemas.openxmlformats.org/drawingml/2006/main">
            <a:noFill/>
          </a:ln>
        </p:spPr>
      </p:pic>
      <p:pic>
        <p:nvPicPr>
          <p:cNvPr id="83" name="Google Shape;78;p18"/>
          <p:cNvPicPr>
            <a:picLocks xmlns:a="http://schemas.openxmlformats.org/drawingml/2006/main" noChangeAspect="1"/>
          </p:cNvPicPr>
          <p:nvPr/>
        </p:nvPicPr>
        <p:blipFill rotWithShape="1">
          <a:blip xmlns:r="http://schemas.openxmlformats.org/officeDocument/2006/relationships" xmlns:a="http://schemas.openxmlformats.org/drawingml/2006/main" r:embed="Ra22ca898cbd942d2">
            <a:alphaModFix/>
          </a:blip>
          <a:srcRect xmlns:a="http://schemas.openxmlformats.org/drawingml/2006/main" l="0" t="0" r="0" b="0"/>
          <a:stretch xmlns:a="http://schemas.openxmlformats.org/drawingml/2006/main"/>
        </p:blipFill>
        <p:spPr>
          <a:xfrm xmlns:a="http://schemas.openxmlformats.org/drawingml/2006/main">
            <a:off x="-1" y="-1"/>
            <a:ext cx="9144003" cy="5143501"/>
          </a:xfrm>
          <a:prstGeom xmlns:a="http://schemas.openxmlformats.org/drawingml/2006/main" prst="rect">
            <a:avLst/>
          </a:prstGeom>
          <a:ln xmlns:a="http://schemas.openxmlformats.org/drawingml/2006/main">
            <a:noFill/>
          </a:ln>
        </p:spPr>
      </p:pic>
      <p:sp>
        <p:nvSpPr>
          <p:cNvPr id="79" name="Google Shape;79;p18">
            <a:extLst xmlns:a="http://schemas.openxmlformats.org/drawingml/2006/main">
              <a:ext uri="{FF2B5EF4-FFF2-40B4-BE49-F238E27FC236}">
                <a16:creationId xmlns:a16="http://schemas.microsoft.com/office/drawing/2014/main" id="{72FB7E6C-570E-4912-AE2E-FCC220D33217}"/>
              </a:ext>
            </a:extLst>
          </p:cNvPr>
          <p:cNvSpPr>
            <a:spLocks xmlns:a="http://schemas.openxmlformats.org/drawingml/2006/main" noGrp="1"/>
          </p:cNvSpPr>
          <p:nvPr>
            <p:ph type="title" idx="0"/>
          </p:nvPr>
        </p:nvSpPr>
        <p:spPr>
          <a:xfrm xmlns:a="http://schemas.openxmlformats.org/drawingml/2006/main">
            <a:off x="1514925" y="2111400"/>
            <a:ext cx="6114000" cy="920700"/>
          </a:xfrm>
          <a:prstGeom xmlns:a="http://schemas.openxmlformats.org/drawingml/2006/main" prst="rect">
            <a:avLst/>
          </a:prstGeom>
        </p:spPr>
        <p:txBody>
          <a:bodyPr xmlns:a="http://schemas.openxmlformats.org/drawingml/2006/main" spcFirstLastPara="1" wrap="square" lIns="0" tIns="0" rIns="0" bIns="0" anchor="ctr">
            <a:noAutofit/>
          </a:bodyPr>
          <a:lstStyle xmlns:a="http://schemas.openxmlformats.org/drawingml/2006/main">
            <a:lvl1pPr algn="ctr">
              <a:spcBef>
                <a:spcPts val="0"/>
              </a:spcBef>
              <a:spcAft>
                <a:spcPts val="0"/>
              </a:spcAft>
              <a:buClr>
                <a:schemeClr val="lt1"/>
              </a:buClr>
              <a:buSzPts val="4000"/>
              <a:buNone/>
              <a:defRPr sz="4000">
                <a:solidFill>
                  <a:schemeClr val="lt1"/>
                </a:solidFill>
              </a:defRPr>
            </a:lvl1pPr>
            <a:lvl2pPr>
              <a:spcBef>
                <a:spcPts val="0"/>
              </a:spcBef>
              <a:spcAft>
                <a:spcPts val="0"/>
              </a:spcAft>
              <a:buSzPts val="4000"/>
              <a:buNone/>
              <a:defRPr sz="4000"/>
            </a:lvl2pPr>
            <a:lvl3pPr>
              <a:spcBef>
                <a:spcPts val="0"/>
              </a:spcBef>
              <a:spcAft>
                <a:spcPts val="0"/>
              </a:spcAft>
              <a:buSzPts val="4000"/>
              <a:buNone/>
              <a:defRPr sz="4000"/>
            </a:lvl3pPr>
            <a:lvl4pPr>
              <a:spcBef>
                <a:spcPts val="0"/>
              </a:spcBef>
              <a:spcAft>
                <a:spcPts val="0"/>
              </a:spcAft>
              <a:buSzPts val="4000"/>
              <a:buNone/>
              <a:defRPr sz="4000"/>
            </a:lvl4pPr>
            <a:lvl5pPr>
              <a:spcBef>
                <a:spcPts val="0"/>
              </a:spcBef>
              <a:spcAft>
                <a:spcPts val="0"/>
              </a:spcAft>
              <a:buSzPts val="4000"/>
              <a:buNone/>
              <a:defRPr sz="4000"/>
            </a:lvl5pPr>
            <a:lvl6pPr>
              <a:spcBef>
                <a:spcPts val="0"/>
              </a:spcBef>
              <a:spcAft>
                <a:spcPts val="0"/>
              </a:spcAft>
              <a:buSzPts val="4000"/>
              <a:buNone/>
              <a:defRPr sz="4000"/>
            </a:lvl6pPr>
            <a:lvl7pPr>
              <a:spcBef>
                <a:spcPts val="0"/>
              </a:spcBef>
              <a:spcAft>
                <a:spcPts val="0"/>
              </a:spcAft>
              <a:buSzPts val="4000"/>
              <a:buNone/>
              <a:defRPr sz="4000"/>
            </a:lvl7pPr>
            <a:lvl8pPr>
              <a:spcBef>
                <a:spcPts val="0"/>
              </a:spcBef>
              <a:spcAft>
                <a:spcPts val="0"/>
              </a:spcAft>
              <a:buSzPts val="4000"/>
              <a:buNone/>
              <a:defRPr sz="4000"/>
            </a:lvl8pPr>
            <a:lvl9pPr>
              <a:spcBef>
                <a:spcPts val="0"/>
              </a:spcBef>
              <a:spcAft>
                <a:spcPts val="0"/>
              </a:spcAft>
              <a:buSzPts val="4000"/>
              <a:buNone/>
              <a:defRPr sz="4000"/>
            </a:lvl9pPr>
          </a:lstStyle>
          <a:p xmlns:a="http://schemas.openxmlformats.org/drawingml/2006/main"/>
        </p:txBody>
      </p:sp>
    </p:spTree>
  </p:cSld>
</p:sldLayout>
</file>

<file path=ppt/slideLayouts/slideLayout18.xml><?xml version="1.0" encoding="utf-8"?>
<p:sldLayout xmlns:p="http://schemas.openxmlformats.org/presentationml/2006/main" matchingName="Section divider - split green">
  <p:cSld name="CUSTOM_1_1">
    <p:bg>
      <p:bgPr>
        <a:solidFill xmlns:a="http://schemas.openxmlformats.org/drawingml/2006/main">
          <a:schemeClr val="lt1"/>
        </a:solidFill>
      </p:bgPr>
    </p:bg>
    <p:spTree>
      <p:nvGrpSpPr>
        <p:cNvPr id="1" name=""/>
        <p:cNvGrpSpPr/>
        <p:nvPr/>
      </p:nvGrpSpPr>
      <p:grpSpPr>
        <a:xfrm xmlns:a="http://schemas.openxmlformats.org/drawingml/2006/main"/>
      </p:grpSpPr>
      <p:pic>
        <p:nvPicPr>
          <p:cNvPr id="85" name="Google Shape;81;p19"/>
          <p:cNvPicPr>
            <a:picLocks xmlns:a="http://schemas.openxmlformats.org/drawingml/2006/main" noChangeAspect="1"/>
          </p:cNvPicPr>
          <p:nvPr/>
        </p:nvPicPr>
        <p:blipFill rotWithShape="1">
          <a:blip xmlns:r="http://schemas.openxmlformats.org/officeDocument/2006/relationships" xmlns:a="http://schemas.openxmlformats.org/drawingml/2006/main" r:embed="R1c58a86513d94fd1">
            <a:alphaModFix/>
          </a:blip>
          <a:srcRect xmlns:a="http://schemas.openxmlformats.org/drawingml/2006/main" l="10" t="0" r="10" b="0"/>
          <a:stretch xmlns:a="http://schemas.openxmlformats.org/drawingml/2006/main"/>
        </p:blipFill>
        <p:spPr>
          <a:xfrm xmlns:a="http://schemas.openxmlformats.org/drawingml/2006/main">
            <a:off x="8" y="0"/>
            <a:ext cx="4570884" cy="5143500"/>
          </a:xfrm>
          <a:prstGeom xmlns:a="http://schemas.openxmlformats.org/drawingml/2006/main" prst="rect">
            <a:avLst/>
          </a:prstGeom>
          <a:ln xmlns:a="http://schemas.openxmlformats.org/drawingml/2006/main">
            <a:noFill/>
          </a:ln>
        </p:spPr>
      </p:pic>
      <p:sp>
        <p:nvSpPr>
          <p:cNvPr id="82" name="Google Shape;82;p19">
            <a:extLst xmlns:a="http://schemas.openxmlformats.org/drawingml/2006/main">
              <a:ext uri="{FF2B5EF4-FFF2-40B4-BE49-F238E27FC236}">
                <a16:creationId xmlns:a16="http://schemas.microsoft.com/office/drawing/2014/main" id="{AC0EADA5-5D72-4071-83B2-F826B384C1FB}"/>
              </a:ext>
            </a:extLst>
          </p:cNvPr>
          <p:cNvSpPr>
            <a:spLocks xmlns:a="http://schemas.openxmlformats.org/drawingml/2006/main" noGrp="1"/>
          </p:cNvSpPr>
          <p:nvPr>
            <p:ph type="title" idx="0"/>
          </p:nvPr>
        </p:nvSpPr>
        <p:spPr>
          <a:xfrm xmlns:a="http://schemas.openxmlformats.org/drawingml/2006/main">
            <a:off x="4645150" y="2113650"/>
            <a:ext cx="4270200" cy="920700"/>
          </a:xfrm>
          <a:prstGeom xmlns:a="http://schemas.openxmlformats.org/drawingml/2006/main" prst="rect">
            <a:avLst/>
          </a:prstGeom>
        </p:spPr>
        <p:txBody>
          <a:bodyPr xmlns:a="http://schemas.openxmlformats.org/drawingml/2006/main" spcFirstLastPara="1" wrap="square" lIns="0" tIns="0" rIns="0" bIns="0" anchor="ctr">
            <a:noAutofit/>
          </a:bodyPr>
          <a:lstStyle xmlns:a="http://schemas.openxmlformats.org/drawingml/2006/main">
            <a:lvl1pPr>
              <a:spcBef>
                <a:spcPts val="0"/>
              </a:spcBef>
              <a:spcAft>
                <a:spcPts val="0"/>
              </a:spcAft>
              <a:buSzPts val="4000"/>
              <a:buNone/>
              <a:defRPr sz="4000"/>
            </a:lvl1pPr>
            <a:lvl2pPr>
              <a:spcBef>
                <a:spcPts val="0"/>
              </a:spcBef>
              <a:spcAft>
                <a:spcPts val="0"/>
              </a:spcAft>
              <a:buSzPts val="4000"/>
              <a:buNone/>
              <a:defRPr sz="4000"/>
            </a:lvl2pPr>
            <a:lvl3pPr>
              <a:spcBef>
                <a:spcPts val="0"/>
              </a:spcBef>
              <a:spcAft>
                <a:spcPts val="0"/>
              </a:spcAft>
              <a:buSzPts val="4000"/>
              <a:buNone/>
              <a:defRPr sz="4000"/>
            </a:lvl3pPr>
            <a:lvl4pPr>
              <a:spcBef>
                <a:spcPts val="0"/>
              </a:spcBef>
              <a:spcAft>
                <a:spcPts val="0"/>
              </a:spcAft>
              <a:buSzPts val="4000"/>
              <a:buNone/>
              <a:defRPr sz="4000"/>
            </a:lvl4pPr>
            <a:lvl5pPr>
              <a:spcBef>
                <a:spcPts val="0"/>
              </a:spcBef>
              <a:spcAft>
                <a:spcPts val="0"/>
              </a:spcAft>
              <a:buSzPts val="4000"/>
              <a:buNone/>
              <a:defRPr sz="4000"/>
            </a:lvl5pPr>
            <a:lvl6pPr>
              <a:spcBef>
                <a:spcPts val="0"/>
              </a:spcBef>
              <a:spcAft>
                <a:spcPts val="0"/>
              </a:spcAft>
              <a:buSzPts val="4000"/>
              <a:buNone/>
              <a:defRPr sz="4000"/>
            </a:lvl6pPr>
            <a:lvl7pPr>
              <a:spcBef>
                <a:spcPts val="0"/>
              </a:spcBef>
              <a:spcAft>
                <a:spcPts val="0"/>
              </a:spcAft>
              <a:buSzPts val="4000"/>
              <a:buNone/>
              <a:defRPr sz="4000"/>
            </a:lvl7pPr>
            <a:lvl8pPr>
              <a:spcBef>
                <a:spcPts val="0"/>
              </a:spcBef>
              <a:spcAft>
                <a:spcPts val="0"/>
              </a:spcAft>
              <a:buSzPts val="4000"/>
              <a:buNone/>
              <a:defRPr sz="4000"/>
            </a:lvl8pPr>
            <a:lvl9pPr>
              <a:spcBef>
                <a:spcPts val="0"/>
              </a:spcBef>
              <a:spcAft>
                <a:spcPts val="0"/>
              </a:spcAft>
              <a:buSzPts val="4000"/>
              <a:buNone/>
              <a:defRPr sz="4000"/>
            </a:lvl9pPr>
          </a:lstStyle>
          <a:p xmlns:a="http://schemas.openxmlformats.org/drawingml/2006/main"/>
        </p:txBody>
      </p:sp>
      <p:sp>
        <p:nvSpPr>
          <p:cNvPr id="83" name="Google Shape;83;p19">
            <a:extLst xmlns:a="http://schemas.openxmlformats.org/drawingml/2006/main">
              <a:ext uri="{FF2B5EF4-FFF2-40B4-BE49-F238E27FC236}">
                <a16:creationId xmlns:a16="http://schemas.microsoft.com/office/drawing/2014/main" id="{90D35D0B-28EC-442A-935D-06E9663B3AF8}"/>
              </a:ext>
            </a:extLst>
          </p:cNvPr>
          <p:cNvSpPr>
            <a:spLocks xmlns:a="http://schemas.openxmlformats.org/drawingml/2006/main" noGrp="1"/>
          </p:cNvSpPr>
          <p:nvPr>
            <p:ph type="title" idx="2"/>
          </p:nvPr>
        </p:nvSpPr>
        <p:spPr>
          <a:xfrm xmlns:a="http://schemas.openxmlformats.org/drawingml/2006/main">
            <a:off x="228600" y="2451625"/>
            <a:ext cx="2628900" cy="244800"/>
          </a:xfrm>
          <a:prstGeom xmlns:a="http://schemas.openxmlformats.org/drawingml/2006/main" prst="rect">
            <a:avLst/>
          </a:prstGeom>
        </p:spPr>
        <p:txBody>
          <a:bodyPr xmlns:a="http://schemas.openxmlformats.org/drawingml/2006/main" spcFirstLastPara="1" wrap="square" lIns="0" tIns="0" rIns="0" bIns="0" anchor="ctr">
            <a:noAutofit/>
          </a:bodyPr>
          <a:lstStyle xmlns:a="http://schemas.openxmlformats.org/drawingml/2006/main">
            <a:lvl1pPr>
              <a:spcBef>
                <a:spcPts val="0"/>
              </a:spcBef>
              <a:spcAft>
                <a:spcPts val="0"/>
              </a:spcAft>
              <a:buSzPts val="1400"/>
              <a:buFont typeface="Inter"/>
              <a:buNone/>
              <a:defRPr sz="1400">
                <a:latin typeface="Inter"/>
                <a:ea typeface="Inter"/>
                <a:cs typeface="Inter"/>
              </a:defRPr>
            </a:lvl1pPr>
            <a:lvl2pPr>
              <a:spcBef>
                <a:spcPts val="0"/>
              </a:spcBef>
              <a:spcAft>
                <a:spcPts val="0"/>
              </a:spcAft>
              <a:buSzPts val="1400"/>
              <a:buFont typeface="Inter"/>
              <a:buNone/>
              <a:defRPr sz="1400">
                <a:latin typeface="Inter"/>
                <a:ea typeface="Inter"/>
                <a:cs typeface="Inter"/>
              </a:defRPr>
            </a:lvl2pPr>
            <a:lvl3pPr>
              <a:spcBef>
                <a:spcPts val="0"/>
              </a:spcBef>
              <a:spcAft>
                <a:spcPts val="0"/>
              </a:spcAft>
              <a:buSzPts val="1400"/>
              <a:buFont typeface="Inter"/>
              <a:buNone/>
              <a:defRPr sz="1400">
                <a:latin typeface="Inter"/>
                <a:ea typeface="Inter"/>
                <a:cs typeface="Inter"/>
              </a:defRPr>
            </a:lvl3pPr>
            <a:lvl4pPr>
              <a:spcBef>
                <a:spcPts val="0"/>
              </a:spcBef>
              <a:spcAft>
                <a:spcPts val="0"/>
              </a:spcAft>
              <a:buSzPts val="1400"/>
              <a:buFont typeface="Inter"/>
              <a:buNone/>
              <a:defRPr sz="1400">
                <a:latin typeface="Inter"/>
                <a:ea typeface="Inter"/>
                <a:cs typeface="Inter"/>
              </a:defRPr>
            </a:lvl4pPr>
            <a:lvl5pPr>
              <a:spcBef>
                <a:spcPts val="0"/>
              </a:spcBef>
              <a:spcAft>
                <a:spcPts val="0"/>
              </a:spcAft>
              <a:buSzPts val="1400"/>
              <a:buFont typeface="Inter"/>
              <a:buNone/>
              <a:defRPr sz="1400">
                <a:latin typeface="Inter"/>
                <a:ea typeface="Inter"/>
                <a:cs typeface="Inter"/>
              </a:defRPr>
            </a:lvl5pPr>
            <a:lvl6pPr>
              <a:spcBef>
                <a:spcPts val="0"/>
              </a:spcBef>
              <a:spcAft>
                <a:spcPts val="0"/>
              </a:spcAft>
              <a:buSzPts val="1400"/>
              <a:buFont typeface="Inter"/>
              <a:buNone/>
              <a:defRPr sz="1400">
                <a:latin typeface="Inter"/>
                <a:ea typeface="Inter"/>
                <a:cs typeface="Inter"/>
              </a:defRPr>
            </a:lvl6pPr>
            <a:lvl7pPr>
              <a:spcBef>
                <a:spcPts val="0"/>
              </a:spcBef>
              <a:spcAft>
                <a:spcPts val="0"/>
              </a:spcAft>
              <a:buSzPts val="1400"/>
              <a:buFont typeface="Inter"/>
              <a:buNone/>
              <a:defRPr sz="1400">
                <a:latin typeface="Inter"/>
                <a:ea typeface="Inter"/>
                <a:cs typeface="Inter"/>
              </a:defRPr>
            </a:lvl7pPr>
            <a:lvl8pPr>
              <a:spcBef>
                <a:spcPts val="0"/>
              </a:spcBef>
              <a:spcAft>
                <a:spcPts val="0"/>
              </a:spcAft>
              <a:buSzPts val="1400"/>
              <a:buFont typeface="Inter"/>
              <a:buNone/>
              <a:defRPr sz="1400">
                <a:latin typeface="Inter"/>
                <a:ea typeface="Inter"/>
                <a:cs typeface="Inter"/>
              </a:defRPr>
            </a:lvl8pPr>
            <a:lvl9pPr>
              <a:spcBef>
                <a:spcPts val="0"/>
              </a:spcBef>
              <a:spcAft>
                <a:spcPts val="0"/>
              </a:spcAft>
              <a:buSzPts val="1400"/>
              <a:buFont typeface="Inter"/>
              <a:buNone/>
              <a:defRPr sz="1400">
                <a:latin typeface="Inter"/>
                <a:ea typeface="Inter"/>
                <a:cs typeface="Inter"/>
              </a:defRPr>
            </a:lvl9pPr>
          </a:lstStyle>
          <a:p xmlns:a="http://schemas.openxmlformats.org/drawingml/2006/main"/>
        </p:txBody>
      </p:sp>
    </p:spTree>
  </p:cSld>
</p:sldLayout>
</file>

<file path=ppt/slideLayouts/slideLayout19.xml><?xml version="1.0" encoding="utf-8"?>
<p:sldLayout xmlns:p="http://schemas.openxmlformats.org/presentationml/2006/main" matchingName="Section divider - Split blue">
  <p:cSld name="CUSTOM_1_1_1">
    <p:bg>
      <p:bgPr>
        <a:solidFill xmlns:a="http://schemas.openxmlformats.org/drawingml/2006/main">
          <a:schemeClr val="lt1"/>
        </a:solidFill>
      </p:bgPr>
    </p:bg>
    <p:spTree>
      <p:nvGrpSpPr>
        <p:cNvPr id="1" name=""/>
        <p:cNvGrpSpPr/>
        <p:nvPr/>
      </p:nvGrpSpPr>
      <p:grpSpPr>
        <a:xfrm xmlns:a="http://schemas.openxmlformats.org/drawingml/2006/main"/>
      </p:grpSpPr>
      <p:pic>
        <p:nvPicPr>
          <p:cNvPr id="89" name="Google Shape;85;p20"/>
          <p:cNvPicPr>
            <a:picLocks xmlns:a="http://schemas.openxmlformats.org/drawingml/2006/main" noChangeAspect="1"/>
          </p:cNvPicPr>
          <p:nvPr/>
        </p:nvPicPr>
        <p:blipFill rotWithShape="1">
          <a:blip xmlns:r="http://schemas.openxmlformats.org/officeDocument/2006/relationships" xmlns:a="http://schemas.openxmlformats.org/drawingml/2006/main" r:embed="R49ed903d78a84be6">
            <a:alphaModFix/>
          </a:blip>
          <a:srcRect xmlns:a="http://schemas.openxmlformats.org/drawingml/2006/main" l="10" t="0" r="10" b="0"/>
          <a:stretch xmlns:a="http://schemas.openxmlformats.org/drawingml/2006/main"/>
        </p:blipFill>
        <p:spPr>
          <a:xfrm xmlns:a="http://schemas.openxmlformats.org/drawingml/2006/main">
            <a:off x="8" y="0"/>
            <a:ext cx="4570884" cy="5143500"/>
          </a:xfrm>
          <a:prstGeom xmlns:a="http://schemas.openxmlformats.org/drawingml/2006/main" prst="rect">
            <a:avLst/>
          </a:prstGeom>
          <a:ln xmlns:a="http://schemas.openxmlformats.org/drawingml/2006/main">
            <a:noFill/>
          </a:ln>
        </p:spPr>
      </p:pic>
      <p:sp>
        <p:nvSpPr>
          <p:cNvPr id="86" name="Google Shape;86;p20">
            <a:extLst xmlns:a="http://schemas.openxmlformats.org/drawingml/2006/main">
              <a:ext uri="{FF2B5EF4-FFF2-40B4-BE49-F238E27FC236}">
                <a16:creationId xmlns:a16="http://schemas.microsoft.com/office/drawing/2014/main" id="{5975B665-6A15-4A9E-BF74-F10D84C0FB73}"/>
              </a:ext>
            </a:extLst>
          </p:cNvPr>
          <p:cNvSpPr>
            <a:spLocks xmlns:a="http://schemas.openxmlformats.org/drawingml/2006/main" noGrp="1"/>
          </p:cNvSpPr>
          <p:nvPr>
            <p:ph type="title" idx="0"/>
          </p:nvPr>
        </p:nvSpPr>
        <p:spPr>
          <a:xfrm xmlns:a="http://schemas.openxmlformats.org/drawingml/2006/main">
            <a:off x="4645150" y="2113650"/>
            <a:ext cx="4270200" cy="920700"/>
          </a:xfrm>
          <a:prstGeom xmlns:a="http://schemas.openxmlformats.org/drawingml/2006/main" prst="rect">
            <a:avLst/>
          </a:prstGeom>
        </p:spPr>
        <p:txBody>
          <a:bodyPr xmlns:a="http://schemas.openxmlformats.org/drawingml/2006/main" spcFirstLastPara="1" wrap="square" lIns="0" tIns="0" rIns="0" bIns="0" anchor="ctr">
            <a:noAutofit/>
          </a:bodyPr>
          <a:lstStyle xmlns:a="http://schemas.openxmlformats.org/drawingml/2006/main">
            <a:lvl1pPr>
              <a:spcBef>
                <a:spcPts val="0"/>
              </a:spcBef>
              <a:spcAft>
                <a:spcPts val="0"/>
              </a:spcAft>
              <a:buSzPts val="4000"/>
              <a:buNone/>
              <a:defRPr sz="4000"/>
            </a:lvl1pPr>
            <a:lvl2pPr>
              <a:spcBef>
                <a:spcPts val="0"/>
              </a:spcBef>
              <a:spcAft>
                <a:spcPts val="0"/>
              </a:spcAft>
              <a:buSzPts val="4000"/>
              <a:buNone/>
              <a:defRPr sz="4000"/>
            </a:lvl2pPr>
            <a:lvl3pPr>
              <a:spcBef>
                <a:spcPts val="0"/>
              </a:spcBef>
              <a:spcAft>
                <a:spcPts val="0"/>
              </a:spcAft>
              <a:buSzPts val="4000"/>
              <a:buNone/>
              <a:defRPr sz="4000"/>
            </a:lvl3pPr>
            <a:lvl4pPr>
              <a:spcBef>
                <a:spcPts val="0"/>
              </a:spcBef>
              <a:spcAft>
                <a:spcPts val="0"/>
              </a:spcAft>
              <a:buSzPts val="4000"/>
              <a:buNone/>
              <a:defRPr sz="4000"/>
            </a:lvl4pPr>
            <a:lvl5pPr>
              <a:spcBef>
                <a:spcPts val="0"/>
              </a:spcBef>
              <a:spcAft>
                <a:spcPts val="0"/>
              </a:spcAft>
              <a:buSzPts val="4000"/>
              <a:buNone/>
              <a:defRPr sz="4000"/>
            </a:lvl5pPr>
            <a:lvl6pPr>
              <a:spcBef>
                <a:spcPts val="0"/>
              </a:spcBef>
              <a:spcAft>
                <a:spcPts val="0"/>
              </a:spcAft>
              <a:buSzPts val="4000"/>
              <a:buNone/>
              <a:defRPr sz="4000"/>
            </a:lvl6pPr>
            <a:lvl7pPr>
              <a:spcBef>
                <a:spcPts val="0"/>
              </a:spcBef>
              <a:spcAft>
                <a:spcPts val="0"/>
              </a:spcAft>
              <a:buSzPts val="4000"/>
              <a:buNone/>
              <a:defRPr sz="4000"/>
            </a:lvl7pPr>
            <a:lvl8pPr>
              <a:spcBef>
                <a:spcPts val="0"/>
              </a:spcBef>
              <a:spcAft>
                <a:spcPts val="0"/>
              </a:spcAft>
              <a:buSzPts val="4000"/>
              <a:buNone/>
              <a:defRPr sz="4000"/>
            </a:lvl8pPr>
            <a:lvl9pPr>
              <a:spcBef>
                <a:spcPts val="0"/>
              </a:spcBef>
              <a:spcAft>
                <a:spcPts val="0"/>
              </a:spcAft>
              <a:buSzPts val="4000"/>
              <a:buNone/>
              <a:defRPr sz="4000"/>
            </a:lvl9pPr>
          </a:lstStyle>
          <a:p xmlns:a="http://schemas.openxmlformats.org/drawingml/2006/main"/>
        </p:txBody>
      </p:sp>
      <p:sp>
        <p:nvSpPr>
          <p:cNvPr id="87" name="Google Shape;87;p20">
            <a:extLst xmlns:a="http://schemas.openxmlformats.org/drawingml/2006/main">
              <a:ext uri="{FF2B5EF4-FFF2-40B4-BE49-F238E27FC236}">
                <a16:creationId xmlns:a16="http://schemas.microsoft.com/office/drawing/2014/main" id="{00A81682-37C7-44AE-BA7F-D0C2EF64302F}"/>
              </a:ext>
            </a:extLst>
          </p:cNvPr>
          <p:cNvSpPr>
            <a:spLocks xmlns:a="http://schemas.openxmlformats.org/drawingml/2006/main" noGrp="1"/>
          </p:cNvSpPr>
          <p:nvPr>
            <p:ph type="title" idx="2"/>
          </p:nvPr>
        </p:nvSpPr>
        <p:spPr>
          <a:xfrm xmlns:a="http://schemas.openxmlformats.org/drawingml/2006/main">
            <a:off x="228600" y="2451625"/>
            <a:ext cx="2628900" cy="244800"/>
          </a:xfrm>
          <a:prstGeom xmlns:a="http://schemas.openxmlformats.org/drawingml/2006/main" prst="rect">
            <a:avLst/>
          </a:prstGeom>
        </p:spPr>
        <p:txBody>
          <a:bodyPr xmlns:a="http://schemas.openxmlformats.org/drawingml/2006/main" spcFirstLastPara="1" wrap="square" lIns="0" tIns="0" rIns="0" bIns="0" anchor="ctr">
            <a:noAutofit/>
          </a:bodyPr>
          <a:lstStyle xmlns:a="http://schemas.openxmlformats.org/drawingml/2006/main">
            <a:lvl1pPr>
              <a:spcBef>
                <a:spcPts val="0"/>
              </a:spcBef>
              <a:spcAft>
                <a:spcPts val="0"/>
              </a:spcAft>
              <a:buClr>
                <a:schemeClr val="lt1"/>
              </a:buClr>
              <a:buSzPts val="1400"/>
              <a:buFont typeface="Inter"/>
              <a:buNone/>
              <a:defRPr sz="1400">
                <a:solidFill>
                  <a:schemeClr val="lt1"/>
                </a:solidFill>
                <a:latin typeface="Inter"/>
                <a:ea typeface="Inter"/>
                <a:cs typeface="Inter"/>
              </a:defRPr>
            </a:lvl1pPr>
            <a:lvl2pPr>
              <a:spcBef>
                <a:spcPts val="0"/>
              </a:spcBef>
              <a:spcAft>
                <a:spcPts val="0"/>
              </a:spcAft>
              <a:buClr>
                <a:schemeClr val="lt1"/>
              </a:buClr>
              <a:buSzPts val="1400"/>
              <a:buFont typeface="Inter"/>
              <a:buNone/>
              <a:defRPr sz="1400">
                <a:solidFill>
                  <a:schemeClr val="lt1"/>
                </a:solidFill>
                <a:latin typeface="Inter"/>
                <a:ea typeface="Inter"/>
                <a:cs typeface="Inter"/>
              </a:defRPr>
            </a:lvl2pPr>
            <a:lvl3pPr>
              <a:spcBef>
                <a:spcPts val="0"/>
              </a:spcBef>
              <a:spcAft>
                <a:spcPts val="0"/>
              </a:spcAft>
              <a:buClr>
                <a:schemeClr val="lt1"/>
              </a:buClr>
              <a:buSzPts val="1400"/>
              <a:buFont typeface="Inter"/>
              <a:buNone/>
              <a:defRPr sz="1400">
                <a:solidFill>
                  <a:schemeClr val="lt1"/>
                </a:solidFill>
                <a:latin typeface="Inter"/>
                <a:ea typeface="Inter"/>
                <a:cs typeface="Inter"/>
              </a:defRPr>
            </a:lvl3pPr>
            <a:lvl4pPr>
              <a:spcBef>
                <a:spcPts val="0"/>
              </a:spcBef>
              <a:spcAft>
                <a:spcPts val="0"/>
              </a:spcAft>
              <a:buClr>
                <a:schemeClr val="lt1"/>
              </a:buClr>
              <a:buSzPts val="1400"/>
              <a:buFont typeface="Inter"/>
              <a:buNone/>
              <a:defRPr sz="1400">
                <a:solidFill>
                  <a:schemeClr val="lt1"/>
                </a:solidFill>
                <a:latin typeface="Inter"/>
                <a:ea typeface="Inter"/>
                <a:cs typeface="Inter"/>
              </a:defRPr>
            </a:lvl4pPr>
            <a:lvl5pPr>
              <a:spcBef>
                <a:spcPts val="0"/>
              </a:spcBef>
              <a:spcAft>
                <a:spcPts val="0"/>
              </a:spcAft>
              <a:buClr>
                <a:schemeClr val="lt1"/>
              </a:buClr>
              <a:buSzPts val="1400"/>
              <a:buFont typeface="Inter"/>
              <a:buNone/>
              <a:defRPr sz="1400">
                <a:solidFill>
                  <a:schemeClr val="lt1"/>
                </a:solidFill>
                <a:latin typeface="Inter"/>
                <a:ea typeface="Inter"/>
                <a:cs typeface="Inter"/>
              </a:defRPr>
            </a:lvl5pPr>
            <a:lvl6pPr>
              <a:spcBef>
                <a:spcPts val="0"/>
              </a:spcBef>
              <a:spcAft>
                <a:spcPts val="0"/>
              </a:spcAft>
              <a:buClr>
                <a:schemeClr val="lt1"/>
              </a:buClr>
              <a:buSzPts val="1400"/>
              <a:buFont typeface="Inter"/>
              <a:buNone/>
              <a:defRPr sz="1400">
                <a:solidFill>
                  <a:schemeClr val="lt1"/>
                </a:solidFill>
                <a:latin typeface="Inter"/>
                <a:ea typeface="Inter"/>
                <a:cs typeface="Inter"/>
              </a:defRPr>
            </a:lvl6pPr>
            <a:lvl7pPr>
              <a:spcBef>
                <a:spcPts val="0"/>
              </a:spcBef>
              <a:spcAft>
                <a:spcPts val="0"/>
              </a:spcAft>
              <a:buClr>
                <a:schemeClr val="lt1"/>
              </a:buClr>
              <a:buSzPts val="1400"/>
              <a:buFont typeface="Inter"/>
              <a:buNone/>
              <a:defRPr sz="1400">
                <a:solidFill>
                  <a:schemeClr val="lt1"/>
                </a:solidFill>
                <a:latin typeface="Inter"/>
                <a:ea typeface="Inter"/>
                <a:cs typeface="Inter"/>
              </a:defRPr>
            </a:lvl7pPr>
            <a:lvl8pPr>
              <a:spcBef>
                <a:spcPts val="0"/>
              </a:spcBef>
              <a:spcAft>
                <a:spcPts val="0"/>
              </a:spcAft>
              <a:buClr>
                <a:schemeClr val="lt1"/>
              </a:buClr>
              <a:buSzPts val="1400"/>
              <a:buFont typeface="Inter"/>
              <a:buNone/>
              <a:defRPr sz="1400">
                <a:solidFill>
                  <a:schemeClr val="lt1"/>
                </a:solidFill>
                <a:latin typeface="Inter"/>
                <a:ea typeface="Inter"/>
                <a:cs typeface="Inter"/>
              </a:defRPr>
            </a:lvl8pPr>
            <a:lvl9pPr>
              <a:spcBef>
                <a:spcPts val="0"/>
              </a:spcBef>
              <a:spcAft>
                <a:spcPts val="0"/>
              </a:spcAft>
              <a:buClr>
                <a:schemeClr val="lt1"/>
              </a:buClr>
              <a:buSzPts val="1400"/>
              <a:buFont typeface="Inter"/>
              <a:buNone/>
              <a:defRPr sz="1400">
                <a:solidFill>
                  <a:schemeClr val="lt1"/>
                </a:solidFill>
                <a:latin typeface="Inter"/>
                <a:ea typeface="Inter"/>
                <a:cs typeface="Inter"/>
              </a:defRPr>
            </a:lvl9pPr>
          </a:lstStyle>
          <a:p xmlns:a="http://schemas.openxmlformats.org/drawingml/2006/main"/>
        </p:txBody>
      </p:sp>
    </p:spTree>
  </p:cSld>
</p:sldLayout>
</file>

<file path=ppt/slideLayouts/slideLayout20.xml><?xml version="1.0" encoding="utf-8"?>
<p:sldLayout xmlns:p="http://schemas.openxmlformats.org/presentationml/2006/main" matchingName="Section divider - split yellow">
  <p:cSld name="CUSTOM_1_1_1_1">
    <p:bg>
      <p:bgPr>
        <a:solidFill xmlns:a="http://schemas.openxmlformats.org/drawingml/2006/main">
          <a:schemeClr val="lt1"/>
        </a:solidFill>
      </p:bgPr>
    </p:bg>
    <p:spTree>
      <p:nvGrpSpPr>
        <p:cNvPr id="1" name=""/>
        <p:cNvGrpSpPr/>
        <p:nvPr/>
      </p:nvGrpSpPr>
      <p:grpSpPr>
        <a:xfrm xmlns:a="http://schemas.openxmlformats.org/drawingml/2006/main"/>
      </p:grpSpPr>
      <p:pic>
        <p:nvPicPr>
          <p:cNvPr id="93" name="Google Shape;89;p21"/>
          <p:cNvPicPr>
            <a:picLocks xmlns:a="http://schemas.openxmlformats.org/drawingml/2006/main" noChangeAspect="1"/>
          </p:cNvPicPr>
          <p:nvPr/>
        </p:nvPicPr>
        <p:blipFill rotWithShape="1">
          <a:blip xmlns:r="http://schemas.openxmlformats.org/officeDocument/2006/relationships" xmlns:a="http://schemas.openxmlformats.org/drawingml/2006/main" r:embed="R906eeb8ebdba473b">
            <a:alphaModFix/>
          </a:blip>
          <a:srcRect xmlns:a="http://schemas.openxmlformats.org/drawingml/2006/main" l="10" t="0" r="10" b="0"/>
          <a:stretch xmlns:a="http://schemas.openxmlformats.org/drawingml/2006/main"/>
        </p:blipFill>
        <p:spPr>
          <a:xfrm xmlns:a="http://schemas.openxmlformats.org/drawingml/2006/main">
            <a:off x="8" y="0"/>
            <a:ext cx="4570884" cy="5143500"/>
          </a:xfrm>
          <a:prstGeom xmlns:a="http://schemas.openxmlformats.org/drawingml/2006/main" prst="rect">
            <a:avLst/>
          </a:prstGeom>
          <a:ln xmlns:a="http://schemas.openxmlformats.org/drawingml/2006/main">
            <a:noFill/>
          </a:ln>
        </p:spPr>
      </p:pic>
      <p:sp>
        <p:nvSpPr>
          <p:cNvPr id="90" name="Google Shape;90;p21">
            <a:extLst xmlns:a="http://schemas.openxmlformats.org/drawingml/2006/main">
              <a:ext uri="{FF2B5EF4-FFF2-40B4-BE49-F238E27FC236}">
                <a16:creationId xmlns:a16="http://schemas.microsoft.com/office/drawing/2014/main" id="{60E76B72-BC2C-40B9-A4A2-70F11D9182F9}"/>
              </a:ext>
            </a:extLst>
          </p:cNvPr>
          <p:cNvSpPr>
            <a:spLocks xmlns:a="http://schemas.openxmlformats.org/drawingml/2006/main" noGrp="1"/>
          </p:cNvSpPr>
          <p:nvPr>
            <p:ph type="title" idx="0"/>
          </p:nvPr>
        </p:nvSpPr>
        <p:spPr>
          <a:xfrm xmlns:a="http://schemas.openxmlformats.org/drawingml/2006/main">
            <a:off x="4645150" y="2113650"/>
            <a:ext cx="4270200" cy="920700"/>
          </a:xfrm>
          <a:prstGeom xmlns:a="http://schemas.openxmlformats.org/drawingml/2006/main" prst="rect">
            <a:avLst/>
          </a:prstGeom>
        </p:spPr>
        <p:txBody>
          <a:bodyPr xmlns:a="http://schemas.openxmlformats.org/drawingml/2006/main" spcFirstLastPara="1" wrap="square" lIns="0" tIns="0" rIns="0" bIns="0" anchor="ctr">
            <a:noAutofit/>
          </a:bodyPr>
          <a:lstStyle xmlns:a="http://schemas.openxmlformats.org/drawingml/2006/main">
            <a:lvl1pPr>
              <a:spcBef>
                <a:spcPts val="0"/>
              </a:spcBef>
              <a:spcAft>
                <a:spcPts val="0"/>
              </a:spcAft>
              <a:buSzPts val="4000"/>
              <a:buNone/>
              <a:defRPr sz="4000"/>
            </a:lvl1pPr>
            <a:lvl2pPr>
              <a:spcBef>
                <a:spcPts val="0"/>
              </a:spcBef>
              <a:spcAft>
                <a:spcPts val="0"/>
              </a:spcAft>
              <a:buSzPts val="4000"/>
              <a:buNone/>
              <a:defRPr sz="4000"/>
            </a:lvl2pPr>
            <a:lvl3pPr>
              <a:spcBef>
                <a:spcPts val="0"/>
              </a:spcBef>
              <a:spcAft>
                <a:spcPts val="0"/>
              </a:spcAft>
              <a:buSzPts val="4000"/>
              <a:buNone/>
              <a:defRPr sz="4000"/>
            </a:lvl3pPr>
            <a:lvl4pPr>
              <a:spcBef>
                <a:spcPts val="0"/>
              </a:spcBef>
              <a:spcAft>
                <a:spcPts val="0"/>
              </a:spcAft>
              <a:buSzPts val="4000"/>
              <a:buNone/>
              <a:defRPr sz="4000"/>
            </a:lvl4pPr>
            <a:lvl5pPr>
              <a:spcBef>
                <a:spcPts val="0"/>
              </a:spcBef>
              <a:spcAft>
                <a:spcPts val="0"/>
              </a:spcAft>
              <a:buSzPts val="4000"/>
              <a:buNone/>
              <a:defRPr sz="4000"/>
            </a:lvl5pPr>
            <a:lvl6pPr>
              <a:spcBef>
                <a:spcPts val="0"/>
              </a:spcBef>
              <a:spcAft>
                <a:spcPts val="0"/>
              </a:spcAft>
              <a:buSzPts val="4000"/>
              <a:buNone/>
              <a:defRPr sz="4000"/>
            </a:lvl6pPr>
            <a:lvl7pPr>
              <a:spcBef>
                <a:spcPts val="0"/>
              </a:spcBef>
              <a:spcAft>
                <a:spcPts val="0"/>
              </a:spcAft>
              <a:buSzPts val="4000"/>
              <a:buNone/>
              <a:defRPr sz="4000"/>
            </a:lvl7pPr>
            <a:lvl8pPr>
              <a:spcBef>
                <a:spcPts val="0"/>
              </a:spcBef>
              <a:spcAft>
                <a:spcPts val="0"/>
              </a:spcAft>
              <a:buSzPts val="4000"/>
              <a:buNone/>
              <a:defRPr sz="4000"/>
            </a:lvl8pPr>
            <a:lvl9pPr>
              <a:spcBef>
                <a:spcPts val="0"/>
              </a:spcBef>
              <a:spcAft>
                <a:spcPts val="0"/>
              </a:spcAft>
              <a:buSzPts val="4000"/>
              <a:buNone/>
              <a:defRPr sz="4000"/>
            </a:lvl9pPr>
          </a:lstStyle>
          <a:p xmlns:a="http://schemas.openxmlformats.org/drawingml/2006/main"/>
        </p:txBody>
      </p:sp>
      <p:sp>
        <p:nvSpPr>
          <p:cNvPr id="91" name="Google Shape;91;p21">
            <a:extLst xmlns:a="http://schemas.openxmlformats.org/drawingml/2006/main">
              <a:ext uri="{FF2B5EF4-FFF2-40B4-BE49-F238E27FC236}">
                <a16:creationId xmlns:a16="http://schemas.microsoft.com/office/drawing/2014/main" id="{EA353766-C64C-4151-A733-7063C8F91E84}"/>
              </a:ext>
            </a:extLst>
          </p:cNvPr>
          <p:cNvSpPr>
            <a:spLocks xmlns:a="http://schemas.openxmlformats.org/drawingml/2006/main" noGrp="1"/>
          </p:cNvSpPr>
          <p:nvPr>
            <p:ph type="title" idx="2"/>
          </p:nvPr>
        </p:nvSpPr>
        <p:spPr>
          <a:xfrm xmlns:a="http://schemas.openxmlformats.org/drawingml/2006/main">
            <a:off x="228600" y="2451625"/>
            <a:ext cx="2628900" cy="244800"/>
          </a:xfrm>
          <a:prstGeom xmlns:a="http://schemas.openxmlformats.org/drawingml/2006/main" prst="rect">
            <a:avLst/>
          </a:prstGeom>
        </p:spPr>
        <p:txBody>
          <a:bodyPr xmlns:a="http://schemas.openxmlformats.org/drawingml/2006/main" spcFirstLastPara="1" wrap="square" lIns="0" tIns="0" rIns="0" bIns="0" anchor="ctr">
            <a:noAutofit/>
          </a:bodyPr>
          <a:lstStyle xmlns:a="http://schemas.openxmlformats.org/drawingml/2006/main">
            <a:lvl1pPr>
              <a:spcBef>
                <a:spcPts val="0"/>
              </a:spcBef>
              <a:spcAft>
                <a:spcPts val="0"/>
              </a:spcAft>
              <a:buSzPts val="1400"/>
              <a:buFont typeface="Inter"/>
              <a:buNone/>
              <a:defRPr sz="1400">
                <a:latin typeface="Inter"/>
                <a:ea typeface="Inter"/>
                <a:cs typeface="Inter"/>
              </a:defRPr>
            </a:lvl1pPr>
            <a:lvl2pPr>
              <a:spcBef>
                <a:spcPts val="0"/>
              </a:spcBef>
              <a:spcAft>
                <a:spcPts val="0"/>
              </a:spcAft>
              <a:buSzPts val="1400"/>
              <a:buFont typeface="Inter"/>
              <a:buNone/>
              <a:defRPr sz="1400">
                <a:latin typeface="Inter"/>
                <a:ea typeface="Inter"/>
                <a:cs typeface="Inter"/>
              </a:defRPr>
            </a:lvl2pPr>
            <a:lvl3pPr>
              <a:spcBef>
                <a:spcPts val="0"/>
              </a:spcBef>
              <a:spcAft>
                <a:spcPts val="0"/>
              </a:spcAft>
              <a:buSzPts val="1400"/>
              <a:buFont typeface="Inter"/>
              <a:buNone/>
              <a:defRPr sz="1400">
                <a:latin typeface="Inter"/>
                <a:ea typeface="Inter"/>
                <a:cs typeface="Inter"/>
              </a:defRPr>
            </a:lvl3pPr>
            <a:lvl4pPr>
              <a:spcBef>
                <a:spcPts val="0"/>
              </a:spcBef>
              <a:spcAft>
                <a:spcPts val="0"/>
              </a:spcAft>
              <a:buSzPts val="1400"/>
              <a:buFont typeface="Inter"/>
              <a:buNone/>
              <a:defRPr sz="1400">
                <a:latin typeface="Inter"/>
                <a:ea typeface="Inter"/>
                <a:cs typeface="Inter"/>
              </a:defRPr>
            </a:lvl4pPr>
            <a:lvl5pPr>
              <a:spcBef>
                <a:spcPts val="0"/>
              </a:spcBef>
              <a:spcAft>
                <a:spcPts val="0"/>
              </a:spcAft>
              <a:buSzPts val="1400"/>
              <a:buFont typeface="Inter"/>
              <a:buNone/>
              <a:defRPr sz="1400">
                <a:latin typeface="Inter"/>
                <a:ea typeface="Inter"/>
                <a:cs typeface="Inter"/>
              </a:defRPr>
            </a:lvl5pPr>
            <a:lvl6pPr>
              <a:spcBef>
                <a:spcPts val="0"/>
              </a:spcBef>
              <a:spcAft>
                <a:spcPts val="0"/>
              </a:spcAft>
              <a:buSzPts val="1400"/>
              <a:buFont typeface="Inter"/>
              <a:buNone/>
              <a:defRPr sz="1400">
                <a:latin typeface="Inter"/>
                <a:ea typeface="Inter"/>
                <a:cs typeface="Inter"/>
              </a:defRPr>
            </a:lvl6pPr>
            <a:lvl7pPr>
              <a:spcBef>
                <a:spcPts val="0"/>
              </a:spcBef>
              <a:spcAft>
                <a:spcPts val="0"/>
              </a:spcAft>
              <a:buSzPts val="1400"/>
              <a:buFont typeface="Inter"/>
              <a:buNone/>
              <a:defRPr sz="1400">
                <a:latin typeface="Inter"/>
                <a:ea typeface="Inter"/>
                <a:cs typeface="Inter"/>
              </a:defRPr>
            </a:lvl7pPr>
            <a:lvl8pPr>
              <a:spcBef>
                <a:spcPts val="0"/>
              </a:spcBef>
              <a:spcAft>
                <a:spcPts val="0"/>
              </a:spcAft>
              <a:buSzPts val="1400"/>
              <a:buFont typeface="Inter"/>
              <a:buNone/>
              <a:defRPr sz="1400">
                <a:latin typeface="Inter"/>
                <a:ea typeface="Inter"/>
                <a:cs typeface="Inter"/>
              </a:defRPr>
            </a:lvl8pPr>
            <a:lvl9pPr>
              <a:spcBef>
                <a:spcPts val="0"/>
              </a:spcBef>
              <a:spcAft>
                <a:spcPts val="0"/>
              </a:spcAft>
              <a:buSzPts val="1400"/>
              <a:buFont typeface="Inter"/>
              <a:buNone/>
              <a:defRPr sz="1400">
                <a:latin typeface="Inter"/>
                <a:ea typeface="Inter"/>
                <a:cs typeface="Inter"/>
              </a:defRPr>
            </a:lvl9pPr>
          </a:lstStyle>
          <a:p xmlns:a="http://schemas.openxmlformats.org/drawingml/2006/main"/>
        </p:txBody>
      </p:sp>
    </p:spTree>
  </p:cSld>
</p:sldLayout>
</file>

<file path=ppt/slideLayouts/slideLayout21.xml><?xml version="1.0" encoding="utf-8"?>
<p:sldLayout xmlns:p="http://schemas.openxmlformats.org/presentationml/2006/main" matchingName="Section divider - split orange">
  <p:cSld name="CUSTOM_1_1_1_2">
    <p:bg>
      <p:bgPr>
        <a:solidFill xmlns:a="http://schemas.openxmlformats.org/drawingml/2006/main">
          <a:schemeClr val="lt1"/>
        </a:solidFill>
      </p:bgPr>
    </p:bg>
    <p:spTree>
      <p:nvGrpSpPr>
        <p:cNvPr id="1" name=""/>
        <p:cNvGrpSpPr/>
        <p:nvPr/>
      </p:nvGrpSpPr>
      <p:grpSpPr>
        <a:xfrm xmlns:a="http://schemas.openxmlformats.org/drawingml/2006/main"/>
      </p:grpSpPr>
      <p:pic>
        <p:nvPicPr>
          <p:cNvPr id="97" name="Google Shape;93;p22"/>
          <p:cNvPicPr>
            <a:picLocks xmlns:a="http://schemas.openxmlformats.org/drawingml/2006/main" noChangeAspect="1"/>
          </p:cNvPicPr>
          <p:nvPr/>
        </p:nvPicPr>
        <p:blipFill rotWithShape="1">
          <a:blip xmlns:r="http://schemas.openxmlformats.org/officeDocument/2006/relationships" xmlns:a="http://schemas.openxmlformats.org/drawingml/2006/main" r:embed="Rccc8102eca5e4c98">
            <a:alphaModFix/>
          </a:blip>
          <a:srcRect xmlns:a="http://schemas.openxmlformats.org/drawingml/2006/main" l="10" t="0" r="10" b="0"/>
          <a:stretch xmlns:a="http://schemas.openxmlformats.org/drawingml/2006/main"/>
        </p:blipFill>
        <p:spPr>
          <a:xfrm xmlns:a="http://schemas.openxmlformats.org/drawingml/2006/main">
            <a:off x="8" y="0"/>
            <a:ext cx="4570884" cy="5143500"/>
          </a:xfrm>
          <a:prstGeom xmlns:a="http://schemas.openxmlformats.org/drawingml/2006/main" prst="rect">
            <a:avLst/>
          </a:prstGeom>
          <a:ln xmlns:a="http://schemas.openxmlformats.org/drawingml/2006/main">
            <a:noFill/>
          </a:ln>
        </p:spPr>
      </p:pic>
      <p:sp>
        <p:nvSpPr>
          <p:cNvPr id="94" name="Google Shape;94;p22">
            <a:extLst xmlns:a="http://schemas.openxmlformats.org/drawingml/2006/main">
              <a:ext uri="{FF2B5EF4-FFF2-40B4-BE49-F238E27FC236}">
                <a16:creationId xmlns:a16="http://schemas.microsoft.com/office/drawing/2014/main" id="{841FEF62-6DF4-48DE-8EAD-3FB309A10A93}"/>
              </a:ext>
            </a:extLst>
          </p:cNvPr>
          <p:cNvSpPr>
            <a:spLocks xmlns:a="http://schemas.openxmlformats.org/drawingml/2006/main" noGrp="1"/>
          </p:cNvSpPr>
          <p:nvPr>
            <p:ph type="title" idx="0"/>
          </p:nvPr>
        </p:nvSpPr>
        <p:spPr>
          <a:xfrm xmlns:a="http://schemas.openxmlformats.org/drawingml/2006/main">
            <a:off x="4645150" y="2113650"/>
            <a:ext cx="4270200" cy="920700"/>
          </a:xfrm>
          <a:prstGeom xmlns:a="http://schemas.openxmlformats.org/drawingml/2006/main" prst="rect">
            <a:avLst/>
          </a:prstGeom>
        </p:spPr>
        <p:txBody>
          <a:bodyPr xmlns:a="http://schemas.openxmlformats.org/drawingml/2006/main" spcFirstLastPara="1" wrap="square" lIns="0" tIns="0" rIns="0" bIns="0" anchor="ctr">
            <a:noAutofit/>
          </a:bodyPr>
          <a:lstStyle xmlns:a="http://schemas.openxmlformats.org/drawingml/2006/main">
            <a:lvl1pPr>
              <a:spcBef>
                <a:spcPts val="0"/>
              </a:spcBef>
              <a:spcAft>
                <a:spcPts val="0"/>
              </a:spcAft>
              <a:buSzPts val="4000"/>
              <a:buNone/>
              <a:defRPr sz="4000"/>
            </a:lvl1pPr>
            <a:lvl2pPr>
              <a:spcBef>
                <a:spcPts val="0"/>
              </a:spcBef>
              <a:spcAft>
                <a:spcPts val="0"/>
              </a:spcAft>
              <a:buSzPts val="4000"/>
              <a:buNone/>
              <a:defRPr sz="4000"/>
            </a:lvl2pPr>
            <a:lvl3pPr>
              <a:spcBef>
                <a:spcPts val="0"/>
              </a:spcBef>
              <a:spcAft>
                <a:spcPts val="0"/>
              </a:spcAft>
              <a:buSzPts val="4000"/>
              <a:buNone/>
              <a:defRPr sz="4000"/>
            </a:lvl3pPr>
            <a:lvl4pPr>
              <a:spcBef>
                <a:spcPts val="0"/>
              </a:spcBef>
              <a:spcAft>
                <a:spcPts val="0"/>
              </a:spcAft>
              <a:buSzPts val="4000"/>
              <a:buNone/>
              <a:defRPr sz="4000"/>
            </a:lvl4pPr>
            <a:lvl5pPr>
              <a:spcBef>
                <a:spcPts val="0"/>
              </a:spcBef>
              <a:spcAft>
                <a:spcPts val="0"/>
              </a:spcAft>
              <a:buSzPts val="4000"/>
              <a:buNone/>
              <a:defRPr sz="4000"/>
            </a:lvl5pPr>
            <a:lvl6pPr>
              <a:spcBef>
                <a:spcPts val="0"/>
              </a:spcBef>
              <a:spcAft>
                <a:spcPts val="0"/>
              </a:spcAft>
              <a:buSzPts val="4000"/>
              <a:buNone/>
              <a:defRPr sz="4000"/>
            </a:lvl6pPr>
            <a:lvl7pPr>
              <a:spcBef>
                <a:spcPts val="0"/>
              </a:spcBef>
              <a:spcAft>
                <a:spcPts val="0"/>
              </a:spcAft>
              <a:buSzPts val="4000"/>
              <a:buNone/>
              <a:defRPr sz="4000"/>
            </a:lvl7pPr>
            <a:lvl8pPr>
              <a:spcBef>
                <a:spcPts val="0"/>
              </a:spcBef>
              <a:spcAft>
                <a:spcPts val="0"/>
              </a:spcAft>
              <a:buSzPts val="4000"/>
              <a:buNone/>
              <a:defRPr sz="4000"/>
            </a:lvl8pPr>
            <a:lvl9pPr>
              <a:spcBef>
                <a:spcPts val="0"/>
              </a:spcBef>
              <a:spcAft>
                <a:spcPts val="0"/>
              </a:spcAft>
              <a:buSzPts val="4000"/>
              <a:buNone/>
              <a:defRPr sz="4000"/>
            </a:lvl9pPr>
          </a:lstStyle>
          <a:p xmlns:a="http://schemas.openxmlformats.org/drawingml/2006/main"/>
        </p:txBody>
      </p:sp>
      <p:sp>
        <p:nvSpPr>
          <p:cNvPr id="95" name="Google Shape;95;p22">
            <a:extLst xmlns:a="http://schemas.openxmlformats.org/drawingml/2006/main">
              <a:ext uri="{FF2B5EF4-FFF2-40B4-BE49-F238E27FC236}">
                <a16:creationId xmlns:a16="http://schemas.microsoft.com/office/drawing/2014/main" id="{4C15534B-DF3D-430E-BBCA-E84335701A68}"/>
              </a:ext>
            </a:extLst>
          </p:cNvPr>
          <p:cNvSpPr>
            <a:spLocks xmlns:a="http://schemas.openxmlformats.org/drawingml/2006/main" noGrp="1"/>
          </p:cNvSpPr>
          <p:nvPr>
            <p:ph type="title" idx="2"/>
          </p:nvPr>
        </p:nvSpPr>
        <p:spPr>
          <a:xfrm xmlns:a="http://schemas.openxmlformats.org/drawingml/2006/main">
            <a:off x="228600" y="2451625"/>
            <a:ext cx="2628900" cy="244800"/>
          </a:xfrm>
          <a:prstGeom xmlns:a="http://schemas.openxmlformats.org/drawingml/2006/main" prst="rect">
            <a:avLst/>
          </a:prstGeom>
        </p:spPr>
        <p:txBody>
          <a:bodyPr xmlns:a="http://schemas.openxmlformats.org/drawingml/2006/main" spcFirstLastPara="1" wrap="square" lIns="0" tIns="0" rIns="0" bIns="0" anchor="ctr">
            <a:noAutofit/>
          </a:bodyPr>
          <a:lstStyle xmlns:a="http://schemas.openxmlformats.org/drawingml/2006/main">
            <a:lvl1pPr>
              <a:spcBef>
                <a:spcPts val="0"/>
              </a:spcBef>
              <a:spcAft>
                <a:spcPts val="0"/>
              </a:spcAft>
              <a:buSzPts val="1400"/>
              <a:buFont typeface="Inter"/>
              <a:buNone/>
              <a:defRPr sz="1400">
                <a:latin typeface="Inter"/>
                <a:ea typeface="Inter"/>
                <a:cs typeface="Inter"/>
              </a:defRPr>
            </a:lvl1pPr>
            <a:lvl2pPr>
              <a:spcBef>
                <a:spcPts val="0"/>
              </a:spcBef>
              <a:spcAft>
                <a:spcPts val="0"/>
              </a:spcAft>
              <a:buClr>
                <a:schemeClr val="lt1"/>
              </a:buClr>
              <a:buSzPts val="1400"/>
              <a:buFont typeface="Inter"/>
              <a:buNone/>
              <a:defRPr sz="1400">
                <a:solidFill>
                  <a:schemeClr val="lt1"/>
                </a:solidFill>
                <a:latin typeface="Inter"/>
                <a:ea typeface="Inter"/>
                <a:cs typeface="Inter"/>
              </a:defRPr>
            </a:lvl2pPr>
            <a:lvl3pPr>
              <a:spcBef>
                <a:spcPts val="0"/>
              </a:spcBef>
              <a:spcAft>
                <a:spcPts val="0"/>
              </a:spcAft>
              <a:buClr>
                <a:schemeClr val="lt1"/>
              </a:buClr>
              <a:buSzPts val="1400"/>
              <a:buFont typeface="Inter"/>
              <a:buNone/>
              <a:defRPr sz="1400">
                <a:solidFill>
                  <a:schemeClr val="lt1"/>
                </a:solidFill>
                <a:latin typeface="Inter"/>
                <a:ea typeface="Inter"/>
                <a:cs typeface="Inter"/>
              </a:defRPr>
            </a:lvl3pPr>
            <a:lvl4pPr>
              <a:spcBef>
                <a:spcPts val="0"/>
              </a:spcBef>
              <a:spcAft>
                <a:spcPts val="0"/>
              </a:spcAft>
              <a:buClr>
                <a:schemeClr val="lt1"/>
              </a:buClr>
              <a:buSzPts val="1400"/>
              <a:buFont typeface="Inter"/>
              <a:buNone/>
              <a:defRPr sz="1400">
                <a:solidFill>
                  <a:schemeClr val="lt1"/>
                </a:solidFill>
                <a:latin typeface="Inter"/>
                <a:ea typeface="Inter"/>
                <a:cs typeface="Inter"/>
              </a:defRPr>
            </a:lvl4pPr>
            <a:lvl5pPr>
              <a:spcBef>
                <a:spcPts val="0"/>
              </a:spcBef>
              <a:spcAft>
                <a:spcPts val="0"/>
              </a:spcAft>
              <a:buClr>
                <a:schemeClr val="lt1"/>
              </a:buClr>
              <a:buSzPts val="1400"/>
              <a:buFont typeface="Inter"/>
              <a:buNone/>
              <a:defRPr sz="1400">
                <a:solidFill>
                  <a:schemeClr val="lt1"/>
                </a:solidFill>
                <a:latin typeface="Inter"/>
                <a:ea typeface="Inter"/>
                <a:cs typeface="Inter"/>
              </a:defRPr>
            </a:lvl5pPr>
            <a:lvl6pPr>
              <a:spcBef>
                <a:spcPts val="0"/>
              </a:spcBef>
              <a:spcAft>
                <a:spcPts val="0"/>
              </a:spcAft>
              <a:buClr>
                <a:schemeClr val="lt1"/>
              </a:buClr>
              <a:buSzPts val="1400"/>
              <a:buFont typeface="Inter"/>
              <a:buNone/>
              <a:defRPr sz="1400">
                <a:solidFill>
                  <a:schemeClr val="lt1"/>
                </a:solidFill>
                <a:latin typeface="Inter"/>
                <a:ea typeface="Inter"/>
                <a:cs typeface="Inter"/>
              </a:defRPr>
            </a:lvl6pPr>
            <a:lvl7pPr>
              <a:spcBef>
                <a:spcPts val="0"/>
              </a:spcBef>
              <a:spcAft>
                <a:spcPts val="0"/>
              </a:spcAft>
              <a:buClr>
                <a:schemeClr val="lt1"/>
              </a:buClr>
              <a:buSzPts val="1400"/>
              <a:buFont typeface="Inter"/>
              <a:buNone/>
              <a:defRPr sz="1400">
                <a:solidFill>
                  <a:schemeClr val="lt1"/>
                </a:solidFill>
                <a:latin typeface="Inter"/>
                <a:ea typeface="Inter"/>
                <a:cs typeface="Inter"/>
              </a:defRPr>
            </a:lvl7pPr>
            <a:lvl8pPr>
              <a:spcBef>
                <a:spcPts val="0"/>
              </a:spcBef>
              <a:spcAft>
                <a:spcPts val="0"/>
              </a:spcAft>
              <a:buClr>
                <a:schemeClr val="lt1"/>
              </a:buClr>
              <a:buSzPts val="1400"/>
              <a:buFont typeface="Inter"/>
              <a:buNone/>
              <a:defRPr sz="1400">
                <a:solidFill>
                  <a:schemeClr val="lt1"/>
                </a:solidFill>
                <a:latin typeface="Inter"/>
                <a:ea typeface="Inter"/>
                <a:cs typeface="Inter"/>
              </a:defRPr>
            </a:lvl8pPr>
            <a:lvl9pPr>
              <a:spcBef>
                <a:spcPts val="0"/>
              </a:spcBef>
              <a:spcAft>
                <a:spcPts val="0"/>
              </a:spcAft>
              <a:buClr>
                <a:schemeClr val="lt1"/>
              </a:buClr>
              <a:buSzPts val="1400"/>
              <a:buFont typeface="Inter"/>
              <a:buNone/>
              <a:defRPr sz="1400">
                <a:solidFill>
                  <a:schemeClr val="lt1"/>
                </a:solidFill>
                <a:latin typeface="Inter"/>
                <a:ea typeface="Inter"/>
                <a:cs typeface="Inter"/>
              </a:defRPr>
            </a:lvl9pPr>
          </a:lstStyle>
          <a:p xmlns:a="http://schemas.openxmlformats.org/drawingml/2006/main"/>
        </p:txBody>
      </p:sp>
    </p:spTree>
  </p:cSld>
</p:sldLayout>
</file>

<file path=ppt/slideLayouts/slideLayout22.xml><?xml version="1.0" encoding="utf-8"?>
<p:sldLayout xmlns:p="http://schemas.openxmlformats.org/presentationml/2006/main" matchingName="Quote - Large">
  <p:cSld name="Quote_1">
    <p:bg>
      <p:bgPr>
        <a:solidFill xmlns:a="http://schemas.openxmlformats.org/drawingml/2006/main">
          <a:schemeClr val="lt1"/>
        </a:solidFill>
      </p:bgPr>
    </p:bg>
    <p:spTree>
      <p:nvGrpSpPr>
        <p:cNvPr id="1" name=""/>
        <p:cNvGrpSpPr/>
        <p:nvPr/>
      </p:nvGrpSpPr>
      <p:grpSpPr>
        <a:xfrm xmlns:a="http://schemas.openxmlformats.org/drawingml/2006/main"/>
      </p:grpSpPr>
      <p:sp>
        <p:nvSpPr>
          <p:cNvPr id="97" name="Google Shape;97;p23">
            <a:extLst xmlns:a="http://schemas.openxmlformats.org/drawingml/2006/main">
              <a:ext uri="{FF2B5EF4-FFF2-40B4-BE49-F238E27FC236}">
                <a16:creationId xmlns:a16="http://schemas.microsoft.com/office/drawing/2014/main" id="{D1B3A623-FBF1-44A5-9D3A-CB74235A550F}"/>
              </a:ext>
            </a:extLst>
          </p:cNvPr>
          <p:cNvSpPr>
            <a:spLocks xmlns:a="http://schemas.openxmlformats.org/drawingml/2006/main" noGrp="1"/>
          </p:cNvSpPr>
          <p:nvPr>
            <p:ph type="body" idx="1"/>
          </p:nvPr>
        </p:nvSpPr>
        <p:spPr>
          <a:xfrm xmlns:a="http://schemas.openxmlformats.org/drawingml/2006/main">
            <a:off x="228600" y="158725"/>
            <a:ext cx="8692800" cy="211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spAutoFit/>
          </a:bodyPr>
          <a:lstStyle xmlns:a="http://schemas.openxmlformats.org/drawingml/2006/main">
            <a:lvl1pPr marL="457200" indent="-228600" algn="l">
              <a:lnSpc>
                <a:spcPct val="90000"/>
              </a:lnSpc>
              <a:spcBef>
                <a:spcPts val="0"/>
              </a:spcBef>
              <a:spcAft>
                <a:spcPts val="0"/>
              </a:spcAft>
              <a:buClr>
                <a:schemeClr val="dk1"/>
              </a:buClr>
              <a:buSzPts val="3750"/>
              <a:buFont typeface="Libre Baskerville"/>
              <a:buNone/>
              <a:defRPr sz="3750">
                <a:solidFill>
                  <a:schemeClr val="dk1"/>
                </a:solidFill>
                <a:latin typeface="Libre Baskerville"/>
                <a:ea typeface="Libre Baskerville"/>
                <a:cs typeface="Libre Baskerville"/>
              </a:defRPr>
            </a:lvl1pPr>
            <a:lvl2pPr marL="914400" indent="-228600" algn="l">
              <a:lnSpc>
                <a:spcPct val="90000"/>
              </a:lnSpc>
              <a:spcBef>
                <a:spcPts val="225"/>
              </a:spcBef>
              <a:spcAft>
                <a:spcPts val="0"/>
              </a:spcAft>
              <a:buClr>
                <a:schemeClr val="dk1"/>
              </a:buClr>
              <a:buSzPts val="525"/>
              <a:buFont typeface="Libre Baskerville"/>
              <a:buNone/>
              <a:defRPr sz="525">
                <a:latin typeface="Libre Baskerville"/>
                <a:ea typeface="Libre Baskerville"/>
                <a:cs typeface="Libre Baskerville"/>
              </a:defRPr>
            </a:lvl2pPr>
            <a:lvl3pPr marL="1371600" indent="-228600" algn="l">
              <a:lnSpc>
                <a:spcPct val="90000"/>
              </a:lnSpc>
              <a:spcBef>
                <a:spcPts val="1200"/>
              </a:spcBef>
              <a:spcAft>
                <a:spcPts val="0"/>
              </a:spcAft>
              <a:buClr>
                <a:schemeClr val="dk1"/>
              </a:buClr>
              <a:buSzPts val="450"/>
              <a:buFont typeface="Libre Baskerville"/>
              <a:buNone/>
              <a:defRPr sz="450">
                <a:latin typeface="Libre Baskerville"/>
                <a:ea typeface="Libre Baskerville"/>
                <a:cs typeface="Libre Baskerville"/>
              </a:defRPr>
            </a:lvl3pPr>
            <a:lvl4pPr marL="1828800" indent="-228600" algn="l">
              <a:lnSpc>
                <a:spcPct val="90000"/>
              </a:lnSpc>
              <a:spcBef>
                <a:spcPts val="1200"/>
              </a:spcBef>
              <a:spcAft>
                <a:spcPts val="0"/>
              </a:spcAft>
              <a:buClr>
                <a:schemeClr val="dk1"/>
              </a:buClr>
              <a:buSzPts val="375"/>
              <a:buFont typeface="Libre Baskerville"/>
              <a:buNone/>
              <a:defRPr sz="375">
                <a:latin typeface="Libre Baskerville"/>
                <a:ea typeface="Libre Baskerville"/>
                <a:cs typeface="Libre Baskerville"/>
              </a:defRPr>
            </a:lvl4pPr>
            <a:lvl5pPr marL="2286000" indent="-228600" algn="l">
              <a:lnSpc>
                <a:spcPct val="90000"/>
              </a:lnSpc>
              <a:spcBef>
                <a:spcPts val="1200"/>
              </a:spcBef>
              <a:spcAft>
                <a:spcPts val="0"/>
              </a:spcAft>
              <a:buClr>
                <a:schemeClr val="dk1"/>
              </a:buClr>
              <a:buSzPts val="375"/>
              <a:buFont typeface="Libre Baskerville"/>
              <a:buNone/>
              <a:defRPr sz="375">
                <a:latin typeface="Libre Baskerville"/>
                <a:ea typeface="Libre Baskerville"/>
                <a:cs typeface="Libre Baskerville"/>
              </a:defRPr>
            </a:lvl5pPr>
            <a:lvl6pPr marL="2743200" indent="-228600" algn="l">
              <a:lnSpc>
                <a:spcPct val="90000"/>
              </a:lnSpc>
              <a:spcBef>
                <a:spcPts val="1200"/>
              </a:spcBef>
              <a:spcAft>
                <a:spcPts val="0"/>
              </a:spcAft>
              <a:buClr>
                <a:schemeClr val="dk1"/>
              </a:buClr>
              <a:buSzPts val="375"/>
              <a:buFont typeface="Libre Baskerville"/>
              <a:buNone/>
              <a:defRPr sz="375">
                <a:latin typeface="Libre Baskerville"/>
                <a:ea typeface="Libre Baskerville"/>
                <a:cs typeface="Libre Baskerville"/>
              </a:defRPr>
            </a:lvl6pPr>
            <a:lvl7pPr marL="3200400" indent="-228600" algn="l">
              <a:lnSpc>
                <a:spcPct val="90000"/>
              </a:lnSpc>
              <a:spcBef>
                <a:spcPts val="1200"/>
              </a:spcBef>
              <a:spcAft>
                <a:spcPts val="0"/>
              </a:spcAft>
              <a:buClr>
                <a:schemeClr val="dk1"/>
              </a:buClr>
              <a:buSzPts val="375"/>
              <a:buFont typeface="Libre Baskerville"/>
              <a:buNone/>
              <a:defRPr sz="375">
                <a:latin typeface="Libre Baskerville"/>
                <a:ea typeface="Libre Baskerville"/>
                <a:cs typeface="Libre Baskerville"/>
              </a:defRPr>
            </a:lvl7pPr>
            <a:lvl8pPr marL="3657600" indent="-228600" algn="l">
              <a:lnSpc>
                <a:spcPct val="90000"/>
              </a:lnSpc>
              <a:spcBef>
                <a:spcPts val="1200"/>
              </a:spcBef>
              <a:spcAft>
                <a:spcPts val="0"/>
              </a:spcAft>
              <a:buClr>
                <a:schemeClr val="dk1"/>
              </a:buClr>
              <a:buSzPts val="375"/>
              <a:buFont typeface="Libre Baskerville"/>
              <a:buNone/>
              <a:defRPr sz="375">
                <a:latin typeface="Libre Baskerville"/>
                <a:ea typeface="Libre Baskerville"/>
                <a:cs typeface="Libre Baskerville"/>
              </a:defRPr>
            </a:lvl8pPr>
            <a:lvl9pPr marL="4114800" indent="-228600" algn="l">
              <a:lnSpc>
                <a:spcPct val="90000"/>
              </a:lnSpc>
              <a:spcBef>
                <a:spcPts val="1200"/>
              </a:spcBef>
              <a:spcAft>
                <a:spcPts val="1200"/>
              </a:spcAft>
              <a:buClr>
                <a:schemeClr val="dk1"/>
              </a:buClr>
              <a:buSzPts val="375"/>
              <a:buFont typeface="Libre Baskerville"/>
              <a:buNone/>
              <a:defRPr sz="375">
                <a:latin typeface="Libre Baskerville"/>
                <a:ea typeface="Libre Baskerville"/>
                <a:cs typeface="Libre Baskerville"/>
              </a:defRPr>
            </a:lvl9pPr>
          </a:lstStyle>
          <a:p xmlns:a="http://schemas.openxmlformats.org/drawingml/2006/main"/>
        </p:txBody>
      </p:sp>
      <p:sp>
        <p:nvSpPr>
          <p:cNvPr id="98" name="Google Shape;98;p23">
            <a:extLst xmlns:a="http://schemas.openxmlformats.org/drawingml/2006/main">
              <a:ext uri="{FF2B5EF4-FFF2-40B4-BE49-F238E27FC236}">
                <a16:creationId xmlns:a16="http://schemas.microsoft.com/office/drawing/2014/main" id="{AFB4E563-21F4-4E3F-A714-BE366FB403D8}"/>
              </a:ext>
            </a:extLst>
          </p:cNvPr>
          <p:cNvSpPr>
            <a:spLocks xmlns:a="http://schemas.openxmlformats.org/drawingml/2006/main" noGrp="1"/>
          </p:cNvSpPr>
          <p:nvPr>
            <p:ph type="body" idx="2"/>
          </p:nvPr>
        </p:nvSpPr>
        <p:spPr>
          <a:xfrm xmlns:a="http://schemas.openxmlformats.org/drawingml/2006/main">
            <a:off x="228603" y="3960017"/>
            <a:ext cx="1604700" cy="404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spAutoFit/>
          </a:bodyPr>
          <a:lstStyle xmlns:a="http://schemas.openxmlformats.org/drawingml/2006/main">
            <a:lvl1pPr marL="457200" indent="-228600" algn="l">
              <a:lnSpc>
                <a:spcPct val="90000"/>
              </a:lnSpc>
              <a:spcBef>
                <a:spcPts val="375"/>
              </a:spcBef>
              <a:spcAft>
                <a:spcPts val="0"/>
              </a:spcAft>
              <a:buClr>
                <a:schemeClr val="dk1"/>
              </a:buClr>
              <a:buSzPts val="850"/>
              <a:buFont typeface="Arial"/>
              <a:buNone/>
              <a:defRPr sz="850" b="1"/>
            </a:lvl1pPr>
            <a:lvl2pPr marL="914400" indent="-271463" algn="l">
              <a:lnSpc>
                <a:spcPct val="90000"/>
              </a:lnSpc>
              <a:spcBef>
                <a:spcPts val="1200"/>
              </a:spcBef>
              <a:spcAft>
                <a:spcPts val="0"/>
              </a:spcAft>
              <a:buClr>
                <a:schemeClr val="dk1"/>
              </a:buClr>
              <a:buSzPts val="675"/>
              <a:buChar char="○"/>
              <a:defRPr sz="900"/>
            </a:lvl2pPr>
            <a:lvl3pPr marL="1371600" indent="-271463" algn="l">
              <a:lnSpc>
                <a:spcPct val="90000"/>
              </a:lnSpc>
              <a:spcBef>
                <a:spcPts val="1200"/>
              </a:spcBef>
              <a:spcAft>
                <a:spcPts val="0"/>
              </a:spcAft>
              <a:buClr>
                <a:schemeClr val="dk1"/>
              </a:buClr>
              <a:buSzPts val="675"/>
              <a:buChar char="■"/>
              <a:defRPr sz="750"/>
            </a:lvl3pPr>
            <a:lvl4pPr marL="1828800" indent="-271463" algn="l">
              <a:lnSpc>
                <a:spcPct val="90000"/>
              </a:lnSpc>
              <a:spcBef>
                <a:spcPts val="1200"/>
              </a:spcBef>
              <a:spcAft>
                <a:spcPts val="0"/>
              </a:spcAft>
              <a:buClr>
                <a:schemeClr val="dk1"/>
              </a:buClr>
              <a:buSzPts val="675"/>
              <a:buChar char="●"/>
              <a:defRPr sz="675"/>
            </a:lvl4pPr>
            <a:lvl5pPr marL="2286000" indent="-271463" algn="l">
              <a:lnSpc>
                <a:spcPct val="90000"/>
              </a:lnSpc>
              <a:spcBef>
                <a:spcPts val="1200"/>
              </a:spcBef>
              <a:spcAft>
                <a:spcPts val="0"/>
              </a:spcAft>
              <a:buClr>
                <a:schemeClr val="dk1"/>
              </a:buClr>
              <a:buSzPts val="675"/>
              <a:buChar char="○"/>
              <a:defRPr sz="675"/>
            </a:lvl5pPr>
            <a:lvl6pPr marL="2743200" indent="-271463" algn="l">
              <a:lnSpc>
                <a:spcPct val="90000"/>
              </a:lnSpc>
              <a:spcBef>
                <a:spcPts val="1200"/>
              </a:spcBef>
              <a:spcAft>
                <a:spcPts val="0"/>
              </a:spcAft>
              <a:buClr>
                <a:schemeClr val="dk1"/>
              </a:buClr>
              <a:buSzPts val="675"/>
              <a:buChar char="■"/>
              <a:defRPr sz="675"/>
            </a:lvl6pPr>
            <a:lvl7pPr marL="3200400" indent="-271463" algn="l">
              <a:lnSpc>
                <a:spcPct val="90000"/>
              </a:lnSpc>
              <a:spcBef>
                <a:spcPts val="1200"/>
              </a:spcBef>
              <a:spcAft>
                <a:spcPts val="0"/>
              </a:spcAft>
              <a:buClr>
                <a:schemeClr val="dk1"/>
              </a:buClr>
              <a:buSzPts val="675"/>
              <a:buChar char="●"/>
              <a:defRPr sz="675"/>
            </a:lvl7pPr>
            <a:lvl8pPr marL="3657600" indent="-271463" algn="l">
              <a:lnSpc>
                <a:spcPct val="90000"/>
              </a:lnSpc>
              <a:spcBef>
                <a:spcPts val="1200"/>
              </a:spcBef>
              <a:spcAft>
                <a:spcPts val="0"/>
              </a:spcAft>
              <a:buClr>
                <a:schemeClr val="dk1"/>
              </a:buClr>
              <a:buSzPts val="675"/>
              <a:buChar char="○"/>
              <a:defRPr sz="675"/>
            </a:lvl8pPr>
            <a:lvl9pPr marL="4114800" indent="-271463" algn="l">
              <a:lnSpc>
                <a:spcPct val="90000"/>
              </a:lnSpc>
              <a:spcBef>
                <a:spcPts val="1200"/>
              </a:spcBef>
              <a:spcAft>
                <a:spcPts val="1200"/>
              </a:spcAft>
              <a:buClr>
                <a:schemeClr val="dk1"/>
              </a:buClr>
              <a:buSzPts val="675"/>
              <a:buChar char="■"/>
              <a:defRPr sz="675"/>
            </a:lvl9pPr>
          </a:lstStyle>
          <a:p xmlns:a="http://schemas.openxmlformats.org/drawingml/2006/main"/>
        </p:txBody>
      </p:sp>
      <p:pic>
        <p:nvPicPr>
          <p:cNvPr id="102" name="Google Shape;99;p23"/>
          <p:cNvPicPr>
            <a:picLocks xmlns:a="http://schemas.openxmlformats.org/drawingml/2006/main" noChangeAspect="1"/>
          </p:cNvPicPr>
          <p:nvPr/>
        </p:nvPicPr>
        <p:blipFill>
          <a:blip xmlns:r="http://schemas.openxmlformats.org/officeDocument/2006/relationships" xmlns:a="http://schemas.openxmlformats.org/drawingml/2006/main" r:embed="R91356a1d222f4c16">
            <a:alphaModFix/>
          </a:blip>
          <a:stretch xmlns:a="http://schemas.openxmlformats.org/drawingml/2006/main">
            <a:fillRect l="0" t="0" r="0" b="0"/>
          </a:stretch>
        </p:blipFill>
        <p:spPr>
          <a:xfrm xmlns:a="http://schemas.openxmlformats.org/drawingml/2006/main">
            <a:off x="228600" y="4836074"/>
            <a:ext cx="153925" cy="153925"/>
          </a:xfrm>
          <a:prstGeom xmlns:a="http://schemas.openxmlformats.org/drawingml/2006/main" prst="rect">
            <a:avLst/>
          </a:prstGeom>
          <a:ln xmlns:a="http://schemas.openxmlformats.org/drawingml/2006/main">
            <a:noFill/>
          </a:ln>
        </p:spPr>
      </p:pic>
    </p:spTree>
  </p:cSld>
</p:sldLayout>
</file>

<file path=ppt/slideLayouts/slideLayout23.xml><?xml version="1.0" encoding="utf-8"?>
<p:sldLayout xmlns:p="http://schemas.openxmlformats.org/presentationml/2006/main" matchingName="Quote - Image">
  <p:cSld name="Quote_1_1">
    <p:bg>
      <p:bgPr>
        <a:solidFill xmlns:a="http://schemas.openxmlformats.org/drawingml/2006/main">
          <a:schemeClr val="lt1"/>
        </a:solidFill>
      </p:bgPr>
    </p:bg>
    <p:spTree>
      <p:nvGrpSpPr>
        <p:cNvPr id="1" name=""/>
        <p:cNvGrpSpPr/>
        <p:nvPr/>
      </p:nvGrpSpPr>
      <p:grpSpPr>
        <a:xfrm xmlns:a="http://schemas.openxmlformats.org/drawingml/2006/main"/>
      </p:grpSpPr>
      <p:sp>
        <p:nvSpPr>
          <p:cNvPr id="101" name="Google Shape;101;p24">
            <a:extLst xmlns:a="http://schemas.openxmlformats.org/drawingml/2006/main">
              <a:ext uri="{FF2B5EF4-FFF2-40B4-BE49-F238E27FC236}">
                <a16:creationId xmlns:a16="http://schemas.microsoft.com/office/drawing/2014/main" id="{1D18426A-B7A7-43EF-980C-D6B31BC12653}"/>
              </a:ext>
            </a:extLst>
          </p:cNvPr>
          <p:cNvSpPr>
            <a:spLocks xmlns:a="http://schemas.openxmlformats.org/drawingml/2006/main" noGrp="1"/>
          </p:cNvSpPr>
          <p:nvPr>
            <p:ph type="body" idx="1"/>
          </p:nvPr>
        </p:nvSpPr>
        <p:spPr>
          <a:xfrm xmlns:a="http://schemas.openxmlformats.org/drawingml/2006/main">
            <a:off x="3172975" y="158725"/>
            <a:ext cx="5748300" cy="211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spAutoFit/>
          </a:bodyPr>
          <a:lstStyle xmlns:a="http://schemas.openxmlformats.org/drawingml/2006/main">
            <a:lvl1pPr marL="457200" indent="-228600" algn="l">
              <a:lnSpc>
                <a:spcPct val="90000"/>
              </a:lnSpc>
              <a:spcBef>
                <a:spcPts val="0"/>
              </a:spcBef>
              <a:spcAft>
                <a:spcPts val="0"/>
              </a:spcAft>
              <a:buClr>
                <a:schemeClr val="dk1"/>
              </a:buClr>
              <a:buSzPts val="3750"/>
              <a:buFont typeface="Libre Baskerville"/>
              <a:buNone/>
              <a:defRPr sz="3750">
                <a:solidFill>
                  <a:schemeClr val="dk1"/>
                </a:solidFill>
                <a:latin typeface="Libre Baskerville"/>
                <a:ea typeface="Libre Baskerville"/>
                <a:cs typeface="Libre Baskerville"/>
              </a:defRPr>
            </a:lvl1pPr>
            <a:lvl2pPr marL="914400" indent="-228600" algn="l">
              <a:lnSpc>
                <a:spcPct val="90000"/>
              </a:lnSpc>
              <a:spcBef>
                <a:spcPts val="225"/>
              </a:spcBef>
              <a:spcAft>
                <a:spcPts val="0"/>
              </a:spcAft>
              <a:buClr>
                <a:schemeClr val="dk1"/>
              </a:buClr>
              <a:buSzPts val="525"/>
              <a:buFont typeface="Libre Baskerville"/>
              <a:buNone/>
              <a:defRPr sz="525">
                <a:latin typeface="Libre Baskerville"/>
                <a:ea typeface="Libre Baskerville"/>
                <a:cs typeface="Libre Baskerville"/>
              </a:defRPr>
            </a:lvl2pPr>
            <a:lvl3pPr marL="1371600" indent="-228600" algn="l">
              <a:lnSpc>
                <a:spcPct val="90000"/>
              </a:lnSpc>
              <a:spcBef>
                <a:spcPts val="1200"/>
              </a:spcBef>
              <a:spcAft>
                <a:spcPts val="0"/>
              </a:spcAft>
              <a:buClr>
                <a:schemeClr val="dk1"/>
              </a:buClr>
              <a:buSzPts val="450"/>
              <a:buFont typeface="Libre Baskerville"/>
              <a:buNone/>
              <a:defRPr sz="450">
                <a:latin typeface="Libre Baskerville"/>
                <a:ea typeface="Libre Baskerville"/>
                <a:cs typeface="Libre Baskerville"/>
              </a:defRPr>
            </a:lvl3pPr>
            <a:lvl4pPr marL="1828800" indent="-228600" algn="l">
              <a:lnSpc>
                <a:spcPct val="90000"/>
              </a:lnSpc>
              <a:spcBef>
                <a:spcPts val="1200"/>
              </a:spcBef>
              <a:spcAft>
                <a:spcPts val="0"/>
              </a:spcAft>
              <a:buClr>
                <a:schemeClr val="dk1"/>
              </a:buClr>
              <a:buSzPts val="375"/>
              <a:buFont typeface="Libre Baskerville"/>
              <a:buNone/>
              <a:defRPr sz="375">
                <a:latin typeface="Libre Baskerville"/>
                <a:ea typeface="Libre Baskerville"/>
                <a:cs typeface="Libre Baskerville"/>
              </a:defRPr>
            </a:lvl4pPr>
            <a:lvl5pPr marL="2286000" indent="-228600" algn="l">
              <a:lnSpc>
                <a:spcPct val="90000"/>
              </a:lnSpc>
              <a:spcBef>
                <a:spcPts val="1200"/>
              </a:spcBef>
              <a:spcAft>
                <a:spcPts val="0"/>
              </a:spcAft>
              <a:buClr>
                <a:schemeClr val="dk1"/>
              </a:buClr>
              <a:buSzPts val="375"/>
              <a:buFont typeface="Libre Baskerville"/>
              <a:buNone/>
              <a:defRPr sz="375">
                <a:latin typeface="Libre Baskerville"/>
                <a:ea typeface="Libre Baskerville"/>
                <a:cs typeface="Libre Baskerville"/>
              </a:defRPr>
            </a:lvl5pPr>
            <a:lvl6pPr marL="2743200" indent="-228600" algn="l">
              <a:lnSpc>
                <a:spcPct val="90000"/>
              </a:lnSpc>
              <a:spcBef>
                <a:spcPts val="1200"/>
              </a:spcBef>
              <a:spcAft>
                <a:spcPts val="0"/>
              </a:spcAft>
              <a:buClr>
                <a:schemeClr val="dk1"/>
              </a:buClr>
              <a:buSzPts val="375"/>
              <a:buFont typeface="Libre Baskerville"/>
              <a:buNone/>
              <a:defRPr sz="375">
                <a:latin typeface="Libre Baskerville"/>
                <a:ea typeface="Libre Baskerville"/>
                <a:cs typeface="Libre Baskerville"/>
              </a:defRPr>
            </a:lvl6pPr>
            <a:lvl7pPr marL="3200400" indent="-228600" algn="l">
              <a:lnSpc>
                <a:spcPct val="90000"/>
              </a:lnSpc>
              <a:spcBef>
                <a:spcPts val="1200"/>
              </a:spcBef>
              <a:spcAft>
                <a:spcPts val="0"/>
              </a:spcAft>
              <a:buClr>
                <a:schemeClr val="dk1"/>
              </a:buClr>
              <a:buSzPts val="375"/>
              <a:buFont typeface="Libre Baskerville"/>
              <a:buNone/>
              <a:defRPr sz="375">
                <a:latin typeface="Libre Baskerville"/>
                <a:ea typeface="Libre Baskerville"/>
                <a:cs typeface="Libre Baskerville"/>
              </a:defRPr>
            </a:lvl7pPr>
            <a:lvl8pPr marL="3657600" indent="-228600" algn="l">
              <a:lnSpc>
                <a:spcPct val="90000"/>
              </a:lnSpc>
              <a:spcBef>
                <a:spcPts val="1200"/>
              </a:spcBef>
              <a:spcAft>
                <a:spcPts val="0"/>
              </a:spcAft>
              <a:buClr>
                <a:schemeClr val="dk1"/>
              </a:buClr>
              <a:buSzPts val="375"/>
              <a:buFont typeface="Libre Baskerville"/>
              <a:buNone/>
              <a:defRPr sz="375">
                <a:latin typeface="Libre Baskerville"/>
                <a:ea typeface="Libre Baskerville"/>
                <a:cs typeface="Libre Baskerville"/>
              </a:defRPr>
            </a:lvl8pPr>
            <a:lvl9pPr marL="4114800" indent="-228600" algn="l">
              <a:lnSpc>
                <a:spcPct val="90000"/>
              </a:lnSpc>
              <a:spcBef>
                <a:spcPts val="1200"/>
              </a:spcBef>
              <a:spcAft>
                <a:spcPts val="1200"/>
              </a:spcAft>
              <a:buClr>
                <a:schemeClr val="dk1"/>
              </a:buClr>
              <a:buSzPts val="375"/>
              <a:buFont typeface="Libre Baskerville"/>
              <a:buNone/>
              <a:defRPr sz="375">
                <a:latin typeface="Libre Baskerville"/>
                <a:ea typeface="Libre Baskerville"/>
                <a:cs typeface="Libre Baskerville"/>
              </a:defRPr>
            </a:lvl9pPr>
          </a:lstStyle>
          <a:p xmlns:a="http://schemas.openxmlformats.org/drawingml/2006/main"/>
        </p:txBody>
      </p:sp>
      <p:sp>
        <p:nvSpPr>
          <p:cNvPr id="102" name="Google Shape;102;p24">
            <a:extLst xmlns:a="http://schemas.openxmlformats.org/drawingml/2006/main">
              <a:ext uri="{FF2B5EF4-FFF2-40B4-BE49-F238E27FC236}">
                <a16:creationId xmlns:a16="http://schemas.microsoft.com/office/drawing/2014/main" id="{B3242432-C1FD-4893-817D-3B7A8AD26806}"/>
              </a:ext>
            </a:extLst>
          </p:cNvPr>
          <p:cNvSpPr>
            <a:spLocks xmlns:a="http://schemas.openxmlformats.org/drawingml/2006/main" noGrp="1"/>
          </p:cNvSpPr>
          <p:nvPr>
            <p:ph type="body" idx="2"/>
          </p:nvPr>
        </p:nvSpPr>
        <p:spPr>
          <a:xfrm xmlns:a="http://schemas.openxmlformats.org/drawingml/2006/main">
            <a:off x="228603" y="2119042"/>
            <a:ext cx="1604700" cy="404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spAutoFit/>
          </a:bodyPr>
          <a:lstStyle xmlns:a="http://schemas.openxmlformats.org/drawingml/2006/main">
            <a:lvl1pPr marL="457200" indent="-228600" algn="l">
              <a:lnSpc>
                <a:spcPct val="90000"/>
              </a:lnSpc>
              <a:spcBef>
                <a:spcPts val="375"/>
              </a:spcBef>
              <a:spcAft>
                <a:spcPts val="0"/>
              </a:spcAft>
              <a:buClr>
                <a:schemeClr val="dk1"/>
              </a:buClr>
              <a:buSzPts val="850"/>
              <a:buFont typeface="Arial"/>
              <a:buNone/>
              <a:defRPr sz="850" b="1"/>
            </a:lvl1pPr>
            <a:lvl2pPr marL="914400" indent="-271463" algn="l">
              <a:lnSpc>
                <a:spcPct val="90000"/>
              </a:lnSpc>
              <a:spcBef>
                <a:spcPts val="1200"/>
              </a:spcBef>
              <a:spcAft>
                <a:spcPts val="0"/>
              </a:spcAft>
              <a:buClr>
                <a:schemeClr val="dk1"/>
              </a:buClr>
              <a:buSzPts val="675"/>
              <a:buChar char="○"/>
              <a:defRPr sz="900"/>
            </a:lvl2pPr>
            <a:lvl3pPr marL="1371600" indent="-271463" algn="l">
              <a:lnSpc>
                <a:spcPct val="90000"/>
              </a:lnSpc>
              <a:spcBef>
                <a:spcPts val="1200"/>
              </a:spcBef>
              <a:spcAft>
                <a:spcPts val="0"/>
              </a:spcAft>
              <a:buClr>
                <a:schemeClr val="dk1"/>
              </a:buClr>
              <a:buSzPts val="675"/>
              <a:buChar char="■"/>
              <a:defRPr sz="750"/>
            </a:lvl3pPr>
            <a:lvl4pPr marL="1828800" indent="-271463" algn="l">
              <a:lnSpc>
                <a:spcPct val="90000"/>
              </a:lnSpc>
              <a:spcBef>
                <a:spcPts val="1200"/>
              </a:spcBef>
              <a:spcAft>
                <a:spcPts val="0"/>
              </a:spcAft>
              <a:buClr>
                <a:schemeClr val="dk1"/>
              </a:buClr>
              <a:buSzPts val="675"/>
              <a:buChar char="●"/>
              <a:defRPr sz="675"/>
            </a:lvl4pPr>
            <a:lvl5pPr marL="2286000" indent="-271463" algn="l">
              <a:lnSpc>
                <a:spcPct val="90000"/>
              </a:lnSpc>
              <a:spcBef>
                <a:spcPts val="1200"/>
              </a:spcBef>
              <a:spcAft>
                <a:spcPts val="0"/>
              </a:spcAft>
              <a:buClr>
                <a:schemeClr val="dk1"/>
              </a:buClr>
              <a:buSzPts val="675"/>
              <a:buChar char="○"/>
              <a:defRPr sz="675"/>
            </a:lvl5pPr>
            <a:lvl6pPr marL="2743200" indent="-271463" algn="l">
              <a:lnSpc>
                <a:spcPct val="90000"/>
              </a:lnSpc>
              <a:spcBef>
                <a:spcPts val="1200"/>
              </a:spcBef>
              <a:spcAft>
                <a:spcPts val="0"/>
              </a:spcAft>
              <a:buClr>
                <a:schemeClr val="dk1"/>
              </a:buClr>
              <a:buSzPts val="675"/>
              <a:buChar char="■"/>
              <a:defRPr sz="675"/>
            </a:lvl6pPr>
            <a:lvl7pPr marL="3200400" indent="-271463" algn="l">
              <a:lnSpc>
                <a:spcPct val="90000"/>
              </a:lnSpc>
              <a:spcBef>
                <a:spcPts val="1200"/>
              </a:spcBef>
              <a:spcAft>
                <a:spcPts val="0"/>
              </a:spcAft>
              <a:buClr>
                <a:schemeClr val="dk1"/>
              </a:buClr>
              <a:buSzPts val="675"/>
              <a:buChar char="●"/>
              <a:defRPr sz="675"/>
            </a:lvl7pPr>
            <a:lvl8pPr marL="3657600" indent="-271463" algn="l">
              <a:lnSpc>
                <a:spcPct val="90000"/>
              </a:lnSpc>
              <a:spcBef>
                <a:spcPts val="1200"/>
              </a:spcBef>
              <a:spcAft>
                <a:spcPts val="0"/>
              </a:spcAft>
              <a:buClr>
                <a:schemeClr val="dk1"/>
              </a:buClr>
              <a:buSzPts val="675"/>
              <a:buChar char="○"/>
              <a:defRPr sz="675"/>
            </a:lvl8pPr>
            <a:lvl9pPr marL="4114800" indent="-271463" algn="l">
              <a:lnSpc>
                <a:spcPct val="90000"/>
              </a:lnSpc>
              <a:spcBef>
                <a:spcPts val="1200"/>
              </a:spcBef>
              <a:spcAft>
                <a:spcPts val="1200"/>
              </a:spcAft>
              <a:buClr>
                <a:schemeClr val="dk1"/>
              </a:buClr>
              <a:buSzPts val="675"/>
              <a:buChar char="■"/>
              <a:defRPr sz="675"/>
            </a:lvl9pPr>
          </a:lstStyle>
          <a:p xmlns:a="http://schemas.openxmlformats.org/drawingml/2006/main"/>
        </p:txBody>
      </p:sp>
      <p:pic>
        <p:nvPicPr>
          <p:cNvPr id="108" name="Google Shape;103;p24"/>
          <p:cNvPicPr>
            <a:picLocks xmlns:a="http://schemas.openxmlformats.org/drawingml/2006/main" noChangeAspect="1"/>
          </p:cNvPicPr>
          <p:nvPr/>
        </p:nvPicPr>
        <p:blipFill>
          <a:blip xmlns:r="http://schemas.openxmlformats.org/officeDocument/2006/relationships" xmlns:a="http://schemas.openxmlformats.org/drawingml/2006/main" r:embed="R6f3f94d5c1164a79">
            <a:alphaModFix/>
          </a:blip>
          <a:stretch xmlns:a="http://schemas.openxmlformats.org/drawingml/2006/main">
            <a:fillRect l="0" t="0" r="0" b="0"/>
          </a:stretch>
        </p:blipFill>
        <p:spPr>
          <a:xfrm xmlns:a="http://schemas.openxmlformats.org/drawingml/2006/main">
            <a:off x="228600" y="4836074"/>
            <a:ext cx="153925" cy="153925"/>
          </a:xfrm>
          <a:prstGeom xmlns:a="http://schemas.openxmlformats.org/drawingml/2006/main" prst="rect">
            <a:avLst/>
          </a:prstGeom>
          <a:ln xmlns:a="http://schemas.openxmlformats.org/drawingml/2006/main">
            <a:noFill/>
          </a:ln>
        </p:spPr>
      </p:pic>
      <p:sp>
        <p:nvSpPr>
          <p:cNvPr id="104" name="Google Shape;104;p24">
            <a:extLst xmlns:a="http://schemas.openxmlformats.org/drawingml/2006/main">
              <a:ext uri="{FF2B5EF4-FFF2-40B4-BE49-F238E27FC236}">
                <a16:creationId xmlns:a16="http://schemas.microsoft.com/office/drawing/2014/main" id="{65FC0384-F576-435C-9C66-C59B61E77D2B}"/>
              </a:ext>
            </a:extLst>
          </p:cNvPr>
          <p:cNvSpPr>
            <a:spLocks xmlns:a="http://schemas.openxmlformats.org/drawingml/2006/main" noGrp="1"/>
          </p:cNvSpPr>
          <p:nvPr>
            <p:ph type="pic" idx="3"/>
          </p:nvPr>
        </p:nvSpPr>
        <p:spPr>
          <a:xfrm xmlns:a="http://schemas.openxmlformats.org/drawingml/2006/main">
            <a:off x="231700" y="240275"/>
            <a:ext cx="1681800" cy="1681800"/>
          </a:xfrm>
          <a:prstGeom xmlns:a="http://schemas.openxmlformats.org/drawingml/2006/main" prst="ellipse">
            <a:avLst/>
          </a:prstGeom>
          <a:noFill xmlns:a="http://schemas.openxmlformats.org/drawingml/2006/main"/>
          <a:ln xmlns:a="http://schemas.openxmlformats.org/drawingml/2006/main">
            <a:noFill/>
          </a:ln>
        </p:spPr>
      </p:sp>
    </p:spTree>
  </p:cSld>
</p:sldLayout>
</file>

<file path=ppt/slideLayouts/slideLayout24.xml><?xml version="1.0" encoding="utf-8"?>
<p:sldLayout xmlns:p="http://schemas.openxmlformats.org/presentationml/2006/main" showMasterSp="0" matchingName="TOC 4 sections">
  <p:cSld name="Segments – Light_1">
    <p:bg>
      <p:bgPr>
        <a:solidFill xmlns:a="http://schemas.openxmlformats.org/drawingml/2006/main">
          <a:schemeClr val="lt1"/>
        </a:solidFill>
      </p:bgPr>
    </p:bg>
    <p:spTree>
      <p:nvGrpSpPr>
        <p:cNvPr id="1" name=""/>
        <p:cNvGrpSpPr/>
        <p:nvPr/>
      </p:nvGrpSpPr>
      <p:grpSpPr>
        <a:xfrm xmlns:a="http://schemas.openxmlformats.org/drawingml/2006/main"/>
      </p:grpSpPr>
      <p:sp>
        <p:nvSpPr>
          <p:cNvPr id="106" name="Google Shape;106;p25">
            <a:extLst xmlns:a="http://schemas.openxmlformats.org/drawingml/2006/main">
              <a:ext uri="{FF2B5EF4-FFF2-40B4-BE49-F238E27FC236}">
                <a16:creationId xmlns:a16="http://schemas.microsoft.com/office/drawing/2014/main" id="{AE7AD7A0-0594-4834-B706-945AAE83D6BC}"/>
              </a:ext>
            </a:extLst>
          </p:cNvPr>
          <p:cNvSpPr>
            <a:spLocks xmlns:a="http://schemas.openxmlformats.org/drawingml/2006/main" noGrp="1"/>
          </p:cNvSpPr>
          <p:nvPr>
            <p:ph type="title" idx="0"/>
          </p:nvPr>
        </p:nvSpPr>
        <p:spPr>
          <a:xfrm xmlns:a="http://schemas.openxmlformats.org/drawingml/2006/main">
            <a:off x="201375" y="158722"/>
            <a:ext cx="3773400" cy="1474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300" tIns="17150" rIns="34300" bIns="17150" anchor="t">
            <a:spAutoFit/>
          </a:bodyPr>
          <a:lstStyle xmlns:a="http://schemas.openxmlformats.org/drawingml/2006/main">
            <a:lvl1pPr algn="l">
              <a:lnSpc>
                <a:spcPct val="90000"/>
              </a:lnSpc>
              <a:spcBef>
                <a:spcPts val="0"/>
              </a:spcBef>
              <a:spcAft>
                <a:spcPts val="0"/>
              </a:spcAft>
              <a:buClr>
                <a:schemeClr val="dk1"/>
              </a:buClr>
              <a:buSzPts val="3800"/>
              <a:buFont typeface="Helvetica Neue"/>
              <a:buNone/>
              <a:defRPr sz="3800" b="0">
                <a:solidFill>
                  <a:schemeClr val="dk1"/>
                </a:solidFill>
              </a:defRPr>
            </a:lvl1pPr>
            <a:lvl2pPr>
              <a:spcBef>
                <a:spcPts val="0"/>
              </a:spcBef>
              <a:spcAft>
                <a:spcPts val="0"/>
              </a:spcAft>
              <a:buSzPts val="500"/>
              <a:buNone/>
              <a:defRPr sz="700"/>
            </a:lvl2pPr>
            <a:lvl3pPr>
              <a:spcBef>
                <a:spcPts val="0"/>
              </a:spcBef>
              <a:spcAft>
                <a:spcPts val="0"/>
              </a:spcAft>
              <a:buSzPts val="500"/>
              <a:buNone/>
              <a:defRPr sz="700"/>
            </a:lvl3pPr>
            <a:lvl4pPr>
              <a:spcBef>
                <a:spcPts val="0"/>
              </a:spcBef>
              <a:spcAft>
                <a:spcPts val="0"/>
              </a:spcAft>
              <a:buSzPts val="500"/>
              <a:buNone/>
              <a:defRPr sz="700"/>
            </a:lvl4pPr>
            <a:lvl5pPr>
              <a:spcBef>
                <a:spcPts val="0"/>
              </a:spcBef>
              <a:spcAft>
                <a:spcPts val="0"/>
              </a:spcAft>
              <a:buSzPts val="500"/>
              <a:buNone/>
              <a:defRPr sz="700"/>
            </a:lvl5pPr>
            <a:lvl6pPr>
              <a:spcBef>
                <a:spcPts val="0"/>
              </a:spcBef>
              <a:spcAft>
                <a:spcPts val="0"/>
              </a:spcAft>
              <a:buSzPts val="500"/>
              <a:buNone/>
              <a:defRPr sz="700"/>
            </a:lvl6pPr>
            <a:lvl7pPr>
              <a:spcBef>
                <a:spcPts val="0"/>
              </a:spcBef>
              <a:spcAft>
                <a:spcPts val="0"/>
              </a:spcAft>
              <a:buSzPts val="500"/>
              <a:buNone/>
              <a:defRPr sz="700"/>
            </a:lvl7pPr>
            <a:lvl8pPr>
              <a:spcBef>
                <a:spcPts val="0"/>
              </a:spcBef>
              <a:spcAft>
                <a:spcPts val="0"/>
              </a:spcAft>
              <a:buSzPts val="500"/>
              <a:buNone/>
              <a:defRPr sz="700"/>
            </a:lvl8pPr>
            <a:lvl9pPr>
              <a:spcBef>
                <a:spcPts val="0"/>
              </a:spcBef>
              <a:spcAft>
                <a:spcPts val="0"/>
              </a:spcAft>
              <a:buSzPts val="500"/>
              <a:buNone/>
              <a:defRPr sz="700"/>
            </a:lvl9pPr>
          </a:lstStyle>
          <a:p xmlns:a="http://schemas.openxmlformats.org/drawingml/2006/main"/>
        </p:txBody>
      </p:sp>
      <p:sp>
        <p:nvSpPr>
          <p:cNvPr id="107" name="Google Shape;107;p25">
            <a:extLst xmlns:a="http://schemas.openxmlformats.org/drawingml/2006/main">
              <a:ext uri="{FF2B5EF4-FFF2-40B4-BE49-F238E27FC236}">
                <a16:creationId xmlns:a16="http://schemas.microsoft.com/office/drawing/2014/main" id="{A8D2DD38-86E1-4156-9156-B5B1CDF79834}"/>
              </a:ext>
            </a:extLst>
          </p:cNvPr>
          <p:cNvSpPr>
            <a:spLocks xmlns:a="http://schemas.openxmlformats.org/drawingml/2006/main" noGrp="1"/>
          </p:cNvSpPr>
          <p:nvPr>
            <p:ph type="title" idx="2"/>
          </p:nvPr>
        </p:nvSpPr>
        <p:spPr>
          <a:xfrm xmlns:a="http://schemas.openxmlformats.org/drawingml/2006/main">
            <a:off x="201375" y="2395725"/>
            <a:ext cx="2024700" cy="513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300" tIns="17150" rIns="34300" bIns="17150" anchor="t">
            <a:spAutoFit/>
          </a:bodyPr>
          <a:lstStyle xmlns:a="http://schemas.openxmlformats.org/drawingml/2006/main">
            <a:lvl1pPr algn="l">
              <a:lnSpc>
                <a:spcPct val="90000"/>
              </a:lnSpc>
              <a:spcBef>
                <a:spcPts val="0"/>
              </a:spcBef>
              <a:spcAft>
                <a:spcPts val="0"/>
              </a:spcAft>
              <a:buClr>
                <a:schemeClr val="dk1"/>
              </a:buClr>
              <a:buSzPts val="1800"/>
              <a:buFont typeface="Helvetica Neue"/>
              <a:buNone/>
              <a:defRPr sz="1800" b="0">
                <a:solidFill>
                  <a:schemeClr val="dk1"/>
                </a:solidFill>
              </a:defRPr>
            </a:lvl1pPr>
            <a:lvl2pPr>
              <a:spcBef>
                <a:spcPts val="0"/>
              </a:spcBef>
              <a:spcAft>
                <a:spcPts val="0"/>
              </a:spcAft>
              <a:buSzPts val="1800"/>
              <a:buNone/>
              <a:defRPr sz="1800"/>
            </a:lvl2pPr>
            <a:lvl3pPr>
              <a:spcBef>
                <a:spcPts val="0"/>
              </a:spcBef>
              <a:spcAft>
                <a:spcPts val="0"/>
              </a:spcAft>
              <a:buSzPts val="1800"/>
              <a:buNone/>
              <a:defRPr sz="1800"/>
            </a:lvl3pPr>
            <a:lvl4pPr>
              <a:spcBef>
                <a:spcPts val="0"/>
              </a:spcBef>
              <a:spcAft>
                <a:spcPts val="0"/>
              </a:spcAft>
              <a:buSzPts val="1800"/>
              <a:buNone/>
              <a:defRPr sz="1800"/>
            </a:lvl4pPr>
            <a:lvl5pPr>
              <a:spcBef>
                <a:spcPts val="0"/>
              </a:spcBef>
              <a:spcAft>
                <a:spcPts val="0"/>
              </a:spcAft>
              <a:buSzPts val="1800"/>
              <a:buNone/>
              <a:defRPr sz="1800"/>
            </a:lvl5pPr>
            <a:lvl6pPr>
              <a:spcBef>
                <a:spcPts val="0"/>
              </a:spcBef>
              <a:spcAft>
                <a:spcPts val="0"/>
              </a:spcAft>
              <a:buSzPts val="1800"/>
              <a:buNone/>
              <a:defRPr sz="1800"/>
            </a:lvl6pPr>
            <a:lvl7pPr>
              <a:spcBef>
                <a:spcPts val="0"/>
              </a:spcBef>
              <a:spcAft>
                <a:spcPts val="0"/>
              </a:spcAft>
              <a:buSzPts val="1800"/>
              <a:buNone/>
              <a:defRPr sz="1800"/>
            </a:lvl7pPr>
            <a:lvl8pPr>
              <a:spcBef>
                <a:spcPts val="0"/>
              </a:spcBef>
              <a:spcAft>
                <a:spcPts val="0"/>
              </a:spcAft>
              <a:buSzPts val="1800"/>
              <a:buNone/>
              <a:defRPr sz="1800"/>
            </a:lvl8pPr>
            <a:lvl9pPr>
              <a:spcBef>
                <a:spcPts val="0"/>
              </a:spcBef>
              <a:spcAft>
                <a:spcPts val="0"/>
              </a:spcAft>
              <a:buSzPts val="1800"/>
              <a:buNone/>
              <a:defRPr sz="1800"/>
            </a:lvl9pPr>
          </a:lstStyle>
          <a:p xmlns:a="http://schemas.openxmlformats.org/drawingml/2006/main"/>
        </p:txBody>
      </p:sp>
      <p:sp>
        <p:nvSpPr>
          <p:cNvPr id="108" name="Google Shape;108;p25">
            <a:extLst xmlns:a="http://schemas.openxmlformats.org/drawingml/2006/main">
              <a:ext uri="{FF2B5EF4-FFF2-40B4-BE49-F238E27FC236}">
                <a16:creationId xmlns:a16="http://schemas.microsoft.com/office/drawing/2014/main" id="{1EB4D807-2D3C-4105-B0C3-4CBC032040CA}"/>
              </a:ext>
            </a:extLst>
          </p:cNvPr>
          <p:cNvSpPr>
            <a:spLocks xmlns:a="http://schemas.openxmlformats.org/drawingml/2006/main" noGrp="1"/>
          </p:cNvSpPr>
          <p:nvPr>
            <p:ph type="title" idx="3"/>
          </p:nvPr>
        </p:nvSpPr>
        <p:spPr>
          <a:xfrm xmlns:a="http://schemas.openxmlformats.org/drawingml/2006/main">
            <a:off x="2426825" y="2395725"/>
            <a:ext cx="2024700" cy="513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300" tIns="17150" rIns="34300" bIns="17150" anchor="t">
            <a:spAutoFit/>
          </a:bodyPr>
          <a:lstStyle xmlns:a="http://schemas.openxmlformats.org/drawingml/2006/main">
            <a:lvl1pPr algn="l">
              <a:lnSpc>
                <a:spcPct val="90000"/>
              </a:lnSpc>
              <a:spcBef>
                <a:spcPts val="0"/>
              </a:spcBef>
              <a:spcAft>
                <a:spcPts val="0"/>
              </a:spcAft>
              <a:buClr>
                <a:schemeClr val="dk1"/>
              </a:buClr>
              <a:buSzPts val="1800"/>
              <a:buFont typeface="Helvetica Neue"/>
              <a:buNone/>
              <a:defRPr sz="1800" b="0">
                <a:solidFill>
                  <a:schemeClr val="dk1"/>
                </a:solidFill>
              </a:defRPr>
            </a:lvl1pPr>
            <a:lvl2pPr>
              <a:spcBef>
                <a:spcPts val="0"/>
              </a:spcBef>
              <a:spcAft>
                <a:spcPts val="0"/>
              </a:spcAft>
              <a:buSzPts val="1800"/>
              <a:buNone/>
              <a:defRPr sz="1800"/>
            </a:lvl2pPr>
            <a:lvl3pPr>
              <a:spcBef>
                <a:spcPts val="0"/>
              </a:spcBef>
              <a:spcAft>
                <a:spcPts val="0"/>
              </a:spcAft>
              <a:buSzPts val="1800"/>
              <a:buNone/>
              <a:defRPr sz="1800"/>
            </a:lvl3pPr>
            <a:lvl4pPr>
              <a:spcBef>
                <a:spcPts val="0"/>
              </a:spcBef>
              <a:spcAft>
                <a:spcPts val="0"/>
              </a:spcAft>
              <a:buSzPts val="1800"/>
              <a:buNone/>
              <a:defRPr sz="1800"/>
            </a:lvl4pPr>
            <a:lvl5pPr>
              <a:spcBef>
                <a:spcPts val="0"/>
              </a:spcBef>
              <a:spcAft>
                <a:spcPts val="0"/>
              </a:spcAft>
              <a:buSzPts val="1800"/>
              <a:buNone/>
              <a:defRPr sz="1800"/>
            </a:lvl5pPr>
            <a:lvl6pPr>
              <a:spcBef>
                <a:spcPts val="0"/>
              </a:spcBef>
              <a:spcAft>
                <a:spcPts val="0"/>
              </a:spcAft>
              <a:buSzPts val="1800"/>
              <a:buNone/>
              <a:defRPr sz="1800"/>
            </a:lvl6pPr>
            <a:lvl7pPr>
              <a:spcBef>
                <a:spcPts val="0"/>
              </a:spcBef>
              <a:spcAft>
                <a:spcPts val="0"/>
              </a:spcAft>
              <a:buSzPts val="1800"/>
              <a:buNone/>
              <a:defRPr sz="1800"/>
            </a:lvl7pPr>
            <a:lvl8pPr>
              <a:spcBef>
                <a:spcPts val="0"/>
              </a:spcBef>
              <a:spcAft>
                <a:spcPts val="0"/>
              </a:spcAft>
              <a:buSzPts val="1800"/>
              <a:buNone/>
              <a:defRPr sz="1800"/>
            </a:lvl8pPr>
            <a:lvl9pPr>
              <a:spcBef>
                <a:spcPts val="0"/>
              </a:spcBef>
              <a:spcAft>
                <a:spcPts val="0"/>
              </a:spcAft>
              <a:buSzPts val="1800"/>
              <a:buNone/>
              <a:defRPr sz="1800"/>
            </a:lvl9pPr>
          </a:lstStyle>
          <a:p xmlns:a="http://schemas.openxmlformats.org/drawingml/2006/main"/>
        </p:txBody>
      </p:sp>
      <p:sp>
        <p:nvSpPr>
          <p:cNvPr id="109" name="Google Shape;109;p25">
            <a:extLst xmlns:a="http://schemas.openxmlformats.org/drawingml/2006/main">
              <a:ext uri="{FF2B5EF4-FFF2-40B4-BE49-F238E27FC236}">
                <a16:creationId xmlns:a16="http://schemas.microsoft.com/office/drawing/2014/main" id="{0D383EBE-1174-412D-9610-2FE71DCF2C66}"/>
              </a:ext>
            </a:extLst>
          </p:cNvPr>
          <p:cNvSpPr>
            <a:spLocks xmlns:a="http://schemas.openxmlformats.org/drawingml/2006/main" noGrp="1"/>
          </p:cNvSpPr>
          <p:nvPr>
            <p:ph type="title" idx="4"/>
          </p:nvPr>
        </p:nvSpPr>
        <p:spPr>
          <a:xfrm xmlns:a="http://schemas.openxmlformats.org/drawingml/2006/main">
            <a:off x="4621875" y="2395725"/>
            <a:ext cx="2024700" cy="513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300" tIns="17150" rIns="34300" bIns="17150" anchor="t">
            <a:spAutoFit/>
          </a:bodyPr>
          <a:lstStyle xmlns:a="http://schemas.openxmlformats.org/drawingml/2006/main">
            <a:lvl1pPr algn="l">
              <a:lnSpc>
                <a:spcPct val="90000"/>
              </a:lnSpc>
              <a:spcBef>
                <a:spcPts val="0"/>
              </a:spcBef>
              <a:spcAft>
                <a:spcPts val="0"/>
              </a:spcAft>
              <a:buClr>
                <a:schemeClr val="dk1"/>
              </a:buClr>
              <a:buSzPts val="1800"/>
              <a:buFont typeface="Helvetica Neue"/>
              <a:buNone/>
              <a:defRPr sz="1800" b="0">
                <a:solidFill>
                  <a:schemeClr val="dk1"/>
                </a:solidFill>
              </a:defRPr>
            </a:lvl1pPr>
            <a:lvl2pPr>
              <a:spcBef>
                <a:spcPts val="0"/>
              </a:spcBef>
              <a:spcAft>
                <a:spcPts val="0"/>
              </a:spcAft>
              <a:buSzPts val="1800"/>
              <a:buNone/>
              <a:defRPr sz="1800"/>
            </a:lvl2pPr>
            <a:lvl3pPr>
              <a:spcBef>
                <a:spcPts val="0"/>
              </a:spcBef>
              <a:spcAft>
                <a:spcPts val="0"/>
              </a:spcAft>
              <a:buSzPts val="1800"/>
              <a:buNone/>
              <a:defRPr sz="1800"/>
            </a:lvl3pPr>
            <a:lvl4pPr>
              <a:spcBef>
                <a:spcPts val="0"/>
              </a:spcBef>
              <a:spcAft>
                <a:spcPts val="0"/>
              </a:spcAft>
              <a:buSzPts val="1800"/>
              <a:buNone/>
              <a:defRPr sz="1800"/>
            </a:lvl4pPr>
            <a:lvl5pPr>
              <a:spcBef>
                <a:spcPts val="0"/>
              </a:spcBef>
              <a:spcAft>
                <a:spcPts val="0"/>
              </a:spcAft>
              <a:buSzPts val="1800"/>
              <a:buNone/>
              <a:defRPr sz="1800"/>
            </a:lvl5pPr>
            <a:lvl6pPr>
              <a:spcBef>
                <a:spcPts val="0"/>
              </a:spcBef>
              <a:spcAft>
                <a:spcPts val="0"/>
              </a:spcAft>
              <a:buSzPts val="1800"/>
              <a:buNone/>
              <a:defRPr sz="1800"/>
            </a:lvl6pPr>
            <a:lvl7pPr>
              <a:spcBef>
                <a:spcPts val="0"/>
              </a:spcBef>
              <a:spcAft>
                <a:spcPts val="0"/>
              </a:spcAft>
              <a:buSzPts val="1800"/>
              <a:buNone/>
              <a:defRPr sz="1800"/>
            </a:lvl7pPr>
            <a:lvl8pPr>
              <a:spcBef>
                <a:spcPts val="0"/>
              </a:spcBef>
              <a:spcAft>
                <a:spcPts val="0"/>
              </a:spcAft>
              <a:buSzPts val="1800"/>
              <a:buNone/>
              <a:defRPr sz="1800"/>
            </a:lvl8pPr>
            <a:lvl9pPr>
              <a:spcBef>
                <a:spcPts val="0"/>
              </a:spcBef>
              <a:spcAft>
                <a:spcPts val="0"/>
              </a:spcAft>
              <a:buSzPts val="1800"/>
              <a:buNone/>
              <a:defRPr sz="1800"/>
            </a:lvl9pPr>
          </a:lstStyle>
          <a:p xmlns:a="http://schemas.openxmlformats.org/drawingml/2006/main"/>
        </p:txBody>
      </p:sp>
      <p:sp>
        <p:nvSpPr>
          <p:cNvPr id="110" name="Google Shape;110;p25">
            <a:extLst xmlns:a="http://schemas.openxmlformats.org/drawingml/2006/main">
              <a:ext uri="{FF2B5EF4-FFF2-40B4-BE49-F238E27FC236}">
                <a16:creationId xmlns:a16="http://schemas.microsoft.com/office/drawing/2014/main" id="{7FB8CE7F-B5C7-41FF-9B6B-9251204B38CE}"/>
              </a:ext>
            </a:extLst>
          </p:cNvPr>
          <p:cNvSpPr>
            <a:spLocks xmlns:a="http://schemas.openxmlformats.org/drawingml/2006/main" noGrp="1"/>
          </p:cNvSpPr>
          <p:nvPr>
            <p:ph type="title" idx="5"/>
          </p:nvPr>
        </p:nvSpPr>
        <p:spPr>
          <a:xfrm xmlns:a="http://schemas.openxmlformats.org/drawingml/2006/main">
            <a:off x="6816925" y="2778600"/>
            <a:ext cx="2024700" cy="513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300" tIns="17150" rIns="34300" bIns="17150" anchor="t">
            <a:spAutoFit/>
          </a:bodyPr>
          <a:lstStyle xmlns:a="http://schemas.openxmlformats.org/drawingml/2006/main">
            <a:lvl1pPr algn="l">
              <a:lnSpc>
                <a:spcPct val="90000"/>
              </a:lnSpc>
              <a:spcBef>
                <a:spcPts val="0"/>
              </a:spcBef>
              <a:spcAft>
                <a:spcPts val="0"/>
              </a:spcAft>
              <a:buClr>
                <a:srgbClr val="7F7F7F"/>
              </a:buClr>
              <a:buSzPts val="1100"/>
              <a:buFont typeface="Inter"/>
              <a:buNone/>
              <a:defRPr sz="1100">
                <a:solidFill>
                  <a:srgbClr val="7F7F7F"/>
                </a:solidFill>
                <a:latin typeface="Inter"/>
                <a:ea typeface="Inter"/>
                <a:cs typeface="Inter"/>
              </a:defRPr>
            </a:lvl1pPr>
            <a:lvl2pPr>
              <a:spcBef>
                <a:spcPts val="0"/>
              </a:spcBef>
              <a:spcAft>
                <a:spcPts val="0"/>
              </a:spcAft>
              <a:buClr>
                <a:srgbClr val="7F7F7F"/>
              </a:buClr>
              <a:buSzPts val="1100"/>
              <a:buFont typeface="Inter"/>
              <a:buNone/>
              <a:defRPr sz="1100">
                <a:solidFill>
                  <a:srgbClr val="7F7F7F"/>
                </a:solidFill>
                <a:latin typeface="Inter"/>
                <a:ea typeface="Inter"/>
                <a:cs typeface="Inter"/>
              </a:defRPr>
            </a:lvl2pPr>
            <a:lvl3pPr>
              <a:spcBef>
                <a:spcPts val="0"/>
              </a:spcBef>
              <a:spcAft>
                <a:spcPts val="0"/>
              </a:spcAft>
              <a:buClr>
                <a:srgbClr val="7F7F7F"/>
              </a:buClr>
              <a:buSzPts val="1100"/>
              <a:buFont typeface="Inter"/>
              <a:buNone/>
              <a:defRPr sz="1100">
                <a:solidFill>
                  <a:srgbClr val="7F7F7F"/>
                </a:solidFill>
                <a:latin typeface="Inter"/>
                <a:ea typeface="Inter"/>
                <a:cs typeface="Inter"/>
              </a:defRPr>
            </a:lvl3pPr>
            <a:lvl4pPr>
              <a:spcBef>
                <a:spcPts val="0"/>
              </a:spcBef>
              <a:spcAft>
                <a:spcPts val="0"/>
              </a:spcAft>
              <a:buClr>
                <a:srgbClr val="7F7F7F"/>
              </a:buClr>
              <a:buSzPts val="1100"/>
              <a:buFont typeface="Inter"/>
              <a:buNone/>
              <a:defRPr sz="1100">
                <a:solidFill>
                  <a:srgbClr val="7F7F7F"/>
                </a:solidFill>
                <a:latin typeface="Inter"/>
                <a:ea typeface="Inter"/>
                <a:cs typeface="Inter"/>
              </a:defRPr>
            </a:lvl4pPr>
            <a:lvl5pPr>
              <a:spcBef>
                <a:spcPts val="0"/>
              </a:spcBef>
              <a:spcAft>
                <a:spcPts val="0"/>
              </a:spcAft>
              <a:buClr>
                <a:srgbClr val="7F7F7F"/>
              </a:buClr>
              <a:buSzPts val="1100"/>
              <a:buFont typeface="Inter"/>
              <a:buNone/>
              <a:defRPr sz="1100">
                <a:solidFill>
                  <a:srgbClr val="7F7F7F"/>
                </a:solidFill>
                <a:latin typeface="Inter"/>
                <a:ea typeface="Inter"/>
                <a:cs typeface="Inter"/>
              </a:defRPr>
            </a:lvl5pPr>
            <a:lvl6pPr>
              <a:spcBef>
                <a:spcPts val="0"/>
              </a:spcBef>
              <a:spcAft>
                <a:spcPts val="0"/>
              </a:spcAft>
              <a:buClr>
                <a:srgbClr val="7F7F7F"/>
              </a:buClr>
              <a:buSzPts val="1100"/>
              <a:buFont typeface="Inter"/>
              <a:buNone/>
              <a:defRPr sz="1100">
                <a:solidFill>
                  <a:srgbClr val="7F7F7F"/>
                </a:solidFill>
                <a:latin typeface="Inter"/>
                <a:ea typeface="Inter"/>
                <a:cs typeface="Inter"/>
              </a:defRPr>
            </a:lvl6pPr>
            <a:lvl7pPr>
              <a:spcBef>
                <a:spcPts val="0"/>
              </a:spcBef>
              <a:spcAft>
                <a:spcPts val="0"/>
              </a:spcAft>
              <a:buClr>
                <a:srgbClr val="7F7F7F"/>
              </a:buClr>
              <a:buSzPts val="1100"/>
              <a:buFont typeface="Inter"/>
              <a:buNone/>
              <a:defRPr sz="1100">
                <a:solidFill>
                  <a:srgbClr val="7F7F7F"/>
                </a:solidFill>
                <a:latin typeface="Inter"/>
                <a:ea typeface="Inter"/>
                <a:cs typeface="Inter"/>
              </a:defRPr>
            </a:lvl7pPr>
            <a:lvl8pPr>
              <a:spcBef>
                <a:spcPts val="0"/>
              </a:spcBef>
              <a:spcAft>
                <a:spcPts val="0"/>
              </a:spcAft>
              <a:buClr>
                <a:srgbClr val="7F7F7F"/>
              </a:buClr>
              <a:buSzPts val="1100"/>
              <a:buFont typeface="Inter"/>
              <a:buNone/>
              <a:defRPr sz="1100">
                <a:solidFill>
                  <a:srgbClr val="7F7F7F"/>
                </a:solidFill>
                <a:latin typeface="Inter"/>
                <a:ea typeface="Inter"/>
                <a:cs typeface="Inter"/>
              </a:defRPr>
            </a:lvl8pPr>
            <a:lvl9pPr>
              <a:spcBef>
                <a:spcPts val="0"/>
              </a:spcBef>
              <a:spcAft>
                <a:spcPts val="0"/>
              </a:spcAft>
              <a:buClr>
                <a:srgbClr val="7F7F7F"/>
              </a:buClr>
              <a:buSzPts val="1100"/>
              <a:buFont typeface="Inter"/>
              <a:buNone/>
              <a:defRPr sz="1100">
                <a:solidFill>
                  <a:srgbClr val="7F7F7F"/>
                </a:solidFill>
                <a:latin typeface="Inter"/>
                <a:ea typeface="Inter"/>
                <a:cs typeface="Inter"/>
              </a:defRPr>
            </a:lvl9pPr>
          </a:lstStyle>
          <a:p xmlns:a="http://schemas.openxmlformats.org/drawingml/2006/main"/>
        </p:txBody>
      </p:sp>
      <p:sp>
        <p:nvSpPr>
          <p:cNvPr id="111" name="Google Shape;111;p25">
            <a:extLst xmlns:a="http://schemas.openxmlformats.org/drawingml/2006/main">
              <a:ext uri="{FF2B5EF4-FFF2-40B4-BE49-F238E27FC236}">
                <a16:creationId xmlns:a16="http://schemas.microsoft.com/office/drawing/2014/main" id="{E4CB3E6E-4088-42E3-8DB5-0E4B10D2286E}"/>
              </a:ext>
            </a:extLst>
          </p:cNvPr>
          <p:cNvSpPr>
            <a:spLocks xmlns:a="http://schemas.openxmlformats.org/drawingml/2006/main" noGrp="1"/>
          </p:cNvSpPr>
          <p:nvPr>
            <p:ph type="title" idx="6"/>
          </p:nvPr>
        </p:nvSpPr>
        <p:spPr>
          <a:xfrm xmlns:a="http://schemas.openxmlformats.org/drawingml/2006/main">
            <a:off x="201375" y="2778600"/>
            <a:ext cx="2024700" cy="513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300" tIns="17150" rIns="34300" bIns="17150" anchor="t">
            <a:spAutoFit/>
          </a:bodyPr>
          <a:lstStyle xmlns:a="http://schemas.openxmlformats.org/drawingml/2006/main">
            <a:lvl1pPr algn="l">
              <a:lnSpc>
                <a:spcPct val="90000"/>
              </a:lnSpc>
              <a:spcBef>
                <a:spcPts val="0"/>
              </a:spcBef>
              <a:spcAft>
                <a:spcPts val="0"/>
              </a:spcAft>
              <a:buClr>
                <a:srgbClr val="7F7F7F"/>
              </a:buClr>
              <a:buSzPts val="1100"/>
              <a:buFont typeface="Inter"/>
              <a:buNone/>
              <a:defRPr sz="1100">
                <a:solidFill>
                  <a:srgbClr val="7F7F7F"/>
                </a:solidFill>
                <a:latin typeface="Inter"/>
                <a:ea typeface="Inter"/>
                <a:cs typeface="Inter"/>
              </a:defRPr>
            </a:lvl1pPr>
            <a:lvl2pPr>
              <a:spcBef>
                <a:spcPts val="0"/>
              </a:spcBef>
              <a:spcAft>
                <a:spcPts val="0"/>
              </a:spcAft>
              <a:buClr>
                <a:srgbClr val="7F7F7F"/>
              </a:buClr>
              <a:buSzPts val="1100"/>
              <a:buFont typeface="Inter"/>
              <a:buNone/>
              <a:defRPr sz="1100">
                <a:solidFill>
                  <a:srgbClr val="7F7F7F"/>
                </a:solidFill>
                <a:latin typeface="Inter"/>
                <a:ea typeface="Inter"/>
                <a:cs typeface="Inter"/>
              </a:defRPr>
            </a:lvl2pPr>
            <a:lvl3pPr>
              <a:spcBef>
                <a:spcPts val="0"/>
              </a:spcBef>
              <a:spcAft>
                <a:spcPts val="0"/>
              </a:spcAft>
              <a:buClr>
                <a:srgbClr val="7F7F7F"/>
              </a:buClr>
              <a:buSzPts val="1100"/>
              <a:buFont typeface="Inter"/>
              <a:buNone/>
              <a:defRPr sz="1100">
                <a:solidFill>
                  <a:srgbClr val="7F7F7F"/>
                </a:solidFill>
                <a:latin typeface="Inter"/>
                <a:ea typeface="Inter"/>
                <a:cs typeface="Inter"/>
              </a:defRPr>
            </a:lvl3pPr>
            <a:lvl4pPr>
              <a:spcBef>
                <a:spcPts val="0"/>
              </a:spcBef>
              <a:spcAft>
                <a:spcPts val="0"/>
              </a:spcAft>
              <a:buClr>
                <a:srgbClr val="7F7F7F"/>
              </a:buClr>
              <a:buSzPts val="1100"/>
              <a:buFont typeface="Inter"/>
              <a:buNone/>
              <a:defRPr sz="1100">
                <a:solidFill>
                  <a:srgbClr val="7F7F7F"/>
                </a:solidFill>
                <a:latin typeface="Inter"/>
                <a:ea typeface="Inter"/>
                <a:cs typeface="Inter"/>
              </a:defRPr>
            </a:lvl4pPr>
            <a:lvl5pPr>
              <a:spcBef>
                <a:spcPts val="0"/>
              </a:spcBef>
              <a:spcAft>
                <a:spcPts val="0"/>
              </a:spcAft>
              <a:buClr>
                <a:srgbClr val="7F7F7F"/>
              </a:buClr>
              <a:buSzPts val="1100"/>
              <a:buFont typeface="Inter"/>
              <a:buNone/>
              <a:defRPr sz="1100">
                <a:solidFill>
                  <a:srgbClr val="7F7F7F"/>
                </a:solidFill>
                <a:latin typeface="Inter"/>
                <a:ea typeface="Inter"/>
                <a:cs typeface="Inter"/>
              </a:defRPr>
            </a:lvl5pPr>
            <a:lvl6pPr>
              <a:spcBef>
                <a:spcPts val="0"/>
              </a:spcBef>
              <a:spcAft>
                <a:spcPts val="0"/>
              </a:spcAft>
              <a:buClr>
                <a:srgbClr val="7F7F7F"/>
              </a:buClr>
              <a:buSzPts val="1100"/>
              <a:buFont typeface="Inter"/>
              <a:buNone/>
              <a:defRPr sz="1100">
                <a:solidFill>
                  <a:srgbClr val="7F7F7F"/>
                </a:solidFill>
                <a:latin typeface="Inter"/>
                <a:ea typeface="Inter"/>
                <a:cs typeface="Inter"/>
              </a:defRPr>
            </a:lvl6pPr>
            <a:lvl7pPr>
              <a:spcBef>
                <a:spcPts val="0"/>
              </a:spcBef>
              <a:spcAft>
                <a:spcPts val="0"/>
              </a:spcAft>
              <a:buClr>
                <a:srgbClr val="7F7F7F"/>
              </a:buClr>
              <a:buSzPts val="1100"/>
              <a:buFont typeface="Inter"/>
              <a:buNone/>
              <a:defRPr sz="1100">
                <a:solidFill>
                  <a:srgbClr val="7F7F7F"/>
                </a:solidFill>
                <a:latin typeface="Inter"/>
                <a:ea typeface="Inter"/>
                <a:cs typeface="Inter"/>
              </a:defRPr>
            </a:lvl7pPr>
            <a:lvl8pPr>
              <a:spcBef>
                <a:spcPts val="0"/>
              </a:spcBef>
              <a:spcAft>
                <a:spcPts val="0"/>
              </a:spcAft>
              <a:buClr>
                <a:srgbClr val="7F7F7F"/>
              </a:buClr>
              <a:buSzPts val="1100"/>
              <a:buFont typeface="Inter"/>
              <a:buNone/>
              <a:defRPr sz="1100">
                <a:solidFill>
                  <a:srgbClr val="7F7F7F"/>
                </a:solidFill>
                <a:latin typeface="Inter"/>
                <a:ea typeface="Inter"/>
                <a:cs typeface="Inter"/>
              </a:defRPr>
            </a:lvl8pPr>
            <a:lvl9pPr>
              <a:spcBef>
                <a:spcPts val="0"/>
              </a:spcBef>
              <a:spcAft>
                <a:spcPts val="0"/>
              </a:spcAft>
              <a:buClr>
                <a:srgbClr val="7F7F7F"/>
              </a:buClr>
              <a:buSzPts val="1100"/>
              <a:buFont typeface="Inter"/>
              <a:buNone/>
              <a:defRPr sz="1100">
                <a:solidFill>
                  <a:srgbClr val="7F7F7F"/>
                </a:solidFill>
                <a:latin typeface="Inter"/>
                <a:ea typeface="Inter"/>
                <a:cs typeface="Inter"/>
              </a:defRPr>
            </a:lvl9pPr>
          </a:lstStyle>
          <a:p xmlns:a="http://schemas.openxmlformats.org/drawingml/2006/main"/>
        </p:txBody>
      </p:sp>
      <p:sp>
        <p:nvSpPr>
          <p:cNvPr id="112" name="Google Shape;112;p25">
            <a:extLst xmlns:a="http://schemas.openxmlformats.org/drawingml/2006/main">
              <a:ext uri="{FF2B5EF4-FFF2-40B4-BE49-F238E27FC236}">
                <a16:creationId xmlns:a16="http://schemas.microsoft.com/office/drawing/2014/main" id="{15454734-6028-45A1-A546-CC0868E8A23F}"/>
              </a:ext>
            </a:extLst>
          </p:cNvPr>
          <p:cNvSpPr>
            <a:spLocks xmlns:a="http://schemas.openxmlformats.org/drawingml/2006/main" noGrp="1"/>
          </p:cNvSpPr>
          <p:nvPr>
            <p:ph type="title" idx="7"/>
          </p:nvPr>
        </p:nvSpPr>
        <p:spPr>
          <a:xfrm xmlns:a="http://schemas.openxmlformats.org/drawingml/2006/main">
            <a:off x="2426825" y="2778600"/>
            <a:ext cx="2024700" cy="513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300" tIns="17150" rIns="34300" bIns="17150" anchor="t">
            <a:spAutoFit/>
          </a:bodyPr>
          <a:lstStyle xmlns:a="http://schemas.openxmlformats.org/drawingml/2006/main">
            <a:lvl1pPr algn="l">
              <a:lnSpc>
                <a:spcPct val="90000"/>
              </a:lnSpc>
              <a:spcBef>
                <a:spcPts val="0"/>
              </a:spcBef>
              <a:spcAft>
                <a:spcPts val="0"/>
              </a:spcAft>
              <a:buClr>
                <a:srgbClr val="7F7F7F"/>
              </a:buClr>
              <a:buSzPts val="1100"/>
              <a:buFont typeface="Inter"/>
              <a:buNone/>
              <a:defRPr sz="1100">
                <a:solidFill>
                  <a:srgbClr val="7F7F7F"/>
                </a:solidFill>
                <a:latin typeface="Inter"/>
                <a:ea typeface="Inter"/>
                <a:cs typeface="Inter"/>
              </a:defRPr>
            </a:lvl1pPr>
            <a:lvl2pPr>
              <a:spcBef>
                <a:spcPts val="0"/>
              </a:spcBef>
              <a:spcAft>
                <a:spcPts val="0"/>
              </a:spcAft>
              <a:buClr>
                <a:srgbClr val="7F7F7F"/>
              </a:buClr>
              <a:buSzPts val="1100"/>
              <a:buFont typeface="Inter"/>
              <a:buNone/>
              <a:defRPr sz="1100">
                <a:solidFill>
                  <a:srgbClr val="7F7F7F"/>
                </a:solidFill>
                <a:latin typeface="Inter"/>
                <a:ea typeface="Inter"/>
                <a:cs typeface="Inter"/>
              </a:defRPr>
            </a:lvl2pPr>
            <a:lvl3pPr>
              <a:spcBef>
                <a:spcPts val="0"/>
              </a:spcBef>
              <a:spcAft>
                <a:spcPts val="0"/>
              </a:spcAft>
              <a:buClr>
                <a:srgbClr val="7F7F7F"/>
              </a:buClr>
              <a:buSzPts val="1100"/>
              <a:buFont typeface="Inter"/>
              <a:buNone/>
              <a:defRPr sz="1100">
                <a:solidFill>
                  <a:srgbClr val="7F7F7F"/>
                </a:solidFill>
                <a:latin typeface="Inter"/>
                <a:ea typeface="Inter"/>
                <a:cs typeface="Inter"/>
              </a:defRPr>
            </a:lvl3pPr>
            <a:lvl4pPr>
              <a:spcBef>
                <a:spcPts val="0"/>
              </a:spcBef>
              <a:spcAft>
                <a:spcPts val="0"/>
              </a:spcAft>
              <a:buClr>
                <a:srgbClr val="7F7F7F"/>
              </a:buClr>
              <a:buSzPts val="1100"/>
              <a:buFont typeface="Inter"/>
              <a:buNone/>
              <a:defRPr sz="1100">
                <a:solidFill>
                  <a:srgbClr val="7F7F7F"/>
                </a:solidFill>
                <a:latin typeface="Inter"/>
                <a:ea typeface="Inter"/>
                <a:cs typeface="Inter"/>
              </a:defRPr>
            </a:lvl4pPr>
            <a:lvl5pPr>
              <a:spcBef>
                <a:spcPts val="0"/>
              </a:spcBef>
              <a:spcAft>
                <a:spcPts val="0"/>
              </a:spcAft>
              <a:buClr>
                <a:srgbClr val="7F7F7F"/>
              </a:buClr>
              <a:buSzPts val="1100"/>
              <a:buFont typeface="Inter"/>
              <a:buNone/>
              <a:defRPr sz="1100">
                <a:solidFill>
                  <a:srgbClr val="7F7F7F"/>
                </a:solidFill>
                <a:latin typeface="Inter"/>
                <a:ea typeface="Inter"/>
                <a:cs typeface="Inter"/>
              </a:defRPr>
            </a:lvl5pPr>
            <a:lvl6pPr>
              <a:spcBef>
                <a:spcPts val="0"/>
              </a:spcBef>
              <a:spcAft>
                <a:spcPts val="0"/>
              </a:spcAft>
              <a:buClr>
                <a:srgbClr val="7F7F7F"/>
              </a:buClr>
              <a:buSzPts val="1100"/>
              <a:buFont typeface="Inter"/>
              <a:buNone/>
              <a:defRPr sz="1100">
                <a:solidFill>
                  <a:srgbClr val="7F7F7F"/>
                </a:solidFill>
                <a:latin typeface="Inter"/>
                <a:ea typeface="Inter"/>
                <a:cs typeface="Inter"/>
              </a:defRPr>
            </a:lvl6pPr>
            <a:lvl7pPr>
              <a:spcBef>
                <a:spcPts val="0"/>
              </a:spcBef>
              <a:spcAft>
                <a:spcPts val="0"/>
              </a:spcAft>
              <a:buClr>
                <a:srgbClr val="7F7F7F"/>
              </a:buClr>
              <a:buSzPts val="1100"/>
              <a:buFont typeface="Inter"/>
              <a:buNone/>
              <a:defRPr sz="1100">
                <a:solidFill>
                  <a:srgbClr val="7F7F7F"/>
                </a:solidFill>
                <a:latin typeface="Inter"/>
                <a:ea typeface="Inter"/>
                <a:cs typeface="Inter"/>
              </a:defRPr>
            </a:lvl7pPr>
            <a:lvl8pPr>
              <a:spcBef>
                <a:spcPts val="0"/>
              </a:spcBef>
              <a:spcAft>
                <a:spcPts val="0"/>
              </a:spcAft>
              <a:buClr>
                <a:srgbClr val="7F7F7F"/>
              </a:buClr>
              <a:buSzPts val="1100"/>
              <a:buFont typeface="Inter"/>
              <a:buNone/>
              <a:defRPr sz="1100">
                <a:solidFill>
                  <a:srgbClr val="7F7F7F"/>
                </a:solidFill>
                <a:latin typeface="Inter"/>
                <a:ea typeface="Inter"/>
                <a:cs typeface="Inter"/>
              </a:defRPr>
            </a:lvl8pPr>
            <a:lvl9pPr>
              <a:spcBef>
                <a:spcPts val="0"/>
              </a:spcBef>
              <a:spcAft>
                <a:spcPts val="0"/>
              </a:spcAft>
              <a:buClr>
                <a:srgbClr val="7F7F7F"/>
              </a:buClr>
              <a:buSzPts val="1100"/>
              <a:buFont typeface="Inter"/>
              <a:buNone/>
              <a:defRPr sz="1100">
                <a:solidFill>
                  <a:srgbClr val="7F7F7F"/>
                </a:solidFill>
                <a:latin typeface="Inter"/>
                <a:ea typeface="Inter"/>
                <a:cs typeface="Inter"/>
              </a:defRPr>
            </a:lvl9pPr>
          </a:lstStyle>
          <a:p xmlns:a="http://schemas.openxmlformats.org/drawingml/2006/main"/>
        </p:txBody>
      </p:sp>
      <p:sp>
        <p:nvSpPr>
          <p:cNvPr id="113" name="Google Shape;113;p25">
            <a:extLst xmlns:a="http://schemas.openxmlformats.org/drawingml/2006/main">
              <a:ext uri="{FF2B5EF4-FFF2-40B4-BE49-F238E27FC236}">
                <a16:creationId xmlns:a16="http://schemas.microsoft.com/office/drawing/2014/main" id="{37EFDD2F-15EB-4077-8418-85A238C44A69}"/>
              </a:ext>
            </a:extLst>
          </p:cNvPr>
          <p:cNvSpPr>
            <a:spLocks xmlns:a="http://schemas.openxmlformats.org/drawingml/2006/main" noGrp="1"/>
          </p:cNvSpPr>
          <p:nvPr>
            <p:ph type="title" idx="8"/>
          </p:nvPr>
        </p:nvSpPr>
        <p:spPr>
          <a:xfrm xmlns:a="http://schemas.openxmlformats.org/drawingml/2006/main">
            <a:off x="4621875" y="2778600"/>
            <a:ext cx="2024700" cy="513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300" tIns="17150" rIns="34300" bIns="17150" anchor="t">
            <a:spAutoFit/>
          </a:bodyPr>
          <a:lstStyle xmlns:a="http://schemas.openxmlformats.org/drawingml/2006/main">
            <a:lvl1pPr algn="l">
              <a:lnSpc>
                <a:spcPct val="90000"/>
              </a:lnSpc>
              <a:spcBef>
                <a:spcPts val="0"/>
              </a:spcBef>
              <a:spcAft>
                <a:spcPts val="0"/>
              </a:spcAft>
              <a:buClr>
                <a:srgbClr val="7F7F7F"/>
              </a:buClr>
              <a:buSzPts val="1100"/>
              <a:buFont typeface="Inter"/>
              <a:buNone/>
              <a:defRPr sz="1100">
                <a:solidFill>
                  <a:srgbClr val="7F7F7F"/>
                </a:solidFill>
                <a:latin typeface="Inter"/>
                <a:ea typeface="Inter"/>
                <a:cs typeface="Inter"/>
              </a:defRPr>
            </a:lvl1pPr>
            <a:lvl2pPr>
              <a:spcBef>
                <a:spcPts val="0"/>
              </a:spcBef>
              <a:spcAft>
                <a:spcPts val="0"/>
              </a:spcAft>
              <a:buClr>
                <a:srgbClr val="7F7F7F"/>
              </a:buClr>
              <a:buSzPts val="1100"/>
              <a:buFont typeface="Inter"/>
              <a:buNone/>
              <a:defRPr sz="1100">
                <a:solidFill>
                  <a:srgbClr val="7F7F7F"/>
                </a:solidFill>
                <a:latin typeface="Inter"/>
                <a:ea typeface="Inter"/>
                <a:cs typeface="Inter"/>
              </a:defRPr>
            </a:lvl2pPr>
            <a:lvl3pPr>
              <a:spcBef>
                <a:spcPts val="0"/>
              </a:spcBef>
              <a:spcAft>
                <a:spcPts val="0"/>
              </a:spcAft>
              <a:buClr>
                <a:srgbClr val="7F7F7F"/>
              </a:buClr>
              <a:buSzPts val="1100"/>
              <a:buFont typeface="Inter"/>
              <a:buNone/>
              <a:defRPr sz="1100">
                <a:solidFill>
                  <a:srgbClr val="7F7F7F"/>
                </a:solidFill>
                <a:latin typeface="Inter"/>
                <a:ea typeface="Inter"/>
                <a:cs typeface="Inter"/>
              </a:defRPr>
            </a:lvl3pPr>
            <a:lvl4pPr>
              <a:spcBef>
                <a:spcPts val="0"/>
              </a:spcBef>
              <a:spcAft>
                <a:spcPts val="0"/>
              </a:spcAft>
              <a:buClr>
                <a:srgbClr val="7F7F7F"/>
              </a:buClr>
              <a:buSzPts val="1100"/>
              <a:buFont typeface="Inter"/>
              <a:buNone/>
              <a:defRPr sz="1100">
                <a:solidFill>
                  <a:srgbClr val="7F7F7F"/>
                </a:solidFill>
                <a:latin typeface="Inter"/>
                <a:ea typeface="Inter"/>
                <a:cs typeface="Inter"/>
              </a:defRPr>
            </a:lvl4pPr>
            <a:lvl5pPr>
              <a:spcBef>
                <a:spcPts val="0"/>
              </a:spcBef>
              <a:spcAft>
                <a:spcPts val="0"/>
              </a:spcAft>
              <a:buClr>
                <a:srgbClr val="7F7F7F"/>
              </a:buClr>
              <a:buSzPts val="1100"/>
              <a:buFont typeface="Inter"/>
              <a:buNone/>
              <a:defRPr sz="1100">
                <a:solidFill>
                  <a:srgbClr val="7F7F7F"/>
                </a:solidFill>
                <a:latin typeface="Inter"/>
                <a:ea typeface="Inter"/>
                <a:cs typeface="Inter"/>
              </a:defRPr>
            </a:lvl5pPr>
            <a:lvl6pPr>
              <a:spcBef>
                <a:spcPts val="0"/>
              </a:spcBef>
              <a:spcAft>
                <a:spcPts val="0"/>
              </a:spcAft>
              <a:buClr>
                <a:srgbClr val="7F7F7F"/>
              </a:buClr>
              <a:buSzPts val="1100"/>
              <a:buFont typeface="Inter"/>
              <a:buNone/>
              <a:defRPr sz="1100">
                <a:solidFill>
                  <a:srgbClr val="7F7F7F"/>
                </a:solidFill>
                <a:latin typeface="Inter"/>
                <a:ea typeface="Inter"/>
                <a:cs typeface="Inter"/>
              </a:defRPr>
            </a:lvl6pPr>
            <a:lvl7pPr>
              <a:spcBef>
                <a:spcPts val="0"/>
              </a:spcBef>
              <a:spcAft>
                <a:spcPts val="0"/>
              </a:spcAft>
              <a:buClr>
                <a:srgbClr val="7F7F7F"/>
              </a:buClr>
              <a:buSzPts val="1100"/>
              <a:buFont typeface="Inter"/>
              <a:buNone/>
              <a:defRPr sz="1100">
                <a:solidFill>
                  <a:srgbClr val="7F7F7F"/>
                </a:solidFill>
                <a:latin typeface="Inter"/>
                <a:ea typeface="Inter"/>
                <a:cs typeface="Inter"/>
              </a:defRPr>
            </a:lvl7pPr>
            <a:lvl8pPr>
              <a:spcBef>
                <a:spcPts val="0"/>
              </a:spcBef>
              <a:spcAft>
                <a:spcPts val="0"/>
              </a:spcAft>
              <a:buClr>
                <a:srgbClr val="7F7F7F"/>
              </a:buClr>
              <a:buSzPts val="1100"/>
              <a:buFont typeface="Inter"/>
              <a:buNone/>
              <a:defRPr sz="1100">
                <a:solidFill>
                  <a:srgbClr val="7F7F7F"/>
                </a:solidFill>
                <a:latin typeface="Inter"/>
                <a:ea typeface="Inter"/>
                <a:cs typeface="Inter"/>
              </a:defRPr>
            </a:lvl8pPr>
            <a:lvl9pPr>
              <a:spcBef>
                <a:spcPts val="0"/>
              </a:spcBef>
              <a:spcAft>
                <a:spcPts val="0"/>
              </a:spcAft>
              <a:buClr>
                <a:srgbClr val="7F7F7F"/>
              </a:buClr>
              <a:buSzPts val="1100"/>
              <a:buFont typeface="Inter"/>
              <a:buNone/>
              <a:defRPr sz="1100">
                <a:solidFill>
                  <a:srgbClr val="7F7F7F"/>
                </a:solidFill>
                <a:latin typeface="Inter"/>
                <a:ea typeface="Inter"/>
                <a:cs typeface="Inter"/>
              </a:defRPr>
            </a:lvl9pPr>
          </a:lstStyle>
          <a:p xmlns:a="http://schemas.openxmlformats.org/drawingml/2006/main"/>
        </p:txBody>
      </p:sp>
      <p:sp>
        <p:nvSpPr>
          <p:cNvPr id="114" name="Google Shape;114;p25">
            <a:extLst xmlns:a="http://schemas.openxmlformats.org/drawingml/2006/main">
              <a:ext uri="{FF2B5EF4-FFF2-40B4-BE49-F238E27FC236}">
                <a16:creationId xmlns:a16="http://schemas.microsoft.com/office/drawing/2014/main" id="{0D840434-50F6-425C-8974-948E9F56D8EE}"/>
              </a:ext>
            </a:extLst>
          </p:cNvPr>
          <p:cNvSpPr>
            <a:spLocks xmlns:a="http://schemas.openxmlformats.org/drawingml/2006/main" noGrp="1"/>
          </p:cNvSpPr>
          <p:nvPr>
            <p:ph type="title" idx="9"/>
          </p:nvPr>
        </p:nvSpPr>
        <p:spPr>
          <a:xfrm xmlns:a="http://schemas.openxmlformats.org/drawingml/2006/main">
            <a:off x="6816925" y="2395725"/>
            <a:ext cx="2024700" cy="513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300" tIns="17150" rIns="34300" bIns="17150" anchor="t">
            <a:spAutoFit/>
          </a:bodyPr>
          <a:lstStyle xmlns:a="http://schemas.openxmlformats.org/drawingml/2006/main">
            <a:lvl1pPr algn="l">
              <a:lnSpc>
                <a:spcPct val="90000"/>
              </a:lnSpc>
              <a:spcBef>
                <a:spcPts val="0"/>
              </a:spcBef>
              <a:spcAft>
                <a:spcPts val="0"/>
              </a:spcAft>
              <a:buClr>
                <a:schemeClr val="dk1"/>
              </a:buClr>
              <a:buSzPts val="1800"/>
              <a:buFont typeface="Helvetica Neue"/>
              <a:buNone/>
              <a:defRPr sz="1800" b="0">
                <a:solidFill>
                  <a:schemeClr val="dk1"/>
                </a:solidFill>
              </a:defRPr>
            </a:lvl1pPr>
            <a:lvl2pPr>
              <a:spcBef>
                <a:spcPts val="0"/>
              </a:spcBef>
              <a:spcAft>
                <a:spcPts val="0"/>
              </a:spcAft>
              <a:buSzPts val="1800"/>
              <a:buNone/>
              <a:defRPr sz="1800"/>
            </a:lvl2pPr>
            <a:lvl3pPr>
              <a:spcBef>
                <a:spcPts val="0"/>
              </a:spcBef>
              <a:spcAft>
                <a:spcPts val="0"/>
              </a:spcAft>
              <a:buSzPts val="1800"/>
              <a:buNone/>
              <a:defRPr sz="1800"/>
            </a:lvl3pPr>
            <a:lvl4pPr>
              <a:spcBef>
                <a:spcPts val="0"/>
              </a:spcBef>
              <a:spcAft>
                <a:spcPts val="0"/>
              </a:spcAft>
              <a:buSzPts val="1800"/>
              <a:buNone/>
              <a:defRPr sz="1800"/>
            </a:lvl4pPr>
            <a:lvl5pPr>
              <a:spcBef>
                <a:spcPts val="0"/>
              </a:spcBef>
              <a:spcAft>
                <a:spcPts val="0"/>
              </a:spcAft>
              <a:buSzPts val="1800"/>
              <a:buNone/>
              <a:defRPr sz="1800"/>
            </a:lvl5pPr>
            <a:lvl6pPr>
              <a:spcBef>
                <a:spcPts val="0"/>
              </a:spcBef>
              <a:spcAft>
                <a:spcPts val="0"/>
              </a:spcAft>
              <a:buSzPts val="1800"/>
              <a:buNone/>
              <a:defRPr sz="1800"/>
            </a:lvl6pPr>
            <a:lvl7pPr>
              <a:spcBef>
                <a:spcPts val="0"/>
              </a:spcBef>
              <a:spcAft>
                <a:spcPts val="0"/>
              </a:spcAft>
              <a:buSzPts val="1800"/>
              <a:buNone/>
              <a:defRPr sz="1800"/>
            </a:lvl7pPr>
            <a:lvl8pPr>
              <a:spcBef>
                <a:spcPts val="0"/>
              </a:spcBef>
              <a:spcAft>
                <a:spcPts val="0"/>
              </a:spcAft>
              <a:buSzPts val="1800"/>
              <a:buNone/>
              <a:defRPr sz="1800"/>
            </a:lvl8pPr>
            <a:lvl9pPr>
              <a:spcBef>
                <a:spcPts val="0"/>
              </a:spcBef>
              <a:spcAft>
                <a:spcPts val="0"/>
              </a:spcAft>
              <a:buSzPts val="1800"/>
              <a:buNone/>
              <a:defRPr sz="1800"/>
            </a:lvl9pPr>
          </a:lstStyle>
          <a:p xmlns:a="http://schemas.openxmlformats.org/drawingml/2006/main"/>
        </p:txBody>
      </p:sp>
      <p:pic>
        <p:nvPicPr>
          <p:cNvPr id="130" name="Google Shape;115;p25"/>
          <p:cNvPicPr>
            <a:picLocks xmlns:a="http://schemas.openxmlformats.org/drawingml/2006/main" noChangeAspect="1"/>
          </p:cNvPicPr>
          <p:nvPr/>
        </p:nvPicPr>
        <p:blipFill>
          <a:blip xmlns:r="http://schemas.openxmlformats.org/officeDocument/2006/relationships" xmlns:a="http://schemas.openxmlformats.org/drawingml/2006/main" r:embed="R2b3cd22177984d44">
            <a:alphaModFix/>
          </a:blip>
          <a:stretch xmlns:a="http://schemas.openxmlformats.org/drawingml/2006/main">
            <a:fillRect l="0" t="0" r="0" b="0"/>
          </a:stretch>
        </p:blipFill>
        <p:spPr>
          <a:xfrm xmlns:a="http://schemas.openxmlformats.org/drawingml/2006/main">
            <a:off x="228600" y="4836074"/>
            <a:ext cx="153925" cy="153925"/>
          </a:xfrm>
          <a:prstGeom xmlns:a="http://schemas.openxmlformats.org/drawingml/2006/main" prst="rect">
            <a:avLst/>
          </a:prstGeom>
          <a:ln xmlns:a="http://schemas.openxmlformats.org/drawingml/2006/main">
            <a:noFill/>
          </a:ln>
        </p:spPr>
      </p:pic>
      <p:sp>
        <p:nvSpPr>
          <p:cNvPr id="116" name="Google Shape;116;p25">
            <a:extLst xmlns:a="http://schemas.openxmlformats.org/drawingml/2006/main">
              <a:ext uri="{FF2B5EF4-FFF2-40B4-BE49-F238E27FC236}">
                <a16:creationId xmlns:a16="http://schemas.microsoft.com/office/drawing/2014/main" id="{C6E79293-D951-4AFF-AAF2-F4DCC0BA81E9}"/>
              </a:ext>
            </a:extLst>
          </p:cNvPr>
          <p:cNvSpPr>
            <a:spLocks xmlns:a="http://schemas.openxmlformats.org/drawingml/2006/main" noGrp="1"/>
          </p:cNvSpPr>
          <p:nvPr/>
        </p:nvSpPr>
        <p:spPr>
          <a:xfrm xmlns:a="http://schemas.openxmlformats.org/drawingml/2006/main">
            <a:off x="201375" y="2073075"/>
            <a:ext cx="2092200" cy="139800"/>
          </a:xfrm>
          <a:prstGeom xmlns:a="http://schemas.openxmlformats.org/drawingml/2006/main" prst="rect">
            <a:avLst/>
          </a:prstGeom>
          <a:solidFill xmlns:a="http://schemas.openxmlformats.org/drawingml/2006/main">
            <a:schemeClr val="accent3"/>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latin typeface="Inter"/>
              <a:ea typeface="Inter"/>
              <a:cs typeface="Inter"/>
            </a:endParaRPr>
          </a:p>
        </p:txBody>
      </p:sp>
      <p:sp>
        <p:nvSpPr>
          <p:cNvPr id="117" name="Google Shape;117;p25">
            <a:extLst xmlns:a="http://schemas.openxmlformats.org/drawingml/2006/main">
              <a:ext uri="{FF2B5EF4-FFF2-40B4-BE49-F238E27FC236}">
                <a16:creationId xmlns:a16="http://schemas.microsoft.com/office/drawing/2014/main" id="{CC32E815-5398-4B8B-961C-6688F2F7F194}"/>
              </a:ext>
            </a:extLst>
          </p:cNvPr>
          <p:cNvSpPr>
            <a:spLocks xmlns:a="http://schemas.openxmlformats.org/drawingml/2006/main" noGrp="1"/>
          </p:cNvSpPr>
          <p:nvPr/>
        </p:nvSpPr>
        <p:spPr>
          <a:xfrm xmlns:a="http://schemas.openxmlformats.org/drawingml/2006/main">
            <a:off x="2426825" y="2073075"/>
            <a:ext cx="2092200" cy="139800"/>
          </a:xfrm>
          <a:prstGeom xmlns:a="http://schemas.openxmlformats.org/drawingml/2006/main" prst="rect">
            <a:avLst/>
          </a:prstGeom>
          <a:solidFill xmlns:a="http://schemas.openxmlformats.org/drawingml/2006/main">
            <a:schemeClr val="accent4"/>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latin typeface="Inter"/>
              <a:ea typeface="Inter"/>
              <a:cs typeface="Inter"/>
            </a:endParaRPr>
          </a:p>
        </p:txBody>
      </p:sp>
      <p:sp>
        <p:nvSpPr>
          <p:cNvPr id="118" name="Google Shape;118;p25">
            <a:extLst xmlns:a="http://schemas.openxmlformats.org/drawingml/2006/main">
              <a:ext uri="{FF2B5EF4-FFF2-40B4-BE49-F238E27FC236}">
                <a16:creationId xmlns:a16="http://schemas.microsoft.com/office/drawing/2014/main" id="{857DD563-82AD-4F06-A34C-C40C98759AA4}"/>
              </a:ext>
            </a:extLst>
          </p:cNvPr>
          <p:cNvSpPr>
            <a:spLocks xmlns:a="http://schemas.openxmlformats.org/drawingml/2006/main" noGrp="1"/>
          </p:cNvSpPr>
          <p:nvPr/>
        </p:nvSpPr>
        <p:spPr>
          <a:xfrm xmlns:a="http://schemas.openxmlformats.org/drawingml/2006/main">
            <a:off x="4621875" y="2073075"/>
            <a:ext cx="2092200" cy="139800"/>
          </a:xfrm>
          <a:prstGeom xmlns:a="http://schemas.openxmlformats.org/drawingml/2006/main" prst="rect">
            <a:avLst/>
          </a:prstGeom>
          <a:solidFill xmlns:a="http://schemas.openxmlformats.org/drawingml/2006/main">
            <a:schemeClr val="accent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latin typeface="Inter"/>
              <a:ea typeface="Inter"/>
              <a:cs typeface="Inter"/>
            </a:endParaRPr>
          </a:p>
        </p:txBody>
      </p:sp>
      <p:sp>
        <p:nvSpPr>
          <p:cNvPr id="119" name="Google Shape;119;p25">
            <a:extLst xmlns:a="http://schemas.openxmlformats.org/drawingml/2006/main">
              <a:ext uri="{FF2B5EF4-FFF2-40B4-BE49-F238E27FC236}">
                <a16:creationId xmlns:a16="http://schemas.microsoft.com/office/drawing/2014/main" id="{EF3D3202-04AC-4924-8268-3E969C03B7A3}"/>
              </a:ext>
            </a:extLst>
          </p:cNvPr>
          <p:cNvSpPr>
            <a:spLocks xmlns:a="http://schemas.openxmlformats.org/drawingml/2006/main" noGrp="1"/>
          </p:cNvSpPr>
          <p:nvPr/>
        </p:nvSpPr>
        <p:spPr>
          <a:xfrm xmlns:a="http://schemas.openxmlformats.org/drawingml/2006/main">
            <a:off x="6816925" y="2073075"/>
            <a:ext cx="2092200" cy="139800"/>
          </a:xfrm>
          <a:prstGeom xmlns:a="http://schemas.openxmlformats.org/drawingml/2006/main" prst="rect">
            <a:avLst/>
          </a:prstGeom>
          <a:solidFill xmlns:a="http://schemas.openxmlformats.org/drawingml/2006/main">
            <a:schemeClr val="accent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latin typeface="Inter"/>
              <a:ea typeface="Inter"/>
              <a:cs typeface="Inter"/>
            </a:endParaRPr>
          </a:p>
        </p:txBody>
      </p:sp>
    </p:spTree>
  </p:cSld>
</p:sldLayout>
</file>

<file path=ppt/slideLayouts/slideLayout25.xml><?xml version="1.0" encoding="utf-8"?>
<p:sldLayout xmlns:p="http://schemas.openxmlformats.org/presentationml/2006/main" showMasterSp="0" matchingName="TOC 3 sections">
  <p:cSld name="Segments – Light_1_2">
    <p:bg>
      <p:bgPr>
        <a:solidFill xmlns:a="http://schemas.openxmlformats.org/drawingml/2006/main">
          <a:schemeClr val="lt1"/>
        </a:solidFill>
      </p:bgPr>
    </p:bg>
    <p:spTree>
      <p:nvGrpSpPr>
        <p:cNvPr id="1" name=""/>
        <p:cNvGrpSpPr/>
        <p:nvPr/>
      </p:nvGrpSpPr>
      <p:grpSpPr>
        <a:xfrm xmlns:a="http://schemas.openxmlformats.org/drawingml/2006/main"/>
      </p:grpSpPr>
      <p:sp>
        <p:nvSpPr>
          <p:cNvPr id="121" name="Google Shape;121;p26">
            <a:extLst xmlns:a="http://schemas.openxmlformats.org/drawingml/2006/main">
              <a:ext uri="{FF2B5EF4-FFF2-40B4-BE49-F238E27FC236}">
                <a16:creationId xmlns:a16="http://schemas.microsoft.com/office/drawing/2014/main" id="{31402FB5-BADA-48FF-AFE7-8CE8BA1A2CF1}"/>
              </a:ext>
            </a:extLst>
          </p:cNvPr>
          <p:cNvSpPr>
            <a:spLocks xmlns:a="http://schemas.openxmlformats.org/drawingml/2006/main" noGrp="1"/>
          </p:cNvSpPr>
          <p:nvPr>
            <p:ph type="title" idx="0"/>
          </p:nvPr>
        </p:nvSpPr>
        <p:spPr>
          <a:xfrm xmlns:a="http://schemas.openxmlformats.org/drawingml/2006/main">
            <a:off x="201375" y="158722"/>
            <a:ext cx="3773400" cy="1474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300" tIns="17150" rIns="34300" bIns="17150" anchor="t">
            <a:spAutoFit/>
          </a:bodyPr>
          <a:lstStyle xmlns:a="http://schemas.openxmlformats.org/drawingml/2006/main">
            <a:lvl1pPr algn="l">
              <a:lnSpc>
                <a:spcPct val="90000"/>
              </a:lnSpc>
              <a:spcBef>
                <a:spcPts val="0"/>
              </a:spcBef>
              <a:spcAft>
                <a:spcPts val="0"/>
              </a:spcAft>
              <a:buClr>
                <a:schemeClr val="dk1"/>
              </a:buClr>
              <a:buSzPts val="3800"/>
              <a:buFont typeface="Helvetica Neue"/>
              <a:buNone/>
              <a:defRPr sz="3800" b="0">
                <a:solidFill>
                  <a:schemeClr val="dk1"/>
                </a:solidFill>
              </a:defRPr>
            </a:lvl1pPr>
            <a:lvl2pPr>
              <a:spcBef>
                <a:spcPts val="0"/>
              </a:spcBef>
              <a:spcAft>
                <a:spcPts val="0"/>
              </a:spcAft>
              <a:buSzPts val="500"/>
              <a:buNone/>
              <a:defRPr sz="700"/>
            </a:lvl2pPr>
            <a:lvl3pPr>
              <a:spcBef>
                <a:spcPts val="0"/>
              </a:spcBef>
              <a:spcAft>
                <a:spcPts val="0"/>
              </a:spcAft>
              <a:buSzPts val="500"/>
              <a:buNone/>
              <a:defRPr sz="700"/>
            </a:lvl3pPr>
            <a:lvl4pPr>
              <a:spcBef>
                <a:spcPts val="0"/>
              </a:spcBef>
              <a:spcAft>
                <a:spcPts val="0"/>
              </a:spcAft>
              <a:buSzPts val="500"/>
              <a:buNone/>
              <a:defRPr sz="700"/>
            </a:lvl4pPr>
            <a:lvl5pPr>
              <a:spcBef>
                <a:spcPts val="0"/>
              </a:spcBef>
              <a:spcAft>
                <a:spcPts val="0"/>
              </a:spcAft>
              <a:buSzPts val="500"/>
              <a:buNone/>
              <a:defRPr sz="700"/>
            </a:lvl5pPr>
            <a:lvl6pPr>
              <a:spcBef>
                <a:spcPts val="0"/>
              </a:spcBef>
              <a:spcAft>
                <a:spcPts val="0"/>
              </a:spcAft>
              <a:buSzPts val="500"/>
              <a:buNone/>
              <a:defRPr sz="700"/>
            </a:lvl6pPr>
            <a:lvl7pPr>
              <a:spcBef>
                <a:spcPts val="0"/>
              </a:spcBef>
              <a:spcAft>
                <a:spcPts val="0"/>
              </a:spcAft>
              <a:buSzPts val="500"/>
              <a:buNone/>
              <a:defRPr sz="700"/>
            </a:lvl7pPr>
            <a:lvl8pPr>
              <a:spcBef>
                <a:spcPts val="0"/>
              </a:spcBef>
              <a:spcAft>
                <a:spcPts val="0"/>
              </a:spcAft>
              <a:buSzPts val="500"/>
              <a:buNone/>
              <a:defRPr sz="700"/>
            </a:lvl8pPr>
            <a:lvl9pPr>
              <a:spcBef>
                <a:spcPts val="0"/>
              </a:spcBef>
              <a:spcAft>
                <a:spcPts val="0"/>
              </a:spcAft>
              <a:buSzPts val="500"/>
              <a:buNone/>
              <a:defRPr sz="700"/>
            </a:lvl9pPr>
          </a:lstStyle>
          <a:p xmlns:a="http://schemas.openxmlformats.org/drawingml/2006/main"/>
        </p:txBody>
      </p:sp>
      <p:sp>
        <p:nvSpPr>
          <p:cNvPr id="122" name="Google Shape;122;p26">
            <a:extLst xmlns:a="http://schemas.openxmlformats.org/drawingml/2006/main">
              <a:ext uri="{FF2B5EF4-FFF2-40B4-BE49-F238E27FC236}">
                <a16:creationId xmlns:a16="http://schemas.microsoft.com/office/drawing/2014/main" id="{F620ACD6-0ADE-4764-90CA-344A21ECE77C}"/>
              </a:ext>
            </a:extLst>
          </p:cNvPr>
          <p:cNvSpPr>
            <a:spLocks xmlns:a="http://schemas.openxmlformats.org/drawingml/2006/main" noGrp="1"/>
          </p:cNvSpPr>
          <p:nvPr>
            <p:ph type="title" idx="2"/>
          </p:nvPr>
        </p:nvSpPr>
        <p:spPr>
          <a:xfrm xmlns:a="http://schemas.openxmlformats.org/drawingml/2006/main">
            <a:off x="201375" y="2395725"/>
            <a:ext cx="2709000" cy="513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300" tIns="17150" rIns="34300" bIns="17150" anchor="t">
            <a:spAutoFit/>
          </a:bodyPr>
          <a:lstStyle xmlns:a="http://schemas.openxmlformats.org/drawingml/2006/main">
            <a:lvl1pPr algn="l">
              <a:lnSpc>
                <a:spcPct val="90000"/>
              </a:lnSpc>
              <a:spcBef>
                <a:spcPts val="0"/>
              </a:spcBef>
              <a:spcAft>
                <a:spcPts val="0"/>
              </a:spcAft>
              <a:buClr>
                <a:schemeClr val="dk1"/>
              </a:buClr>
              <a:buSzPts val="1800"/>
              <a:buFont typeface="Helvetica Neue"/>
              <a:buNone/>
              <a:defRPr sz="1800" b="0">
                <a:solidFill>
                  <a:schemeClr val="dk1"/>
                </a:solidFill>
              </a:defRPr>
            </a:lvl1pPr>
            <a:lvl2pPr>
              <a:spcBef>
                <a:spcPts val="0"/>
              </a:spcBef>
              <a:spcAft>
                <a:spcPts val="0"/>
              </a:spcAft>
              <a:buSzPts val="1800"/>
              <a:buNone/>
              <a:defRPr sz="1800"/>
            </a:lvl2pPr>
            <a:lvl3pPr>
              <a:spcBef>
                <a:spcPts val="0"/>
              </a:spcBef>
              <a:spcAft>
                <a:spcPts val="0"/>
              </a:spcAft>
              <a:buSzPts val="1800"/>
              <a:buNone/>
              <a:defRPr sz="1800"/>
            </a:lvl3pPr>
            <a:lvl4pPr>
              <a:spcBef>
                <a:spcPts val="0"/>
              </a:spcBef>
              <a:spcAft>
                <a:spcPts val="0"/>
              </a:spcAft>
              <a:buSzPts val="1800"/>
              <a:buNone/>
              <a:defRPr sz="1800"/>
            </a:lvl4pPr>
            <a:lvl5pPr>
              <a:spcBef>
                <a:spcPts val="0"/>
              </a:spcBef>
              <a:spcAft>
                <a:spcPts val="0"/>
              </a:spcAft>
              <a:buSzPts val="1800"/>
              <a:buNone/>
              <a:defRPr sz="1800"/>
            </a:lvl5pPr>
            <a:lvl6pPr>
              <a:spcBef>
                <a:spcPts val="0"/>
              </a:spcBef>
              <a:spcAft>
                <a:spcPts val="0"/>
              </a:spcAft>
              <a:buSzPts val="1800"/>
              <a:buNone/>
              <a:defRPr sz="1800"/>
            </a:lvl6pPr>
            <a:lvl7pPr>
              <a:spcBef>
                <a:spcPts val="0"/>
              </a:spcBef>
              <a:spcAft>
                <a:spcPts val="0"/>
              </a:spcAft>
              <a:buSzPts val="1800"/>
              <a:buNone/>
              <a:defRPr sz="1800"/>
            </a:lvl7pPr>
            <a:lvl8pPr>
              <a:spcBef>
                <a:spcPts val="0"/>
              </a:spcBef>
              <a:spcAft>
                <a:spcPts val="0"/>
              </a:spcAft>
              <a:buSzPts val="1800"/>
              <a:buNone/>
              <a:defRPr sz="1800"/>
            </a:lvl8pPr>
            <a:lvl9pPr>
              <a:spcBef>
                <a:spcPts val="0"/>
              </a:spcBef>
              <a:spcAft>
                <a:spcPts val="0"/>
              </a:spcAft>
              <a:buSzPts val="1800"/>
              <a:buNone/>
              <a:defRPr sz="1800"/>
            </a:lvl9pPr>
          </a:lstStyle>
          <a:p xmlns:a="http://schemas.openxmlformats.org/drawingml/2006/main"/>
        </p:txBody>
      </p:sp>
      <p:sp>
        <p:nvSpPr>
          <p:cNvPr id="123" name="Google Shape;123;p26">
            <a:extLst xmlns:a="http://schemas.openxmlformats.org/drawingml/2006/main">
              <a:ext uri="{FF2B5EF4-FFF2-40B4-BE49-F238E27FC236}">
                <a16:creationId xmlns:a16="http://schemas.microsoft.com/office/drawing/2014/main" id="{3A1FF170-162B-4DD8-9E92-7380A358B418}"/>
              </a:ext>
            </a:extLst>
          </p:cNvPr>
          <p:cNvSpPr>
            <a:spLocks xmlns:a="http://schemas.openxmlformats.org/drawingml/2006/main" noGrp="1"/>
          </p:cNvSpPr>
          <p:nvPr>
            <p:ph type="title" idx="3"/>
          </p:nvPr>
        </p:nvSpPr>
        <p:spPr>
          <a:xfrm xmlns:a="http://schemas.openxmlformats.org/drawingml/2006/main">
            <a:off x="3179038" y="2395725"/>
            <a:ext cx="2709000" cy="513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300" tIns="17150" rIns="34300" bIns="17150" anchor="t">
            <a:spAutoFit/>
          </a:bodyPr>
          <a:lstStyle xmlns:a="http://schemas.openxmlformats.org/drawingml/2006/main">
            <a:lvl1pPr algn="l">
              <a:lnSpc>
                <a:spcPct val="90000"/>
              </a:lnSpc>
              <a:spcBef>
                <a:spcPts val="0"/>
              </a:spcBef>
              <a:spcAft>
                <a:spcPts val="0"/>
              </a:spcAft>
              <a:buClr>
                <a:schemeClr val="dk1"/>
              </a:buClr>
              <a:buSzPts val="1800"/>
              <a:buFont typeface="Helvetica Neue"/>
              <a:buNone/>
              <a:defRPr sz="1800" b="0">
                <a:solidFill>
                  <a:schemeClr val="dk1"/>
                </a:solidFill>
              </a:defRPr>
            </a:lvl1pPr>
            <a:lvl2pPr>
              <a:spcBef>
                <a:spcPts val="0"/>
              </a:spcBef>
              <a:spcAft>
                <a:spcPts val="0"/>
              </a:spcAft>
              <a:buSzPts val="1800"/>
              <a:buNone/>
              <a:defRPr sz="1800"/>
            </a:lvl2pPr>
            <a:lvl3pPr>
              <a:spcBef>
                <a:spcPts val="0"/>
              </a:spcBef>
              <a:spcAft>
                <a:spcPts val="0"/>
              </a:spcAft>
              <a:buSzPts val="1800"/>
              <a:buNone/>
              <a:defRPr sz="1800"/>
            </a:lvl3pPr>
            <a:lvl4pPr>
              <a:spcBef>
                <a:spcPts val="0"/>
              </a:spcBef>
              <a:spcAft>
                <a:spcPts val="0"/>
              </a:spcAft>
              <a:buSzPts val="1800"/>
              <a:buNone/>
              <a:defRPr sz="1800"/>
            </a:lvl4pPr>
            <a:lvl5pPr>
              <a:spcBef>
                <a:spcPts val="0"/>
              </a:spcBef>
              <a:spcAft>
                <a:spcPts val="0"/>
              </a:spcAft>
              <a:buSzPts val="1800"/>
              <a:buNone/>
              <a:defRPr sz="1800"/>
            </a:lvl5pPr>
            <a:lvl6pPr>
              <a:spcBef>
                <a:spcPts val="0"/>
              </a:spcBef>
              <a:spcAft>
                <a:spcPts val="0"/>
              </a:spcAft>
              <a:buSzPts val="1800"/>
              <a:buNone/>
              <a:defRPr sz="1800"/>
            </a:lvl6pPr>
            <a:lvl7pPr>
              <a:spcBef>
                <a:spcPts val="0"/>
              </a:spcBef>
              <a:spcAft>
                <a:spcPts val="0"/>
              </a:spcAft>
              <a:buSzPts val="1800"/>
              <a:buNone/>
              <a:defRPr sz="1800"/>
            </a:lvl7pPr>
            <a:lvl8pPr>
              <a:spcBef>
                <a:spcPts val="0"/>
              </a:spcBef>
              <a:spcAft>
                <a:spcPts val="0"/>
              </a:spcAft>
              <a:buSzPts val="1800"/>
              <a:buNone/>
              <a:defRPr sz="1800"/>
            </a:lvl8pPr>
            <a:lvl9pPr>
              <a:spcBef>
                <a:spcPts val="0"/>
              </a:spcBef>
              <a:spcAft>
                <a:spcPts val="0"/>
              </a:spcAft>
              <a:buSzPts val="1800"/>
              <a:buNone/>
              <a:defRPr sz="1800"/>
            </a:lvl9pPr>
          </a:lstStyle>
          <a:p xmlns:a="http://schemas.openxmlformats.org/drawingml/2006/main"/>
        </p:txBody>
      </p:sp>
      <p:sp>
        <p:nvSpPr>
          <p:cNvPr id="124" name="Google Shape;124;p26">
            <a:extLst xmlns:a="http://schemas.openxmlformats.org/drawingml/2006/main">
              <a:ext uri="{FF2B5EF4-FFF2-40B4-BE49-F238E27FC236}">
                <a16:creationId xmlns:a16="http://schemas.microsoft.com/office/drawing/2014/main" id="{08A41F24-7647-4D09-BD3F-35253F055A9D}"/>
              </a:ext>
            </a:extLst>
          </p:cNvPr>
          <p:cNvSpPr>
            <a:spLocks xmlns:a="http://schemas.openxmlformats.org/drawingml/2006/main" noGrp="1"/>
          </p:cNvSpPr>
          <p:nvPr>
            <p:ph type="title" idx="4"/>
          </p:nvPr>
        </p:nvSpPr>
        <p:spPr>
          <a:xfrm xmlns:a="http://schemas.openxmlformats.org/drawingml/2006/main">
            <a:off x="6116026" y="2395725"/>
            <a:ext cx="2709000" cy="513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300" tIns="17150" rIns="34300" bIns="17150" anchor="t">
            <a:spAutoFit/>
          </a:bodyPr>
          <a:lstStyle xmlns:a="http://schemas.openxmlformats.org/drawingml/2006/main">
            <a:lvl1pPr algn="l">
              <a:lnSpc>
                <a:spcPct val="90000"/>
              </a:lnSpc>
              <a:spcBef>
                <a:spcPts val="0"/>
              </a:spcBef>
              <a:spcAft>
                <a:spcPts val="0"/>
              </a:spcAft>
              <a:buClr>
                <a:schemeClr val="dk1"/>
              </a:buClr>
              <a:buSzPts val="1800"/>
              <a:buFont typeface="Helvetica Neue"/>
              <a:buNone/>
              <a:defRPr sz="1800" b="0">
                <a:solidFill>
                  <a:schemeClr val="dk1"/>
                </a:solidFill>
              </a:defRPr>
            </a:lvl1pPr>
            <a:lvl2pPr>
              <a:spcBef>
                <a:spcPts val="0"/>
              </a:spcBef>
              <a:spcAft>
                <a:spcPts val="0"/>
              </a:spcAft>
              <a:buSzPts val="1800"/>
              <a:buNone/>
              <a:defRPr sz="1800"/>
            </a:lvl2pPr>
            <a:lvl3pPr>
              <a:spcBef>
                <a:spcPts val="0"/>
              </a:spcBef>
              <a:spcAft>
                <a:spcPts val="0"/>
              </a:spcAft>
              <a:buSzPts val="1800"/>
              <a:buNone/>
              <a:defRPr sz="1800"/>
            </a:lvl3pPr>
            <a:lvl4pPr>
              <a:spcBef>
                <a:spcPts val="0"/>
              </a:spcBef>
              <a:spcAft>
                <a:spcPts val="0"/>
              </a:spcAft>
              <a:buSzPts val="1800"/>
              <a:buNone/>
              <a:defRPr sz="1800"/>
            </a:lvl4pPr>
            <a:lvl5pPr>
              <a:spcBef>
                <a:spcPts val="0"/>
              </a:spcBef>
              <a:spcAft>
                <a:spcPts val="0"/>
              </a:spcAft>
              <a:buSzPts val="1800"/>
              <a:buNone/>
              <a:defRPr sz="1800"/>
            </a:lvl5pPr>
            <a:lvl6pPr>
              <a:spcBef>
                <a:spcPts val="0"/>
              </a:spcBef>
              <a:spcAft>
                <a:spcPts val="0"/>
              </a:spcAft>
              <a:buSzPts val="1800"/>
              <a:buNone/>
              <a:defRPr sz="1800"/>
            </a:lvl6pPr>
            <a:lvl7pPr>
              <a:spcBef>
                <a:spcPts val="0"/>
              </a:spcBef>
              <a:spcAft>
                <a:spcPts val="0"/>
              </a:spcAft>
              <a:buSzPts val="1800"/>
              <a:buNone/>
              <a:defRPr sz="1800"/>
            </a:lvl7pPr>
            <a:lvl8pPr>
              <a:spcBef>
                <a:spcPts val="0"/>
              </a:spcBef>
              <a:spcAft>
                <a:spcPts val="0"/>
              </a:spcAft>
              <a:buSzPts val="1800"/>
              <a:buNone/>
              <a:defRPr sz="1800"/>
            </a:lvl8pPr>
            <a:lvl9pPr>
              <a:spcBef>
                <a:spcPts val="0"/>
              </a:spcBef>
              <a:spcAft>
                <a:spcPts val="0"/>
              </a:spcAft>
              <a:buSzPts val="1800"/>
              <a:buNone/>
              <a:defRPr sz="1800"/>
            </a:lvl9pPr>
          </a:lstStyle>
          <a:p xmlns:a="http://schemas.openxmlformats.org/drawingml/2006/main"/>
        </p:txBody>
      </p:sp>
      <p:sp>
        <p:nvSpPr>
          <p:cNvPr id="125" name="Google Shape;125;p26">
            <a:extLst xmlns:a="http://schemas.openxmlformats.org/drawingml/2006/main">
              <a:ext uri="{FF2B5EF4-FFF2-40B4-BE49-F238E27FC236}">
                <a16:creationId xmlns:a16="http://schemas.microsoft.com/office/drawing/2014/main" id="{27098333-70DE-49E0-8932-6C0AB95BBC67}"/>
              </a:ext>
            </a:extLst>
          </p:cNvPr>
          <p:cNvSpPr>
            <a:spLocks xmlns:a="http://schemas.openxmlformats.org/drawingml/2006/main" noGrp="1"/>
          </p:cNvSpPr>
          <p:nvPr>
            <p:ph type="title" idx="5"/>
          </p:nvPr>
        </p:nvSpPr>
        <p:spPr>
          <a:xfrm xmlns:a="http://schemas.openxmlformats.org/drawingml/2006/main">
            <a:off x="201375" y="2778600"/>
            <a:ext cx="2709000" cy="513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300" tIns="17150" rIns="34300" bIns="17150" anchor="t">
            <a:spAutoFit/>
          </a:bodyPr>
          <a:lstStyle xmlns:a="http://schemas.openxmlformats.org/drawingml/2006/main">
            <a:lvl1pPr algn="l">
              <a:lnSpc>
                <a:spcPct val="90000"/>
              </a:lnSpc>
              <a:spcBef>
                <a:spcPts val="0"/>
              </a:spcBef>
              <a:spcAft>
                <a:spcPts val="0"/>
              </a:spcAft>
              <a:buClr>
                <a:srgbClr val="7F7F7F"/>
              </a:buClr>
              <a:buSzPts val="1100"/>
              <a:buFont typeface="Inter"/>
              <a:buNone/>
              <a:defRPr sz="1100">
                <a:solidFill>
                  <a:srgbClr val="7F7F7F"/>
                </a:solidFill>
                <a:latin typeface="Inter"/>
                <a:ea typeface="Inter"/>
                <a:cs typeface="Inter"/>
              </a:defRPr>
            </a:lvl1pPr>
            <a:lvl2pPr>
              <a:spcBef>
                <a:spcPts val="0"/>
              </a:spcBef>
              <a:spcAft>
                <a:spcPts val="0"/>
              </a:spcAft>
              <a:buClr>
                <a:srgbClr val="7F7F7F"/>
              </a:buClr>
              <a:buSzPts val="1100"/>
              <a:buFont typeface="Inter"/>
              <a:buNone/>
              <a:defRPr sz="1100">
                <a:solidFill>
                  <a:srgbClr val="7F7F7F"/>
                </a:solidFill>
                <a:latin typeface="Inter"/>
                <a:ea typeface="Inter"/>
                <a:cs typeface="Inter"/>
              </a:defRPr>
            </a:lvl2pPr>
            <a:lvl3pPr>
              <a:spcBef>
                <a:spcPts val="0"/>
              </a:spcBef>
              <a:spcAft>
                <a:spcPts val="0"/>
              </a:spcAft>
              <a:buClr>
                <a:srgbClr val="7F7F7F"/>
              </a:buClr>
              <a:buSzPts val="1100"/>
              <a:buFont typeface="Inter"/>
              <a:buNone/>
              <a:defRPr sz="1100">
                <a:solidFill>
                  <a:srgbClr val="7F7F7F"/>
                </a:solidFill>
                <a:latin typeface="Inter"/>
                <a:ea typeface="Inter"/>
                <a:cs typeface="Inter"/>
              </a:defRPr>
            </a:lvl3pPr>
            <a:lvl4pPr>
              <a:spcBef>
                <a:spcPts val="0"/>
              </a:spcBef>
              <a:spcAft>
                <a:spcPts val="0"/>
              </a:spcAft>
              <a:buClr>
                <a:srgbClr val="7F7F7F"/>
              </a:buClr>
              <a:buSzPts val="1100"/>
              <a:buFont typeface="Inter"/>
              <a:buNone/>
              <a:defRPr sz="1100">
                <a:solidFill>
                  <a:srgbClr val="7F7F7F"/>
                </a:solidFill>
                <a:latin typeface="Inter"/>
                <a:ea typeface="Inter"/>
                <a:cs typeface="Inter"/>
              </a:defRPr>
            </a:lvl4pPr>
            <a:lvl5pPr>
              <a:spcBef>
                <a:spcPts val="0"/>
              </a:spcBef>
              <a:spcAft>
                <a:spcPts val="0"/>
              </a:spcAft>
              <a:buClr>
                <a:srgbClr val="7F7F7F"/>
              </a:buClr>
              <a:buSzPts val="1100"/>
              <a:buFont typeface="Inter"/>
              <a:buNone/>
              <a:defRPr sz="1100">
                <a:solidFill>
                  <a:srgbClr val="7F7F7F"/>
                </a:solidFill>
                <a:latin typeface="Inter"/>
                <a:ea typeface="Inter"/>
                <a:cs typeface="Inter"/>
              </a:defRPr>
            </a:lvl5pPr>
            <a:lvl6pPr>
              <a:spcBef>
                <a:spcPts val="0"/>
              </a:spcBef>
              <a:spcAft>
                <a:spcPts val="0"/>
              </a:spcAft>
              <a:buClr>
                <a:srgbClr val="7F7F7F"/>
              </a:buClr>
              <a:buSzPts val="1100"/>
              <a:buFont typeface="Inter"/>
              <a:buNone/>
              <a:defRPr sz="1100">
                <a:solidFill>
                  <a:srgbClr val="7F7F7F"/>
                </a:solidFill>
                <a:latin typeface="Inter"/>
                <a:ea typeface="Inter"/>
                <a:cs typeface="Inter"/>
              </a:defRPr>
            </a:lvl6pPr>
            <a:lvl7pPr>
              <a:spcBef>
                <a:spcPts val="0"/>
              </a:spcBef>
              <a:spcAft>
                <a:spcPts val="0"/>
              </a:spcAft>
              <a:buClr>
                <a:srgbClr val="7F7F7F"/>
              </a:buClr>
              <a:buSzPts val="1100"/>
              <a:buFont typeface="Inter"/>
              <a:buNone/>
              <a:defRPr sz="1100">
                <a:solidFill>
                  <a:srgbClr val="7F7F7F"/>
                </a:solidFill>
                <a:latin typeface="Inter"/>
                <a:ea typeface="Inter"/>
                <a:cs typeface="Inter"/>
              </a:defRPr>
            </a:lvl7pPr>
            <a:lvl8pPr>
              <a:spcBef>
                <a:spcPts val="0"/>
              </a:spcBef>
              <a:spcAft>
                <a:spcPts val="0"/>
              </a:spcAft>
              <a:buClr>
                <a:srgbClr val="7F7F7F"/>
              </a:buClr>
              <a:buSzPts val="1100"/>
              <a:buFont typeface="Inter"/>
              <a:buNone/>
              <a:defRPr sz="1100">
                <a:solidFill>
                  <a:srgbClr val="7F7F7F"/>
                </a:solidFill>
                <a:latin typeface="Inter"/>
                <a:ea typeface="Inter"/>
                <a:cs typeface="Inter"/>
              </a:defRPr>
            </a:lvl8pPr>
            <a:lvl9pPr>
              <a:spcBef>
                <a:spcPts val="0"/>
              </a:spcBef>
              <a:spcAft>
                <a:spcPts val="0"/>
              </a:spcAft>
              <a:buClr>
                <a:srgbClr val="7F7F7F"/>
              </a:buClr>
              <a:buSzPts val="1100"/>
              <a:buFont typeface="Inter"/>
              <a:buNone/>
              <a:defRPr sz="1100">
                <a:solidFill>
                  <a:srgbClr val="7F7F7F"/>
                </a:solidFill>
                <a:latin typeface="Inter"/>
                <a:ea typeface="Inter"/>
                <a:cs typeface="Inter"/>
              </a:defRPr>
            </a:lvl9pPr>
          </a:lstStyle>
          <a:p xmlns:a="http://schemas.openxmlformats.org/drawingml/2006/main"/>
        </p:txBody>
      </p:sp>
      <p:sp>
        <p:nvSpPr>
          <p:cNvPr id="126" name="Google Shape;126;p26">
            <a:extLst xmlns:a="http://schemas.openxmlformats.org/drawingml/2006/main">
              <a:ext uri="{FF2B5EF4-FFF2-40B4-BE49-F238E27FC236}">
                <a16:creationId xmlns:a16="http://schemas.microsoft.com/office/drawing/2014/main" id="{CB239C65-9FE3-4FC5-8578-12B74833796F}"/>
              </a:ext>
            </a:extLst>
          </p:cNvPr>
          <p:cNvSpPr>
            <a:spLocks xmlns:a="http://schemas.openxmlformats.org/drawingml/2006/main" noGrp="1"/>
          </p:cNvSpPr>
          <p:nvPr>
            <p:ph type="title" idx="6"/>
          </p:nvPr>
        </p:nvSpPr>
        <p:spPr>
          <a:xfrm xmlns:a="http://schemas.openxmlformats.org/drawingml/2006/main">
            <a:off x="3179038" y="2778600"/>
            <a:ext cx="2709000" cy="513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300" tIns="17150" rIns="34300" bIns="17150" anchor="t">
            <a:spAutoFit/>
          </a:bodyPr>
          <a:lstStyle xmlns:a="http://schemas.openxmlformats.org/drawingml/2006/main">
            <a:lvl1pPr algn="l">
              <a:lnSpc>
                <a:spcPct val="90000"/>
              </a:lnSpc>
              <a:spcBef>
                <a:spcPts val="0"/>
              </a:spcBef>
              <a:spcAft>
                <a:spcPts val="0"/>
              </a:spcAft>
              <a:buClr>
                <a:srgbClr val="7F7F7F"/>
              </a:buClr>
              <a:buSzPts val="1100"/>
              <a:buFont typeface="Inter"/>
              <a:buNone/>
              <a:defRPr sz="1100">
                <a:solidFill>
                  <a:srgbClr val="7F7F7F"/>
                </a:solidFill>
                <a:latin typeface="Inter"/>
                <a:ea typeface="Inter"/>
                <a:cs typeface="Inter"/>
              </a:defRPr>
            </a:lvl1pPr>
            <a:lvl2pPr>
              <a:spcBef>
                <a:spcPts val="0"/>
              </a:spcBef>
              <a:spcAft>
                <a:spcPts val="0"/>
              </a:spcAft>
              <a:buClr>
                <a:srgbClr val="7F7F7F"/>
              </a:buClr>
              <a:buSzPts val="1100"/>
              <a:buFont typeface="Inter"/>
              <a:buNone/>
              <a:defRPr sz="1100">
                <a:solidFill>
                  <a:srgbClr val="7F7F7F"/>
                </a:solidFill>
                <a:latin typeface="Inter"/>
                <a:ea typeface="Inter"/>
                <a:cs typeface="Inter"/>
              </a:defRPr>
            </a:lvl2pPr>
            <a:lvl3pPr>
              <a:spcBef>
                <a:spcPts val="0"/>
              </a:spcBef>
              <a:spcAft>
                <a:spcPts val="0"/>
              </a:spcAft>
              <a:buClr>
                <a:srgbClr val="7F7F7F"/>
              </a:buClr>
              <a:buSzPts val="1100"/>
              <a:buFont typeface="Inter"/>
              <a:buNone/>
              <a:defRPr sz="1100">
                <a:solidFill>
                  <a:srgbClr val="7F7F7F"/>
                </a:solidFill>
                <a:latin typeface="Inter"/>
                <a:ea typeface="Inter"/>
                <a:cs typeface="Inter"/>
              </a:defRPr>
            </a:lvl3pPr>
            <a:lvl4pPr>
              <a:spcBef>
                <a:spcPts val="0"/>
              </a:spcBef>
              <a:spcAft>
                <a:spcPts val="0"/>
              </a:spcAft>
              <a:buClr>
                <a:srgbClr val="7F7F7F"/>
              </a:buClr>
              <a:buSzPts val="1100"/>
              <a:buFont typeface="Inter"/>
              <a:buNone/>
              <a:defRPr sz="1100">
                <a:solidFill>
                  <a:srgbClr val="7F7F7F"/>
                </a:solidFill>
                <a:latin typeface="Inter"/>
                <a:ea typeface="Inter"/>
                <a:cs typeface="Inter"/>
              </a:defRPr>
            </a:lvl4pPr>
            <a:lvl5pPr>
              <a:spcBef>
                <a:spcPts val="0"/>
              </a:spcBef>
              <a:spcAft>
                <a:spcPts val="0"/>
              </a:spcAft>
              <a:buClr>
                <a:srgbClr val="7F7F7F"/>
              </a:buClr>
              <a:buSzPts val="1100"/>
              <a:buFont typeface="Inter"/>
              <a:buNone/>
              <a:defRPr sz="1100">
                <a:solidFill>
                  <a:srgbClr val="7F7F7F"/>
                </a:solidFill>
                <a:latin typeface="Inter"/>
                <a:ea typeface="Inter"/>
                <a:cs typeface="Inter"/>
              </a:defRPr>
            </a:lvl5pPr>
            <a:lvl6pPr>
              <a:spcBef>
                <a:spcPts val="0"/>
              </a:spcBef>
              <a:spcAft>
                <a:spcPts val="0"/>
              </a:spcAft>
              <a:buClr>
                <a:srgbClr val="7F7F7F"/>
              </a:buClr>
              <a:buSzPts val="1100"/>
              <a:buFont typeface="Inter"/>
              <a:buNone/>
              <a:defRPr sz="1100">
                <a:solidFill>
                  <a:srgbClr val="7F7F7F"/>
                </a:solidFill>
                <a:latin typeface="Inter"/>
                <a:ea typeface="Inter"/>
                <a:cs typeface="Inter"/>
              </a:defRPr>
            </a:lvl6pPr>
            <a:lvl7pPr>
              <a:spcBef>
                <a:spcPts val="0"/>
              </a:spcBef>
              <a:spcAft>
                <a:spcPts val="0"/>
              </a:spcAft>
              <a:buClr>
                <a:srgbClr val="7F7F7F"/>
              </a:buClr>
              <a:buSzPts val="1100"/>
              <a:buFont typeface="Inter"/>
              <a:buNone/>
              <a:defRPr sz="1100">
                <a:solidFill>
                  <a:srgbClr val="7F7F7F"/>
                </a:solidFill>
                <a:latin typeface="Inter"/>
                <a:ea typeface="Inter"/>
                <a:cs typeface="Inter"/>
              </a:defRPr>
            </a:lvl7pPr>
            <a:lvl8pPr>
              <a:spcBef>
                <a:spcPts val="0"/>
              </a:spcBef>
              <a:spcAft>
                <a:spcPts val="0"/>
              </a:spcAft>
              <a:buClr>
                <a:srgbClr val="7F7F7F"/>
              </a:buClr>
              <a:buSzPts val="1100"/>
              <a:buFont typeface="Inter"/>
              <a:buNone/>
              <a:defRPr sz="1100">
                <a:solidFill>
                  <a:srgbClr val="7F7F7F"/>
                </a:solidFill>
                <a:latin typeface="Inter"/>
                <a:ea typeface="Inter"/>
                <a:cs typeface="Inter"/>
              </a:defRPr>
            </a:lvl8pPr>
            <a:lvl9pPr>
              <a:spcBef>
                <a:spcPts val="0"/>
              </a:spcBef>
              <a:spcAft>
                <a:spcPts val="0"/>
              </a:spcAft>
              <a:buClr>
                <a:srgbClr val="7F7F7F"/>
              </a:buClr>
              <a:buSzPts val="1100"/>
              <a:buFont typeface="Inter"/>
              <a:buNone/>
              <a:defRPr sz="1100">
                <a:solidFill>
                  <a:srgbClr val="7F7F7F"/>
                </a:solidFill>
                <a:latin typeface="Inter"/>
                <a:ea typeface="Inter"/>
                <a:cs typeface="Inter"/>
              </a:defRPr>
            </a:lvl9pPr>
          </a:lstStyle>
          <a:p xmlns:a="http://schemas.openxmlformats.org/drawingml/2006/main"/>
        </p:txBody>
      </p:sp>
      <p:sp>
        <p:nvSpPr>
          <p:cNvPr id="127" name="Google Shape;127;p26">
            <a:extLst xmlns:a="http://schemas.openxmlformats.org/drawingml/2006/main">
              <a:ext uri="{FF2B5EF4-FFF2-40B4-BE49-F238E27FC236}">
                <a16:creationId xmlns:a16="http://schemas.microsoft.com/office/drawing/2014/main" id="{FD7F3823-6106-44E0-A21D-A39A7BA1D54F}"/>
              </a:ext>
            </a:extLst>
          </p:cNvPr>
          <p:cNvSpPr>
            <a:spLocks xmlns:a="http://schemas.openxmlformats.org/drawingml/2006/main" noGrp="1"/>
          </p:cNvSpPr>
          <p:nvPr>
            <p:ph type="title" idx="7"/>
          </p:nvPr>
        </p:nvSpPr>
        <p:spPr>
          <a:xfrm xmlns:a="http://schemas.openxmlformats.org/drawingml/2006/main">
            <a:off x="6116026" y="2778600"/>
            <a:ext cx="2709000" cy="513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300" tIns="17150" rIns="34300" bIns="17150" anchor="t">
            <a:spAutoFit/>
          </a:bodyPr>
          <a:lstStyle xmlns:a="http://schemas.openxmlformats.org/drawingml/2006/main">
            <a:lvl1pPr algn="l">
              <a:lnSpc>
                <a:spcPct val="90000"/>
              </a:lnSpc>
              <a:spcBef>
                <a:spcPts val="0"/>
              </a:spcBef>
              <a:spcAft>
                <a:spcPts val="0"/>
              </a:spcAft>
              <a:buClr>
                <a:srgbClr val="7F7F7F"/>
              </a:buClr>
              <a:buSzPts val="1100"/>
              <a:buFont typeface="Inter"/>
              <a:buNone/>
              <a:defRPr sz="1100">
                <a:solidFill>
                  <a:srgbClr val="7F7F7F"/>
                </a:solidFill>
                <a:latin typeface="Inter"/>
                <a:ea typeface="Inter"/>
                <a:cs typeface="Inter"/>
              </a:defRPr>
            </a:lvl1pPr>
            <a:lvl2pPr>
              <a:spcBef>
                <a:spcPts val="0"/>
              </a:spcBef>
              <a:spcAft>
                <a:spcPts val="0"/>
              </a:spcAft>
              <a:buClr>
                <a:srgbClr val="7F7F7F"/>
              </a:buClr>
              <a:buSzPts val="1100"/>
              <a:buFont typeface="Inter"/>
              <a:buNone/>
              <a:defRPr sz="1100">
                <a:solidFill>
                  <a:srgbClr val="7F7F7F"/>
                </a:solidFill>
                <a:latin typeface="Inter"/>
                <a:ea typeface="Inter"/>
                <a:cs typeface="Inter"/>
              </a:defRPr>
            </a:lvl2pPr>
            <a:lvl3pPr>
              <a:spcBef>
                <a:spcPts val="0"/>
              </a:spcBef>
              <a:spcAft>
                <a:spcPts val="0"/>
              </a:spcAft>
              <a:buClr>
                <a:srgbClr val="7F7F7F"/>
              </a:buClr>
              <a:buSzPts val="1100"/>
              <a:buFont typeface="Inter"/>
              <a:buNone/>
              <a:defRPr sz="1100">
                <a:solidFill>
                  <a:srgbClr val="7F7F7F"/>
                </a:solidFill>
                <a:latin typeface="Inter"/>
                <a:ea typeface="Inter"/>
                <a:cs typeface="Inter"/>
              </a:defRPr>
            </a:lvl3pPr>
            <a:lvl4pPr>
              <a:spcBef>
                <a:spcPts val="0"/>
              </a:spcBef>
              <a:spcAft>
                <a:spcPts val="0"/>
              </a:spcAft>
              <a:buClr>
                <a:srgbClr val="7F7F7F"/>
              </a:buClr>
              <a:buSzPts val="1100"/>
              <a:buFont typeface="Inter"/>
              <a:buNone/>
              <a:defRPr sz="1100">
                <a:solidFill>
                  <a:srgbClr val="7F7F7F"/>
                </a:solidFill>
                <a:latin typeface="Inter"/>
                <a:ea typeface="Inter"/>
                <a:cs typeface="Inter"/>
              </a:defRPr>
            </a:lvl4pPr>
            <a:lvl5pPr>
              <a:spcBef>
                <a:spcPts val="0"/>
              </a:spcBef>
              <a:spcAft>
                <a:spcPts val="0"/>
              </a:spcAft>
              <a:buClr>
                <a:srgbClr val="7F7F7F"/>
              </a:buClr>
              <a:buSzPts val="1100"/>
              <a:buFont typeface="Inter"/>
              <a:buNone/>
              <a:defRPr sz="1100">
                <a:solidFill>
                  <a:srgbClr val="7F7F7F"/>
                </a:solidFill>
                <a:latin typeface="Inter"/>
                <a:ea typeface="Inter"/>
                <a:cs typeface="Inter"/>
              </a:defRPr>
            </a:lvl5pPr>
            <a:lvl6pPr>
              <a:spcBef>
                <a:spcPts val="0"/>
              </a:spcBef>
              <a:spcAft>
                <a:spcPts val="0"/>
              </a:spcAft>
              <a:buClr>
                <a:srgbClr val="7F7F7F"/>
              </a:buClr>
              <a:buSzPts val="1100"/>
              <a:buFont typeface="Inter"/>
              <a:buNone/>
              <a:defRPr sz="1100">
                <a:solidFill>
                  <a:srgbClr val="7F7F7F"/>
                </a:solidFill>
                <a:latin typeface="Inter"/>
                <a:ea typeface="Inter"/>
                <a:cs typeface="Inter"/>
              </a:defRPr>
            </a:lvl6pPr>
            <a:lvl7pPr>
              <a:spcBef>
                <a:spcPts val="0"/>
              </a:spcBef>
              <a:spcAft>
                <a:spcPts val="0"/>
              </a:spcAft>
              <a:buClr>
                <a:srgbClr val="7F7F7F"/>
              </a:buClr>
              <a:buSzPts val="1100"/>
              <a:buFont typeface="Inter"/>
              <a:buNone/>
              <a:defRPr sz="1100">
                <a:solidFill>
                  <a:srgbClr val="7F7F7F"/>
                </a:solidFill>
                <a:latin typeface="Inter"/>
                <a:ea typeface="Inter"/>
                <a:cs typeface="Inter"/>
              </a:defRPr>
            </a:lvl7pPr>
            <a:lvl8pPr>
              <a:spcBef>
                <a:spcPts val="0"/>
              </a:spcBef>
              <a:spcAft>
                <a:spcPts val="0"/>
              </a:spcAft>
              <a:buClr>
                <a:srgbClr val="7F7F7F"/>
              </a:buClr>
              <a:buSzPts val="1100"/>
              <a:buFont typeface="Inter"/>
              <a:buNone/>
              <a:defRPr sz="1100">
                <a:solidFill>
                  <a:srgbClr val="7F7F7F"/>
                </a:solidFill>
                <a:latin typeface="Inter"/>
                <a:ea typeface="Inter"/>
                <a:cs typeface="Inter"/>
              </a:defRPr>
            </a:lvl8pPr>
            <a:lvl9pPr>
              <a:spcBef>
                <a:spcPts val="0"/>
              </a:spcBef>
              <a:spcAft>
                <a:spcPts val="0"/>
              </a:spcAft>
              <a:buClr>
                <a:srgbClr val="7F7F7F"/>
              </a:buClr>
              <a:buSzPts val="1100"/>
              <a:buFont typeface="Inter"/>
              <a:buNone/>
              <a:defRPr sz="1100">
                <a:solidFill>
                  <a:srgbClr val="7F7F7F"/>
                </a:solidFill>
                <a:latin typeface="Inter"/>
                <a:ea typeface="Inter"/>
                <a:cs typeface="Inter"/>
              </a:defRPr>
            </a:lvl9pPr>
          </a:lstStyle>
          <a:p xmlns:a="http://schemas.openxmlformats.org/drawingml/2006/main"/>
        </p:txBody>
      </p:sp>
      <p:pic>
        <p:nvPicPr>
          <p:cNvPr id="140" name="Google Shape;128;p26"/>
          <p:cNvPicPr>
            <a:picLocks xmlns:a="http://schemas.openxmlformats.org/drawingml/2006/main" noChangeAspect="1"/>
          </p:cNvPicPr>
          <p:nvPr/>
        </p:nvPicPr>
        <p:blipFill>
          <a:blip xmlns:r="http://schemas.openxmlformats.org/officeDocument/2006/relationships" xmlns:a="http://schemas.openxmlformats.org/drawingml/2006/main" r:embed="R33f36b2d74d34667">
            <a:alphaModFix/>
          </a:blip>
          <a:stretch xmlns:a="http://schemas.openxmlformats.org/drawingml/2006/main">
            <a:fillRect l="0" t="0" r="0" b="0"/>
          </a:stretch>
        </p:blipFill>
        <p:spPr>
          <a:xfrm xmlns:a="http://schemas.openxmlformats.org/drawingml/2006/main">
            <a:off x="228600" y="4836074"/>
            <a:ext cx="153925" cy="153925"/>
          </a:xfrm>
          <a:prstGeom xmlns:a="http://schemas.openxmlformats.org/drawingml/2006/main" prst="rect">
            <a:avLst/>
          </a:prstGeom>
          <a:ln xmlns:a="http://schemas.openxmlformats.org/drawingml/2006/main">
            <a:noFill/>
          </a:ln>
        </p:spPr>
      </p:pic>
      <p:sp>
        <p:nvSpPr>
          <p:cNvPr id="129" name="Google Shape;129;p26">
            <a:extLst xmlns:a="http://schemas.openxmlformats.org/drawingml/2006/main">
              <a:ext uri="{FF2B5EF4-FFF2-40B4-BE49-F238E27FC236}">
                <a16:creationId xmlns:a16="http://schemas.microsoft.com/office/drawing/2014/main" id="{C2920AC9-D904-4ABD-90E0-20A58F2FD77C}"/>
              </a:ext>
            </a:extLst>
          </p:cNvPr>
          <p:cNvSpPr>
            <a:spLocks xmlns:a="http://schemas.openxmlformats.org/drawingml/2006/main" noGrp="1"/>
          </p:cNvSpPr>
          <p:nvPr/>
        </p:nvSpPr>
        <p:spPr>
          <a:xfrm xmlns:a="http://schemas.openxmlformats.org/drawingml/2006/main">
            <a:off x="201375" y="2073075"/>
            <a:ext cx="2799300" cy="139800"/>
          </a:xfrm>
          <a:prstGeom xmlns:a="http://schemas.openxmlformats.org/drawingml/2006/main" prst="rect">
            <a:avLst/>
          </a:prstGeom>
          <a:solidFill xmlns:a="http://schemas.openxmlformats.org/drawingml/2006/main">
            <a:schemeClr val="accent3"/>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latin typeface="Inter"/>
              <a:ea typeface="Inter"/>
              <a:cs typeface="Inter"/>
            </a:endParaRPr>
          </a:p>
        </p:txBody>
      </p:sp>
      <p:sp>
        <p:nvSpPr>
          <p:cNvPr id="130" name="Google Shape;130;p26">
            <a:extLst xmlns:a="http://schemas.openxmlformats.org/drawingml/2006/main">
              <a:ext uri="{FF2B5EF4-FFF2-40B4-BE49-F238E27FC236}">
                <a16:creationId xmlns:a16="http://schemas.microsoft.com/office/drawing/2014/main" id="{0BC62696-249A-4833-BA65-BD473A673839}"/>
              </a:ext>
            </a:extLst>
          </p:cNvPr>
          <p:cNvSpPr>
            <a:spLocks xmlns:a="http://schemas.openxmlformats.org/drawingml/2006/main" noGrp="1"/>
          </p:cNvSpPr>
          <p:nvPr/>
        </p:nvSpPr>
        <p:spPr>
          <a:xfrm xmlns:a="http://schemas.openxmlformats.org/drawingml/2006/main">
            <a:off x="3179038" y="2073075"/>
            <a:ext cx="2799300" cy="139800"/>
          </a:xfrm>
          <a:prstGeom xmlns:a="http://schemas.openxmlformats.org/drawingml/2006/main" prst="rect">
            <a:avLst/>
          </a:prstGeom>
          <a:solidFill xmlns:a="http://schemas.openxmlformats.org/drawingml/2006/main">
            <a:schemeClr val="accent4"/>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latin typeface="Inter"/>
              <a:ea typeface="Inter"/>
              <a:cs typeface="Inter"/>
            </a:endParaRPr>
          </a:p>
        </p:txBody>
      </p:sp>
      <p:sp>
        <p:nvSpPr>
          <p:cNvPr id="131" name="Google Shape;131;p26">
            <a:extLst xmlns:a="http://schemas.openxmlformats.org/drawingml/2006/main">
              <a:ext uri="{FF2B5EF4-FFF2-40B4-BE49-F238E27FC236}">
                <a16:creationId xmlns:a16="http://schemas.microsoft.com/office/drawing/2014/main" id="{31DDD8E5-694F-4B4C-9282-2646D81D37AE}"/>
              </a:ext>
            </a:extLst>
          </p:cNvPr>
          <p:cNvSpPr>
            <a:spLocks xmlns:a="http://schemas.openxmlformats.org/drawingml/2006/main" noGrp="1"/>
          </p:cNvSpPr>
          <p:nvPr/>
        </p:nvSpPr>
        <p:spPr>
          <a:xfrm xmlns:a="http://schemas.openxmlformats.org/drawingml/2006/main">
            <a:off x="6116026" y="2073075"/>
            <a:ext cx="2799300" cy="139800"/>
          </a:xfrm>
          <a:prstGeom xmlns:a="http://schemas.openxmlformats.org/drawingml/2006/main" prst="rect">
            <a:avLst/>
          </a:prstGeom>
          <a:solidFill xmlns:a="http://schemas.openxmlformats.org/drawingml/2006/main">
            <a:schemeClr val="accent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latin typeface="Inter"/>
              <a:ea typeface="Inter"/>
              <a:cs typeface="Inter"/>
            </a:endParaRPr>
          </a:p>
        </p:txBody>
      </p:sp>
    </p:spTree>
  </p:cSld>
</p:sldLayout>
</file>

<file path=ppt/slideLayouts/slideLayout26.xml><?xml version="1.0" encoding="utf-8"?>
<p:sldLayout xmlns:p="http://schemas.openxmlformats.org/presentationml/2006/main" showMasterSp="0" matchingName="TOC 5 sections">
  <p:cSld name="Segments – Light_1_2_1">
    <p:bg>
      <p:bgPr>
        <a:solidFill xmlns:a="http://schemas.openxmlformats.org/drawingml/2006/main">
          <a:schemeClr val="lt1"/>
        </a:solidFill>
      </p:bgPr>
    </p:bg>
    <p:spTree>
      <p:nvGrpSpPr>
        <p:cNvPr id="1" name=""/>
        <p:cNvGrpSpPr/>
        <p:nvPr/>
      </p:nvGrpSpPr>
      <p:grpSpPr>
        <a:xfrm xmlns:a="http://schemas.openxmlformats.org/drawingml/2006/main"/>
      </p:grpSpPr>
      <p:sp>
        <p:nvSpPr>
          <p:cNvPr id="133" name="Google Shape;133;p27">
            <a:extLst xmlns:a="http://schemas.openxmlformats.org/drawingml/2006/main">
              <a:ext uri="{FF2B5EF4-FFF2-40B4-BE49-F238E27FC236}">
                <a16:creationId xmlns:a16="http://schemas.microsoft.com/office/drawing/2014/main" id="{983BB099-6253-40D3-8B16-FAC5C56BF606}"/>
              </a:ext>
            </a:extLst>
          </p:cNvPr>
          <p:cNvSpPr>
            <a:spLocks xmlns:a="http://schemas.openxmlformats.org/drawingml/2006/main" noGrp="1"/>
          </p:cNvSpPr>
          <p:nvPr>
            <p:ph type="title" idx="0"/>
          </p:nvPr>
        </p:nvSpPr>
        <p:spPr>
          <a:xfrm xmlns:a="http://schemas.openxmlformats.org/drawingml/2006/main">
            <a:off x="201375" y="158722"/>
            <a:ext cx="3773400" cy="1474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300" tIns="17150" rIns="34300" bIns="17150" anchor="t">
            <a:spAutoFit/>
          </a:bodyPr>
          <a:lstStyle xmlns:a="http://schemas.openxmlformats.org/drawingml/2006/main">
            <a:lvl1pPr algn="l">
              <a:lnSpc>
                <a:spcPct val="90000"/>
              </a:lnSpc>
              <a:spcBef>
                <a:spcPts val="0"/>
              </a:spcBef>
              <a:spcAft>
                <a:spcPts val="0"/>
              </a:spcAft>
              <a:buClr>
                <a:schemeClr val="dk1"/>
              </a:buClr>
              <a:buSzPts val="3800"/>
              <a:buFont typeface="Helvetica Neue"/>
              <a:buNone/>
              <a:defRPr sz="3800" b="0">
                <a:solidFill>
                  <a:schemeClr val="dk1"/>
                </a:solidFill>
              </a:defRPr>
            </a:lvl1pPr>
            <a:lvl2pPr>
              <a:spcBef>
                <a:spcPts val="0"/>
              </a:spcBef>
              <a:spcAft>
                <a:spcPts val="0"/>
              </a:spcAft>
              <a:buSzPts val="500"/>
              <a:buNone/>
              <a:defRPr sz="700"/>
            </a:lvl2pPr>
            <a:lvl3pPr>
              <a:spcBef>
                <a:spcPts val="0"/>
              </a:spcBef>
              <a:spcAft>
                <a:spcPts val="0"/>
              </a:spcAft>
              <a:buSzPts val="500"/>
              <a:buNone/>
              <a:defRPr sz="700"/>
            </a:lvl3pPr>
            <a:lvl4pPr>
              <a:spcBef>
                <a:spcPts val="0"/>
              </a:spcBef>
              <a:spcAft>
                <a:spcPts val="0"/>
              </a:spcAft>
              <a:buSzPts val="500"/>
              <a:buNone/>
              <a:defRPr sz="700"/>
            </a:lvl4pPr>
            <a:lvl5pPr>
              <a:spcBef>
                <a:spcPts val="0"/>
              </a:spcBef>
              <a:spcAft>
                <a:spcPts val="0"/>
              </a:spcAft>
              <a:buSzPts val="500"/>
              <a:buNone/>
              <a:defRPr sz="700"/>
            </a:lvl5pPr>
            <a:lvl6pPr>
              <a:spcBef>
                <a:spcPts val="0"/>
              </a:spcBef>
              <a:spcAft>
                <a:spcPts val="0"/>
              </a:spcAft>
              <a:buSzPts val="500"/>
              <a:buNone/>
              <a:defRPr sz="700"/>
            </a:lvl6pPr>
            <a:lvl7pPr>
              <a:spcBef>
                <a:spcPts val="0"/>
              </a:spcBef>
              <a:spcAft>
                <a:spcPts val="0"/>
              </a:spcAft>
              <a:buSzPts val="500"/>
              <a:buNone/>
              <a:defRPr sz="700"/>
            </a:lvl7pPr>
            <a:lvl8pPr>
              <a:spcBef>
                <a:spcPts val="0"/>
              </a:spcBef>
              <a:spcAft>
                <a:spcPts val="0"/>
              </a:spcAft>
              <a:buSzPts val="500"/>
              <a:buNone/>
              <a:defRPr sz="700"/>
            </a:lvl8pPr>
            <a:lvl9pPr>
              <a:spcBef>
                <a:spcPts val="0"/>
              </a:spcBef>
              <a:spcAft>
                <a:spcPts val="0"/>
              </a:spcAft>
              <a:buSzPts val="500"/>
              <a:buNone/>
              <a:defRPr sz="700"/>
            </a:lvl9pPr>
          </a:lstStyle>
          <a:p xmlns:a="http://schemas.openxmlformats.org/drawingml/2006/main"/>
        </p:txBody>
      </p:sp>
      <p:pic>
        <p:nvPicPr>
          <p:cNvPr id="152" name="Google Shape;134;p27"/>
          <p:cNvPicPr>
            <a:picLocks xmlns:a="http://schemas.openxmlformats.org/drawingml/2006/main" noChangeAspect="1"/>
          </p:cNvPicPr>
          <p:nvPr/>
        </p:nvPicPr>
        <p:blipFill>
          <a:blip xmlns:r="http://schemas.openxmlformats.org/officeDocument/2006/relationships" xmlns:a="http://schemas.openxmlformats.org/drawingml/2006/main" r:embed="R81f321e750694365">
            <a:alphaModFix/>
          </a:blip>
          <a:stretch xmlns:a="http://schemas.openxmlformats.org/drawingml/2006/main">
            <a:fillRect l="0" t="0" r="0" b="0"/>
          </a:stretch>
        </p:blipFill>
        <p:spPr>
          <a:xfrm xmlns:a="http://schemas.openxmlformats.org/drawingml/2006/main">
            <a:off x="228600" y="4836074"/>
            <a:ext cx="153925" cy="153925"/>
          </a:xfrm>
          <a:prstGeom xmlns:a="http://schemas.openxmlformats.org/drawingml/2006/main" prst="rect">
            <a:avLst/>
          </a:prstGeom>
          <a:ln xmlns:a="http://schemas.openxmlformats.org/drawingml/2006/main">
            <a:noFill/>
          </a:ln>
        </p:spPr>
      </p:pic>
      <p:sp>
        <p:nvSpPr>
          <p:cNvPr id="135" name="Google Shape;135;p27">
            <a:extLst xmlns:a="http://schemas.openxmlformats.org/drawingml/2006/main">
              <a:ext uri="{FF2B5EF4-FFF2-40B4-BE49-F238E27FC236}">
                <a16:creationId xmlns:a16="http://schemas.microsoft.com/office/drawing/2014/main" id="{FD0F7FB5-752A-4D91-9A83-4AD7899052DB}"/>
              </a:ext>
            </a:extLst>
          </p:cNvPr>
          <p:cNvSpPr>
            <a:spLocks xmlns:a="http://schemas.openxmlformats.org/drawingml/2006/main" noGrp="1"/>
          </p:cNvSpPr>
          <p:nvPr>
            <p:ph type="title" idx="2"/>
          </p:nvPr>
        </p:nvSpPr>
        <p:spPr>
          <a:xfrm xmlns:a="http://schemas.openxmlformats.org/drawingml/2006/main">
            <a:off x="201375" y="2395725"/>
            <a:ext cx="1616400" cy="513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300" tIns="17150" rIns="34300" bIns="17150" anchor="t">
            <a:spAutoFit/>
          </a:bodyPr>
          <a:lstStyle xmlns:a="http://schemas.openxmlformats.org/drawingml/2006/main">
            <a:lvl1pPr algn="l">
              <a:lnSpc>
                <a:spcPct val="90000"/>
              </a:lnSpc>
              <a:spcBef>
                <a:spcPts val="0"/>
              </a:spcBef>
              <a:spcAft>
                <a:spcPts val="0"/>
              </a:spcAft>
              <a:buClr>
                <a:schemeClr val="dk1"/>
              </a:buClr>
              <a:buSzPts val="1800"/>
              <a:buFont typeface="Helvetica Neue"/>
              <a:buNone/>
              <a:defRPr sz="1800" b="0">
                <a:solidFill>
                  <a:schemeClr val="dk1"/>
                </a:solidFill>
              </a:defRPr>
            </a:lvl1pPr>
            <a:lvl2pPr>
              <a:spcBef>
                <a:spcPts val="0"/>
              </a:spcBef>
              <a:spcAft>
                <a:spcPts val="0"/>
              </a:spcAft>
              <a:buSzPts val="1800"/>
              <a:buNone/>
              <a:defRPr sz="1800"/>
            </a:lvl2pPr>
            <a:lvl3pPr>
              <a:spcBef>
                <a:spcPts val="0"/>
              </a:spcBef>
              <a:spcAft>
                <a:spcPts val="0"/>
              </a:spcAft>
              <a:buSzPts val="1800"/>
              <a:buNone/>
              <a:defRPr sz="1800"/>
            </a:lvl3pPr>
            <a:lvl4pPr>
              <a:spcBef>
                <a:spcPts val="0"/>
              </a:spcBef>
              <a:spcAft>
                <a:spcPts val="0"/>
              </a:spcAft>
              <a:buSzPts val="1800"/>
              <a:buNone/>
              <a:defRPr sz="1800"/>
            </a:lvl4pPr>
            <a:lvl5pPr>
              <a:spcBef>
                <a:spcPts val="0"/>
              </a:spcBef>
              <a:spcAft>
                <a:spcPts val="0"/>
              </a:spcAft>
              <a:buSzPts val="1800"/>
              <a:buNone/>
              <a:defRPr sz="1800"/>
            </a:lvl5pPr>
            <a:lvl6pPr>
              <a:spcBef>
                <a:spcPts val="0"/>
              </a:spcBef>
              <a:spcAft>
                <a:spcPts val="0"/>
              </a:spcAft>
              <a:buSzPts val="1800"/>
              <a:buNone/>
              <a:defRPr sz="1800"/>
            </a:lvl6pPr>
            <a:lvl7pPr>
              <a:spcBef>
                <a:spcPts val="0"/>
              </a:spcBef>
              <a:spcAft>
                <a:spcPts val="0"/>
              </a:spcAft>
              <a:buSzPts val="1800"/>
              <a:buNone/>
              <a:defRPr sz="1800"/>
            </a:lvl7pPr>
            <a:lvl8pPr>
              <a:spcBef>
                <a:spcPts val="0"/>
              </a:spcBef>
              <a:spcAft>
                <a:spcPts val="0"/>
              </a:spcAft>
              <a:buSzPts val="1800"/>
              <a:buNone/>
              <a:defRPr sz="1800"/>
            </a:lvl8pPr>
            <a:lvl9pPr>
              <a:spcBef>
                <a:spcPts val="0"/>
              </a:spcBef>
              <a:spcAft>
                <a:spcPts val="0"/>
              </a:spcAft>
              <a:buSzPts val="1800"/>
              <a:buNone/>
              <a:defRPr sz="1800"/>
            </a:lvl9pPr>
          </a:lstStyle>
          <a:p xmlns:a="http://schemas.openxmlformats.org/drawingml/2006/main"/>
        </p:txBody>
      </p:sp>
      <p:sp>
        <p:nvSpPr>
          <p:cNvPr id="136" name="Google Shape;136;p27">
            <a:extLst xmlns:a="http://schemas.openxmlformats.org/drawingml/2006/main">
              <a:ext uri="{FF2B5EF4-FFF2-40B4-BE49-F238E27FC236}">
                <a16:creationId xmlns:a16="http://schemas.microsoft.com/office/drawing/2014/main" id="{67F8C1D7-62D6-4D66-8884-DDD329B336FF}"/>
              </a:ext>
            </a:extLst>
          </p:cNvPr>
          <p:cNvSpPr>
            <a:spLocks xmlns:a="http://schemas.openxmlformats.org/drawingml/2006/main" noGrp="1"/>
          </p:cNvSpPr>
          <p:nvPr>
            <p:ph type="title" idx="3"/>
          </p:nvPr>
        </p:nvSpPr>
        <p:spPr>
          <a:xfrm xmlns:a="http://schemas.openxmlformats.org/drawingml/2006/main">
            <a:off x="1978014" y="2395725"/>
            <a:ext cx="1616400" cy="513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300" tIns="17150" rIns="34300" bIns="17150" anchor="t">
            <a:spAutoFit/>
          </a:bodyPr>
          <a:lstStyle xmlns:a="http://schemas.openxmlformats.org/drawingml/2006/main">
            <a:lvl1pPr algn="l">
              <a:lnSpc>
                <a:spcPct val="90000"/>
              </a:lnSpc>
              <a:spcBef>
                <a:spcPts val="0"/>
              </a:spcBef>
              <a:spcAft>
                <a:spcPts val="0"/>
              </a:spcAft>
              <a:buClr>
                <a:schemeClr val="dk1"/>
              </a:buClr>
              <a:buSzPts val="1800"/>
              <a:buFont typeface="Helvetica Neue"/>
              <a:buNone/>
              <a:defRPr sz="1800" b="0">
                <a:solidFill>
                  <a:schemeClr val="dk1"/>
                </a:solidFill>
              </a:defRPr>
            </a:lvl1pPr>
            <a:lvl2pPr>
              <a:spcBef>
                <a:spcPts val="0"/>
              </a:spcBef>
              <a:spcAft>
                <a:spcPts val="0"/>
              </a:spcAft>
              <a:buSzPts val="1800"/>
              <a:buNone/>
              <a:defRPr sz="1800"/>
            </a:lvl2pPr>
            <a:lvl3pPr>
              <a:spcBef>
                <a:spcPts val="0"/>
              </a:spcBef>
              <a:spcAft>
                <a:spcPts val="0"/>
              </a:spcAft>
              <a:buSzPts val="1800"/>
              <a:buNone/>
              <a:defRPr sz="1800"/>
            </a:lvl3pPr>
            <a:lvl4pPr>
              <a:spcBef>
                <a:spcPts val="0"/>
              </a:spcBef>
              <a:spcAft>
                <a:spcPts val="0"/>
              </a:spcAft>
              <a:buSzPts val="1800"/>
              <a:buNone/>
              <a:defRPr sz="1800"/>
            </a:lvl4pPr>
            <a:lvl5pPr>
              <a:spcBef>
                <a:spcPts val="0"/>
              </a:spcBef>
              <a:spcAft>
                <a:spcPts val="0"/>
              </a:spcAft>
              <a:buSzPts val="1800"/>
              <a:buNone/>
              <a:defRPr sz="1800"/>
            </a:lvl5pPr>
            <a:lvl6pPr>
              <a:spcBef>
                <a:spcPts val="0"/>
              </a:spcBef>
              <a:spcAft>
                <a:spcPts val="0"/>
              </a:spcAft>
              <a:buSzPts val="1800"/>
              <a:buNone/>
              <a:defRPr sz="1800"/>
            </a:lvl6pPr>
            <a:lvl7pPr>
              <a:spcBef>
                <a:spcPts val="0"/>
              </a:spcBef>
              <a:spcAft>
                <a:spcPts val="0"/>
              </a:spcAft>
              <a:buSzPts val="1800"/>
              <a:buNone/>
              <a:defRPr sz="1800"/>
            </a:lvl7pPr>
            <a:lvl8pPr>
              <a:spcBef>
                <a:spcPts val="0"/>
              </a:spcBef>
              <a:spcAft>
                <a:spcPts val="0"/>
              </a:spcAft>
              <a:buSzPts val="1800"/>
              <a:buNone/>
              <a:defRPr sz="1800"/>
            </a:lvl8pPr>
            <a:lvl9pPr>
              <a:spcBef>
                <a:spcPts val="0"/>
              </a:spcBef>
              <a:spcAft>
                <a:spcPts val="0"/>
              </a:spcAft>
              <a:buSzPts val="1800"/>
              <a:buNone/>
              <a:defRPr sz="1800"/>
            </a:lvl9pPr>
          </a:lstStyle>
          <a:p xmlns:a="http://schemas.openxmlformats.org/drawingml/2006/main"/>
        </p:txBody>
      </p:sp>
      <p:sp>
        <p:nvSpPr>
          <p:cNvPr id="137" name="Google Shape;137;p27">
            <a:extLst xmlns:a="http://schemas.openxmlformats.org/drawingml/2006/main">
              <a:ext uri="{FF2B5EF4-FFF2-40B4-BE49-F238E27FC236}">
                <a16:creationId xmlns:a16="http://schemas.microsoft.com/office/drawing/2014/main" id="{8C8AF651-364E-4030-B9F8-0952D770EEEB}"/>
              </a:ext>
            </a:extLst>
          </p:cNvPr>
          <p:cNvSpPr>
            <a:spLocks xmlns:a="http://schemas.openxmlformats.org/drawingml/2006/main" noGrp="1"/>
          </p:cNvSpPr>
          <p:nvPr>
            <p:ph type="title" idx="4"/>
          </p:nvPr>
        </p:nvSpPr>
        <p:spPr>
          <a:xfrm xmlns:a="http://schemas.openxmlformats.org/drawingml/2006/main">
            <a:off x="3730384" y="2395725"/>
            <a:ext cx="1616400" cy="513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300" tIns="17150" rIns="34300" bIns="17150" anchor="t">
            <a:spAutoFit/>
          </a:bodyPr>
          <a:lstStyle xmlns:a="http://schemas.openxmlformats.org/drawingml/2006/main">
            <a:lvl1pPr algn="l">
              <a:lnSpc>
                <a:spcPct val="90000"/>
              </a:lnSpc>
              <a:spcBef>
                <a:spcPts val="0"/>
              </a:spcBef>
              <a:spcAft>
                <a:spcPts val="0"/>
              </a:spcAft>
              <a:buClr>
                <a:schemeClr val="dk1"/>
              </a:buClr>
              <a:buSzPts val="1800"/>
              <a:buFont typeface="Helvetica Neue"/>
              <a:buNone/>
              <a:defRPr sz="1800" b="0">
                <a:solidFill>
                  <a:schemeClr val="dk1"/>
                </a:solidFill>
              </a:defRPr>
            </a:lvl1pPr>
            <a:lvl2pPr>
              <a:spcBef>
                <a:spcPts val="0"/>
              </a:spcBef>
              <a:spcAft>
                <a:spcPts val="0"/>
              </a:spcAft>
              <a:buSzPts val="1800"/>
              <a:buNone/>
              <a:defRPr sz="1800"/>
            </a:lvl2pPr>
            <a:lvl3pPr>
              <a:spcBef>
                <a:spcPts val="0"/>
              </a:spcBef>
              <a:spcAft>
                <a:spcPts val="0"/>
              </a:spcAft>
              <a:buSzPts val="1800"/>
              <a:buNone/>
              <a:defRPr sz="1800"/>
            </a:lvl3pPr>
            <a:lvl4pPr>
              <a:spcBef>
                <a:spcPts val="0"/>
              </a:spcBef>
              <a:spcAft>
                <a:spcPts val="0"/>
              </a:spcAft>
              <a:buSzPts val="1800"/>
              <a:buNone/>
              <a:defRPr sz="1800"/>
            </a:lvl4pPr>
            <a:lvl5pPr>
              <a:spcBef>
                <a:spcPts val="0"/>
              </a:spcBef>
              <a:spcAft>
                <a:spcPts val="0"/>
              </a:spcAft>
              <a:buSzPts val="1800"/>
              <a:buNone/>
              <a:defRPr sz="1800"/>
            </a:lvl5pPr>
            <a:lvl6pPr>
              <a:spcBef>
                <a:spcPts val="0"/>
              </a:spcBef>
              <a:spcAft>
                <a:spcPts val="0"/>
              </a:spcAft>
              <a:buSzPts val="1800"/>
              <a:buNone/>
              <a:defRPr sz="1800"/>
            </a:lvl6pPr>
            <a:lvl7pPr>
              <a:spcBef>
                <a:spcPts val="0"/>
              </a:spcBef>
              <a:spcAft>
                <a:spcPts val="0"/>
              </a:spcAft>
              <a:buSzPts val="1800"/>
              <a:buNone/>
              <a:defRPr sz="1800"/>
            </a:lvl7pPr>
            <a:lvl8pPr>
              <a:spcBef>
                <a:spcPts val="0"/>
              </a:spcBef>
              <a:spcAft>
                <a:spcPts val="0"/>
              </a:spcAft>
              <a:buSzPts val="1800"/>
              <a:buNone/>
              <a:defRPr sz="1800"/>
            </a:lvl8pPr>
            <a:lvl9pPr>
              <a:spcBef>
                <a:spcPts val="0"/>
              </a:spcBef>
              <a:spcAft>
                <a:spcPts val="0"/>
              </a:spcAft>
              <a:buSzPts val="1800"/>
              <a:buNone/>
              <a:defRPr sz="1800"/>
            </a:lvl9pPr>
          </a:lstStyle>
          <a:p xmlns:a="http://schemas.openxmlformats.org/drawingml/2006/main"/>
        </p:txBody>
      </p:sp>
      <p:sp>
        <p:nvSpPr>
          <p:cNvPr id="138" name="Google Shape;138;p27">
            <a:extLst xmlns:a="http://schemas.openxmlformats.org/drawingml/2006/main">
              <a:ext uri="{FF2B5EF4-FFF2-40B4-BE49-F238E27FC236}">
                <a16:creationId xmlns:a16="http://schemas.microsoft.com/office/drawing/2014/main" id="{55439C54-41A7-4C4D-BE48-D79D5A0505B5}"/>
              </a:ext>
            </a:extLst>
          </p:cNvPr>
          <p:cNvSpPr>
            <a:spLocks xmlns:a="http://schemas.openxmlformats.org/drawingml/2006/main" noGrp="1"/>
          </p:cNvSpPr>
          <p:nvPr>
            <p:ph type="title" idx="5"/>
          </p:nvPr>
        </p:nvSpPr>
        <p:spPr>
          <a:xfrm xmlns:a="http://schemas.openxmlformats.org/drawingml/2006/main">
            <a:off x="5482754" y="2778600"/>
            <a:ext cx="1616400" cy="513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300" tIns="17150" rIns="34300" bIns="17150" anchor="t">
            <a:spAutoFit/>
          </a:bodyPr>
          <a:lstStyle xmlns:a="http://schemas.openxmlformats.org/drawingml/2006/main">
            <a:lvl1pPr algn="l">
              <a:lnSpc>
                <a:spcPct val="90000"/>
              </a:lnSpc>
              <a:spcBef>
                <a:spcPts val="0"/>
              </a:spcBef>
              <a:spcAft>
                <a:spcPts val="0"/>
              </a:spcAft>
              <a:buClr>
                <a:srgbClr val="7F7F7F"/>
              </a:buClr>
              <a:buSzPts val="1100"/>
              <a:buFont typeface="Inter"/>
              <a:buNone/>
              <a:defRPr sz="1100">
                <a:solidFill>
                  <a:srgbClr val="7F7F7F"/>
                </a:solidFill>
                <a:latin typeface="Inter"/>
                <a:ea typeface="Inter"/>
                <a:cs typeface="Inter"/>
              </a:defRPr>
            </a:lvl1pPr>
            <a:lvl2pPr>
              <a:spcBef>
                <a:spcPts val="0"/>
              </a:spcBef>
              <a:spcAft>
                <a:spcPts val="0"/>
              </a:spcAft>
              <a:buClr>
                <a:srgbClr val="7F7F7F"/>
              </a:buClr>
              <a:buSzPts val="1100"/>
              <a:buFont typeface="Inter"/>
              <a:buNone/>
              <a:defRPr sz="1100">
                <a:solidFill>
                  <a:srgbClr val="7F7F7F"/>
                </a:solidFill>
                <a:latin typeface="Inter"/>
                <a:ea typeface="Inter"/>
                <a:cs typeface="Inter"/>
              </a:defRPr>
            </a:lvl2pPr>
            <a:lvl3pPr>
              <a:spcBef>
                <a:spcPts val="0"/>
              </a:spcBef>
              <a:spcAft>
                <a:spcPts val="0"/>
              </a:spcAft>
              <a:buClr>
                <a:srgbClr val="7F7F7F"/>
              </a:buClr>
              <a:buSzPts val="1100"/>
              <a:buFont typeface="Inter"/>
              <a:buNone/>
              <a:defRPr sz="1100">
                <a:solidFill>
                  <a:srgbClr val="7F7F7F"/>
                </a:solidFill>
                <a:latin typeface="Inter"/>
                <a:ea typeface="Inter"/>
                <a:cs typeface="Inter"/>
              </a:defRPr>
            </a:lvl3pPr>
            <a:lvl4pPr>
              <a:spcBef>
                <a:spcPts val="0"/>
              </a:spcBef>
              <a:spcAft>
                <a:spcPts val="0"/>
              </a:spcAft>
              <a:buClr>
                <a:srgbClr val="7F7F7F"/>
              </a:buClr>
              <a:buSzPts val="1100"/>
              <a:buFont typeface="Inter"/>
              <a:buNone/>
              <a:defRPr sz="1100">
                <a:solidFill>
                  <a:srgbClr val="7F7F7F"/>
                </a:solidFill>
                <a:latin typeface="Inter"/>
                <a:ea typeface="Inter"/>
                <a:cs typeface="Inter"/>
              </a:defRPr>
            </a:lvl4pPr>
            <a:lvl5pPr>
              <a:spcBef>
                <a:spcPts val="0"/>
              </a:spcBef>
              <a:spcAft>
                <a:spcPts val="0"/>
              </a:spcAft>
              <a:buClr>
                <a:srgbClr val="7F7F7F"/>
              </a:buClr>
              <a:buSzPts val="1100"/>
              <a:buFont typeface="Inter"/>
              <a:buNone/>
              <a:defRPr sz="1100">
                <a:solidFill>
                  <a:srgbClr val="7F7F7F"/>
                </a:solidFill>
                <a:latin typeface="Inter"/>
                <a:ea typeface="Inter"/>
                <a:cs typeface="Inter"/>
              </a:defRPr>
            </a:lvl5pPr>
            <a:lvl6pPr>
              <a:spcBef>
                <a:spcPts val="0"/>
              </a:spcBef>
              <a:spcAft>
                <a:spcPts val="0"/>
              </a:spcAft>
              <a:buClr>
                <a:srgbClr val="7F7F7F"/>
              </a:buClr>
              <a:buSzPts val="1100"/>
              <a:buFont typeface="Inter"/>
              <a:buNone/>
              <a:defRPr sz="1100">
                <a:solidFill>
                  <a:srgbClr val="7F7F7F"/>
                </a:solidFill>
                <a:latin typeface="Inter"/>
                <a:ea typeface="Inter"/>
                <a:cs typeface="Inter"/>
              </a:defRPr>
            </a:lvl6pPr>
            <a:lvl7pPr>
              <a:spcBef>
                <a:spcPts val="0"/>
              </a:spcBef>
              <a:spcAft>
                <a:spcPts val="0"/>
              </a:spcAft>
              <a:buClr>
                <a:srgbClr val="7F7F7F"/>
              </a:buClr>
              <a:buSzPts val="1100"/>
              <a:buFont typeface="Inter"/>
              <a:buNone/>
              <a:defRPr sz="1100">
                <a:solidFill>
                  <a:srgbClr val="7F7F7F"/>
                </a:solidFill>
                <a:latin typeface="Inter"/>
                <a:ea typeface="Inter"/>
                <a:cs typeface="Inter"/>
              </a:defRPr>
            </a:lvl7pPr>
            <a:lvl8pPr>
              <a:spcBef>
                <a:spcPts val="0"/>
              </a:spcBef>
              <a:spcAft>
                <a:spcPts val="0"/>
              </a:spcAft>
              <a:buClr>
                <a:srgbClr val="7F7F7F"/>
              </a:buClr>
              <a:buSzPts val="1100"/>
              <a:buFont typeface="Inter"/>
              <a:buNone/>
              <a:defRPr sz="1100">
                <a:solidFill>
                  <a:srgbClr val="7F7F7F"/>
                </a:solidFill>
                <a:latin typeface="Inter"/>
                <a:ea typeface="Inter"/>
                <a:cs typeface="Inter"/>
              </a:defRPr>
            </a:lvl8pPr>
            <a:lvl9pPr>
              <a:spcBef>
                <a:spcPts val="0"/>
              </a:spcBef>
              <a:spcAft>
                <a:spcPts val="0"/>
              </a:spcAft>
              <a:buClr>
                <a:srgbClr val="7F7F7F"/>
              </a:buClr>
              <a:buSzPts val="1100"/>
              <a:buFont typeface="Inter"/>
              <a:buNone/>
              <a:defRPr sz="1100">
                <a:solidFill>
                  <a:srgbClr val="7F7F7F"/>
                </a:solidFill>
                <a:latin typeface="Inter"/>
                <a:ea typeface="Inter"/>
                <a:cs typeface="Inter"/>
              </a:defRPr>
            </a:lvl9pPr>
          </a:lstStyle>
          <a:p xmlns:a="http://schemas.openxmlformats.org/drawingml/2006/main"/>
        </p:txBody>
      </p:sp>
      <p:sp>
        <p:nvSpPr>
          <p:cNvPr id="139" name="Google Shape;139;p27">
            <a:extLst xmlns:a="http://schemas.openxmlformats.org/drawingml/2006/main">
              <a:ext uri="{FF2B5EF4-FFF2-40B4-BE49-F238E27FC236}">
                <a16:creationId xmlns:a16="http://schemas.microsoft.com/office/drawing/2014/main" id="{9F196487-248E-4A11-8421-ED4CEF3D4431}"/>
              </a:ext>
            </a:extLst>
          </p:cNvPr>
          <p:cNvSpPr>
            <a:spLocks xmlns:a="http://schemas.openxmlformats.org/drawingml/2006/main" noGrp="1"/>
          </p:cNvSpPr>
          <p:nvPr>
            <p:ph type="title" idx="6"/>
          </p:nvPr>
        </p:nvSpPr>
        <p:spPr>
          <a:xfrm xmlns:a="http://schemas.openxmlformats.org/drawingml/2006/main">
            <a:off x="201375" y="2778600"/>
            <a:ext cx="1616400" cy="513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300" tIns="17150" rIns="34300" bIns="17150" anchor="t">
            <a:spAutoFit/>
          </a:bodyPr>
          <a:lstStyle xmlns:a="http://schemas.openxmlformats.org/drawingml/2006/main">
            <a:lvl1pPr algn="l">
              <a:lnSpc>
                <a:spcPct val="90000"/>
              </a:lnSpc>
              <a:spcBef>
                <a:spcPts val="0"/>
              </a:spcBef>
              <a:spcAft>
                <a:spcPts val="0"/>
              </a:spcAft>
              <a:buClr>
                <a:srgbClr val="7F7F7F"/>
              </a:buClr>
              <a:buSzPts val="1100"/>
              <a:buFont typeface="Inter"/>
              <a:buNone/>
              <a:defRPr sz="1100">
                <a:solidFill>
                  <a:srgbClr val="7F7F7F"/>
                </a:solidFill>
                <a:latin typeface="Inter"/>
                <a:ea typeface="Inter"/>
                <a:cs typeface="Inter"/>
              </a:defRPr>
            </a:lvl1pPr>
            <a:lvl2pPr>
              <a:spcBef>
                <a:spcPts val="0"/>
              </a:spcBef>
              <a:spcAft>
                <a:spcPts val="0"/>
              </a:spcAft>
              <a:buClr>
                <a:srgbClr val="7F7F7F"/>
              </a:buClr>
              <a:buSzPts val="1100"/>
              <a:buFont typeface="Inter"/>
              <a:buNone/>
              <a:defRPr sz="1100">
                <a:solidFill>
                  <a:srgbClr val="7F7F7F"/>
                </a:solidFill>
                <a:latin typeface="Inter"/>
                <a:ea typeface="Inter"/>
                <a:cs typeface="Inter"/>
              </a:defRPr>
            </a:lvl2pPr>
            <a:lvl3pPr>
              <a:spcBef>
                <a:spcPts val="0"/>
              </a:spcBef>
              <a:spcAft>
                <a:spcPts val="0"/>
              </a:spcAft>
              <a:buClr>
                <a:srgbClr val="7F7F7F"/>
              </a:buClr>
              <a:buSzPts val="1100"/>
              <a:buFont typeface="Inter"/>
              <a:buNone/>
              <a:defRPr sz="1100">
                <a:solidFill>
                  <a:srgbClr val="7F7F7F"/>
                </a:solidFill>
                <a:latin typeface="Inter"/>
                <a:ea typeface="Inter"/>
                <a:cs typeface="Inter"/>
              </a:defRPr>
            </a:lvl3pPr>
            <a:lvl4pPr>
              <a:spcBef>
                <a:spcPts val="0"/>
              </a:spcBef>
              <a:spcAft>
                <a:spcPts val="0"/>
              </a:spcAft>
              <a:buClr>
                <a:srgbClr val="7F7F7F"/>
              </a:buClr>
              <a:buSzPts val="1100"/>
              <a:buFont typeface="Inter"/>
              <a:buNone/>
              <a:defRPr sz="1100">
                <a:solidFill>
                  <a:srgbClr val="7F7F7F"/>
                </a:solidFill>
                <a:latin typeface="Inter"/>
                <a:ea typeface="Inter"/>
                <a:cs typeface="Inter"/>
              </a:defRPr>
            </a:lvl4pPr>
            <a:lvl5pPr>
              <a:spcBef>
                <a:spcPts val="0"/>
              </a:spcBef>
              <a:spcAft>
                <a:spcPts val="0"/>
              </a:spcAft>
              <a:buClr>
                <a:srgbClr val="7F7F7F"/>
              </a:buClr>
              <a:buSzPts val="1100"/>
              <a:buFont typeface="Inter"/>
              <a:buNone/>
              <a:defRPr sz="1100">
                <a:solidFill>
                  <a:srgbClr val="7F7F7F"/>
                </a:solidFill>
                <a:latin typeface="Inter"/>
                <a:ea typeface="Inter"/>
                <a:cs typeface="Inter"/>
              </a:defRPr>
            </a:lvl5pPr>
            <a:lvl6pPr>
              <a:spcBef>
                <a:spcPts val="0"/>
              </a:spcBef>
              <a:spcAft>
                <a:spcPts val="0"/>
              </a:spcAft>
              <a:buClr>
                <a:srgbClr val="7F7F7F"/>
              </a:buClr>
              <a:buSzPts val="1100"/>
              <a:buFont typeface="Inter"/>
              <a:buNone/>
              <a:defRPr sz="1100">
                <a:solidFill>
                  <a:srgbClr val="7F7F7F"/>
                </a:solidFill>
                <a:latin typeface="Inter"/>
                <a:ea typeface="Inter"/>
                <a:cs typeface="Inter"/>
              </a:defRPr>
            </a:lvl6pPr>
            <a:lvl7pPr>
              <a:spcBef>
                <a:spcPts val="0"/>
              </a:spcBef>
              <a:spcAft>
                <a:spcPts val="0"/>
              </a:spcAft>
              <a:buClr>
                <a:srgbClr val="7F7F7F"/>
              </a:buClr>
              <a:buSzPts val="1100"/>
              <a:buFont typeface="Inter"/>
              <a:buNone/>
              <a:defRPr sz="1100">
                <a:solidFill>
                  <a:srgbClr val="7F7F7F"/>
                </a:solidFill>
                <a:latin typeface="Inter"/>
                <a:ea typeface="Inter"/>
                <a:cs typeface="Inter"/>
              </a:defRPr>
            </a:lvl7pPr>
            <a:lvl8pPr>
              <a:spcBef>
                <a:spcPts val="0"/>
              </a:spcBef>
              <a:spcAft>
                <a:spcPts val="0"/>
              </a:spcAft>
              <a:buClr>
                <a:srgbClr val="7F7F7F"/>
              </a:buClr>
              <a:buSzPts val="1100"/>
              <a:buFont typeface="Inter"/>
              <a:buNone/>
              <a:defRPr sz="1100">
                <a:solidFill>
                  <a:srgbClr val="7F7F7F"/>
                </a:solidFill>
                <a:latin typeface="Inter"/>
                <a:ea typeface="Inter"/>
                <a:cs typeface="Inter"/>
              </a:defRPr>
            </a:lvl8pPr>
            <a:lvl9pPr>
              <a:spcBef>
                <a:spcPts val="0"/>
              </a:spcBef>
              <a:spcAft>
                <a:spcPts val="0"/>
              </a:spcAft>
              <a:buClr>
                <a:srgbClr val="7F7F7F"/>
              </a:buClr>
              <a:buSzPts val="1100"/>
              <a:buFont typeface="Inter"/>
              <a:buNone/>
              <a:defRPr sz="1100">
                <a:solidFill>
                  <a:srgbClr val="7F7F7F"/>
                </a:solidFill>
                <a:latin typeface="Inter"/>
                <a:ea typeface="Inter"/>
                <a:cs typeface="Inter"/>
              </a:defRPr>
            </a:lvl9pPr>
          </a:lstStyle>
          <a:p xmlns:a="http://schemas.openxmlformats.org/drawingml/2006/main"/>
        </p:txBody>
      </p:sp>
      <p:sp>
        <p:nvSpPr>
          <p:cNvPr id="140" name="Google Shape;140;p27">
            <a:extLst xmlns:a="http://schemas.openxmlformats.org/drawingml/2006/main">
              <a:ext uri="{FF2B5EF4-FFF2-40B4-BE49-F238E27FC236}">
                <a16:creationId xmlns:a16="http://schemas.microsoft.com/office/drawing/2014/main" id="{20463668-0FD6-4243-AD7F-6FB10D91FD48}"/>
              </a:ext>
            </a:extLst>
          </p:cNvPr>
          <p:cNvSpPr>
            <a:spLocks xmlns:a="http://schemas.openxmlformats.org/drawingml/2006/main" noGrp="1"/>
          </p:cNvSpPr>
          <p:nvPr>
            <p:ph type="title" idx="7"/>
          </p:nvPr>
        </p:nvSpPr>
        <p:spPr>
          <a:xfrm xmlns:a="http://schemas.openxmlformats.org/drawingml/2006/main">
            <a:off x="1978014" y="2778600"/>
            <a:ext cx="1616400" cy="513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300" tIns="17150" rIns="34300" bIns="17150" anchor="t">
            <a:spAutoFit/>
          </a:bodyPr>
          <a:lstStyle xmlns:a="http://schemas.openxmlformats.org/drawingml/2006/main">
            <a:lvl1pPr algn="l">
              <a:lnSpc>
                <a:spcPct val="90000"/>
              </a:lnSpc>
              <a:spcBef>
                <a:spcPts val="0"/>
              </a:spcBef>
              <a:spcAft>
                <a:spcPts val="0"/>
              </a:spcAft>
              <a:buClr>
                <a:srgbClr val="7F7F7F"/>
              </a:buClr>
              <a:buSzPts val="1100"/>
              <a:buFont typeface="Inter"/>
              <a:buNone/>
              <a:defRPr sz="1100">
                <a:solidFill>
                  <a:srgbClr val="7F7F7F"/>
                </a:solidFill>
                <a:latin typeface="Inter"/>
                <a:ea typeface="Inter"/>
                <a:cs typeface="Inter"/>
              </a:defRPr>
            </a:lvl1pPr>
            <a:lvl2pPr>
              <a:spcBef>
                <a:spcPts val="0"/>
              </a:spcBef>
              <a:spcAft>
                <a:spcPts val="0"/>
              </a:spcAft>
              <a:buClr>
                <a:srgbClr val="7F7F7F"/>
              </a:buClr>
              <a:buSzPts val="1100"/>
              <a:buFont typeface="Inter"/>
              <a:buNone/>
              <a:defRPr sz="1100">
                <a:solidFill>
                  <a:srgbClr val="7F7F7F"/>
                </a:solidFill>
                <a:latin typeface="Inter"/>
                <a:ea typeface="Inter"/>
                <a:cs typeface="Inter"/>
              </a:defRPr>
            </a:lvl2pPr>
            <a:lvl3pPr>
              <a:spcBef>
                <a:spcPts val="0"/>
              </a:spcBef>
              <a:spcAft>
                <a:spcPts val="0"/>
              </a:spcAft>
              <a:buClr>
                <a:srgbClr val="7F7F7F"/>
              </a:buClr>
              <a:buSzPts val="1100"/>
              <a:buFont typeface="Inter"/>
              <a:buNone/>
              <a:defRPr sz="1100">
                <a:solidFill>
                  <a:srgbClr val="7F7F7F"/>
                </a:solidFill>
                <a:latin typeface="Inter"/>
                <a:ea typeface="Inter"/>
                <a:cs typeface="Inter"/>
              </a:defRPr>
            </a:lvl3pPr>
            <a:lvl4pPr>
              <a:spcBef>
                <a:spcPts val="0"/>
              </a:spcBef>
              <a:spcAft>
                <a:spcPts val="0"/>
              </a:spcAft>
              <a:buClr>
                <a:srgbClr val="7F7F7F"/>
              </a:buClr>
              <a:buSzPts val="1100"/>
              <a:buFont typeface="Inter"/>
              <a:buNone/>
              <a:defRPr sz="1100">
                <a:solidFill>
                  <a:srgbClr val="7F7F7F"/>
                </a:solidFill>
                <a:latin typeface="Inter"/>
                <a:ea typeface="Inter"/>
                <a:cs typeface="Inter"/>
              </a:defRPr>
            </a:lvl4pPr>
            <a:lvl5pPr>
              <a:spcBef>
                <a:spcPts val="0"/>
              </a:spcBef>
              <a:spcAft>
                <a:spcPts val="0"/>
              </a:spcAft>
              <a:buClr>
                <a:srgbClr val="7F7F7F"/>
              </a:buClr>
              <a:buSzPts val="1100"/>
              <a:buFont typeface="Inter"/>
              <a:buNone/>
              <a:defRPr sz="1100">
                <a:solidFill>
                  <a:srgbClr val="7F7F7F"/>
                </a:solidFill>
                <a:latin typeface="Inter"/>
                <a:ea typeface="Inter"/>
                <a:cs typeface="Inter"/>
              </a:defRPr>
            </a:lvl5pPr>
            <a:lvl6pPr>
              <a:spcBef>
                <a:spcPts val="0"/>
              </a:spcBef>
              <a:spcAft>
                <a:spcPts val="0"/>
              </a:spcAft>
              <a:buClr>
                <a:srgbClr val="7F7F7F"/>
              </a:buClr>
              <a:buSzPts val="1100"/>
              <a:buFont typeface="Inter"/>
              <a:buNone/>
              <a:defRPr sz="1100">
                <a:solidFill>
                  <a:srgbClr val="7F7F7F"/>
                </a:solidFill>
                <a:latin typeface="Inter"/>
                <a:ea typeface="Inter"/>
                <a:cs typeface="Inter"/>
              </a:defRPr>
            </a:lvl6pPr>
            <a:lvl7pPr>
              <a:spcBef>
                <a:spcPts val="0"/>
              </a:spcBef>
              <a:spcAft>
                <a:spcPts val="0"/>
              </a:spcAft>
              <a:buClr>
                <a:srgbClr val="7F7F7F"/>
              </a:buClr>
              <a:buSzPts val="1100"/>
              <a:buFont typeface="Inter"/>
              <a:buNone/>
              <a:defRPr sz="1100">
                <a:solidFill>
                  <a:srgbClr val="7F7F7F"/>
                </a:solidFill>
                <a:latin typeface="Inter"/>
                <a:ea typeface="Inter"/>
                <a:cs typeface="Inter"/>
              </a:defRPr>
            </a:lvl7pPr>
            <a:lvl8pPr>
              <a:spcBef>
                <a:spcPts val="0"/>
              </a:spcBef>
              <a:spcAft>
                <a:spcPts val="0"/>
              </a:spcAft>
              <a:buClr>
                <a:srgbClr val="7F7F7F"/>
              </a:buClr>
              <a:buSzPts val="1100"/>
              <a:buFont typeface="Inter"/>
              <a:buNone/>
              <a:defRPr sz="1100">
                <a:solidFill>
                  <a:srgbClr val="7F7F7F"/>
                </a:solidFill>
                <a:latin typeface="Inter"/>
                <a:ea typeface="Inter"/>
                <a:cs typeface="Inter"/>
              </a:defRPr>
            </a:lvl8pPr>
            <a:lvl9pPr>
              <a:spcBef>
                <a:spcPts val="0"/>
              </a:spcBef>
              <a:spcAft>
                <a:spcPts val="0"/>
              </a:spcAft>
              <a:buClr>
                <a:srgbClr val="7F7F7F"/>
              </a:buClr>
              <a:buSzPts val="1100"/>
              <a:buFont typeface="Inter"/>
              <a:buNone/>
              <a:defRPr sz="1100">
                <a:solidFill>
                  <a:srgbClr val="7F7F7F"/>
                </a:solidFill>
                <a:latin typeface="Inter"/>
                <a:ea typeface="Inter"/>
                <a:cs typeface="Inter"/>
              </a:defRPr>
            </a:lvl9pPr>
          </a:lstStyle>
          <a:p xmlns:a="http://schemas.openxmlformats.org/drawingml/2006/main"/>
        </p:txBody>
      </p:sp>
      <p:sp>
        <p:nvSpPr>
          <p:cNvPr id="141" name="Google Shape;141;p27">
            <a:extLst xmlns:a="http://schemas.openxmlformats.org/drawingml/2006/main">
              <a:ext uri="{FF2B5EF4-FFF2-40B4-BE49-F238E27FC236}">
                <a16:creationId xmlns:a16="http://schemas.microsoft.com/office/drawing/2014/main" id="{A24244D3-9CC7-4A5A-93F7-97F2683A1EB2}"/>
              </a:ext>
            </a:extLst>
          </p:cNvPr>
          <p:cNvSpPr>
            <a:spLocks xmlns:a="http://schemas.openxmlformats.org/drawingml/2006/main" noGrp="1"/>
          </p:cNvSpPr>
          <p:nvPr>
            <p:ph type="title" idx="8"/>
          </p:nvPr>
        </p:nvSpPr>
        <p:spPr>
          <a:xfrm xmlns:a="http://schemas.openxmlformats.org/drawingml/2006/main">
            <a:off x="3730384" y="2778600"/>
            <a:ext cx="1616400" cy="513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300" tIns="17150" rIns="34300" bIns="17150" anchor="t">
            <a:spAutoFit/>
          </a:bodyPr>
          <a:lstStyle xmlns:a="http://schemas.openxmlformats.org/drawingml/2006/main">
            <a:lvl1pPr algn="l">
              <a:lnSpc>
                <a:spcPct val="90000"/>
              </a:lnSpc>
              <a:spcBef>
                <a:spcPts val="0"/>
              </a:spcBef>
              <a:spcAft>
                <a:spcPts val="0"/>
              </a:spcAft>
              <a:buClr>
                <a:srgbClr val="7F7F7F"/>
              </a:buClr>
              <a:buSzPts val="1100"/>
              <a:buFont typeface="Inter"/>
              <a:buNone/>
              <a:defRPr sz="1100">
                <a:solidFill>
                  <a:srgbClr val="7F7F7F"/>
                </a:solidFill>
                <a:latin typeface="Inter"/>
                <a:ea typeface="Inter"/>
                <a:cs typeface="Inter"/>
              </a:defRPr>
            </a:lvl1pPr>
            <a:lvl2pPr>
              <a:spcBef>
                <a:spcPts val="0"/>
              </a:spcBef>
              <a:spcAft>
                <a:spcPts val="0"/>
              </a:spcAft>
              <a:buClr>
                <a:srgbClr val="7F7F7F"/>
              </a:buClr>
              <a:buSzPts val="1100"/>
              <a:buFont typeface="Inter"/>
              <a:buNone/>
              <a:defRPr sz="1100">
                <a:solidFill>
                  <a:srgbClr val="7F7F7F"/>
                </a:solidFill>
                <a:latin typeface="Inter"/>
                <a:ea typeface="Inter"/>
                <a:cs typeface="Inter"/>
              </a:defRPr>
            </a:lvl2pPr>
            <a:lvl3pPr>
              <a:spcBef>
                <a:spcPts val="0"/>
              </a:spcBef>
              <a:spcAft>
                <a:spcPts val="0"/>
              </a:spcAft>
              <a:buClr>
                <a:srgbClr val="7F7F7F"/>
              </a:buClr>
              <a:buSzPts val="1100"/>
              <a:buFont typeface="Inter"/>
              <a:buNone/>
              <a:defRPr sz="1100">
                <a:solidFill>
                  <a:srgbClr val="7F7F7F"/>
                </a:solidFill>
                <a:latin typeface="Inter"/>
                <a:ea typeface="Inter"/>
                <a:cs typeface="Inter"/>
              </a:defRPr>
            </a:lvl3pPr>
            <a:lvl4pPr>
              <a:spcBef>
                <a:spcPts val="0"/>
              </a:spcBef>
              <a:spcAft>
                <a:spcPts val="0"/>
              </a:spcAft>
              <a:buClr>
                <a:srgbClr val="7F7F7F"/>
              </a:buClr>
              <a:buSzPts val="1100"/>
              <a:buFont typeface="Inter"/>
              <a:buNone/>
              <a:defRPr sz="1100">
                <a:solidFill>
                  <a:srgbClr val="7F7F7F"/>
                </a:solidFill>
                <a:latin typeface="Inter"/>
                <a:ea typeface="Inter"/>
                <a:cs typeface="Inter"/>
              </a:defRPr>
            </a:lvl4pPr>
            <a:lvl5pPr>
              <a:spcBef>
                <a:spcPts val="0"/>
              </a:spcBef>
              <a:spcAft>
                <a:spcPts val="0"/>
              </a:spcAft>
              <a:buClr>
                <a:srgbClr val="7F7F7F"/>
              </a:buClr>
              <a:buSzPts val="1100"/>
              <a:buFont typeface="Inter"/>
              <a:buNone/>
              <a:defRPr sz="1100">
                <a:solidFill>
                  <a:srgbClr val="7F7F7F"/>
                </a:solidFill>
                <a:latin typeface="Inter"/>
                <a:ea typeface="Inter"/>
                <a:cs typeface="Inter"/>
              </a:defRPr>
            </a:lvl5pPr>
            <a:lvl6pPr>
              <a:spcBef>
                <a:spcPts val="0"/>
              </a:spcBef>
              <a:spcAft>
                <a:spcPts val="0"/>
              </a:spcAft>
              <a:buClr>
                <a:srgbClr val="7F7F7F"/>
              </a:buClr>
              <a:buSzPts val="1100"/>
              <a:buFont typeface="Inter"/>
              <a:buNone/>
              <a:defRPr sz="1100">
                <a:solidFill>
                  <a:srgbClr val="7F7F7F"/>
                </a:solidFill>
                <a:latin typeface="Inter"/>
                <a:ea typeface="Inter"/>
                <a:cs typeface="Inter"/>
              </a:defRPr>
            </a:lvl6pPr>
            <a:lvl7pPr>
              <a:spcBef>
                <a:spcPts val="0"/>
              </a:spcBef>
              <a:spcAft>
                <a:spcPts val="0"/>
              </a:spcAft>
              <a:buClr>
                <a:srgbClr val="7F7F7F"/>
              </a:buClr>
              <a:buSzPts val="1100"/>
              <a:buFont typeface="Inter"/>
              <a:buNone/>
              <a:defRPr sz="1100">
                <a:solidFill>
                  <a:srgbClr val="7F7F7F"/>
                </a:solidFill>
                <a:latin typeface="Inter"/>
                <a:ea typeface="Inter"/>
                <a:cs typeface="Inter"/>
              </a:defRPr>
            </a:lvl7pPr>
            <a:lvl8pPr>
              <a:spcBef>
                <a:spcPts val="0"/>
              </a:spcBef>
              <a:spcAft>
                <a:spcPts val="0"/>
              </a:spcAft>
              <a:buClr>
                <a:srgbClr val="7F7F7F"/>
              </a:buClr>
              <a:buSzPts val="1100"/>
              <a:buFont typeface="Inter"/>
              <a:buNone/>
              <a:defRPr sz="1100">
                <a:solidFill>
                  <a:srgbClr val="7F7F7F"/>
                </a:solidFill>
                <a:latin typeface="Inter"/>
                <a:ea typeface="Inter"/>
                <a:cs typeface="Inter"/>
              </a:defRPr>
            </a:lvl8pPr>
            <a:lvl9pPr>
              <a:spcBef>
                <a:spcPts val="0"/>
              </a:spcBef>
              <a:spcAft>
                <a:spcPts val="0"/>
              </a:spcAft>
              <a:buClr>
                <a:srgbClr val="7F7F7F"/>
              </a:buClr>
              <a:buSzPts val="1100"/>
              <a:buFont typeface="Inter"/>
              <a:buNone/>
              <a:defRPr sz="1100">
                <a:solidFill>
                  <a:srgbClr val="7F7F7F"/>
                </a:solidFill>
                <a:latin typeface="Inter"/>
                <a:ea typeface="Inter"/>
                <a:cs typeface="Inter"/>
              </a:defRPr>
            </a:lvl9pPr>
          </a:lstStyle>
          <a:p xmlns:a="http://schemas.openxmlformats.org/drawingml/2006/main"/>
        </p:txBody>
      </p:sp>
      <p:sp>
        <p:nvSpPr>
          <p:cNvPr id="142" name="Google Shape;142;p27">
            <a:extLst xmlns:a="http://schemas.openxmlformats.org/drawingml/2006/main">
              <a:ext uri="{FF2B5EF4-FFF2-40B4-BE49-F238E27FC236}">
                <a16:creationId xmlns:a16="http://schemas.microsoft.com/office/drawing/2014/main" id="{634E8A55-113F-4944-B07D-A007893E6022}"/>
              </a:ext>
            </a:extLst>
          </p:cNvPr>
          <p:cNvSpPr>
            <a:spLocks xmlns:a="http://schemas.openxmlformats.org/drawingml/2006/main" noGrp="1"/>
          </p:cNvSpPr>
          <p:nvPr>
            <p:ph type="title" idx="9"/>
          </p:nvPr>
        </p:nvSpPr>
        <p:spPr>
          <a:xfrm xmlns:a="http://schemas.openxmlformats.org/drawingml/2006/main">
            <a:off x="5482754" y="2395725"/>
            <a:ext cx="1616400" cy="513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300" tIns="17150" rIns="34300" bIns="17150" anchor="t">
            <a:spAutoFit/>
          </a:bodyPr>
          <a:lstStyle xmlns:a="http://schemas.openxmlformats.org/drawingml/2006/main">
            <a:lvl1pPr algn="l">
              <a:lnSpc>
                <a:spcPct val="90000"/>
              </a:lnSpc>
              <a:spcBef>
                <a:spcPts val="0"/>
              </a:spcBef>
              <a:spcAft>
                <a:spcPts val="0"/>
              </a:spcAft>
              <a:buClr>
                <a:schemeClr val="dk1"/>
              </a:buClr>
              <a:buSzPts val="1800"/>
              <a:buFont typeface="Helvetica Neue"/>
              <a:buNone/>
              <a:defRPr sz="1800" b="0">
                <a:solidFill>
                  <a:schemeClr val="dk1"/>
                </a:solidFill>
              </a:defRPr>
            </a:lvl1pPr>
            <a:lvl2pPr>
              <a:spcBef>
                <a:spcPts val="0"/>
              </a:spcBef>
              <a:spcAft>
                <a:spcPts val="0"/>
              </a:spcAft>
              <a:buSzPts val="1800"/>
              <a:buNone/>
              <a:defRPr sz="1800"/>
            </a:lvl2pPr>
            <a:lvl3pPr>
              <a:spcBef>
                <a:spcPts val="0"/>
              </a:spcBef>
              <a:spcAft>
                <a:spcPts val="0"/>
              </a:spcAft>
              <a:buSzPts val="1800"/>
              <a:buNone/>
              <a:defRPr sz="1800"/>
            </a:lvl3pPr>
            <a:lvl4pPr>
              <a:spcBef>
                <a:spcPts val="0"/>
              </a:spcBef>
              <a:spcAft>
                <a:spcPts val="0"/>
              </a:spcAft>
              <a:buSzPts val="1800"/>
              <a:buNone/>
              <a:defRPr sz="1800"/>
            </a:lvl4pPr>
            <a:lvl5pPr>
              <a:spcBef>
                <a:spcPts val="0"/>
              </a:spcBef>
              <a:spcAft>
                <a:spcPts val="0"/>
              </a:spcAft>
              <a:buSzPts val="1800"/>
              <a:buNone/>
              <a:defRPr sz="1800"/>
            </a:lvl5pPr>
            <a:lvl6pPr>
              <a:spcBef>
                <a:spcPts val="0"/>
              </a:spcBef>
              <a:spcAft>
                <a:spcPts val="0"/>
              </a:spcAft>
              <a:buSzPts val="1800"/>
              <a:buNone/>
              <a:defRPr sz="1800"/>
            </a:lvl6pPr>
            <a:lvl7pPr>
              <a:spcBef>
                <a:spcPts val="0"/>
              </a:spcBef>
              <a:spcAft>
                <a:spcPts val="0"/>
              </a:spcAft>
              <a:buSzPts val="1800"/>
              <a:buNone/>
              <a:defRPr sz="1800"/>
            </a:lvl7pPr>
            <a:lvl8pPr>
              <a:spcBef>
                <a:spcPts val="0"/>
              </a:spcBef>
              <a:spcAft>
                <a:spcPts val="0"/>
              </a:spcAft>
              <a:buSzPts val="1800"/>
              <a:buNone/>
              <a:defRPr sz="1800"/>
            </a:lvl8pPr>
            <a:lvl9pPr>
              <a:spcBef>
                <a:spcPts val="0"/>
              </a:spcBef>
              <a:spcAft>
                <a:spcPts val="0"/>
              </a:spcAft>
              <a:buSzPts val="1800"/>
              <a:buNone/>
              <a:defRPr sz="1800"/>
            </a:lvl9pPr>
          </a:lstStyle>
          <a:p xmlns:a="http://schemas.openxmlformats.org/drawingml/2006/main"/>
        </p:txBody>
      </p:sp>
      <p:sp>
        <p:nvSpPr>
          <p:cNvPr id="143" name="Google Shape;143;p27">
            <a:extLst xmlns:a="http://schemas.openxmlformats.org/drawingml/2006/main">
              <a:ext uri="{FF2B5EF4-FFF2-40B4-BE49-F238E27FC236}">
                <a16:creationId xmlns:a16="http://schemas.microsoft.com/office/drawing/2014/main" id="{EFE6BDDF-5AB4-4B7C-94D9-CDAD04B97E80}"/>
              </a:ext>
            </a:extLst>
          </p:cNvPr>
          <p:cNvSpPr>
            <a:spLocks xmlns:a="http://schemas.openxmlformats.org/drawingml/2006/main" noGrp="1"/>
          </p:cNvSpPr>
          <p:nvPr/>
        </p:nvSpPr>
        <p:spPr>
          <a:xfrm xmlns:a="http://schemas.openxmlformats.org/drawingml/2006/main">
            <a:off x="201375" y="2073075"/>
            <a:ext cx="1670400" cy="139800"/>
          </a:xfrm>
          <a:prstGeom xmlns:a="http://schemas.openxmlformats.org/drawingml/2006/main" prst="rect">
            <a:avLst/>
          </a:prstGeom>
          <a:solidFill xmlns:a="http://schemas.openxmlformats.org/drawingml/2006/main">
            <a:schemeClr val="accent3"/>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latin typeface="Inter"/>
              <a:ea typeface="Inter"/>
              <a:cs typeface="Inter"/>
            </a:endParaRPr>
          </a:p>
        </p:txBody>
      </p:sp>
      <p:sp>
        <p:nvSpPr>
          <p:cNvPr id="144" name="Google Shape;144;p27">
            <a:extLst xmlns:a="http://schemas.openxmlformats.org/drawingml/2006/main">
              <a:ext uri="{FF2B5EF4-FFF2-40B4-BE49-F238E27FC236}">
                <a16:creationId xmlns:a16="http://schemas.microsoft.com/office/drawing/2014/main" id="{A6B8C923-40A8-4893-B3A1-CF218E912746}"/>
              </a:ext>
            </a:extLst>
          </p:cNvPr>
          <p:cNvSpPr>
            <a:spLocks xmlns:a="http://schemas.openxmlformats.org/drawingml/2006/main" noGrp="1"/>
          </p:cNvSpPr>
          <p:nvPr/>
        </p:nvSpPr>
        <p:spPr>
          <a:xfrm xmlns:a="http://schemas.openxmlformats.org/drawingml/2006/main">
            <a:off x="1978014" y="2073075"/>
            <a:ext cx="1670400" cy="139800"/>
          </a:xfrm>
          <a:prstGeom xmlns:a="http://schemas.openxmlformats.org/drawingml/2006/main" prst="rect">
            <a:avLst/>
          </a:prstGeom>
          <a:solidFill xmlns:a="http://schemas.openxmlformats.org/drawingml/2006/main">
            <a:schemeClr val="accent4"/>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latin typeface="Inter"/>
              <a:ea typeface="Inter"/>
              <a:cs typeface="Inter"/>
            </a:endParaRPr>
          </a:p>
        </p:txBody>
      </p:sp>
      <p:sp>
        <p:nvSpPr>
          <p:cNvPr id="145" name="Google Shape;145;p27">
            <a:extLst xmlns:a="http://schemas.openxmlformats.org/drawingml/2006/main">
              <a:ext uri="{FF2B5EF4-FFF2-40B4-BE49-F238E27FC236}">
                <a16:creationId xmlns:a16="http://schemas.microsoft.com/office/drawing/2014/main" id="{DE48DF8E-6E99-4A62-AEB6-A1F132BE766B}"/>
              </a:ext>
            </a:extLst>
          </p:cNvPr>
          <p:cNvSpPr>
            <a:spLocks xmlns:a="http://schemas.openxmlformats.org/drawingml/2006/main" noGrp="1"/>
          </p:cNvSpPr>
          <p:nvPr/>
        </p:nvSpPr>
        <p:spPr>
          <a:xfrm xmlns:a="http://schemas.openxmlformats.org/drawingml/2006/main">
            <a:off x="3730384" y="2073075"/>
            <a:ext cx="1670400" cy="139800"/>
          </a:xfrm>
          <a:prstGeom xmlns:a="http://schemas.openxmlformats.org/drawingml/2006/main" prst="rect">
            <a:avLst/>
          </a:prstGeom>
          <a:solidFill xmlns:a="http://schemas.openxmlformats.org/drawingml/2006/main">
            <a:schemeClr val="accent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latin typeface="Inter"/>
              <a:ea typeface="Inter"/>
              <a:cs typeface="Inter"/>
            </a:endParaRPr>
          </a:p>
        </p:txBody>
      </p:sp>
      <p:sp>
        <p:nvSpPr>
          <p:cNvPr id="146" name="Google Shape;146;p27">
            <a:extLst xmlns:a="http://schemas.openxmlformats.org/drawingml/2006/main">
              <a:ext uri="{FF2B5EF4-FFF2-40B4-BE49-F238E27FC236}">
                <a16:creationId xmlns:a16="http://schemas.microsoft.com/office/drawing/2014/main" id="{CBFD2709-9498-437A-841E-B89266625B7D}"/>
              </a:ext>
            </a:extLst>
          </p:cNvPr>
          <p:cNvSpPr>
            <a:spLocks xmlns:a="http://schemas.openxmlformats.org/drawingml/2006/main" noGrp="1"/>
          </p:cNvSpPr>
          <p:nvPr/>
        </p:nvSpPr>
        <p:spPr>
          <a:xfrm xmlns:a="http://schemas.openxmlformats.org/drawingml/2006/main">
            <a:off x="5482754" y="2073075"/>
            <a:ext cx="1670400" cy="139800"/>
          </a:xfrm>
          <a:prstGeom xmlns:a="http://schemas.openxmlformats.org/drawingml/2006/main" prst="rect">
            <a:avLst/>
          </a:prstGeom>
          <a:solidFill xmlns:a="http://schemas.openxmlformats.org/drawingml/2006/main">
            <a:schemeClr val="accent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latin typeface="Inter"/>
              <a:ea typeface="Inter"/>
              <a:cs typeface="Inter"/>
            </a:endParaRPr>
          </a:p>
        </p:txBody>
      </p:sp>
      <p:sp>
        <p:nvSpPr>
          <p:cNvPr id="147" name="Google Shape;147;p27">
            <a:extLst xmlns:a="http://schemas.openxmlformats.org/drawingml/2006/main">
              <a:ext uri="{FF2B5EF4-FFF2-40B4-BE49-F238E27FC236}">
                <a16:creationId xmlns:a16="http://schemas.microsoft.com/office/drawing/2014/main" id="{22BFEF3F-61DB-4E92-9EEC-B24D14CFF4AE}"/>
              </a:ext>
            </a:extLst>
          </p:cNvPr>
          <p:cNvSpPr>
            <a:spLocks xmlns:a="http://schemas.openxmlformats.org/drawingml/2006/main" noGrp="1"/>
          </p:cNvSpPr>
          <p:nvPr>
            <p:ph type="title" idx="13"/>
          </p:nvPr>
        </p:nvSpPr>
        <p:spPr>
          <a:xfrm xmlns:a="http://schemas.openxmlformats.org/drawingml/2006/main">
            <a:off x="7240070" y="2778600"/>
            <a:ext cx="1616400" cy="513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300" tIns="17150" rIns="34300" bIns="17150" anchor="t">
            <a:spAutoFit/>
          </a:bodyPr>
          <a:lstStyle xmlns:a="http://schemas.openxmlformats.org/drawingml/2006/main">
            <a:lvl1pPr algn="l">
              <a:lnSpc>
                <a:spcPct val="90000"/>
              </a:lnSpc>
              <a:spcBef>
                <a:spcPts val="0"/>
              </a:spcBef>
              <a:spcAft>
                <a:spcPts val="0"/>
              </a:spcAft>
              <a:buClr>
                <a:srgbClr val="7F7F7F"/>
              </a:buClr>
              <a:buSzPts val="1100"/>
              <a:buFont typeface="Inter"/>
              <a:buNone/>
              <a:defRPr sz="1100">
                <a:solidFill>
                  <a:srgbClr val="7F7F7F"/>
                </a:solidFill>
                <a:latin typeface="Inter"/>
                <a:ea typeface="Inter"/>
                <a:cs typeface="Inter"/>
              </a:defRPr>
            </a:lvl1pPr>
            <a:lvl2pPr>
              <a:spcBef>
                <a:spcPts val="0"/>
              </a:spcBef>
              <a:spcAft>
                <a:spcPts val="0"/>
              </a:spcAft>
              <a:buClr>
                <a:srgbClr val="7F7F7F"/>
              </a:buClr>
              <a:buSzPts val="1100"/>
              <a:buFont typeface="Inter"/>
              <a:buNone/>
              <a:defRPr sz="1100">
                <a:solidFill>
                  <a:srgbClr val="7F7F7F"/>
                </a:solidFill>
                <a:latin typeface="Inter"/>
                <a:ea typeface="Inter"/>
                <a:cs typeface="Inter"/>
              </a:defRPr>
            </a:lvl2pPr>
            <a:lvl3pPr>
              <a:spcBef>
                <a:spcPts val="0"/>
              </a:spcBef>
              <a:spcAft>
                <a:spcPts val="0"/>
              </a:spcAft>
              <a:buClr>
                <a:srgbClr val="7F7F7F"/>
              </a:buClr>
              <a:buSzPts val="1100"/>
              <a:buFont typeface="Inter"/>
              <a:buNone/>
              <a:defRPr sz="1100">
                <a:solidFill>
                  <a:srgbClr val="7F7F7F"/>
                </a:solidFill>
                <a:latin typeface="Inter"/>
                <a:ea typeface="Inter"/>
                <a:cs typeface="Inter"/>
              </a:defRPr>
            </a:lvl3pPr>
            <a:lvl4pPr>
              <a:spcBef>
                <a:spcPts val="0"/>
              </a:spcBef>
              <a:spcAft>
                <a:spcPts val="0"/>
              </a:spcAft>
              <a:buClr>
                <a:srgbClr val="7F7F7F"/>
              </a:buClr>
              <a:buSzPts val="1100"/>
              <a:buFont typeface="Inter"/>
              <a:buNone/>
              <a:defRPr sz="1100">
                <a:solidFill>
                  <a:srgbClr val="7F7F7F"/>
                </a:solidFill>
                <a:latin typeface="Inter"/>
                <a:ea typeface="Inter"/>
                <a:cs typeface="Inter"/>
              </a:defRPr>
            </a:lvl4pPr>
            <a:lvl5pPr>
              <a:spcBef>
                <a:spcPts val="0"/>
              </a:spcBef>
              <a:spcAft>
                <a:spcPts val="0"/>
              </a:spcAft>
              <a:buClr>
                <a:srgbClr val="7F7F7F"/>
              </a:buClr>
              <a:buSzPts val="1100"/>
              <a:buFont typeface="Inter"/>
              <a:buNone/>
              <a:defRPr sz="1100">
                <a:solidFill>
                  <a:srgbClr val="7F7F7F"/>
                </a:solidFill>
                <a:latin typeface="Inter"/>
                <a:ea typeface="Inter"/>
                <a:cs typeface="Inter"/>
              </a:defRPr>
            </a:lvl5pPr>
            <a:lvl6pPr>
              <a:spcBef>
                <a:spcPts val="0"/>
              </a:spcBef>
              <a:spcAft>
                <a:spcPts val="0"/>
              </a:spcAft>
              <a:buClr>
                <a:srgbClr val="7F7F7F"/>
              </a:buClr>
              <a:buSzPts val="1100"/>
              <a:buFont typeface="Inter"/>
              <a:buNone/>
              <a:defRPr sz="1100">
                <a:solidFill>
                  <a:srgbClr val="7F7F7F"/>
                </a:solidFill>
                <a:latin typeface="Inter"/>
                <a:ea typeface="Inter"/>
                <a:cs typeface="Inter"/>
              </a:defRPr>
            </a:lvl6pPr>
            <a:lvl7pPr>
              <a:spcBef>
                <a:spcPts val="0"/>
              </a:spcBef>
              <a:spcAft>
                <a:spcPts val="0"/>
              </a:spcAft>
              <a:buClr>
                <a:srgbClr val="7F7F7F"/>
              </a:buClr>
              <a:buSzPts val="1100"/>
              <a:buFont typeface="Inter"/>
              <a:buNone/>
              <a:defRPr sz="1100">
                <a:solidFill>
                  <a:srgbClr val="7F7F7F"/>
                </a:solidFill>
                <a:latin typeface="Inter"/>
                <a:ea typeface="Inter"/>
                <a:cs typeface="Inter"/>
              </a:defRPr>
            </a:lvl7pPr>
            <a:lvl8pPr>
              <a:spcBef>
                <a:spcPts val="0"/>
              </a:spcBef>
              <a:spcAft>
                <a:spcPts val="0"/>
              </a:spcAft>
              <a:buClr>
                <a:srgbClr val="7F7F7F"/>
              </a:buClr>
              <a:buSzPts val="1100"/>
              <a:buFont typeface="Inter"/>
              <a:buNone/>
              <a:defRPr sz="1100">
                <a:solidFill>
                  <a:srgbClr val="7F7F7F"/>
                </a:solidFill>
                <a:latin typeface="Inter"/>
                <a:ea typeface="Inter"/>
                <a:cs typeface="Inter"/>
              </a:defRPr>
            </a:lvl8pPr>
            <a:lvl9pPr>
              <a:spcBef>
                <a:spcPts val="0"/>
              </a:spcBef>
              <a:spcAft>
                <a:spcPts val="0"/>
              </a:spcAft>
              <a:buClr>
                <a:srgbClr val="7F7F7F"/>
              </a:buClr>
              <a:buSzPts val="1100"/>
              <a:buFont typeface="Inter"/>
              <a:buNone/>
              <a:defRPr sz="1100">
                <a:solidFill>
                  <a:srgbClr val="7F7F7F"/>
                </a:solidFill>
                <a:latin typeface="Inter"/>
                <a:ea typeface="Inter"/>
                <a:cs typeface="Inter"/>
              </a:defRPr>
            </a:lvl9pPr>
          </a:lstStyle>
          <a:p xmlns:a="http://schemas.openxmlformats.org/drawingml/2006/main"/>
        </p:txBody>
      </p:sp>
      <p:sp>
        <p:nvSpPr>
          <p:cNvPr id="148" name="Google Shape;148;p27">
            <a:extLst xmlns:a="http://schemas.openxmlformats.org/drawingml/2006/main">
              <a:ext uri="{FF2B5EF4-FFF2-40B4-BE49-F238E27FC236}">
                <a16:creationId xmlns:a16="http://schemas.microsoft.com/office/drawing/2014/main" id="{3BDC9F8E-BDB4-4AE5-A17B-E42A503A0715}"/>
              </a:ext>
            </a:extLst>
          </p:cNvPr>
          <p:cNvSpPr>
            <a:spLocks xmlns:a="http://schemas.openxmlformats.org/drawingml/2006/main" noGrp="1"/>
          </p:cNvSpPr>
          <p:nvPr>
            <p:ph type="title" idx="14"/>
          </p:nvPr>
        </p:nvSpPr>
        <p:spPr>
          <a:xfrm xmlns:a="http://schemas.openxmlformats.org/drawingml/2006/main">
            <a:off x="7240070" y="2395725"/>
            <a:ext cx="1616400" cy="513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300" tIns="17150" rIns="34300" bIns="17150" anchor="t">
            <a:spAutoFit/>
          </a:bodyPr>
          <a:lstStyle xmlns:a="http://schemas.openxmlformats.org/drawingml/2006/main">
            <a:lvl1pPr algn="l">
              <a:lnSpc>
                <a:spcPct val="90000"/>
              </a:lnSpc>
              <a:spcBef>
                <a:spcPts val="0"/>
              </a:spcBef>
              <a:spcAft>
                <a:spcPts val="0"/>
              </a:spcAft>
              <a:buClr>
                <a:schemeClr val="dk1"/>
              </a:buClr>
              <a:buSzPts val="1800"/>
              <a:buFont typeface="Helvetica Neue"/>
              <a:buNone/>
              <a:defRPr sz="1800" b="0">
                <a:solidFill>
                  <a:schemeClr val="dk1"/>
                </a:solidFill>
              </a:defRPr>
            </a:lvl1pPr>
            <a:lvl2pPr>
              <a:spcBef>
                <a:spcPts val="0"/>
              </a:spcBef>
              <a:spcAft>
                <a:spcPts val="0"/>
              </a:spcAft>
              <a:buSzPts val="1800"/>
              <a:buNone/>
              <a:defRPr sz="1800"/>
            </a:lvl2pPr>
            <a:lvl3pPr>
              <a:spcBef>
                <a:spcPts val="0"/>
              </a:spcBef>
              <a:spcAft>
                <a:spcPts val="0"/>
              </a:spcAft>
              <a:buSzPts val="1800"/>
              <a:buNone/>
              <a:defRPr sz="1800"/>
            </a:lvl3pPr>
            <a:lvl4pPr>
              <a:spcBef>
                <a:spcPts val="0"/>
              </a:spcBef>
              <a:spcAft>
                <a:spcPts val="0"/>
              </a:spcAft>
              <a:buSzPts val="1800"/>
              <a:buNone/>
              <a:defRPr sz="1800"/>
            </a:lvl4pPr>
            <a:lvl5pPr>
              <a:spcBef>
                <a:spcPts val="0"/>
              </a:spcBef>
              <a:spcAft>
                <a:spcPts val="0"/>
              </a:spcAft>
              <a:buSzPts val="1800"/>
              <a:buNone/>
              <a:defRPr sz="1800"/>
            </a:lvl5pPr>
            <a:lvl6pPr>
              <a:spcBef>
                <a:spcPts val="0"/>
              </a:spcBef>
              <a:spcAft>
                <a:spcPts val="0"/>
              </a:spcAft>
              <a:buSzPts val="1800"/>
              <a:buNone/>
              <a:defRPr sz="1800"/>
            </a:lvl6pPr>
            <a:lvl7pPr>
              <a:spcBef>
                <a:spcPts val="0"/>
              </a:spcBef>
              <a:spcAft>
                <a:spcPts val="0"/>
              </a:spcAft>
              <a:buSzPts val="1800"/>
              <a:buNone/>
              <a:defRPr sz="1800"/>
            </a:lvl7pPr>
            <a:lvl8pPr>
              <a:spcBef>
                <a:spcPts val="0"/>
              </a:spcBef>
              <a:spcAft>
                <a:spcPts val="0"/>
              </a:spcAft>
              <a:buSzPts val="1800"/>
              <a:buNone/>
              <a:defRPr sz="1800"/>
            </a:lvl8pPr>
            <a:lvl9pPr>
              <a:spcBef>
                <a:spcPts val="0"/>
              </a:spcBef>
              <a:spcAft>
                <a:spcPts val="0"/>
              </a:spcAft>
              <a:buSzPts val="1800"/>
              <a:buNone/>
              <a:defRPr sz="1800"/>
            </a:lvl9pPr>
          </a:lstStyle>
          <a:p xmlns:a="http://schemas.openxmlformats.org/drawingml/2006/main"/>
        </p:txBody>
      </p:sp>
      <p:sp>
        <p:nvSpPr>
          <p:cNvPr id="149" name="Google Shape;149;p27">
            <a:extLst xmlns:a="http://schemas.openxmlformats.org/drawingml/2006/main">
              <a:ext uri="{FF2B5EF4-FFF2-40B4-BE49-F238E27FC236}">
                <a16:creationId xmlns:a16="http://schemas.microsoft.com/office/drawing/2014/main" id="{18DB630B-A591-448C-ABB0-1F9D986CA63A}"/>
              </a:ext>
            </a:extLst>
          </p:cNvPr>
          <p:cNvSpPr>
            <a:spLocks xmlns:a="http://schemas.openxmlformats.org/drawingml/2006/main" noGrp="1"/>
          </p:cNvSpPr>
          <p:nvPr/>
        </p:nvSpPr>
        <p:spPr>
          <a:xfrm xmlns:a="http://schemas.openxmlformats.org/drawingml/2006/main">
            <a:off x="7240070" y="2073075"/>
            <a:ext cx="1670400" cy="139800"/>
          </a:xfrm>
          <a:prstGeom xmlns:a="http://schemas.openxmlformats.org/drawingml/2006/main" prst="rect">
            <a:avLst/>
          </a:prstGeom>
          <a:solidFill xmlns:a="http://schemas.openxmlformats.org/drawingml/2006/main">
            <a:srgbClr val="D6DF2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latin typeface="Inter"/>
              <a:ea typeface="Inter"/>
              <a:cs typeface="Inter"/>
            </a:endParaRPr>
          </a:p>
        </p:txBody>
      </p:sp>
    </p:spTree>
  </p:cSld>
</p:sldLayout>
</file>

<file path=ppt/slideLayouts/slideLayout27.xml><?xml version="1.0" encoding="utf-8"?>
<p:sldLayout xmlns:p="http://schemas.openxmlformats.org/presentationml/2006/main" showMasterSp="0" matchingName="TOC Lateral">
  <p:cSld name="Segments – Light_1_1">
    <p:bg>
      <p:bgPr>
        <a:solidFill xmlns:a="http://schemas.openxmlformats.org/drawingml/2006/main">
          <a:schemeClr val="lt1"/>
        </a:solidFill>
      </p:bgPr>
    </p:bg>
    <p:spTree>
      <p:nvGrpSpPr>
        <p:cNvPr id="1" name=""/>
        <p:cNvGrpSpPr/>
        <p:nvPr/>
      </p:nvGrpSpPr>
      <p:grpSpPr>
        <a:xfrm xmlns:a="http://schemas.openxmlformats.org/drawingml/2006/main"/>
      </p:grpSpPr>
      <p:sp>
        <p:nvSpPr>
          <p:cNvPr id="151" name="Google Shape;151;p28">
            <a:extLst xmlns:a="http://schemas.openxmlformats.org/drawingml/2006/main">
              <a:ext uri="{FF2B5EF4-FFF2-40B4-BE49-F238E27FC236}">
                <a16:creationId xmlns:a16="http://schemas.microsoft.com/office/drawing/2014/main" id="{3E722B58-3A4B-4233-935D-9C372484739D}"/>
              </a:ext>
            </a:extLst>
          </p:cNvPr>
          <p:cNvSpPr>
            <a:spLocks xmlns:a="http://schemas.openxmlformats.org/drawingml/2006/main" noGrp="1"/>
          </p:cNvSpPr>
          <p:nvPr>
            <p:ph type="title" idx="0"/>
          </p:nvPr>
        </p:nvSpPr>
        <p:spPr>
          <a:xfrm xmlns:a="http://schemas.openxmlformats.org/drawingml/2006/main">
            <a:off x="3419075" y="158725"/>
            <a:ext cx="5496300" cy="505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300" tIns="17150" rIns="34300" bIns="17150" anchor="t">
            <a:spAutoFit/>
          </a:bodyPr>
          <a:lstStyle xmlns:a="http://schemas.openxmlformats.org/drawingml/2006/main">
            <a:lvl1pPr algn="l">
              <a:lnSpc>
                <a:spcPct val="90000"/>
              </a:lnSpc>
              <a:spcBef>
                <a:spcPts val="0"/>
              </a:spcBef>
              <a:spcAft>
                <a:spcPts val="0"/>
              </a:spcAft>
              <a:buClr>
                <a:schemeClr val="dk1"/>
              </a:buClr>
              <a:buSzPts val="3800"/>
              <a:buFont typeface="Helvetica Neue"/>
              <a:buNone/>
              <a:defRPr sz="3800" b="0">
                <a:solidFill>
                  <a:schemeClr val="dk1"/>
                </a:solidFill>
              </a:defRPr>
            </a:lvl1pPr>
            <a:lvl2pPr>
              <a:spcBef>
                <a:spcPts val="0"/>
              </a:spcBef>
              <a:spcAft>
                <a:spcPts val="0"/>
              </a:spcAft>
              <a:buSzPts val="3800"/>
              <a:buNone/>
              <a:defRPr sz="3800"/>
            </a:lvl2pPr>
            <a:lvl3pPr>
              <a:spcBef>
                <a:spcPts val="0"/>
              </a:spcBef>
              <a:spcAft>
                <a:spcPts val="0"/>
              </a:spcAft>
              <a:buSzPts val="3800"/>
              <a:buNone/>
              <a:defRPr sz="3800"/>
            </a:lvl3pPr>
            <a:lvl4pPr>
              <a:spcBef>
                <a:spcPts val="0"/>
              </a:spcBef>
              <a:spcAft>
                <a:spcPts val="0"/>
              </a:spcAft>
              <a:buSzPts val="3800"/>
              <a:buNone/>
              <a:defRPr sz="3800"/>
            </a:lvl4pPr>
            <a:lvl5pPr>
              <a:spcBef>
                <a:spcPts val="0"/>
              </a:spcBef>
              <a:spcAft>
                <a:spcPts val="0"/>
              </a:spcAft>
              <a:buSzPts val="3800"/>
              <a:buNone/>
              <a:defRPr sz="3800"/>
            </a:lvl5pPr>
            <a:lvl6pPr>
              <a:spcBef>
                <a:spcPts val="0"/>
              </a:spcBef>
              <a:spcAft>
                <a:spcPts val="0"/>
              </a:spcAft>
              <a:buSzPts val="3800"/>
              <a:buNone/>
              <a:defRPr sz="3800"/>
            </a:lvl6pPr>
            <a:lvl7pPr>
              <a:spcBef>
                <a:spcPts val="0"/>
              </a:spcBef>
              <a:spcAft>
                <a:spcPts val="0"/>
              </a:spcAft>
              <a:buSzPts val="3800"/>
              <a:buNone/>
              <a:defRPr sz="3800"/>
            </a:lvl7pPr>
            <a:lvl8pPr>
              <a:spcBef>
                <a:spcPts val="0"/>
              </a:spcBef>
              <a:spcAft>
                <a:spcPts val="0"/>
              </a:spcAft>
              <a:buSzPts val="3800"/>
              <a:buNone/>
              <a:defRPr sz="3800"/>
            </a:lvl8pPr>
            <a:lvl9pPr>
              <a:spcBef>
                <a:spcPts val="0"/>
              </a:spcBef>
              <a:spcAft>
                <a:spcPts val="0"/>
              </a:spcAft>
              <a:buSzPts val="3800"/>
              <a:buNone/>
              <a:defRPr sz="3800"/>
            </a:lvl9pPr>
          </a:lstStyle>
          <a:p xmlns:a="http://schemas.openxmlformats.org/drawingml/2006/main"/>
        </p:txBody>
      </p:sp>
      <p:pic>
        <p:nvPicPr>
          <p:cNvPr id="155" name="Google Shape;152;p28"/>
          <p:cNvPicPr>
            <a:picLocks xmlns:a="http://schemas.openxmlformats.org/drawingml/2006/main" noChangeAspect="1"/>
          </p:cNvPicPr>
          <p:nvPr/>
        </p:nvPicPr>
        <p:blipFill rotWithShape="1">
          <a:blip xmlns:r="http://schemas.openxmlformats.org/officeDocument/2006/relationships" xmlns:a="http://schemas.openxmlformats.org/drawingml/2006/main" r:embed="R5b2895679b384eb6">
            <a:alphaModFix/>
          </a:blip>
          <a:srcRect xmlns:a="http://schemas.openxmlformats.org/drawingml/2006/main" l="10" t="0" r="0" b="0"/>
          <a:stretch xmlns:a="http://schemas.openxmlformats.org/drawingml/2006/main"/>
        </p:blipFill>
        <p:spPr>
          <a:xfrm xmlns:a="http://schemas.openxmlformats.org/drawingml/2006/main">
            <a:off x="228610" y="4894765"/>
            <a:ext cx="535050" cy="91450"/>
          </a:xfrm>
          <a:prstGeom xmlns:a="http://schemas.openxmlformats.org/drawingml/2006/main" prst="rect">
            <a:avLst/>
          </a:prstGeom>
          <a:ln xmlns:a="http://schemas.openxmlformats.org/drawingml/2006/main">
            <a:noFill/>
          </a:ln>
        </p:spPr>
      </p:pic>
      <p:pic>
        <p:nvPicPr>
          <p:cNvPr id="156" name="Google Shape;153;p28"/>
          <p:cNvPicPr>
            <a:picLocks xmlns:a="http://schemas.openxmlformats.org/drawingml/2006/main" noChangeAspect="1"/>
          </p:cNvPicPr>
          <p:nvPr/>
        </p:nvPicPr>
        <p:blipFill rotWithShape="1">
          <a:blip xmlns:r="http://schemas.openxmlformats.org/officeDocument/2006/relationships" xmlns:a="http://schemas.openxmlformats.org/drawingml/2006/main" r:embed="R1e9051d3eb394d8c">
            <a:alphaModFix/>
          </a:blip>
          <a:srcRect xmlns:a="http://schemas.openxmlformats.org/drawingml/2006/main" l="30231" t="0" r="0" b="0"/>
          <a:stretch xmlns:a="http://schemas.openxmlformats.org/drawingml/2006/main"/>
        </p:blipFill>
        <p:spPr>
          <a:xfrm xmlns:a="http://schemas.openxmlformats.org/drawingml/2006/main">
            <a:off x="-16024" y="0"/>
            <a:ext cx="3188999" cy="5143501"/>
          </a:xfrm>
          <a:prstGeom xmlns:a="http://schemas.openxmlformats.org/drawingml/2006/main" prst="rect">
            <a:avLst/>
          </a:prstGeom>
          <a:ln xmlns:a="http://schemas.openxmlformats.org/drawingml/2006/main">
            <a:noFill/>
          </a:ln>
        </p:spPr>
      </p:pic>
    </p:spTree>
  </p:cSld>
</p:sldLayout>
</file>

<file path=ppt/slideLayouts/slideLayout28.xml><?xml version="1.0" encoding="utf-8"?>
<p:sldLayout xmlns:p="http://schemas.openxmlformats.org/presentationml/2006/main" matchingName="Content - Large statement">
  <p:cSld name="Context - Brief_1_1">
    <p:bg>
      <p:bgPr>
        <a:solidFill xmlns:a="http://schemas.openxmlformats.org/drawingml/2006/main">
          <a:schemeClr val="lt1"/>
        </a:solidFill>
      </p:bgPr>
    </p:bg>
    <p:spTree>
      <p:nvGrpSpPr>
        <p:cNvPr id="1" name=""/>
        <p:cNvGrpSpPr/>
        <p:nvPr/>
      </p:nvGrpSpPr>
      <p:grpSpPr>
        <a:xfrm xmlns:a="http://schemas.openxmlformats.org/drawingml/2006/main"/>
      </p:grpSpPr>
      <p:sp>
        <p:nvSpPr>
          <p:cNvPr id="155" name="Google Shape;155;p29">
            <a:extLst xmlns:a="http://schemas.openxmlformats.org/drawingml/2006/main">
              <a:ext uri="{FF2B5EF4-FFF2-40B4-BE49-F238E27FC236}">
                <a16:creationId xmlns:a16="http://schemas.microsoft.com/office/drawing/2014/main" id="{96032B94-4919-4FAE-A9D5-025CB89BFB3A}"/>
              </a:ext>
            </a:extLst>
          </p:cNvPr>
          <p:cNvSpPr>
            <a:spLocks xmlns:a="http://schemas.openxmlformats.org/drawingml/2006/main" noGrp="1"/>
          </p:cNvSpPr>
          <p:nvPr>
            <p:ph type="title" idx="0"/>
          </p:nvPr>
        </p:nvSpPr>
        <p:spPr>
          <a:xfrm xmlns:a="http://schemas.openxmlformats.org/drawingml/2006/main">
            <a:off x="201377" y="2052377"/>
            <a:ext cx="8741400" cy="1038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lvl1pPr algn="ctr">
              <a:lnSpc>
                <a:spcPct val="90000"/>
              </a:lnSpc>
              <a:spcBef>
                <a:spcPts val="0"/>
              </a:spcBef>
              <a:spcAft>
                <a:spcPts val="0"/>
              </a:spcAft>
              <a:buClr>
                <a:schemeClr val="dk1"/>
              </a:buClr>
              <a:buSzPts val="3800"/>
              <a:buFont typeface="Helvetica Neue"/>
              <a:buNone/>
              <a:defRPr sz="3800">
                <a:solidFill>
                  <a:schemeClr val="dk1"/>
                </a:solidFill>
              </a:defRPr>
            </a:lvl1pPr>
            <a:lvl2pPr algn="l">
              <a:lnSpc>
                <a:spcPct val="80000"/>
              </a:lnSpc>
              <a:spcBef>
                <a:spcPts val="0"/>
              </a:spcBef>
              <a:spcAft>
                <a:spcPts val="0"/>
              </a:spcAft>
              <a:buClr>
                <a:srgbClr val="000000"/>
              </a:buClr>
              <a:buSzPts val="700"/>
              <a:buNone/>
              <a:defRPr sz="4400"/>
            </a:lvl2pPr>
            <a:lvl3pPr algn="l">
              <a:lnSpc>
                <a:spcPct val="80000"/>
              </a:lnSpc>
              <a:spcBef>
                <a:spcPts val="0"/>
              </a:spcBef>
              <a:spcAft>
                <a:spcPts val="0"/>
              </a:spcAft>
              <a:buClr>
                <a:srgbClr val="000000"/>
              </a:buClr>
              <a:buSzPts val="700"/>
              <a:buNone/>
              <a:defRPr sz="4400"/>
            </a:lvl3pPr>
            <a:lvl4pPr algn="l">
              <a:lnSpc>
                <a:spcPct val="80000"/>
              </a:lnSpc>
              <a:spcBef>
                <a:spcPts val="0"/>
              </a:spcBef>
              <a:spcAft>
                <a:spcPts val="0"/>
              </a:spcAft>
              <a:buClr>
                <a:srgbClr val="000000"/>
              </a:buClr>
              <a:buSzPts val="700"/>
              <a:buNone/>
              <a:defRPr sz="4400"/>
            </a:lvl4pPr>
            <a:lvl5pPr algn="l">
              <a:lnSpc>
                <a:spcPct val="80000"/>
              </a:lnSpc>
              <a:spcBef>
                <a:spcPts val="0"/>
              </a:spcBef>
              <a:spcAft>
                <a:spcPts val="0"/>
              </a:spcAft>
              <a:buClr>
                <a:srgbClr val="000000"/>
              </a:buClr>
              <a:buSzPts val="700"/>
              <a:buNone/>
              <a:defRPr sz="4400"/>
            </a:lvl5pPr>
            <a:lvl6pPr algn="l">
              <a:lnSpc>
                <a:spcPct val="80000"/>
              </a:lnSpc>
              <a:spcBef>
                <a:spcPts val="0"/>
              </a:spcBef>
              <a:spcAft>
                <a:spcPts val="0"/>
              </a:spcAft>
              <a:buClr>
                <a:srgbClr val="000000"/>
              </a:buClr>
              <a:buSzPts val="700"/>
              <a:buNone/>
              <a:defRPr sz="4400"/>
            </a:lvl6pPr>
            <a:lvl7pPr algn="l">
              <a:lnSpc>
                <a:spcPct val="80000"/>
              </a:lnSpc>
              <a:spcBef>
                <a:spcPts val="0"/>
              </a:spcBef>
              <a:spcAft>
                <a:spcPts val="0"/>
              </a:spcAft>
              <a:buClr>
                <a:srgbClr val="000000"/>
              </a:buClr>
              <a:buSzPts val="700"/>
              <a:buNone/>
              <a:defRPr sz="4400"/>
            </a:lvl7pPr>
            <a:lvl8pPr algn="l">
              <a:lnSpc>
                <a:spcPct val="80000"/>
              </a:lnSpc>
              <a:spcBef>
                <a:spcPts val="0"/>
              </a:spcBef>
              <a:spcAft>
                <a:spcPts val="0"/>
              </a:spcAft>
              <a:buClr>
                <a:srgbClr val="000000"/>
              </a:buClr>
              <a:buSzPts val="700"/>
              <a:buNone/>
              <a:defRPr sz="4400"/>
            </a:lvl8pPr>
            <a:lvl9pPr algn="l">
              <a:lnSpc>
                <a:spcPct val="80000"/>
              </a:lnSpc>
              <a:spcBef>
                <a:spcPts val="0"/>
              </a:spcBef>
              <a:spcAft>
                <a:spcPts val="0"/>
              </a:spcAft>
              <a:buClr>
                <a:srgbClr val="000000"/>
              </a:buClr>
              <a:buSzPts val="700"/>
              <a:buNone/>
              <a:defRPr sz="4400"/>
            </a:lvl9pPr>
          </a:lstStyle>
          <a:p xmlns:a="http://schemas.openxmlformats.org/drawingml/2006/main"/>
        </p:txBody>
      </p:sp>
      <p:sp>
        <p:nvSpPr>
          <p:cNvPr id="156" name="Google Shape;156;p29">
            <a:extLst xmlns:a="http://schemas.openxmlformats.org/drawingml/2006/main">
              <a:ext uri="{FF2B5EF4-FFF2-40B4-BE49-F238E27FC236}">
                <a16:creationId xmlns:a16="http://schemas.microsoft.com/office/drawing/2014/main" id="{D6B7E9B6-C97F-4CA8-B4F5-92F6A8B57E9D}"/>
              </a:ext>
            </a:extLst>
          </p:cNvPr>
          <p:cNvSpPr>
            <a:spLocks xmlns:a="http://schemas.openxmlformats.org/drawingml/2006/main" noGrp="1"/>
          </p:cNvSpPr>
          <p:nvPr>
            <p:ph type="body" idx="1"/>
          </p:nvPr>
        </p:nvSpPr>
        <p:spPr>
          <a:xfrm xmlns:a="http://schemas.openxmlformats.org/drawingml/2006/main">
            <a:off x="201377" y="1659663"/>
            <a:ext cx="8741400" cy="186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lvl1pPr marL="457200" indent="-317500" algn="ctr">
              <a:lnSpc>
                <a:spcPct val="90000"/>
              </a:lnSpc>
              <a:spcBef>
                <a:spcPts val="0"/>
              </a:spcBef>
              <a:spcAft>
                <a:spcPts val="0"/>
              </a:spcAft>
              <a:buClr>
                <a:srgbClr val="7F7F7F"/>
              </a:buClr>
              <a:buSzPts val="1400"/>
              <a:buFont typeface="Helvetica Neue"/>
              <a:buChar char="●"/>
              <a:defRPr sz="1400">
                <a:solidFill>
                  <a:srgbClr val="7F7F7F"/>
                </a:solidFill>
              </a:defRPr>
            </a:lvl1pPr>
            <a:lvl2pPr marL="914400" indent="-273050" algn="l">
              <a:lnSpc>
                <a:spcPct val="100000"/>
              </a:lnSpc>
              <a:spcBef>
                <a:spcPts val="0"/>
              </a:spcBef>
              <a:spcAft>
                <a:spcPts val="0"/>
              </a:spcAft>
              <a:buClr>
                <a:srgbClr val="000000"/>
              </a:buClr>
              <a:buSzPts val="700"/>
              <a:buChar char="○"/>
              <a:defRPr sz="2100"/>
            </a:lvl2pPr>
            <a:lvl3pPr marL="1371600" indent="-273050" algn="l">
              <a:lnSpc>
                <a:spcPct val="100000"/>
              </a:lnSpc>
              <a:spcBef>
                <a:spcPts val="0"/>
              </a:spcBef>
              <a:spcAft>
                <a:spcPts val="0"/>
              </a:spcAft>
              <a:buClr>
                <a:srgbClr val="000000"/>
              </a:buClr>
              <a:buSzPts val="700"/>
              <a:buChar char="■"/>
              <a:defRPr sz="2100"/>
            </a:lvl3pPr>
            <a:lvl4pPr marL="1828800" indent="-273050" algn="l">
              <a:lnSpc>
                <a:spcPct val="100000"/>
              </a:lnSpc>
              <a:spcBef>
                <a:spcPts val="0"/>
              </a:spcBef>
              <a:spcAft>
                <a:spcPts val="0"/>
              </a:spcAft>
              <a:buClr>
                <a:srgbClr val="000000"/>
              </a:buClr>
              <a:buSzPts val="700"/>
              <a:buChar char="●"/>
              <a:defRPr sz="2100"/>
            </a:lvl4pPr>
            <a:lvl5pPr marL="2286000" indent="-273050" algn="l">
              <a:lnSpc>
                <a:spcPct val="100000"/>
              </a:lnSpc>
              <a:spcBef>
                <a:spcPts val="0"/>
              </a:spcBef>
              <a:spcAft>
                <a:spcPts val="0"/>
              </a:spcAft>
              <a:buClr>
                <a:srgbClr val="000000"/>
              </a:buClr>
              <a:buSzPts val="700"/>
              <a:buChar char="○"/>
              <a:defRPr sz="2100"/>
            </a:lvl5pPr>
            <a:lvl6pPr marL="2743200" indent="-273050" algn="l">
              <a:lnSpc>
                <a:spcPct val="100000"/>
              </a:lnSpc>
              <a:spcBef>
                <a:spcPts val="0"/>
              </a:spcBef>
              <a:spcAft>
                <a:spcPts val="0"/>
              </a:spcAft>
              <a:buClr>
                <a:srgbClr val="000000"/>
              </a:buClr>
              <a:buSzPts val="700"/>
              <a:buChar char="■"/>
              <a:defRPr sz="2100"/>
            </a:lvl6pPr>
            <a:lvl7pPr marL="3200400" indent="-273050" algn="l">
              <a:lnSpc>
                <a:spcPct val="100000"/>
              </a:lnSpc>
              <a:spcBef>
                <a:spcPts val="0"/>
              </a:spcBef>
              <a:spcAft>
                <a:spcPts val="0"/>
              </a:spcAft>
              <a:buClr>
                <a:srgbClr val="000000"/>
              </a:buClr>
              <a:buSzPts val="700"/>
              <a:buChar char="●"/>
              <a:defRPr sz="2100"/>
            </a:lvl7pPr>
            <a:lvl8pPr marL="3657600" indent="-273050" algn="l">
              <a:lnSpc>
                <a:spcPct val="100000"/>
              </a:lnSpc>
              <a:spcBef>
                <a:spcPts val="0"/>
              </a:spcBef>
              <a:spcAft>
                <a:spcPts val="0"/>
              </a:spcAft>
              <a:buClr>
                <a:srgbClr val="000000"/>
              </a:buClr>
              <a:buSzPts val="700"/>
              <a:buChar char="○"/>
              <a:defRPr sz="2100"/>
            </a:lvl8pPr>
            <a:lvl9pPr marL="4114800" indent="-273050" algn="l">
              <a:lnSpc>
                <a:spcPct val="100000"/>
              </a:lnSpc>
              <a:spcBef>
                <a:spcPts val="0"/>
              </a:spcBef>
              <a:spcAft>
                <a:spcPts val="0"/>
              </a:spcAft>
              <a:buClr>
                <a:srgbClr val="000000"/>
              </a:buClr>
              <a:buSzPts val="700"/>
              <a:buChar char="■"/>
              <a:defRPr sz="2100"/>
            </a:lvl9pPr>
          </a:lstStyle>
          <a:p xmlns:a="http://schemas.openxmlformats.org/drawingml/2006/main"/>
        </p:txBody>
      </p:sp>
      <p:pic>
        <p:nvPicPr>
          <p:cNvPr id="160" name="Google Shape;157;p29"/>
          <p:cNvPicPr>
            <a:picLocks xmlns:a="http://schemas.openxmlformats.org/drawingml/2006/main" noChangeAspect="1"/>
          </p:cNvPicPr>
          <p:nvPr/>
        </p:nvPicPr>
        <p:blipFill>
          <a:blip xmlns:r="http://schemas.openxmlformats.org/officeDocument/2006/relationships" xmlns:a="http://schemas.openxmlformats.org/drawingml/2006/main" r:embed="Recd4568bc1fc4dec">
            <a:alphaModFix/>
          </a:blip>
          <a:stretch xmlns:a="http://schemas.openxmlformats.org/drawingml/2006/main">
            <a:fillRect l="0" t="0" r="0" b="0"/>
          </a:stretch>
        </p:blipFill>
        <p:spPr>
          <a:xfrm xmlns:a="http://schemas.openxmlformats.org/drawingml/2006/main">
            <a:off x="228600" y="4836074"/>
            <a:ext cx="153925" cy="153925"/>
          </a:xfrm>
          <a:prstGeom xmlns:a="http://schemas.openxmlformats.org/drawingml/2006/main" prst="rect">
            <a:avLst/>
          </a:prstGeom>
          <a:ln xmlns:a="http://schemas.openxmlformats.org/drawingml/2006/main">
            <a:noFill/>
          </a:ln>
        </p:spPr>
      </p:pic>
    </p:spTree>
  </p:cSld>
</p:sldLayout>
</file>

<file path=ppt/slideLayouts/slideLayout29.xml><?xml version="1.0" encoding="utf-8"?>
<p:sldLayout xmlns:p="http://schemas.openxmlformats.org/presentationml/2006/main" matchingName="Content - Large statement + IMG centered">
  <p:cSld name="Context - Brief_1_1_1">
    <p:bg>
      <p:bgPr>
        <a:solidFill xmlns:a="http://schemas.openxmlformats.org/drawingml/2006/main">
          <a:schemeClr val="lt1"/>
        </a:solidFill>
      </p:bgPr>
    </p:bg>
    <p:spTree>
      <p:nvGrpSpPr>
        <p:cNvPr id="1" name=""/>
        <p:cNvGrpSpPr/>
        <p:nvPr/>
      </p:nvGrpSpPr>
      <p:grpSpPr>
        <a:xfrm xmlns:a="http://schemas.openxmlformats.org/drawingml/2006/main"/>
      </p:grpSpPr>
      <p:sp>
        <p:nvSpPr>
          <p:cNvPr id="159" name="Google Shape;159;p30">
            <a:extLst xmlns:a="http://schemas.openxmlformats.org/drawingml/2006/main">
              <a:ext uri="{FF2B5EF4-FFF2-40B4-BE49-F238E27FC236}">
                <a16:creationId xmlns:a16="http://schemas.microsoft.com/office/drawing/2014/main" id="{1E99CC96-E119-49BA-BDA4-051EEB002007}"/>
              </a:ext>
            </a:extLst>
          </p:cNvPr>
          <p:cNvSpPr>
            <a:spLocks xmlns:a="http://schemas.openxmlformats.org/drawingml/2006/main" noGrp="1"/>
          </p:cNvSpPr>
          <p:nvPr>
            <p:ph type="title" idx="0"/>
          </p:nvPr>
        </p:nvSpPr>
        <p:spPr>
          <a:xfrm xmlns:a="http://schemas.openxmlformats.org/drawingml/2006/main">
            <a:off x="201377" y="2052377"/>
            <a:ext cx="8741400" cy="1038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lvl1pPr algn="ctr">
              <a:lnSpc>
                <a:spcPct val="90000"/>
              </a:lnSpc>
              <a:spcBef>
                <a:spcPts val="0"/>
              </a:spcBef>
              <a:spcAft>
                <a:spcPts val="0"/>
              </a:spcAft>
              <a:buClr>
                <a:schemeClr val="dk1"/>
              </a:buClr>
              <a:buSzPts val="3800"/>
              <a:buFont typeface="Helvetica Neue"/>
              <a:buNone/>
              <a:defRPr sz="3800">
                <a:solidFill>
                  <a:schemeClr val="dk1"/>
                </a:solidFill>
              </a:defRPr>
            </a:lvl1pPr>
            <a:lvl2pPr algn="l">
              <a:lnSpc>
                <a:spcPct val="80000"/>
              </a:lnSpc>
              <a:spcBef>
                <a:spcPts val="0"/>
              </a:spcBef>
              <a:spcAft>
                <a:spcPts val="0"/>
              </a:spcAft>
              <a:buClr>
                <a:srgbClr val="000000"/>
              </a:buClr>
              <a:buSzPts val="700"/>
              <a:buNone/>
              <a:defRPr sz="4400"/>
            </a:lvl2pPr>
            <a:lvl3pPr algn="l">
              <a:lnSpc>
                <a:spcPct val="80000"/>
              </a:lnSpc>
              <a:spcBef>
                <a:spcPts val="0"/>
              </a:spcBef>
              <a:spcAft>
                <a:spcPts val="0"/>
              </a:spcAft>
              <a:buClr>
                <a:srgbClr val="000000"/>
              </a:buClr>
              <a:buSzPts val="700"/>
              <a:buNone/>
              <a:defRPr sz="4400"/>
            </a:lvl3pPr>
            <a:lvl4pPr algn="l">
              <a:lnSpc>
                <a:spcPct val="80000"/>
              </a:lnSpc>
              <a:spcBef>
                <a:spcPts val="0"/>
              </a:spcBef>
              <a:spcAft>
                <a:spcPts val="0"/>
              </a:spcAft>
              <a:buClr>
                <a:srgbClr val="000000"/>
              </a:buClr>
              <a:buSzPts val="700"/>
              <a:buNone/>
              <a:defRPr sz="4400"/>
            </a:lvl4pPr>
            <a:lvl5pPr algn="l">
              <a:lnSpc>
                <a:spcPct val="80000"/>
              </a:lnSpc>
              <a:spcBef>
                <a:spcPts val="0"/>
              </a:spcBef>
              <a:spcAft>
                <a:spcPts val="0"/>
              </a:spcAft>
              <a:buClr>
                <a:srgbClr val="000000"/>
              </a:buClr>
              <a:buSzPts val="700"/>
              <a:buNone/>
              <a:defRPr sz="4400"/>
            </a:lvl5pPr>
            <a:lvl6pPr algn="l">
              <a:lnSpc>
                <a:spcPct val="80000"/>
              </a:lnSpc>
              <a:spcBef>
                <a:spcPts val="0"/>
              </a:spcBef>
              <a:spcAft>
                <a:spcPts val="0"/>
              </a:spcAft>
              <a:buClr>
                <a:srgbClr val="000000"/>
              </a:buClr>
              <a:buSzPts val="700"/>
              <a:buNone/>
              <a:defRPr sz="4400"/>
            </a:lvl6pPr>
            <a:lvl7pPr algn="l">
              <a:lnSpc>
                <a:spcPct val="80000"/>
              </a:lnSpc>
              <a:spcBef>
                <a:spcPts val="0"/>
              </a:spcBef>
              <a:spcAft>
                <a:spcPts val="0"/>
              </a:spcAft>
              <a:buClr>
                <a:srgbClr val="000000"/>
              </a:buClr>
              <a:buSzPts val="700"/>
              <a:buNone/>
              <a:defRPr sz="4400"/>
            </a:lvl7pPr>
            <a:lvl8pPr algn="l">
              <a:lnSpc>
                <a:spcPct val="80000"/>
              </a:lnSpc>
              <a:spcBef>
                <a:spcPts val="0"/>
              </a:spcBef>
              <a:spcAft>
                <a:spcPts val="0"/>
              </a:spcAft>
              <a:buClr>
                <a:srgbClr val="000000"/>
              </a:buClr>
              <a:buSzPts val="700"/>
              <a:buNone/>
              <a:defRPr sz="4400"/>
            </a:lvl8pPr>
            <a:lvl9pPr algn="l">
              <a:lnSpc>
                <a:spcPct val="80000"/>
              </a:lnSpc>
              <a:spcBef>
                <a:spcPts val="0"/>
              </a:spcBef>
              <a:spcAft>
                <a:spcPts val="0"/>
              </a:spcAft>
              <a:buClr>
                <a:srgbClr val="000000"/>
              </a:buClr>
              <a:buSzPts val="700"/>
              <a:buNone/>
              <a:defRPr sz="4400"/>
            </a:lvl9pPr>
          </a:lstStyle>
          <a:p xmlns:a="http://schemas.openxmlformats.org/drawingml/2006/main"/>
        </p:txBody>
      </p:sp>
      <p:sp>
        <p:nvSpPr>
          <p:cNvPr id="160" name="Google Shape;160;p30">
            <a:extLst xmlns:a="http://schemas.openxmlformats.org/drawingml/2006/main">
              <a:ext uri="{FF2B5EF4-FFF2-40B4-BE49-F238E27FC236}">
                <a16:creationId xmlns:a16="http://schemas.microsoft.com/office/drawing/2014/main" id="{ECBA2FA5-0FB2-4E7C-B151-AADA2D8AF783}"/>
              </a:ext>
            </a:extLst>
          </p:cNvPr>
          <p:cNvSpPr>
            <a:spLocks xmlns:a="http://schemas.openxmlformats.org/drawingml/2006/main" noGrp="1"/>
          </p:cNvSpPr>
          <p:nvPr>
            <p:ph type="body" idx="1"/>
          </p:nvPr>
        </p:nvSpPr>
        <p:spPr>
          <a:xfrm xmlns:a="http://schemas.openxmlformats.org/drawingml/2006/main">
            <a:off x="201377" y="1659663"/>
            <a:ext cx="8741400" cy="186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lvl1pPr marL="457200" indent="-317500" algn="ctr">
              <a:lnSpc>
                <a:spcPct val="90000"/>
              </a:lnSpc>
              <a:spcBef>
                <a:spcPts val="0"/>
              </a:spcBef>
              <a:spcAft>
                <a:spcPts val="0"/>
              </a:spcAft>
              <a:buClr>
                <a:srgbClr val="7F7F7F"/>
              </a:buClr>
              <a:buSzPts val="1400"/>
              <a:buFont typeface="Helvetica Neue"/>
              <a:buChar char="●"/>
              <a:defRPr sz="1400">
                <a:solidFill>
                  <a:srgbClr val="7F7F7F"/>
                </a:solidFill>
              </a:defRPr>
            </a:lvl1pPr>
            <a:lvl2pPr marL="914400" indent="-273050" algn="l">
              <a:lnSpc>
                <a:spcPct val="100000"/>
              </a:lnSpc>
              <a:spcBef>
                <a:spcPts val="0"/>
              </a:spcBef>
              <a:spcAft>
                <a:spcPts val="0"/>
              </a:spcAft>
              <a:buClr>
                <a:srgbClr val="000000"/>
              </a:buClr>
              <a:buSzPts val="700"/>
              <a:buChar char="○"/>
              <a:defRPr sz="2100"/>
            </a:lvl2pPr>
            <a:lvl3pPr marL="1371600" indent="-273050" algn="l">
              <a:lnSpc>
                <a:spcPct val="100000"/>
              </a:lnSpc>
              <a:spcBef>
                <a:spcPts val="0"/>
              </a:spcBef>
              <a:spcAft>
                <a:spcPts val="0"/>
              </a:spcAft>
              <a:buClr>
                <a:srgbClr val="000000"/>
              </a:buClr>
              <a:buSzPts val="700"/>
              <a:buChar char="■"/>
              <a:defRPr sz="2100"/>
            </a:lvl3pPr>
            <a:lvl4pPr marL="1828800" indent="-273050" algn="l">
              <a:lnSpc>
                <a:spcPct val="100000"/>
              </a:lnSpc>
              <a:spcBef>
                <a:spcPts val="0"/>
              </a:spcBef>
              <a:spcAft>
                <a:spcPts val="0"/>
              </a:spcAft>
              <a:buClr>
                <a:srgbClr val="000000"/>
              </a:buClr>
              <a:buSzPts val="700"/>
              <a:buChar char="●"/>
              <a:defRPr sz="2100"/>
            </a:lvl4pPr>
            <a:lvl5pPr marL="2286000" indent="-273050" algn="l">
              <a:lnSpc>
                <a:spcPct val="100000"/>
              </a:lnSpc>
              <a:spcBef>
                <a:spcPts val="0"/>
              </a:spcBef>
              <a:spcAft>
                <a:spcPts val="0"/>
              </a:spcAft>
              <a:buClr>
                <a:srgbClr val="000000"/>
              </a:buClr>
              <a:buSzPts val="700"/>
              <a:buChar char="○"/>
              <a:defRPr sz="2100"/>
            </a:lvl5pPr>
            <a:lvl6pPr marL="2743200" indent="-273050" algn="l">
              <a:lnSpc>
                <a:spcPct val="100000"/>
              </a:lnSpc>
              <a:spcBef>
                <a:spcPts val="0"/>
              </a:spcBef>
              <a:spcAft>
                <a:spcPts val="0"/>
              </a:spcAft>
              <a:buClr>
                <a:srgbClr val="000000"/>
              </a:buClr>
              <a:buSzPts val="700"/>
              <a:buChar char="■"/>
              <a:defRPr sz="2100"/>
            </a:lvl6pPr>
            <a:lvl7pPr marL="3200400" indent="-273050" algn="l">
              <a:lnSpc>
                <a:spcPct val="100000"/>
              </a:lnSpc>
              <a:spcBef>
                <a:spcPts val="0"/>
              </a:spcBef>
              <a:spcAft>
                <a:spcPts val="0"/>
              </a:spcAft>
              <a:buClr>
                <a:srgbClr val="000000"/>
              </a:buClr>
              <a:buSzPts val="700"/>
              <a:buChar char="●"/>
              <a:defRPr sz="2100"/>
            </a:lvl7pPr>
            <a:lvl8pPr marL="3657600" indent="-273050" algn="l">
              <a:lnSpc>
                <a:spcPct val="100000"/>
              </a:lnSpc>
              <a:spcBef>
                <a:spcPts val="0"/>
              </a:spcBef>
              <a:spcAft>
                <a:spcPts val="0"/>
              </a:spcAft>
              <a:buClr>
                <a:srgbClr val="000000"/>
              </a:buClr>
              <a:buSzPts val="700"/>
              <a:buChar char="○"/>
              <a:defRPr sz="2100"/>
            </a:lvl8pPr>
            <a:lvl9pPr marL="4114800" indent="-273050" algn="l">
              <a:lnSpc>
                <a:spcPct val="100000"/>
              </a:lnSpc>
              <a:spcBef>
                <a:spcPts val="0"/>
              </a:spcBef>
              <a:spcAft>
                <a:spcPts val="0"/>
              </a:spcAft>
              <a:buClr>
                <a:srgbClr val="000000"/>
              </a:buClr>
              <a:buSzPts val="700"/>
              <a:buChar char="■"/>
              <a:defRPr sz="2100"/>
            </a:lvl9pPr>
          </a:lstStyle>
          <a:p xmlns:a="http://schemas.openxmlformats.org/drawingml/2006/main"/>
        </p:txBody>
      </p:sp>
      <p:pic>
        <p:nvPicPr>
          <p:cNvPr id="164" name="Google Shape;161;p30"/>
          <p:cNvPicPr>
            <a:picLocks xmlns:a="http://schemas.openxmlformats.org/drawingml/2006/main" noChangeAspect="1"/>
          </p:cNvPicPr>
          <p:nvPr/>
        </p:nvPicPr>
        <p:blipFill rotWithShape="1">
          <a:blip xmlns:r="http://schemas.openxmlformats.org/officeDocument/2006/relationships" xmlns:a="http://schemas.openxmlformats.org/drawingml/2006/main" r:embed="Rabbc0dbdb9f54f96">
            <a:alphaModFix/>
          </a:blip>
          <a:srcRect xmlns:a="http://schemas.openxmlformats.org/drawingml/2006/main" l="0" t="0" r="0" b="0"/>
          <a:stretch xmlns:a="http://schemas.openxmlformats.org/drawingml/2006/main"/>
        </p:blipFill>
        <p:spPr>
          <a:xfrm xmlns:a="http://schemas.openxmlformats.org/drawingml/2006/main">
            <a:off x="228600" y="4836074"/>
            <a:ext cx="153925" cy="153925"/>
          </a:xfrm>
          <a:prstGeom xmlns:a="http://schemas.openxmlformats.org/drawingml/2006/main" prst="rect">
            <a:avLst/>
          </a:prstGeom>
          <a:ln xmlns:a="http://schemas.openxmlformats.org/drawingml/2006/main">
            <a:noFill/>
          </a:ln>
        </p:spPr>
      </p:pic>
    </p:spTree>
  </p:cSld>
</p:sldLayout>
</file>

<file path=ppt/slideLayouts/slideLayout30.xml><?xml version="1.0" encoding="utf-8"?>
<p:sldLayout xmlns:p="http://schemas.openxmlformats.org/presentationml/2006/main" matchingName="Content - Large statement + IMG left">
  <p:cSld name="Context - Brief_1_1_1_1">
    <p:bg>
      <p:bgPr>
        <a:solidFill xmlns:a="http://schemas.openxmlformats.org/drawingml/2006/main">
          <a:schemeClr val="lt1"/>
        </a:solidFill>
      </p:bgPr>
    </p:bg>
    <p:spTree>
      <p:nvGrpSpPr>
        <p:cNvPr id="1" name=""/>
        <p:cNvGrpSpPr/>
        <p:nvPr/>
      </p:nvGrpSpPr>
      <p:grpSpPr>
        <a:xfrm xmlns:a="http://schemas.openxmlformats.org/drawingml/2006/main"/>
      </p:grpSpPr>
      <p:sp>
        <p:nvSpPr>
          <p:cNvPr id="163" name="Google Shape;163;p31">
            <a:extLst xmlns:a="http://schemas.openxmlformats.org/drawingml/2006/main">
              <a:ext uri="{FF2B5EF4-FFF2-40B4-BE49-F238E27FC236}">
                <a16:creationId xmlns:a16="http://schemas.microsoft.com/office/drawing/2014/main" id="{0F1E08F3-7A91-4FF2-BC66-1B665DE6670D}"/>
              </a:ext>
            </a:extLst>
          </p:cNvPr>
          <p:cNvSpPr>
            <a:spLocks xmlns:a="http://schemas.openxmlformats.org/drawingml/2006/main" noGrp="1"/>
          </p:cNvSpPr>
          <p:nvPr>
            <p:ph type="title" idx="0"/>
          </p:nvPr>
        </p:nvSpPr>
        <p:spPr>
          <a:xfrm xmlns:a="http://schemas.openxmlformats.org/drawingml/2006/main">
            <a:off x="201377" y="2052377"/>
            <a:ext cx="8741400" cy="1038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lvl1pPr>
              <a:lnSpc>
                <a:spcPct val="90000"/>
              </a:lnSpc>
              <a:spcBef>
                <a:spcPts val="0"/>
              </a:spcBef>
              <a:spcAft>
                <a:spcPts val="0"/>
              </a:spcAft>
              <a:buClr>
                <a:schemeClr val="dk1"/>
              </a:buClr>
              <a:buSzPts val="3800"/>
              <a:buFont typeface="Helvetica Neue"/>
              <a:buNone/>
              <a:defRPr sz="3800">
                <a:solidFill>
                  <a:schemeClr val="dk1"/>
                </a:solidFill>
              </a:defRPr>
            </a:lvl1pPr>
            <a:lvl2pPr>
              <a:lnSpc>
                <a:spcPct val="80000"/>
              </a:lnSpc>
              <a:spcBef>
                <a:spcPts val="0"/>
              </a:spcBef>
              <a:spcAft>
                <a:spcPts val="0"/>
              </a:spcAft>
              <a:buClr>
                <a:srgbClr val="000000"/>
              </a:buClr>
              <a:buSzPts val="700"/>
              <a:buNone/>
              <a:defRPr sz="4400"/>
            </a:lvl2pPr>
            <a:lvl3pPr>
              <a:lnSpc>
                <a:spcPct val="80000"/>
              </a:lnSpc>
              <a:spcBef>
                <a:spcPts val="0"/>
              </a:spcBef>
              <a:spcAft>
                <a:spcPts val="0"/>
              </a:spcAft>
              <a:buClr>
                <a:srgbClr val="000000"/>
              </a:buClr>
              <a:buSzPts val="700"/>
              <a:buNone/>
              <a:defRPr sz="4400"/>
            </a:lvl3pPr>
            <a:lvl4pPr>
              <a:lnSpc>
                <a:spcPct val="80000"/>
              </a:lnSpc>
              <a:spcBef>
                <a:spcPts val="0"/>
              </a:spcBef>
              <a:spcAft>
                <a:spcPts val="0"/>
              </a:spcAft>
              <a:buClr>
                <a:srgbClr val="000000"/>
              </a:buClr>
              <a:buSzPts val="700"/>
              <a:buNone/>
              <a:defRPr sz="4400"/>
            </a:lvl4pPr>
            <a:lvl5pPr>
              <a:lnSpc>
                <a:spcPct val="80000"/>
              </a:lnSpc>
              <a:spcBef>
                <a:spcPts val="0"/>
              </a:spcBef>
              <a:spcAft>
                <a:spcPts val="0"/>
              </a:spcAft>
              <a:buClr>
                <a:srgbClr val="000000"/>
              </a:buClr>
              <a:buSzPts val="700"/>
              <a:buNone/>
              <a:defRPr sz="4400"/>
            </a:lvl5pPr>
            <a:lvl6pPr>
              <a:lnSpc>
                <a:spcPct val="80000"/>
              </a:lnSpc>
              <a:spcBef>
                <a:spcPts val="0"/>
              </a:spcBef>
              <a:spcAft>
                <a:spcPts val="0"/>
              </a:spcAft>
              <a:buClr>
                <a:srgbClr val="000000"/>
              </a:buClr>
              <a:buSzPts val="700"/>
              <a:buNone/>
              <a:defRPr sz="4400"/>
            </a:lvl6pPr>
            <a:lvl7pPr>
              <a:lnSpc>
                <a:spcPct val="80000"/>
              </a:lnSpc>
              <a:spcBef>
                <a:spcPts val="0"/>
              </a:spcBef>
              <a:spcAft>
                <a:spcPts val="0"/>
              </a:spcAft>
              <a:buClr>
                <a:srgbClr val="000000"/>
              </a:buClr>
              <a:buSzPts val="700"/>
              <a:buNone/>
              <a:defRPr sz="4400"/>
            </a:lvl7pPr>
            <a:lvl8pPr>
              <a:lnSpc>
                <a:spcPct val="80000"/>
              </a:lnSpc>
              <a:spcBef>
                <a:spcPts val="0"/>
              </a:spcBef>
              <a:spcAft>
                <a:spcPts val="0"/>
              </a:spcAft>
              <a:buClr>
                <a:srgbClr val="000000"/>
              </a:buClr>
              <a:buSzPts val="700"/>
              <a:buNone/>
              <a:defRPr sz="4400"/>
            </a:lvl8pPr>
            <a:lvl9pPr>
              <a:lnSpc>
                <a:spcPct val="80000"/>
              </a:lnSpc>
              <a:spcBef>
                <a:spcPts val="0"/>
              </a:spcBef>
              <a:spcAft>
                <a:spcPts val="0"/>
              </a:spcAft>
              <a:buClr>
                <a:srgbClr val="000000"/>
              </a:buClr>
              <a:buSzPts val="700"/>
              <a:buNone/>
              <a:defRPr sz="4400"/>
            </a:lvl9pPr>
          </a:lstStyle>
          <a:p xmlns:a="http://schemas.openxmlformats.org/drawingml/2006/main"/>
        </p:txBody>
      </p:sp>
      <p:sp>
        <p:nvSpPr>
          <p:cNvPr id="164" name="Google Shape;164;p31">
            <a:extLst xmlns:a="http://schemas.openxmlformats.org/drawingml/2006/main">
              <a:ext uri="{FF2B5EF4-FFF2-40B4-BE49-F238E27FC236}">
                <a16:creationId xmlns:a16="http://schemas.microsoft.com/office/drawing/2014/main" id="{EE27827E-319D-4069-9F57-15C8DCE62198}"/>
              </a:ext>
            </a:extLst>
          </p:cNvPr>
          <p:cNvSpPr>
            <a:spLocks xmlns:a="http://schemas.openxmlformats.org/drawingml/2006/main" noGrp="1"/>
          </p:cNvSpPr>
          <p:nvPr>
            <p:ph type="body" idx="1"/>
          </p:nvPr>
        </p:nvSpPr>
        <p:spPr>
          <a:xfrm xmlns:a="http://schemas.openxmlformats.org/drawingml/2006/main">
            <a:off x="201377" y="1659663"/>
            <a:ext cx="8741400" cy="186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lvl1pPr marL="457200" indent="-317500">
              <a:lnSpc>
                <a:spcPct val="90000"/>
              </a:lnSpc>
              <a:spcBef>
                <a:spcPts val="0"/>
              </a:spcBef>
              <a:spcAft>
                <a:spcPts val="0"/>
              </a:spcAft>
              <a:buClr>
                <a:srgbClr val="7F7F7F"/>
              </a:buClr>
              <a:buSzPts val="1400"/>
              <a:buFont typeface="Helvetica Neue"/>
              <a:buChar char="●"/>
              <a:defRPr sz="1400">
                <a:solidFill>
                  <a:srgbClr val="7F7F7F"/>
                </a:solidFill>
              </a:defRPr>
            </a:lvl1pPr>
            <a:lvl2pPr marL="914400" indent="-273050">
              <a:lnSpc>
                <a:spcPct val="100000"/>
              </a:lnSpc>
              <a:spcBef>
                <a:spcPts val="0"/>
              </a:spcBef>
              <a:spcAft>
                <a:spcPts val="0"/>
              </a:spcAft>
              <a:buClr>
                <a:srgbClr val="000000"/>
              </a:buClr>
              <a:buSzPts val="700"/>
              <a:buChar char="○"/>
              <a:defRPr sz="2100"/>
            </a:lvl2pPr>
            <a:lvl3pPr marL="1371600" indent="-273050">
              <a:lnSpc>
                <a:spcPct val="100000"/>
              </a:lnSpc>
              <a:spcBef>
                <a:spcPts val="0"/>
              </a:spcBef>
              <a:spcAft>
                <a:spcPts val="0"/>
              </a:spcAft>
              <a:buClr>
                <a:srgbClr val="000000"/>
              </a:buClr>
              <a:buSzPts val="700"/>
              <a:buChar char="■"/>
              <a:defRPr sz="2100"/>
            </a:lvl3pPr>
            <a:lvl4pPr marL="1828800" indent="-273050">
              <a:lnSpc>
                <a:spcPct val="100000"/>
              </a:lnSpc>
              <a:spcBef>
                <a:spcPts val="0"/>
              </a:spcBef>
              <a:spcAft>
                <a:spcPts val="0"/>
              </a:spcAft>
              <a:buClr>
                <a:srgbClr val="000000"/>
              </a:buClr>
              <a:buSzPts val="700"/>
              <a:buChar char="●"/>
              <a:defRPr sz="2100"/>
            </a:lvl4pPr>
            <a:lvl5pPr marL="2286000" indent="-273050">
              <a:lnSpc>
                <a:spcPct val="100000"/>
              </a:lnSpc>
              <a:spcBef>
                <a:spcPts val="0"/>
              </a:spcBef>
              <a:spcAft>
                <a:spcPts val="0"/>
              </a:spcAft>
              <a:buClr>
                <a:srgbClr val="000000"/>
              </a:buClr>
              <a:buSzPts val="700"/>
              <a:buChar char="○"/>
              <a:defRPr sz="2100"/>
            </a:lvl5pPr>
            <a:lvl6pPr marL="2743200" indent="-273050">
              <a:lnSpc>
                <a:spcPct val="100000"/>
              </a:lnSpc>
              <a:spcBef>
                <a:spcPts val="0"/>
              </a:spcBef>
              <a:spcAft>
                <a:spcPts val="0"/>
              </a:spcAft>
              <a:buClr>
                <a:srgbClr val="000000"/>
              </a:buClr>
              <a:buSzPts val="700"/>
              <a:buChar char="■"/>
              <a:defRPr sz="2100"/>
            </a:lvl6pPr>
            <a:lvl7pPr marL="3200400" indent="-273050">
              <a:lnSpc>
                <a:spcPct val="100000"/>
              </a:lnSpc>
              <a:spcBef>
                <a:spcPts val="0"/>
              </a:spcBef>
              <a:spcAft>
                <a:spcPts val="0"/>
              </a:spcAft>
              <a:buClr>
                <a:srgbClr val="000000"/>
              </a:buClr>
              <a:buSzPts val="700"/>
              <a:buChar char="●"/>
              <a:defRPr sz="2100"/>
            </a:lvl7pPr>
            <a:lvl8pPr marL="3657600" indent="-273050">
              <a:lnSpc>
                <a:spcPct val="100000"/>
              </a:lnSpc>
              <a:spcBef>
                <a:spcPts val="0"/>
              </a:spcBef>
              <a:spcAft>
                <a:spcPts val="0"/>
              </a:spcAft>
              <a:buClr>
                <a:srgbClr val="000000"/>
              </a:buClr>
              <a:buSzPts val="700"/>
              <a:buChar char="○"/>
              <a:defRPr sz="2100"/>
            </a:lvl8pPr>
            <a:lvl9pPr marL="4114800" indent="-273050">
              <a:lnSpc>
                <a:spcPct val="100000"/>
              </a:lnSpc>
              <a:spcBef>
                <a:spcPts val="0"/>
              </a:spcBef>
              <a:spcAft>
                <a:spcPts val="0"/>
              </a:spcAft>
              <a:buClr>
                <a:srgbClr val="000000"/>
              </a:buClr>
              <a:buSzPts val="700"/>
              <a:buChar char="■"/>
              <a:defRPr sz="2100"/>
            </a:lvl9pPr>
          </a:lstStyle>
          <a:p xmlns:a="http://schemas.openxmlformats.org/drawingml/2006/main"/>
        </p:txBody>
      </p:sp>
      <p:pic>
        <p:nvPicPr>
          <p:cNvPr id="168" name="Google Shape;165;p31"/>
          <p:cNvPicPr>
            <a:picLocks xmlns:a="http://schemas.openxmlformats.org/drawingml/2006/main" noChangeAspect="1"/>
          </p:cNvPicPr>
          <p:nvPr/>
        </p:nvPicPr>
        <p:blipFill rotWithShape="1">
          <a:blip xmlns:r="http://schemas.openxmlformats.org/officeDocument/2006/relationships" xmlns:a="http://schemas.openxmlformats.org/drawingml/2006/main" r:embed="Rb6ec727aa44442da">
            <a:alphaModFix/>
          </a:blip>
          <a:srcRect xmlns:a="http://schemas.openxmlformats.org/drawingml/2006/main" l="0" t="0" r="0" b="0"/>
          <a:stretch xmlns:a="http://schemas.openxmlformats.org/drawingml/2006/main"/>
        </p:blipFill>
        <p:spPr>
          <a:xfrm xmlns:a="http://schemas.openxmlformats.org/drawingml/2006/main">
            <a:off x="228600" y="4836074"/>
            <a:ext cx="153925" cy="153925"/>
          </a:xfrm>
          <a:prstGeom xmlns:a="http://schemas.openxmlformats.org/drawingml/2006/main" prst="rect">
            <a:avLst/>
          </a:prstGeom>
          <a:ln xmlns:a="http://schemas.openxmlformats.org/drawingml/2006/main">
            <a:noFill/>
          </a:ln>
        </p:spPr>
      </p:pic>
    </p:spTree>
  </p:cSld>
</p:sldLayout>
</file>

<file path=ppt/slideLayouts/slideLayout31.xml><?xml version="1.0" encoding="utf-8"?>
<p:sldLayout xmlns:p="http://schemas.openxmlformats.org/presentationml/2006/main" matchingName="Content - 1 text box">
  <p:cSld name="Title + 5 columns_2">
    <p:bg>
      <p:bgPr>
        <a:solidFill xmlns:a="http://schemas.openxmlformats.org/drawingml/2006/main">
          <a:schemeClr val="lt1"/>
        </a:solidFill>
      </p:bgPr>
    </p:bg>
    <p:spTree>
      <p:nvGrpSpPr>
        <p:cNvPr id="1" name=""/>
        <p:cNvGrpSpPr/>
        <p:nvPr/>
      </p:nvGrpSpPr>
      <p:grpSpPr>
        <a:xfrm xmlns:a="http://schemas.openxmlformats.org/drawingml/2006/main"/>
      </p:grpSpPr>
      <p:sp>
        <p:nvSpPr>
          <p:cNvPr id="167" name="Google Shape;167;p32">
            <a:extLst xmlns:a="http://schemas.openxmlformats.org/drawingml/2006/main">
              <a:ext uri="{FF2B5EF4-FFF2-40B4-BE49-F238E27FC236}">
                <a16:creationId xmlns:a16="http://schemas.microsoft.com/office/drawing/2014/main" id="{DEC248EB-0260-4B81-A8C1-3A8737F18927}"/>
              </a:ext>
            </a:extLst>
          </p:cNvPr>
          <p:cNvSpPr>
            <a:spLocks xmlns:a="http://schemas.openxmlformats.org/drawingml/2006/main" noGrp="1"/>
          </p:cNvSpPr>
          <p:nvPr>
            <p:ph type="body" idx="1"/>
          </p:nvPr>
        </p:nvSpPr>
        <p:spPr>
          <a:xfrm xmlns:a="http://schemas.openxmlformats.org/drawingml/2006/main">
            <a:off x="201378" y="164051"/>
            <a:ext cx="1948200" cy="160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noAutofit/>
          </a:bodyPr>
          <a:lstStyle xmlns:a="http://schemas.openxmlformats.org/drawingml/2006/main">
            <a:lvl1pPr marL="457200" indent="-228600" algn="l">
              <a:lnSpc>
                <a:spcPct val="90000"/>
              </a:lnSpc>
              <a:spcBef>
                <a:spcPts val="375"/>
              </a:spcBef>
              <a:spcAft>
                <a:spcPts val="0"/>
              </a:spcAft>
              <a:buClr>
                <a:schemeClr val="dk2"/>
              </a:buClr>
              <a:buSzPts val="750"/>
              <a:buFont typeface="Arial"/>
              <a:buNone/>
              <a:defRPr sz="750">
                <a:solidFill>
                  <a:schemeClr val="dk2"/>
                </a:solidFill>
              </a:defRPr>
            </a:lvl1pPr>
            <a:lvl2pPr marL="914400" indent="-271463" algn="l">
              <a:lnSpc>
                <a:spcPct val="90000"/>
              </a:lnSpc>
              <a:spcBef>
                <a:spcPts val="1200"/>
              </a:spcBef>
              <a:spcAft>
                <a:spcPts val="0"/>
              </a:spcAft>
              <a:buClr>
                <a:schemeClr val="dk1"/>
              </a:buClr>
              <a:buSzPts val="675"/>
              <a:buChar char="○"/>
              <a:defRPr sz="900"/>
            </a:lvl2pPr>
            <a:lvl3pPr marL="1371600" indent="-271463" algn="l">
              <a:lnSpc>
                <a:spcPct val="90000"/>
              </a:lnSpc>
              <a:spcBef>
                <a:spcPts val="1200"/>
              </a:spcBef>
              <a:spcAft>
                <a:spcPts val="0"/>
              </a:spcAft>
              <a:buClr>
                <a:schemeClr val="dk1"/>
              </a:buClr>
              <a:buSzPts val="675"/>
              <a:buChar char="■"/>
              <a:defRPr sz="750"/>
            </a:lvl3pPr>
            <a:lvl4pPr marL="1828800" indent="-271463" algn="l">
              <a:lnSpc>
                <a:spcPct val="90000"/>
              </a:lnSpc>
              <a:spcBef>
                <a:spcPts val="1200"/>
              </a:spcBef>
              <a:spcAft>
                <a:spcPts val="0"/>
              </a:spcAft>
              <a:buClr>
                <a:schemeClr val="dk1"/>
              </a:buClr>
              <a:buSzPts val="675"/>
              <a:buChar char="●"/>
              <a:defRPr sz="675"/>
            </a:lvl4pPr>
            <a:lvl5pPr marL="2286000" indent="-271463" algn="l">
              <a:lnSpc>
                <a:spcPct val="90000"/>
              </a:lnSpc>
              <a:spcBef>
                <a:spcPts val="1200"/>
              </a:spcBef>
              <a:spcAft>
                <a:spcPts val="0"/>
              </a:spcAft>
              <a:buClr>
                <a:schemeClr val="dk1"/>
              </a:buClr>
              <a:buSzPts val="675"/>
              <a:buChar char="○"/>
              <a:defRPr sz="675"/>
            </a:lvl5pPr>
            <a:lvl6pPr marL="2743200" indent="-271463" algn="l">
              <a:lnSpc>
                <a:spcPct val="90000"/>
              </a:lnSpc>
              <a:spcBef>
                <a:spcPts val="1200"/>
              </a:spcBef>
              <a:spcAft>
                <a:spcPts val="0"/>
              </a:spcAft>
              <a:buClr>
                <a:schemeClr val="dk1"/>
              </a:buClr>
              <a:buSzPts val="675"/>
              <a:buChar char="■"/>
              <a:defRPr sz="675"/>
            </a:lvl6pPr>
            <a:lvl7pPr marL="3200400" indent="-271463" algn="l">
              <a:lnSpc>
                <a:spcPct val="90000"/>
              </a:lnSpc>
              <a:spcBef>
                <a:spcPts val="1200"/>
              </a:spcBef>
              <a:spcAft>
                <a:spcPts val="0"/>
              </a:spcAft>
              <a:buClr>
                <a:schemeClr val="dk1"/>
              </a:buClr>
              <a:buSzPts val="675"/>
              <a:buChar char="●"/>
              <a:defRPr sz="675"/>
            </a:lvl7pPr>
            <a:lvl8pPr marL="3657600" indent="-271463" algn="l">
              <a:lnSpc>
                <a:spcPct val="90000"/>
              </a:lnSpc>
              <a:spcBef>
                <a:spcPts val="1200"/>
              </a:spcBef>
              <a:spcAft>
                <a:spcPts val="0"/>
              </a:spcAft>
              <a:buClr>
                <a:schemeClr val="dk1"/>
              </a:buClr>
              <a:buSzPts val="675"/>
              <a:buChar char="○"/>
              <a:defRPr sz="675"/>
            </a:lvl8pPr>
            <a:lvl9pPr marL="4114800" indent="-271463" algn="l">
              <a:lnSpc>
                <a:spcPct val="90000"/>
              </a:lnSpc>
              <a:spcBef>
                <a:spcPts val="1200"/>
              </a:spcBef>
              <a:spcAft>
                <a:spcPts val="1200"/>
              </a:spcAft>
              <a:buClr>
                <a:schemeClr val="dk1"/>
              </a:buClr>
              <a:buSzPts val="675"/>
              <a:buChar char="■"/>
              <a:defRPr sz="675"/>
            </a:lvl9pPr>
          </a:lstStyle>
          <a:p xmlns:a="http://schemas.openxmlformats.org/drawingml/2006/main"/>
        </p:txBody>
      </p:sp>
      <p:sp>
        <p:nvSpPr>
          <p:cNvPr id="168" name="Google Shape;168;p32">
            <a:extLst xmlns:a="http://schemas.openxmlformats.org/drawingml/2006/main">
              <a:ext uri="{FF2B5EF4-FFF2-40B4-BE49-F238E27FC236}">
                <a16:creationId xmlns:a16="http://schemas.microsoft.com/office/drawing/2014/main" id="{C5A13F91-C911-4C3B-BBC4-3A5E407B92C2}"/>
              </a:ext>
            </a:extLst>
          </p:cNvPr>
          <p:cNvSpPr>
            <a:spLocks xmlns:a="http://schemas.openxmlformats.org/drawingml/2006/main" noGrp="1"/>
          </p:cNvSpPr>
          <p:nvPr>
            <p:ph type="title" idx="0"/>
          </p:nvPr>
        </p:nvSpPr>
        <p:spPr>
          <a:xfrm xmlns:a="http://schemas.openxmlformats.org/drawingml/2006/main">
            <a:off x="201378" y="295836"/>
            <a:ext cx="2334600" cy="657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noAutofit/>
          </a:bodyPr>
          <a:lstStyle xmlns:a="http://schemas.openxmlformats.org/drawingml/2006/main">
            <a:lvl1pPr algn="l">
              <a:lnSpc>
                <a:spcPct val="90000"/>
              </a:lnSpc>
              <a:spcBef>
                <a:spcPts val="0"/>
              </a:spcBef>
              <a:spcAft>
                <a:spcPts val="0"/>
              </a:spcAft>
              <a:buClr>
                <a:schemeClr val="dk1"/>
              </a:buClr>
              <a:buSzPts val="2250"/>
              <a:buFont typeface="Arial"/>
              <a:buNone/>
              <a:defRPr sz="2250"/>
            </a:lvl1pPr>
            <a:lvl2pPr>
              <a:spcBef>
                <a:spcPts val="0"/>
              </a:spcBef>
              <a:spcAft>
                <a:spcPts val="0"/>
              </a:spcAft>
              <a:buSzPts val="525"/>
              <a:buNone/>
              <a:defRPr sz="675"/>
            </a:lvl2pPr>
            <a:lvl3pPr>
              <a:spcBef>
                <a:spcPts val="0"/>
              </a:spcBef>
              <a:spcAft>
                <a:spcPts val="0"/>
              </a:spcAft>
              <a:buSzPts val="525"/>
              <a:buNone/>
              <a:defRPr sz="675"/>
            </a:lvl3pPr>
            <a:lvl4pPr>
              <a:spcBef>
                <a:spcPts val="0"/>
              </a:spcBef>
              <a:spcAft>
                <a:spcPts val="0"/>
              </a:spcAft>
              <a:buSzPts val="525"/>
              <a:buNone/>
              <a:defRPr sz="675"/>
            </a:lvl4pPr>
            <a:lvl5pPr>
              <a:spcBef>
                <a:spcPts val="0"/>
              </a:spcBef>
              <a:spcAft>
                <a:spcPts val="0"/>
              </a:spcAft>
              <a:buSzPts val="525"/>
              <a:buNone/>
              <a:defRPr sz="675"/>
            </a:lvl5pPr>
            <a:lvl6pPr>
              <a:spcBef>
                <a:spcPts val="0"/>
              </a:spcBef>
              <a:spcAft>
                <a:spcPts val="0"/>
              </a:spcAft>
              <a:buSzPts val="525"/>
              <a:buNone/>
              <a:defRPr sz="675"/>
            </a:lvl6pPr>
            <a:lvl7pPr>
              <a:spcBef>
                <a:spcPts val="0"/>
              </a:spcBef>
              <a:spcAft>
                <a:spcPts val="0"/>
              </a:spcAft>
              <a:buSzPts val="525"/>
              <a:buNone/>
              <a:defRPr sz="675"/>
            </a:lvl7pPr>
            <a:lvl8pPr>
              <a:spcBef>
                <a:spcPts val="0"/>
              </a:spcBef>
              <a:spcAft>
                <a:spcPts val="0"/>
              </a:spcAft>
              <a:buSzPts val="525"/>
              <a:buNone/>
              <a:defRPr sz="675"/>
            </a:lvl8pPr>
            <a:lvl9pPr>
              <a:spcBef>
                <a:spcPts val="0"/>
              </a:spcBef>
              <a:spcAft>
                <a:spcPts val="0"/>
              </a:spcAft>
              <a:buSzPts val="525"/>
              <a:buNone/>
              <a:defRPr sz="675"/>
            </a:lvl9pPr>
          </a:lstStyle>
          <a:p xmlns:a="http://schemas.openxmlformats.org/drawingml/2006/main"/>
        </p:txBody>
      </p:sp>
      <p:sp>
        <p:nvSpPr>
          <p:cNvPr id="169" name="Google Shape;169;p32">
            <a:extLst xmlns:a="http://schemas.openxmlformats.org/drawingml/2006/main">
              <a:ext uri="{FF2B5EF4-FFF2-40B4-BE49-F238E27FC236}">
                <a16:creationId xmlns:a16="http://schemas.microsoft.com/office/drawing/2014/main" id="{1D3A0906-303A-41E0-8189-8F50E408E140}"/>
              </a:ext>
            </a:extLst>
          </p:cNvPr>
          <p:cNvSpPr>
            <a:spLocks xmlns:a="http://schemas.openxmlformats.org/drawingml/2006/main" noGrp="1"/>
          </p:cNvSpPr>
          <p:nvPr>
            <p:ph type="body" idx="2"/>
          </p:nvPr>
        </p:nvSpPr>
        <p:spPr>
          <a:xfrm xmlns:a="http://schemas.openxmlformats.org/drawingml/2006/main">
            <a:off x="201363" y="1907550"/>
            <a:ext cx="8714100" cy="1756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spAutoFit/>
          </a:bodyPr>
          <a:lstStyle xmlns:a="http://schemas.openxmlformats.org/drawingml/2006/main">
            <a:lvl1pPr marL="457200" indent="-228600" algn="l">
              <a:lnSpc>
                <a:spcPct val="110000"/>
              </a:lnSpc>
              <a:spcBef>
                <a:spcPts val="0"/>
              </a:spcBef>
              <a:spcAft>
                <a:spcPts val="0"/>
              </a:spcAft>
              <a:buClr>
                <a:schemeClr val="dk1"/>
              </a:buClr>
              <a:buSzPts val="1900"/>
              <a:buFont typeface="Arial"/>
              <a:buNone/>
              <a:defRPr sz="1900">
                <a:solidFill>
                  <a:schemeClr val="dk1"/>
                </a:solidFill>
              </a:defRPr>
            </a:lvl1pPr>
            <a:lvl2pPr marL="914400" indent="-228600" algn="l">
              <a:lnSpc>
                <a:spcPct val="90000"/>
              </a:lnSpc>
              <a:spcBef>
                <a:spcPts val="225"/>
              </a:spcBef>
              <a:spcAft>
                <a:spcPts val="0"/>
              </a:spcAft>
              <a:buClr>
                <a:schemeClr val="dk1"/>
              </a:buClr>
              <a:buSzPts val="525"/>
              <a:buNone/>
              <a:defRPr sz="525"/>
            </a:lvl2pPr>
            <a:lvl3pPr marL="1371600" indent="-228600" algn="l">
              <a:lnSpc>
                <a:spcPct val="90000"/>
              </a:lnSpc>
              <a:spcBef>
                <a:spcPts val="1200"/>
              </a:spcBef>
              <a:spcAft>
                <a:spcPts val="0"/>
              </a:spcAft>
              <a:buClr>
                <a:schemeClr val="dk1"/>
              </a:buClr>
              <a:buSzPts val="450"/>
              <a:buNone/>
              <a:defRPr sz="450"/>
            </a:lvl3pPr>
            <a:lvl4pPr marL="1828800" indent="-228600" algn="l">
              <a:lnSpc>
                <a:spcPct val="90000"/>
              </a:lnSpc>
              <a:spcBef>
                <a:spcPts val="1200"/>
              </a:spcBef>
              <a:spcAft>
                <a:spcPts val="0"/>
              </a:spcAft>
              <a:buClr>
                <a:schemeClr val="dk1"/>
              </a:buClr>
              <a:buSzPts val="375"/>
              <a:buNone/>
              <a:defRPr sz="375"/>
            </a:lvl4pPr>
            <a:lvl5pPr marL="2286000" indent="-228600" algn="l">
              <a:lnSpc>
                <a:spcPct val="90000"/>
              </a:lnSpc>
              <a:spcBef>
                <a:spcPts val="1200"/>
              </a:spcBef>
              <a:spcAft>
                <a:spcPts val="0"/>
              </a:spcAft>
              <a:buClr>
                <a:schemeClr val="dk1"/>
              </a:buClr>
              <a:buSzPts val="375"/>
              <a:buNone/>
              <a:defRPr sz="375"/>
            </a:lvl5pPr>
            <a:lvl6pPr marL="2743200" indent="-228600" algn="l">
              <a:lnSpc>
                <a:spcPct val="90000"/>
              </a:lnSpc>
              <a:spcBef>
                <a:spcPts val="1200"/>
              </a:spcBef>
              <a:spcAft>
                <a:spcPts val="0"/>
              </a:spcAft>
              <a:buClr>
                <a:schemeClr val="dk1"/>
              </a:buClr>
              <a:buSzPts val="375"/>
              <a:buNone/>
              <a:defRPr sz="375"/>
            </a:lvl6pPr>
            <a:lvl7pPr marL="3200400" indent="-228600" algn="l">
              <a:lnSpc>
                <a:spcPct val="90000"/>
              </a:lnSpc>
              <a:spcBef>
                <a:spcPts val="1200"/>
              </a:spcBef>
              <a:spcAft>
                <a:spcPts val="0"/>
              </a:spcAft>
              <a:buClr>
                <a:schemeClr val="dk1"/>
              </a:buClr>
              <a:buSzPts val="375"/>
              <a:buNone/>
              <a:defRPr sz="375"/>
            </a:lvl7pPr>
            <a:lvl8pPr marL="3657600" indent="-228600" algn="l">
              <a:lnSpc>
                <a:spcPct val="90000"/>
              </a:lnSpc>
              <a:spcBef>
                <a:spcPts val="1200"/>
              </a:spcBef>
              <a:spcAft>
                <a:spcPts val="0"/>
              </a:spcAft>
              <a:buClr>
                <a:schemeClr val="dk1"/>
              </a:buClr>
              <a:buSzPts val="375"/>
              <a:buNone/>
              <a:defRPr sz="375"/>
            </a:lvl8pPr>
            <a:lvl9pPr marL="4114800" indent="-228600" algn="l">
              <a:lnSpc>
                <a:spcPct val="90000"/>
              </a:lnSpc>
              <a:spcBef>
                <a:spcPts val="1200"/>
              </a:spcBef>
              <a:spcAft>
                <a:spcPts val="1200"/>
              </a:spcAft>
              <a:buClr>
                <a:schemeClr val="dk1"/>
              </a:buClr>
              <a:buSzPts val="375"/>
              <a:buNone/>
              <a:defRPr sz="375"/>
            </a:lvl9pPr>
          </a:lstStyle>
          <a:p xmlns:a="http://schemas.openxmlformats.org/drawingml/2006/main"/>
        </p:txBody>
      </p:sp>
      <p:pic>
        <p:nvPicPr>
          <p:cNvPr id="174" name="Google Shape;170;p32"/>
          <p:cNvPicPr>
            <a:picLocks xmlns:a="http://schemas.openxmlformats.org/drawingml/2006/main" noChangeAspect="1"/>
          </p:cNvPicPr>
          <p:nvPr/>
        </p:nvPicPr>
        <p:blipFill>
          <a:blip xmlns:r="http://schemas.openxmlformats.org/officeDocument/2006/relationships" xmlns:a="http://schemas.openxmlformats.org/drawingml/2006/main" r:embed="R705c60cec1a44189">
            <a:alphaModFix/>
          </a:blip>
          <a:stretch xmlns:a="http://schemas.openxmlformats.org/drawingml/2006/main">
            <a:fillRect l="0" t="0" r="0" b="0"/>
          </a:stretch>
        </p:blipFill>
        <p:spPr>
          <a:xfrm xmlns:a="http://schemas.openxmlformats.org/drawingml/2006/main">
            <a:off x="228600" y="4836074"/>
            <a:ext cx="153925" cy="153925"/>
          </a:xfrm>
          <a:prstGeom xmlns:a="http://schemas.openxmlformats.org/drawingml/2006/main" prst="rect">
            <a:avLst/>
          </a:prstGeom>
          <a:ln xmlns:a="http://schemas.openxmlformats.org/drawingml/2006/main">
            <a:noFill/>
          </a:ln>
        </p:spPr>
      </p:pic>
    </p:spTree>
  </p:cSld>
</p:sldLayout>
</file>

<file path=ppt/slideLayouts/slideLayout32.xml><?xml version="1.0" encoding="utf-8"?>
<p:sldLayout xmlns:p="http://schemas.openxmlformats.org/presentationml/2006/main" matchingName="Content - Image BG">
  <p:cSld name="Title + 5 columns_2_2">
    <p:bg>
      <p:bgPr>
        <a:solidFill xmlns:a="http://schemas.openxmlformats.org/drawingml/2006/main">
          <a:schemeClr val="lt1"/>
        </a:solidFill>
      </p:bgPr>
    </p:bg>
    <p:spTree>
      <p:nvGrpSpPr>
        <p:cNvPr id="1" name=""/>
        <p:cNvGrpSpPr/>
        <p:nvPr/>
      </p:nvGrpSpPr>
      <p:grpSpPr>
        <a:xfrm xmlns:a="http://schemas.openxmlformats.org/drawingml/2006/main"/>
      </p:grpSpPr>
      <p:sp>
        <p:nvSpPr>
          <p:cNvPr id="172" name="Google Shape;172;p33">
            <a:extLst xmlns:a="http://schemas.openxmlformats.org/drawingml/2006/main">
              <a:ext uri="{FF2B5EF4-FFF2-40B4-BE49-F238E27FC236}">
                <a16:creationId xmlns:a16="http://schemas.microsoft.com/office/drawing/2014/main" id="{2E29EFEB-758F-4D2E-9337-3B14E9B120D6}"/>
              </a:ext>
            </a:extLst>
          </p:cNvPr>
          <p:cNvSpPr>
            <a:spLocks xmlns:a="http://schemas.openxmlformats.org/drawingml/2006/main" noGrp="1"/>
          </p:cNvSpPr>
          <p:nvPr>
            <p:ph type="title" idx="0"/>
          </p:nvPr>
        </p:nvSpPr>
        <p:spPr>
          <a:xfrm xmlns:a="http://schemas.openxmlformats.org/drawingml/2006/main">
            <a:off x="201378" y="295836"/>
            <a:ext cx="2334600" cy="657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noAutofit/>
          </a:bodyPr>
          <a:lstStyle xmlns:a="http://schemas.openxmlformats.org/drawingml/2006/main">
            <a:lvl1pPr algn="l">
              <a:lnSpc>
                <a:spcPct val="90000"/>
              </a:lnSpc>
              <a:spcBef>
                <a:spcPts val="0"/>
              </a:spcBef>
              <a:spcAft>
                <a:spcPts val="0"/>
              </a:spcAft>
              <a:buClr>
                <a:schemeClr val="dk1"/>
              </a:buClr>
              <a:buSzPts val="2250"/>
              <a:buFont typeface="Arial"/>
              <a:buNone/>
              <a:defRPr sz="2250"/>
            </a:lvl1pPr>
            <a:lvl2pPr>
              <a:spcBef>
                <a:spcPts val="0"/>
              </a:spcBef>
              <a:spcAft>
                <a:spcPts val="0"/>
              </a:spcAft>
              <a:buSzPts val="525"/>
              <a:buNone/>
              <a:defRPr sz="675"/>
            </a:lvl2pPr>
            <a:lvl3pPr>
              <a:spcBef>
                <a:spcPts val="0"/>
              </a:spcBef>
              <a:spcAft>
                <a:spcPts val="0"/>
              </a:spcAft>
              <a:buSzPts val="525"/>
              <a:buNone/>
              <a:defRPr sz="675"/>
            </a:lvl3pPr>
            <a:lvl4pPr>
              <a:spcBef>
                <a:spcPts val="0"/>
              </a:spcBef>
              <a:spcAft>
                <a:spcPts val="0"/>
              </a:spcAft>
              <a:buSzPts val="525"/>
              <a:buNone/>
              <a:defRPr sz="675"/>
            </a:lvl4pPr>
            <a:lvl5pPr>
              <a:spcBef>
                <a:spcPts val="0"/>
              </a:spcBef>
              <a:spcAft>
                <a:spcPts val="0"/>
              </a:spcAft>
              <a:buSzPts val="525"/>
              <a:buNone/>
              <a:defRPr sz="675"/>
            </a:lvl5pPr>
            <a:lvl6pPr>
              <a:spcBef>
                <a:spcPts val="0"/>
              </a:spcBef>
              <a:spcAft>
                <a:spcPts val="0"/>
              </a:spcAft>
              <a:buSzPts val="525"/>
              <a:buNone/>
              <a:defRPr sz="675"/>
            </a:lvl6pPr>
            <a:lvl7pPr>
              <a:spcBef>
                <a:spcPts val="0"/>
              </a:spcBef>
              <a:spcAft>
                <a:spcPts val="0"/>
              </a:spcAft>
              <a:buSzPts val="525"/>
              <a:buNone/>
              <a:defRPr sz="675"/>
            </a:lvl7pPr>
            <a:lvl8pPr>
              <a:spcBef>
                <a:spcPts val="0"/>
              </a:spcBef>
              <a:spcAft>
                <a:spcPts val="0"/>
              </a:spcAft>
              <a:buSzPts val="525"/>
              <a:buNone/>
              <a:defRPr sz="675"/>
            </a:lvl8pPr>
            <a:lvl9pPr>
              <a:spcBef>
                <a:spcPts val="0"/>
              </a:spcBef>
              <a:spcAft>
                <a:spcPts val="0"/>
              </a:spcAft>
              <a:buSzPts val="525"/>
              <a:buNone/>
              <a:defRPr sz="675"/>
            </a:lvl9pPr>
          </a:lstStyle>
          <a:p xmlns:a="http://schemas.openxmlformats.org/drawingml/2006/main"/>
        </p:txBody>
      </p:sp>
      <p:sp>
        <p:nvSpPr>
          <p:cNvPr id="173" name="Google Shape;173;p33">
            <a:extLst xmlns:a="http://schemas.openxmlformats.org/drawingml/2006/main">
              <a:ext uri="{FF2B5EF4-FFF2-40B4-BE49-F238E27FC236}">
                <a16:creationId xmlns:a16="http://schemas.microsoft.com/office/drawing/2014/main" id="{D0811D07-1F6C-4B1C-9330-3E0BDEAFD326}"/>
              </a:ext>
            </a:extLst>
          </p:cNvPr>
          <p:cNvSpPr>
            <a:spLocks xmlns:a="http://schemas.openxmlformats.org/drawingml/2006/main" noGrp="1"/>
          </p:cNvSpPr>
          <p:nvPr>
            <p:ph type="body" idx="1"/>
          </p:nvPr>
        </p:nvSpPr>
        <p:spPr>
          <a:xfrm xmlns:a="http://schemas.openxmlformats.org/drawingml/2006/main">
            <a:off x="201374" y="1907550"/>
            <a:ext cx="2834400" cy="1756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spAutoFit/>
          </a:bodyPr>
          <a:lstStyle xmlns:a="http://schemas.openxmlformats.org/drawingml/2006/main">
            <a:lvl1pPr marL="457200" indent="-228600" algn="l">
              <a:lnSpc>
                <a:spcPct val="110000"/>
              </a:lnSpc>
              <a:spcBef>
                <a:spcPts val="0"/>
              </a:spcBef>
              <a:spcAft>
                <a:spcPts val="0"/>
              </a:spcAft>
              <a:buClr>
                <a:schemeClr val="dk1"/>
              </a:buClr>
              <a:buSzPts val="1900"/>
              <a:buFont typeface="Arial"/>
              <a:buNone/>
              <a:defRPr sz="1900">
                <a:solidFill>
                  <a:schemeClr val="dk1"/>
                </a:solidFill>
              </a:defRPr>
            </a:lvl1pPr>
            <a:lvl2pPr marL="914400" indent="-228600" algn="l">
              <a:lnSpc>
                <a:spcPct val="90000"/>
              </a:lnSpc>
              <a:spcBef>
                <a:spcPts val="225"/>
              </a:spcBef>
              <a:spcAft>
                <a:spcPts val="0"/>
              </a:spcAft>
              <a:buClr>
                <a:schemeClr val="dk1"/>
              </a:buClr>
              <a:buSzPts val="525"/>
              <a:buNone/>
              <a:defRPr sz="525"/>
            </a:lvl2pPr>
            <a:lvl3pPr marL="1371600" indent="-228600" algn="l">
              <a:lnSpc>
                <a:spcPct val="90000"/>
              </a:lnSpc>
              <a:spcBef>
                <a:spcPts val="1200"/>
              </a:spcBef>
              <a:spcAft>
                <a:spcPts val="0"/>
              </a:spcAft>
              <a:buClr>
                <a:schemeClr val="dk1"/>
              </a:buClr>
              <a:buSzPts val="450"/>
              <a:buNone/>
              <a:defRPr sz="450"/>
            </a:lvl3pPr>
            <a:lvl4pPr marL="1828800" indent="-228600" algn="l">
              <a:lnSpc>
                <a:spcPct val="90000"/>
              </a:lnSpc>
              <a:spcBef>
                <a:spcPts val="1200"/>
              </a:spcBef>
              <a:spcAft>
                <a:spcPts val="0"/>
              </a:spcAft>
              <a:buClr>
                <a:schemeClr val="dk1"/>
              </a:buClr>
              <a:buSzPts val="375"/>
              <a:buNone/>
              <a:defRPr sz="375"/>
            </a:lvl4pPr>
            <a:lvl5pPr marL="2286000" indent="-228600" algn="l">
              <a:lnSpc>
                <a:spcPct val="90000"/>
              </a:lnSpc>
              <a:spcBef>
                <a:spcPts val="1200"/>
              </a:spcBef>
              <a:spcAft>
                <a:spcPts val="0"/>
              </a:spcAft>
              <a:buClr>
                <a:schemeClr val="dk1"/>
              </a:buClr>
              <a:buSzPts val="375"/>
              <a:buNone/>
              <a:defRPr sz="375"/>
            </a:lvl5pPr>
            <a:lvl6pPr marL="2743200" indent="-228600" algn="l">
              <a:lnSpc>
                <a:spcPct val="90000"/>
              </a:lnSpc>
              <a:spcBef>
                <a:spcPts val="1200"/>
              </a:spcBef>
              <a:spcAft>
                <a:spcPts val="0"/>
              </a:spcAft>
              <a:buClr>
                <a:schemeClr val="dk1"/>
              </a:buClr>
              <a:buSzPts val="375"/>
              <a:buNone/>
              <a:defRPr sz="375"/>
            </a:lvl6pPr>
            <a:lvl7pPr marL="3200400" indent="-228600" algn="l">
              <a:lnSpc>
                <a:spcPct val="90000"/>
              </a:lnSpc>
              <a:spcBef>
                <a:spcPts val="1200"/>
              </a:spcBef>
              <a:spcAft>
                <a:spcPts val="0"/>
              </a:spcAft>
              <a:buClr>
                <a:schemeClr val="dk1"/>
              </a:buClr>
              <a:buSzPts val="375"/>
              <a:buNone/>
              <a:defRPr sz="375"/>
            </a:lvl7pPr>
            <a:lvl8pPr marL="3657600" indent="-228600" algn="l">
              <a:lnSpc>
                <a:spcPct val="90000"/>
              </a:lnSpc>
              <a:spcBef>
                <a:spcPts val="1200"/>
              </a:spcBef>
              <a:spcAft>
                <a:spcPts val="0"/>
              </a:spcAft>
              <a:buClr>
                <a:schemeClr val="dk1"/>
              </a:buClr>
              <a:buSzPts val="375"/>
              <a:buNone/>
              <a:defRPr sz="375"/>
            </a:lvl8pPr>
            <a:lvl9pPr marL="4114800" indent="-228600" algn="l">
              <a:lnSpc>
                <a:spcPct val="90000"/>
              </a:lnSpc>
              <a:spcBef>
                <a:spcPts val="1200"/>
              </a:spcBef>
              <a:spcAft>
                <a:spcPts val="1200"/>
              </a:spcAft>
              <a:buClr>
                <a:schemeClr val="dk1"/>
              </a:buClr>
              <a:buSzPts val="375"/>
              <a:buNone/>
              <a:defRPr sz="375"/>
            </a:lvl9pPr>
          </a:lstStyle>
          <a:p xmlns:a="http://schemas.openxmlformats.org/drawingml/2006/main"/>
        </p:txBody>
      </p:sp>
      <p:pic>
        <p:nvPicPr>
          <p:cNvPr id="177" name="Google Shape;174;p33"/>
          <p:cNvPicPr>
            <a:picLocks xmlns:a="http://schemas.openxmlformats.org/drawingml/2006/main" noChangeAspect="1"/>
          </p:cNvPicPr>
          <p:nvPr/>
        </p:nvPicPr>
        <p:blipFill rotWithShape="1">
          <a:blip xmlns:r="http://schemas.openxmlformats.org/officeDocument/2006/relationships" xmlns:a="http://schemas.openxmlformats.org/drawingml/2006/main" r:embed="R88a581fd6cbf41ec">
            <a:alphaModFix/>
          </a:blip>
          <a:srcRect xmlns:a="http://schemas.openxmlformats.org/drawingml/2006/main" l="0" t="0" r="0" b="0"/>
          <a:stretch xmlns:a="http://schemas.openxmlformats.org/drawingml/2006/main"/>
        </p:blipFill>
        <p:spPr>
          <a:xfrm xmlns:a="http://schemas.openxmlformats.org/drawingml/2006/main">
            <a:off x="228600" y="4836074"/>
            <a:ext cx="153925" cy="153925"/>
          </a:xfrm>
          <a:prstGeom xmlns:a="http://schemas.openxmlformats.org/drawingml/2006/main" prst="rect">
            <a:avLst/>
          </a:prstGeom>
          <a:ln xmlns:a="http://schemas.openxmlformats.org/drawingml/2006/main">
            <a:noFill/>
          </a:ln>
        </p:spPr>
      </p:pic>
    </p:spTree>
  </p:cSld>
</p:sldLayout>
</file>

<file path=ppt/slideLayouts/slideLayout33.xml><?xml version="1.0" encoding="utf-8"?>
<p:sldLayout xmlns:p="http://schemas.openxmlformats.org/presentationml/2006/main" matchingName="Content - 2 text box">
  <p:cSld name="Title + 5 columns_2_1">
    <p:bg>
      <p:bgPr>
        <a:solidFill xmlns:a="http://schemas.openxmlformats.org/drawingml/2006/main">
          <a:schemeClr val="lt1"/>
        </a:solidFill>
      </p:bgPr>
    </p:bg>
    <p:spTree>
      <p:nvGrpSpPr>
        <p:cNvPr id="1" name=""/>
        <p:cNvGrpSpPr/>
        <p:nvPr/>
      </p:nvGrpSpPr>
      <p:grpSpPr>
        <a:xfrm xmlns:a="http://schemas.openxmlformats.org/drawingml/2006/main"/>
      </p:grpSpPr>
      <p:sp>
        <p:nvSpPr>
          <p:cNvPr id="176" name="Google Shape;176;p34">
            <a:extLst xmlns:a="http://schemas.openxmlformats.org/drawingml/2006/main">
              <a:ext uri="{FF2B5EF4-FFF2-40B4-BE49-F238E27FC236}">
                <a16:creationId xmlns:a16="http://schemas.microsoft.com/office/drawing/2014/main" id="{7A5E66CE-6228-4051-873E-E330B0EE6340}"/>
              </a:ext>
            </a:extLst>
          </p:cNvPr>
          <p:cNvSpPr>
            <a:spLocks xmlns:a="http://schemas.openxmlformats.org/drawingml/2006/main" noGrp="1"/>
          </p:cNvSpPr>
          <p:nvPr>
            <p:ph type="body" idx="1"/>
          </p:nvPr>
        </p:nvSpPr>
        <p:spPr>
          <a:xfrm xmlns:a="http://schemas.openxmlformats.org/drawingml/2006/main">
            <a:off x="201378" y="164051"/>
            <a:ext cx="1948200" cy="160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noAutofit/>
          </a:bodyPr>
          <a:lstStyle xmlns:a="http://schemas.openxmlformats.org/drawingml/2006/main">
            <a:lvl1pPr marL="457200" indent="-228600" algn="l">
              <a:lnSpc>
                <a:spcPct val="90000"/>
              </a:lnSpc>
              <a:spcBef>
                <a:spcPts val="375"/>
              </a:spcBef>
              <a:spcAft>
                <a:spcPts val="0"/>
              </a:spcAft>
              <a:buClr>
                <a:schemeClr val="dk2"/>
              </a:buClr>
              <a:buSzPts val="750"/>
              <a:buFont typeface="Arial"/>
              <a:buNone/>
              <a:defRPr sz="750">
                <a:solidFill>
                  <a:schemeClr val="dk2"/>
                </a:solidFill>
              </a:defRPr>
            </a:lvl1pPr>
            <a:lvl2pPr marL="914400" indent="-271463" algn="l">
              <a:lnSpc>
                <a:spcPct val="90000"/>
              </a:lnSpc>
              <a:spcBef>
                <a:spcPts val="1200"/>
              </a:spcBef>
              <a:spcAft>
                <a:spcPts val="0"/>
              </a:spcAft>
              <a:buClr>
                <a:schemeClr val="dk1"/>
              </a:buClr>
              <a:buSzPts val="675"/>
              <a:buChar char="○"/>
              <a:defRPr sz="900"/>
            </a:lvl2pPr>
            <a:lvl3pPr marL="1371600" indent="-271463" algn="l">
              <a:lnSpc>
                <a:spcPct val="90000"/>
              </a:lnSpc>
              <a:spcBef>
                <a:spcPts val="1200"/>
              </a:spcBef>
              <a:spcAft>
                <a:spcPts val="0"/>
              </a:spcAft>
              <a:buClr>
                <a:schemeClr val="dk1"/>
              </a:buClr>
              <a:buSzPts val="675"/>
              <a:buChar char="■"/>
              <a:defRPr sz="750"/>
            </a:lvl3pPr>
            <a:lvl4pPr marL="1828800" indent="-271463" algn="l">
              <a:lnSpc>
                <a:spcPct val="90000"/>
              </a:lnSpc>
              <a:spcBef>
                <a:spcPts val="1200"/>
              </a:spcBef>
              <a:spcAft>
                <a:spcPts val="0"/>
              </a:spcAft>
              <a:buClr>
                <a:schemeClr val="dk1"/>
              </a:buClr>
              <a:buSzPts val="675"/>
              <a:buChar char="●"/>
              <a:defRPr sz="675"/>
            </a:lvl4pPr>
            <a:lvl5pPr marL="2286000" indent="-271463" algn="l">
              <a:lnSpc>
                <a:spcPct val="90000"/>
              </a:lnSpc>
              <a:spcBef>
                <a:spcPts val="1200"/>
              </a:spcBef>
              <a:spcAft>
                <a:spcPts val="0"/>
              </a:spcAft>
              <a:buClr>
                <a:schemeClr val="dk1"/>
              </a:buClr>
              <a:buSzPts val="675"/>
              <a:buChar char="○"/>
              <a:defRPr sz="675"/>
            </a:lvl5pPr>
            <a:lvl6pPr marL="2743200" indent="-271463" algn="l">
              <a:lnSpc>
                <a:spcPct val="90000"/>
              </a:lnSpc>
              <a:spcBef>
                <a:spcPts val="1200"/>
              </a:spcBef>
              <a:spcAft>
                <a:spcPts val="0"/>
              </a:spcAft>
              <a:buClr>
                <a:schemeClr val="dk1"/>
              </a:buClr>
              <a:buSzPts val="675"/>
              <a:buChar char="■"/>
              <a:defRPr sz="675"/>
            </a:lvl6pPr>
            <a:lvl7pPr marL="3200400" indent="-271463" algn="l">
              <a:lnSpc>
                <a:spcPct val="90000"/>
              </a:lnSpc>
              <a:spcBef>
                <a:spcPts val="1200"/>
              </a:spcBef>
              <a:spcAft>
                <a:spcPts val="0"/>
              </a:spcAft>
              <a:buClr>
                <a:schemeClr val="dk1"/>
              </a:buClr>
              <a:buSzPts val="675"/>
              <a:buChar char="●"/>
              <a:defRPr sz="675"/>
            </a:lvl7pPr>
            <a:lvl8pPr marL="3657600" indent="-271463" algn="l">
              <a:lnSpc>
                <a:spcPct val="90000"/>
              </a:lnSpc>
              <a:spcBef>
                <a:spcPts val="1200"/>
              </a:spcBef>
              <a:spcAft>
                <a:spcPts val="0"/>
              </a:spcAft>
              <a:buClr>
                <a:schemeClr val="dk1"/>
              </a:buClr>
              <a:buSzPts val="675"/>
              <a:buChar char="○"/>
              <a:defRPr sz="675"/>
            </a:lvl8pPr>
            <a:lvl9pPr marL="4114800" indent="-271463" algn="l">
              <a:lnSpc>
                <a:spcPct val="90000"/>
              </a:lnSpc>
              <a:spcBef>
                <a:spcPts val="1200"/>
              </a:spcBef>
              <a:spcAft>
                <a:spcPts val="1200"/>
              </a:spcAft>
              <a:buClr>
                <a:schemeClr val="dk1"/>
              </a:buClr>
              <a:buSzPts val="675"/>
              <a:buChar char="■"/>
              <a:defRPr sz="675"/>
            </a:lvl9pPr>
          </a:lstStyle>
          <a:p xmlns:a="http://schemas.openxmlformats.org/drawingml/2006/main"/>
        </p:txBody>
      </p:sp>
      <p:sp>
        <p:nvSpPr>
          <p:cNvPr id="177" name="Google Shape;177;p34">
            <a:extLst xmlns:a="http://schemas.openxmlformats.org/drawingml/2006/main">
              <a:ext uri="{FF2B5EF4-FFF2-40B4-BE49-F238E27FC236}">
                <a16:creationId xmlns:a16="http://schemas.microsoft.com/office/drawing/2014/main" id="{5A23D693-786B-4CE4-A0C0-3179FB4BE173}"/>
              </a:ext>
            </a:extLst>
          </p:cNvPr>
          <p:cNvSpPr>
            <a:spLocks xmlns:a="http://schemas.openxmlformats.org/drawingml/2006/main" noGrp="1"/>
          </p:cNvSpPr>
          <p:nvPr>
            <p:ph type="title" idx="0"/>
          </p:nvPr>
        </p:nvSpPr>
        <p:spPr>
          <a:xfrm xmlns:a="http://schemas.openxmlformats.org/drawingml/2006/main">
            <a:off x="201378" y="295836"/>
            <a:ext cx="2334600" cy="657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noAutofit/>
          </a:bodyPr>
          <a:lstStyle xmlns:a="http://schemas.openxmlformats.org/drawingml/2006/main">
            <a:lvl1pPr algn="l">
              <a:lnSpc>
                <a:spcPct val="90000"/>
              </a:lnSpc>
              <a:spcBef>
                <a:spcPts val="0"/>
              </a:spcBef>
              <a:spcAft>
                <a:spcPts val="0"/>
              </a:spcAft>
              <a:buClr>
                <a:schemeClr val="dk1"/>
              </a:buClr>
              <a:buSzPts val="2250"/>
              <a:buFont typeface="Arial"/>
              <a:buNone/>
              <a:defRPr sz="2250"/>
            </a:lvl1pPr>
            <a:lvl2pPr>
              <a:spcBef>
                <a:spcPts val="0"/>
              </a:spcBef>
              <a:spcAft>
                <a:spcPts val="0"/>
              </a:spcAft>
              <a:buSzPts val="525"/>
              <a:buNone/>
              <a:defRPr sz="675"/>
            </a:lvl2pPr>
            <a:lvl3pPr>
              <a:spcBef>
                <a:spcPts val="0"/>
              </a:spcBef>
              <a:spcAft>
                <a:spcPts val="0"/>
              </a:spcAft>
              <a:buSzPts val="525"/>
              <a:buNone/>
              <a:defRPr sz="675"/>
            </a:lvl3pPr>
            <a:lvl4pPr>
              <a:spcBef>
                <a:spcPts val="0"/>
              </a:spcBef>
              <a:spcAft>
                <a:spcPts val="0"/>
              </a:spcAft>
              <a:buSzPts val="525"/>
              <a:buNone/>
              <a:defRPr sz="675"/>
            </a:lvl4pPr>
            <a:lvl5pPr>
              <a:spcBef>
                <a:spcPts val="0"/>
              </a:spcBef>
              <a:spcAft>
                <a:spcPts val="0"/>
              </a:spcAft>
              <a:buSzPts val="525"/>
              <a:buNone/>
              <a:defRPr sz="675"/>
            </a:lvl5pPr>
            <a:lvl6pPr>
              <a:spcBef>
                <a:spcPts val="0"/>
              </a:spcBef>
              <a:spcAft>
                <a:spcPts val="0"/>
              </a:spcAft>
              <a:buSzPts val="525"/>
              <a:buNone/>
              <a:defRPr sz="675"/>
            </a:lvl6pPr>
            <a:lvl7pPr>
              <a:spcBef>
                <a:spcPts val="0"/>
              </a:spcBef>
              <a:spcAft>
                <a:spcPts val="0"/>
              </a:spcAft>
              <a:buSzPts val="525"/>
              <a:buNone/>
              <a:defRPr sz="675"/>
            </a:lvl7pPr>
            <a:lvl8pPr>
              <a:spcBef>
                <a:spcPts val="0"/>
              </a:spcBef>
              <a:spcAft>
                <a:spcPts val="0"/>
              </a:spcAft>
              <a:buSzPts val="525"/>
              <a:buNone/>
              <a:defRPr sz="675"/>
            </a:lvl8pPr>
            <a:lvl9pPr>
              <a:spcBef>
                <a:spcPts val="0"/>
              </a:spcBef>
              <a:spcAft>
                <a:spcPts val="0"/>
              </a:spcAft>
              <a:buSzPts val="525"/>
              <a:buNone/>
              <a:defRPr sz="675"/>
            </a:lvl9pPr>
          </a:lstStyle>
          <a:p xmlns:a="http://schemas.openxmlformats.org/drawingml/2006/main"/>
        </p:txBody>
      </p:sp>
      <p:sp>
        <p:nvSpPr>
          <p:cNvPr id="178" name="Google Shape;178;p34">
            <a:extLst xmlns:a="http://schemas.openxmlformats.org/drawingml/2006/main">
              <a:ext uri="{FF2B5EF4-FFF2-40B4-BE49-F238E27FC236}">
                <a16:creationId xmlns:a16="http://schemas.microsoft.com/office/drawing/2014/main" id="{D4CCB08C-52DA-44EF-80A2-126253BDD417}"/>
              </a:ext>
            </a:extLst>
          </p:cNvPr>
          <p:cNvSpPr>
            <a:spLocks xmlns:a="http://schemas.openxmlformats.org/drawingml/2006/main" noGrp="1"/>
          </p:cNvSpPr>
          <p:nvPr>
            <p:ph type="body" idx="2"/>
          </p:nvPr>
        </p:nvSpPr>
        <p:spPr>
          <a:xfrm xmlns:a="http://schemas.openxmlformats.org/drawingml/2006/main">
            <a:off x="201369" y="1907550"/>
            <a:ext cx="4306500" cy="1756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spAutoFit/>
          </a:bodyPr>
          <a:lstStyle xmlns:a="http://schemas.openxmlformats.org/drawingml/2006/main">
            <a:lvl1pPr marL="457200" indent="-228600" algn="l">
              <a:lnSpc>
                <a:spcPct val="110000"/>
              </a:lnSpc>
              <a:spcBef>
                <a:spcPts val="0"/>
              </a:spcBef>
              <a:spcAft>
                <a:spcPts val="0"/>
              </a:spcAft>
              <a:buClr>
                <a:schemeClr val="dk1"/>
              </a:buClr>
              <a:buSzPts val="1400"/>
              <a:buFont typeface="Arial"/>
              <a:buNone/>
              <a:defRPr sz="1400">
                <a:solidFill>
                  <a:schemeClr val="dk1"/>
                </a:solidFill>
              </a:defRPr>
            </a:lvl1pPr>
            <a:lvl2pPr marL="914400" indent="-228600" algn="l">
              <a:lnSpc>
                <a:spcPct val="90000"/>
              </a:lnSpc>
              <a:spcBef>
                <a:spcPts val="225"/>
              </a:spcBef>
              <a:spcAft>
                <a:spcPts val="0"/>
              </a:spcAft>
              <a:buClr>
                <a:schemeClr val="dk1"/>
              </a:buClr>
              <a:buSzPts val="525"/>
              <a:buNone/>
              <a:defRPr sz="525"/>
            </a:lvl2pPr>
            <a:lvl3pPr marL="1371600" indent="-228600" algn="l">
              <a:lnSpc>
                <a:spcPct val="90000"/>
              </a:lnSpc>
              <a:spcBef>
                <a:spcPts val="1200"/>
              </a:spcBef>
              <a:spcAft>
                <a:spcPts val="0"/>
              </a:spcAft>
              <a:buClr>
                <a:schemeClr val="dk1"/>
              </a:buClr>
              <a:buSzPts val="450"/>
              <a:buNone/>
              <a:defRPr sz="450"/>
            </a:lvl3pPr>
            <a:lvl4pPr marL="1828800" indent="-228600" algn="l">
              <a:lnSpc>
                <a:spcPct val="90000"/>
              </a:lnSpc>
              <a:spcBef>
                <a:spcPts val="1200"/>
              </a:spcBef>
              <a:spcAft>
                <a:spcPts val="0"/>
              </a:spcAft>
              <a:buClr>
                <a:schemeClr val="dk1"/>
              </a:buClr>
              <a:buSzPts val="375"/>
              <a:buNone/>
              <a:defRPr sz="375"/>
            </a:lvl4pPr>
            <a:lvl5pPr marL="2286000" indent="-228600" algn="l">
              <a:lnSpc>
                <a:spcPct val="90000"/>
              </a:lnSpc>
              <a:spcBef>
                <a:spcPts val="1200"/>
              </a:spcBef>
              <a:spcAft>
                <a:spcPts val="0"/>
              </a:spcAft>
              <a:buClr>
                <a:schemeClr val="dk1"/>
              </a:buClr>
              <a:buSzPts val="375"/>
              <a:buNone/>
              <a:defRPr sz="375"/>
            </a:lvl5pPr>
            <a:lvl6pPr marL="2743200" indent="-228600" algn="l">
              <a:lnSpc>
                <a:spcPct val="90000"/>
              </a:lnSpc>
              <a:spcBef>
                <a:spcPts val="1200"/>
              </a:spcBef>
              <a:spcAft>
                <a:spcPts val="0"/>
              </a:spcAft>
              <a:buClr>
                <a:schemeClr val="dk1"/>
              </a:buClr>
              <a:buSzPts val="375"/>
              <a:buNone/>
              <a:defRPr sz="375"/>
            </a:lvl6pPr>
            <a:lvl7pPr marL="3200400" indent="-228600" algn="l">
              <a:lnSpc>
                <a:spcPct val="90000"/>
              </a:lnSpc>
              <a:spcBef>
                <a:spcPts val="1200"/>
              </a:spcBef>
              <a:spcAft>
                <a:spcPts val="0"/>
              </a:spcAft>
              <a:buClr>
                <a:schemeClr val="dk1"/>
              </a:buClr>
              <a:buSzPts val="375"/>
              <a:buNone/>
              <a:defRPr sz="375"/>
            </a:lvl7pPr>
            <a:lvl8pPr marL="3657600" indent="-228600" algn="l">
              <a:lnSpc>
                <a:spcPct val="90000"/>
              </a:lnSpc>
              <a:spcBef>
                <a:spcPts val="1200"/>
              </a:spcBef>
              <a:spcAft>
                <a:spcPts val="0"/>
              </a:spcAft>
              <a:buClr>
                <a:schemeClr val="dk1"/>
              </a:buClr>
              <a:buSzPts val="375"/>
              <a:buNone/>
              <a:defRPr sz="375"/>
            </a:lvl8pPr>
            <a:lvl9pPr marL="4114800" indent="-228600" algn="l">
              <a:lnSpc>
                <a:spcPct val="90000"/>
              </a:lnSpc>
              <a:spcBef>
                <a:spcPts val="1200"/>
              </a:spcBef>
              <a:spcAft>
                <a:spcPts val="1200"/>
              </a:spcAft>
              <a:buClr>
                <a:schemeClr val="dk1"/>
              </a:buClr>
              <a:buSzPts val="375"/>
              <a:buNone/>
              <a:defRPr sz="375"/>
            </a:lvl9pPr>
          </a:lstStyle>
          <a:p xmlns:a="http://schemas.openxmlformats.org/drawingml/2006/main"/>
        </p:txBody>
      </p:sp>
      <p:sp>
        <p:nvSpPr>
          <p:cNvPr id="179" name="Google Shape;179;p34">
            <a:extLst xmlns:a="http://schemas.openxmlformats.org/drawingml/2006/main">
              <a:ext uri="{FF2B5EF4-FFF2-40B4-BE49-F238E27FC236}">
                <a16:creationId xmlns:a16="http://schemas.microsoft.com/office/drawing/2014/main" id="{9172990E-96CF-4EF8-B7FE-9154D646E6CB}"/>
              </a:ext>
            </a:extLst>
          </p:cNvPr>
          <p:cNvSpPr>
            <a:spLocks xmlns:a="http://schemas.openxmlformats.org/drawingml/2006/main" noGrp="1"/>
          </p:cNvSpPr>
          <p:nvPr>
            <p:ph type="body" idx="3"/>
          </p:nvPr>
        </p:nvSpPr>
        <p:spPr>
          <a:xfrm xmlns:a="http://schemas.openxmlformats.org/drawingml/2006/main">
            <a:off x="4645144" y="1907550"/>
            <a:ext cx="4306500" cy="1756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spAutoFit/>
          </a:bodyPr>
          <a:lstStyle xmlns:a="http://schemas.openxmlformats.org/drawingml/2006/main">
            <a:lvl1pPr marL="457200" indent="-228600" algn="l">
              <a:lnSpc>
                <a:spcPct val="110000"/>
              </a:lnSpc>
              <a:spcBef>
                <a:spcPts val="0"/>
              </a:spcBef>
              <a:spcAft>
                <a:spcPts val="0"/>
              </a:spcAft>
              <a:buClr>
                <a:schemeClr val="dk1"/>
              </a:buClr>
              <a:buSzPts val="1900"/>
              <a:buFont typeface="Arial"/>
              <a:buNone/>
              <a:defRPr sz="1900">
                <a:solidFill>
                  <a:schemeClr val="dk1"/>
                </a:solidFill>
              </a:defRPr>
            </a:lvl1pPr>
            <a:lvl2pPr marL="914400" indent="-228600" algn="l">
              <a:lnSpc>
                <a:spcPct val="90000"/>
              </a:lnSpc>
              <a:spcBef>
                <a:spcPts val="225"/>
              </a:spcBef>
              <a:spcAft>
                <a:spcPts val="0"/>
              </a:spcAft>
              <a:buClr>
                <a:schemeClr val="dk1"/>
              </a:buClr>
              <a:buSzPts val="525"/>
              <a:buNone/>
              <a:defRPr sz="525"/>
            </a:lvl2pPr>
            <a:lvl3pPr marL="1371600" indent="-228600" algn="l">
              <a:lnSpc>
                <a:spcPct val="90000"/>
              </a:lnSpc>
              <a:spcBef>
                <a:spcPts val="1200"/>
              </a:spcBef>
              <a:spcAft>
                <a:spcPts val="0"/>
              </a:spcAft>
              <a:buClr>
                <a:schemeClr val="dk1"/>
              </a:buClr>
              <a:buSzPts val="450"/>
              <a:buNone/>
              <a:defRPr sz="450"/>
            </a:lvl3pPr>
            <a:lvl4pPr marL="1828800" indent="-228600" algn="l">
              <a:lnSpc>
                <a:spcPct val="90000"/>
              </a:lnSpc>
              <a:spcBef>
                <a:spcPts val="1200"/>
              </a:spcBef>
              <a:spcAft>
                <a:spcPts val="0"/>
              </a:spcAft>
              <a:buClr>
                <a:schemeClr val="dk1"/>
              </a:buClr>
              <a:buSzPts val="375"/>
              <a:buNone/>
              <a:defRPr sz="375"/>
            </a:lvl4pPr>
            <a:lvl5pPr marL="2286000" indent="-228600" algn="l">
              <a:lnSpc>
                <a:spcPct val="90000"/>
              </a:lnSpc>
              <a:spcBef>
                <a:spcPts val="1200"/>
              </a:spcBef>
              <a:spcAft>
                <a:spcPts val="0"/>
              </a:spcAft>
              <a:buClr>
                <a:schemeClr val="dk1"/>
              </a:buClr>
              <a:buSzPts val="375"/>
              <a:buNone/>
              <a:defRPr sz="375"/>
            </a:lvl5pPr>
            <a:lvl6pPr marL="2743200" indent="-228600" algn="l">
              <a:lnSpc>
                <a:spcPct val="90000"/>
              </a:lnSpc>
              <a:spcBef>
                <a:spcPts val="1200"/>
              </a:spcBef>
              <a:spcAft>
                <a:spcPts val="0"/>
              </a:spcAft>
              <a:buClr>
                <a:schemeClr val="dk1"/>
              </a:buClr>
              <a:buSzPts val="375"/>
              <a:buNone/>
              <a:defRPr sz="375"/>
            </a:lvl6pPr>
            <a:lvl7pPr marL="3200400" indent="-228600" algn="l">
              <a:lnSpc>
                <a:spcPct val="90000"/>
              </a:lnSpc>
              <a:spcBef>
                <a:spcPts val="1200"/>
              </a:spcBef>
              <a:spcAft>
                <a:spcPts val="0"/>
              </a:spcAft>
              <a:buClr>
                <a:schemeClr val="dk1"/>
              </a:buClr>
              <a:buSzPts val="375"/>
              <a:buNone/>
              <a:defRPr sz="375"/>
            </a:lvl7pPr>
            <a:lvl8pPr marL="3657600" indent="-228600" algn="l">
              <a:lnSpc>
                <a:spcPct val="90000"/>
              </a:lnSpc>
              <a:spcBef>
                <a:spcPts val="1200"/>
              </a:spcBef>
              <a:spcAft>
                <a:spcPts val="0"/>
              </a:spcAft>
              <a:buClr>
                <a:schemeClr val="dk1"/>
              </a:buClr>
              <a:buSzPts val="375"/>
              <a:buNone/>
              <a:defRPr sz="375"/>
            </a:lvl8pPr>
            <a:lvl9pPr marL="4114800" indent="-228600" algn="l">
              <a:lnSpc>
                <a:spcPct val="90000"/>
              </a:lnSpc>
              <a:spcBef>
                <a:spcPts val="1200"/>
              </a:spcBef>
              <a:spcAft>
                <a:spcPts val="1200"/>
              </a:spcAft>
              <a:buClr>
                <a:schemeClr val="dk1"/>
              </a:buClr>
              <a:buSzPts val="375"/>
              <a:buNone/>
              <a:defRPr sz="375"/>
            </a:lvl9pPr>
          </a:lstStyle>
          <a:p xmlns:a="http://schemas.openxmlformats.org/drawingml/2006/main"/>
        </p:txBody>
      </p:sp>
      <p:pic>
        <p:nvPicPr>
          <p:cNvPr id="185" name="Google Shape;180;p34"/>
          <p:cNvPicPr>
            <a:picLocks xmlns:a="http://schemas.openxmlformats.org/drawingml/2006/main" noChangeAspect="1"/>
          </p:cNvPicPr>
          <p:nvPr/>
        </p:nvPicPr>
        <p:blipFill>
          <a:blip xmlns:r="http://schemas.openxmlformats.org/officeDocument/2006/relationships" xmlns:a="http://schemas.openxmlformats.org/drawingml/2006/main" r:embed="R3fa5ba8ea99d40f7">
            <a:alphaModFix/>
          </a:blip>
          <a:stretch xmlns:a="http://schemas.openxmlformats.org/drawingml/2006/main">
            <a:fillRect l="0" t="0" r="0" b="0"/>
          </a:stretch>
        </p:blipFill>
        <p:spPr>
          <a:xfrm xmlns:a="http://schemas.openxmlformats.org/drawingml/2006/main">
            <a:off x="228600" y="4836074"/>
            <a:ext cx="153925" cy="153925"/>
          </a:xfrm>
          <a:prstGeom xmlns:a="http://schemas.openxmlformats.org/drawingml/2006/main" prst="rect">
            <a:avLst/>
          </a:prstGeom>
          <a:ln xmlns:a="http://schemas.openxmlformats.org/drawingml/2006/main">
            <a:noFill/>
          </a:ln>
        </p:spPr>
      </p:pic>
    </p:spTree>
  </p:cSld>
</p:sldLayout>
</file>

<file path=ppt/slideLayouts/slideLayout34.xml><?xml version="1.0" encoding="utf-8"?>
<p:sldLayout xmlns:p="http://schemas.openxmlformats.org/presentationml/2006/main" matchingName="Content - 6 text box">
  <p:cSld name="Title + 6 text boxes_1">
    <p:bg>
      <p:bgPr>
        <a:solidFill xmlns:a="http://schemas.openxmlformats.org/drawingml/2006/main">
          <a:schemeClr val="lt1"/>
        </a:solidFill>
      </p:bgPr>
    </p:bg>
    <p:spTree>
      <p:nvGrpSpPr>
        <p:cNvPr id="1" name=""/>
        <p:cNvGrpSpPr/>
        <p:nvPr/>
      </p:nvGrpSpPr>
      <p:grpSpPr>
        <a:xfrm xmlns:a="http://schemas.openxmlformats.org/drawingml/2006/main"/>
      </p:grpSpPr>
      <p:sp>
        <p:nvSpPr>
          <p:cNvPr id="182" name="Google Shape;182;p35">
            <a:extLst xmlns:a="http://schemas.openxmlformats.org/drawingml/2006/main">
              <a:ext uri="{FF2B5EF4-FFF2-40B4-BE49-F238E27FC236}">
                <a16:creationId xmlns:a16="http://schemas.microsoft.com/office/drawing/2014/main" id="{7C137950-FA00-4AFC-A2D5-661B8E369043}"/>
              </a:ext>
            </a:extLst>
          </p:cNvPr>
          <p:cNvSpPr>
            <a:spLocks xmlns:a="http://schemas.openxmlformats.org/drawingml/2006/main" noGrp="1"/>
          </p:cNvSpPr>
          <p:nvPr>
            <p:ph type="body" idx="1"/>
          </p:nvPr>
        </p:nvSpPr>
        <p:spPr>
          <a:xfrm xmlns:a="http://schemas.openxmlformats.org/drawingml/2006/main">
            <a:off x="201378" y="164051"/>
            <a:ext cx="1948200" cy="160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noAutofit/>
          </a:bodyPr>
          <a:lstStyle xmlns:a="http://schemas.openxmlformats.org/drawingml/2006/main">
            <a:lvl1pPr marL="457200" indent="-228600" algn="l">
              <a:lnSpc>
                <a:spcPct val="90000"/>
              </a:lnSpc>
              <a:spcBef>
                <a:spcPts val="375"/>
              </a:spcBef>
              <a:spcAft>
                <a:spcPts val="0"/>
              </a:spcAft>
              <a:buClr>
                <a:schemeClr val="dk2"/>
              </a:buClr>
              <a:buSzPts val="750"/>
              <a:buFont typeface="Arial"/>
              <a:buNone/>
              <a:defRPr sz="750">
                <a:solidFill>
                  <a:schemeClr val="dk2"/>
                </a:solidFill>
              </a:defRPr>
            </a:lvl1pPr>
            <a:lvl2pPr marL="914400" indent="-271463" algn="l">
              <a:lnSpc>
                <a:spcPct val="90000"/>
              </a:lnSpc>
              <a:spcBef>
                <a:spcPts val="1200"/>
              </a:spcBef>
              <a:spcAft>
                <a:spcPts val="0"/>
              </a:spcAft>
              <a:buClr>
                <a:schemeClr val="dk1"/>
              </a:buClr>
              <a:buSzPts val="675"/>
              <a:buChar char="○"/>
              <a:defRPr sz="900"/>
            </a:lvl2pPr>
            <a:lvl3pPr marL="1371600" indent="-271463" algn="l">
              <a:lnSpc>
                <a:spcPct val="90000"/>
              </a:lnSpc>
              <a:spcBef>
                <a:spcPts val="1200"/>
              </a:spcBef>
              <a:spcAft>
                <a:spcPts val="0"/>
              </a:spcAft>
              <a:buClr>
                <a:schemeClr val="dk1"/>
              </a:buClr>
              <a:buSzPts val="675"/>
              <a:buChar char="■"/>
              <a:defRPr sz="750"/>
            </a:lvl3pPr>
            <a:lvl4pPr marL="1828800" indent="-271463" algn="l">
              <a:lnSpc>
                <a:spcPct val="90000"/>
              </a:lnSpc>
              <a:spcBef>
                <a:spcPts val="1200"/>
              </a:spcBef>
              <a:spcAft>
                <a:spcPts val="0"/>
              </a:spcAft>
              <a:buClr>
                <a:schemeClr val="dk1"/>
              </a:buClr>
              <a:buSzPts val="675"/>
              <a:buChar char="●"/>
              <a:defRPr sz="675"/>
            </a:lvl4pPr>
            <a:lvl5pPr marL="2286000" indent="-271463" algn="l">
              <a:lnSpc>
                <a:spcPct val="90000"/>
              </a:lnSpc>
              <a:spcBef>
                <a:spcPts val="1200"/>
              </a:spcBef>
              <a:spcAft>
                <a:spcPts val="0"/>
              </a:spcAft>
              <a:buClr>
                <a:schemeClr val="dk1"/>
              </a:buClr>
              <a:buSzPts val="675"/>
              <a:buChar char="○"/>
              <a:defRPr sz="675"/>
            </a:lvl5pPr>
            <a:lvl6pPr marL="2743200" indent="-271463" algn="l">
              <a:lnSpc>
                <a:spcPct val="90000"/>
              </a:lnSpc>
              <a:spcBef>
                <a:spcPts val="1200"/>
              </a:spcBef>
              <a:spcAft>
                <a:spcPts val="0"/>
              </a:spcAft>
              <a:buClr>
                <a:schemeClr val="dk1"/>
              </a:buClr>
              <a:buSzPts val="675"/>
              <a:buChar char="■"/>
              <a:defRPr sz="675"/>
            </a:lvl6pPr>
            <a:lvl7pPr marL="3200400" indent="-271463" algn="l">
              <a:lnSpc>
                <a:spcPct val="90000"/>
              </a:lnSpc>
              <a:spcBef>
                <a:spcPts val="1200"/>
              </a:spcBef>
              <a:spcAft>
                <a:spcPts val="0"/>
              </a:spcAft>
              <a:buClr>
                <a:schemeClr val="dk1"/>
              </a:buClr>
              <a:buSzPts val="675"/>
              <a:buChar char="●"/>
              <a:defRPr sz="675"/>
            </a:lvl7pPr>
            <a:lvl8pPr marL="3657600" indent="-271463" algn="l">
              <a:lnSpc>
                <a:spcPct val="90000"/>
              </a:lnSpc>
              <a:spcBef>
                <a:spcPts val="1200"/>
              </a:spcBef>
              <a:spcAft>
                <a:spcPts val="0"/>
              </a:spcAft>
              <a:buClr>
                <a:schemeClr val="dk1"/>
              </a:buClr>
              <a:buSzPts val="675"/>
              <a:buChar char="○"/>
              <a:defRPr sz="675"/>
            </a:lvl8pPr>
            <a:lvl9pPr marL="4114800" indent="-271463" algn="l">
              <a:lnSpc>
                <a:spcPct val="90000"/>
              </a:lnSpc>
              <a:spcBef>
                <a:spcPts val="1200"/>
              </a:spcBef>
              <a:spcAft>
                <a:spcPts val="1200"/>
              </a:spcAft>
              <a:buClr>
                <a:schemeClr val="dk1"/>
              </a:buClr>
              <a:buSzPts val="675"/>
              <a:buChar char="■"/>
              <a:defRPr sz="675"/>
            </a:lvl9pPr>
          </a:lstStyle>
          <a:p xmlns:a="http://schemas.openxmlformats.org/drawingml/2006/main"/>
        </p:txBody>
      </p:sp>
      <p:sp>
        <p:nvSpPr>
          <p:cNvPr id="183" name="Google Shape;183;p35">
            <a:extLst xmlns:a="http://schemas.openxmlformats.org/drawingml/2006/main">
              <a:ext uri="{FF2B5EF4-FFF2-40B4-BE49-F238E27FC236}">
                <a16:creationId xmlns:a16="http://schemas.microsoft.com/office/drawing/2014/main" id="{51516545-4D54-4E9D-8698-11CE15912198}"/>
              </a:ext>
            </a:extLst>
          </p:cNvPr>
          <p:cNvSpPr>
            <a:spLocks xmlns:a="http://schemas.openxmlformats.org/drawingml/2006/main" noGrp="1"/>
          </p:cNvSpPr>
          <p:nvPr>
            <p:ph type="title" idx="0"/>
          </p:nvPr>
        </p:nvSpPr>
        <p:spPr>
          <a:xfrm xmlns:a="http://schemas.openxmlformats.org/drawingml/2006/main">
            <a:off x="201378" y="295836"/>
            <a:ext cx="2334600" cy="657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noAutofit/>
          </a:bodyPr>
          <a:lstStyle xmlns:a="http://schemas.openxmlformats.org/drawingml/2006/main">
            <a:lvl1pPr algn="l">
              <a:lnSpc>
                <a:spcPct val="90000"/>
              </a:lnSpc>
              <a:spcBef>
                <a:spcPts val="0"/>
              </a:spcBef>
              <a:spcAft>
                <a:spcPts val="0"/>
              </a:spcAft>
              <a:buClr>
                <a:schemeClr val="dk1"/>
              </a:buClr>
              <a:buSzPts val="2250"/>
              <a:buFont typeface="Arial"/>
              <a:buNone/>
              <a:defRPr sz="2250"/>
            </a:lvl1pPr>
            <a:lvl2pPr>
              <a:spcBef>
                <a:spcPts val="0"/>
              </a:spcBef>
              <a:spcAft>
                <a:spcPts val="0"/>
              </a:spcAft>
              <a:buSzPts val="525"/>
              <a:buNone/>
              <a:defRPr sz="675"/>
            </a:lvl2pPr>
            <a:lvl3pPr>
              <a:spcBef>
                <a:spcPts val="0"/>
              </a:spcBef>
              <a:spcAft>
                <a:spcPts val="0"/>
              </a:spcAft>
              <a:buSzPts val="525"/>
              <a:buNone/>
              <a:defRPr sz="675"/>
            </a:lvl3pPr>
            <a:lvl4pPr>
              <a:spcBef>
                <a:spcPts val="0"/>
              </a:spcBef>
              <a:spcAft>
                <a:spcPts val="0"/>
              </a:spcAft>
              <a:buSzPts val="525"/>
              <a:buNone/>
              <a:defRPr sz="675"/>
            </a:lvl4pPr>
            <a:lvl5pPr>
              <a:spcBef>
                <a:spcPts val="0"/>
              </a:spcBef>
              <a:spcAft>
                <a:spcPts val="0"/>
              </a:spcAft>
              <a:buSzPts val="525"/>
              <a:buNone/>
              <a:defRPr sz="675"/>
            </a:lvl5pPr>
            <a:lvl6pPr>
              <a:spcBef>
                <a:spcPts val="0"/>
              </a:spcBef>
              <a:spcAft>
                <a:spcPts val="0"/>
              </a:spcAft>
              <a:buSzPts val="525"/>
              <a:buNone/>
              <a:defRPr sz="675"/>
            </a:lvl6pPr>
            <a:lvl7pPr>
              <a:spcBef>
                <a:spcPts val="0"/>
              </a:spcBef>
              <a:spcAft>
                <a:spcPts val="0"/>
              </a:spcAft>
              <a:buSzPts val="525"/>
              <a:buNone/>
              <a:defRPr sz="675"/>
            </a:lvl7pPr>
            <a:lvl8pPr>
              <a:spcBef>
                <a:spcPts val="0"/>
              </a:spcBef>
              <a:spcAft>
                <a:spcPts val="0"/>
              </a:spcAft>
              <a:buSzPts val="525"/>
              <a:buNone/>
              <a:defRPr sz="675"/>
            </a:lvl8pPr>
            <a:lvl9pPr>
              <a:spcBef>
                <a:spcPts val="0"/>
              </a:spcBef>
              <a:spcAft>
                <a:spcPts val="0"/>
              </a:spcAft>
              <a:buSzPts val="525"/>
              <a:buNone/>
              <a:defRPr sz="675"/>
            </a:lvl9pPr>
          </a:lstStyle>
          <a:p xmlns:a="http://schemas.openxmlformats.org/drawingml/2006/main"/>
        </p:txBody>
      </p:sp>
      <p:sp>
        <p:nvSpPr>
          <p:cNvPr id="184" name="Google Shape;184;p35">
            <a:extLst xmlns:a="http://schemas.openxmlformats.org/drawingml/2006/main">
              <a:ext uri="{FF2B5EF4-FFF2-40B4-BE49-F238E27FC236}">
                <a16:creationId xmlns:a16="http://schemas.microsoft.com/office/drawing/2014/main" id="{E6843CAE-0081-4E38-91EC-A4DC48722A46}"/>
              </a:ext>
            </a:extLst>
          </p:cNvPr>
          <p:cNvSpPr>
            <a:spLocks xmlns:a="http://schemas.openxmlformats.org/drawingml/2006/main" noGrp="1"/>
          </p:cNvSpPr>
          <p:nvPr>
            <p:ph type="body" idx="2"/>
          </p:nvPr>
        </p:nvSpPr>
        <p:spPr>
          <a:xfrm xmlns:a="http://schemas.openxmlformats.org/drawingml/2006/main">
            <a:off x="201378" y="1300122"/>
            <a:ext cx="2637000" cy="844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spAutoFit/>
          </a:bodyPr>
          <a:lstStyle xmlns:a="http://schemas.openxmlformats.org/drawingml/2006/main">
            <a:lvl1pPr marL="457200" indent="-228600" algn="l">
              <a:lnSpc>
                <a:spcPct val="110000"/>
              </a:lnSpc>
              <a:spcBef>
                <a:spcPts val="0"/>
              </a:spcBef>
              <a:spcAft>
                <a:spcPts val="0"/>
              </a:spcAft>
              <a:buClr>
                <a:schemeClr val="dk1"/>
              </a:buClr>
              <a:buSzPts val="750"/>
              <a:buFont typeface="Arial"/>
              <a:buNone/>
              <a:defRPr sz="750">
                <a:solidFill>
                  <a:schemeClr val="dk1"/>
                </a:solidFill>
              </a:defRPr>
            </a:lvl1pPr>
            <a:lvl2pPr marL="914400" indent="-228600" algn="l">
              <a:lnSpc>
                <a:spcPct val="90000"/>
              </a:lnSpc>
              <a:spcBef>
                <a:spcPts val="225"/>
              </a:spcBef>
              <a:spcAft>
                <a:spcPts val="0"/>
              </a:spcAft>
              <a:buClr>
                <a:schemeClr val="dk1"/>
              </a:buClr>
              <a:buSzPts val="525"/>
              <a:buNone/>
              <a:defRPr sz="525"/>
            </a:lvl2pPr>
            <a:lvl3pPr marL="1371600" indent="-228600" algn="l">
              <a:lnSpc>
                <a:spcPct val="90000"/>
              </a:lnSpc>
              <a:spcBef>
                <a:spcPts val="1200"/>
              </a:spcBef>
              <a:spcAft>
                <a:spcPts val="0"/>
              </a:spcAft>
              <a:buClr>
                <a:schemeClr val="dk1"/>
              </a:buClr>
              <a:buSzPts val="450"/>
              <a:buNone/>
              <a:defRPr sz="450"/>
            </a:lvl3pPr>
            <a:lvl4pPr marL="1828800" indent="-228600" algn="l">
              <a:lnSpc>
                <a:spcPct val="90000"/>
              </a:lnSpc>
              <a:spcBef>
                <a:spcPts val="1200"/>
              </a:spcBef>
              <a:spcAft>
                <a:spcPts val="0"/>
              </a:spcAft>
              <a:buClr>
                <a:schemeClr val="dk1"/>
              </a:buClr>
              <a:buSzPts val="375"/>
              <a:buNone/>
              <a:defRPr sz="375"/>
            </a:lvl4pPr>
            <a:lvl5pPr marL="2286000" indent="-228600" algn="l">
              <a:lnSpc>
                <a:spcPct val="90000"/>
              </a:lnSpc>
              <a:spcBef>
                <a:spcPts val="1200"/>
              </a:spcBef>
              <a:spcAft>
                <a:spcPts val="0"/>
              </a:spcAft>
              <a:buClr>
                <a:schemeClr val="dk1"/>
              </a:buClr>
              <a:buSzPts val="375"/>
              <a:buNone/>
              <a:defRPr sz="375"/>
            </a:lvl5pPr>
            <a:lvl6pPr marL="2743200" indent="-228600" algn="l">
              <a:lnSpc>
                <a:spcPct val="90000"/>
              </a:lnSpc>
              <a:spcBef>
                <a:spcPts val="1200"/>
              </a:spcBef>
              <a:spcAft>
                <a:spcPts val="0"/>
              </a:spcAft>
              <a:buClr>
                <a:schemeClr val="dk1"/>
              </a:buClr>
              <a:buSzPts val="375"/>
              <a:buNone/>
              <a:defRPr sz="375"/>
            </a:lvl6pPr>
            <a:lvl7pPr marL="3200400" indent="-228600" algn="l">
              <a:lnSpc>
                <a:spcPct val="90000"/>
              </a:lnSpc>
              <a:spcBef>
                <a:spcPts val="1200"/>
              </a:spcBef>
              <a:spcAft>
                <a:spcPts val="0"/>
              </a:spcAft>
              <a:buClr>
                <a:schemeClr val="dk1"/>
              </a:buClr>
              <a:buSzPts val="375"/>
              <a:buNone/>
              <a:defRPr sz="375"/>
            </a:lvl7pPr>
            <a:lvl8pPr marL="3657600" indent="-228600" algn="l">
              <a:lnSpc>
                <a:spcPct val="90000"/>
              </a:lnSpc>
              <a:spcBef>
                <a:spcPts val="1200"/>
              </a:spcBef>
              <a:spcAft>
                <a:spcPts val="0"/>
              </a:spcAft>
              <a:buClr>
                <a:schemeClr val="dk1"/>
              </a:buClr>
              <a:buSzPts val="375"/>
              <a:buNone/>
              <a:defRPr sz="375"/>
            </a:lvl8pPr>
            <a:lvl9pPr marL="4114800" indent="-228600" algn="l">
              <a:lnSpc>
                <a:spcPct val="90000"/>
              </a:lnSpc>
              <a:spcBef>
                <a:spcPts val="1200"/>
              </a:spcBef>
              <a:spcAft>
                <a:spcPts val="1200"/>
              </a:spcAft>
              <a:buClr>
                <a:schemeClr val="dk1"/>
              </a:buClr>
              <a:buSzPts val="375"/>
              <a:buNone/>
              <a:defRPr sz="375"/>
            </a:lvl9pPr>
          </a:lstStyle>
          <a:p xmlns:a="http://schemas.openxmlformats.org/drawingml/2006/main"/>
        </p:txBody>
      </p:sp>
      <p:sp>
        <p:nvSpPr>
          <p:cNvPr id="185" name="Google Shape;185;p35">
            <a:extLst xmlns:a="http://schemas.openxmlformats.org/drawingml/2006/main">
              <a:ext uri="{FF2B5EF4-FFF2-40B4-BE49-F238E27FC236}">
                <a16:creationId xmlns:a16="http://schemas.microsoft.com/office/drawing/2014/main" id="{ADCDB28E-A5EE-4838-B824-E546494271C1}"/>
              </a:ext>
            </a:extLst>
          </p:cNvPr>
          <p:cNvSpPr>
            <a:spLocks xmlns:a="http://schemas.openxmlformats.org/drawingml/2006/main" noGrp="1"/>
          </p:cNvSpPr>
          <p:nvPr>
            <p:ph type="body" idx="3"/>
          </p:nvPr>
        </p:nvSpPr>
        <p:spPr>
          <a:xfrm xmlns:a="http://schemas.openxmlformats.org/drawingml/2006/main">
            <a:off x="3252168" y="1300122"/>
            <a:ext cx="2637000" cy="844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spAutoFit/>
          </a:bodyPr>
          <a:lstStyle xmlns:a="http://schemas.openxmlformats.org/drawingml/2006/main">
            <a:lvl1pPr marL="457200" indent="-228600" algn="l">
              <a:lnSpc>
                <a:spcPct val="110000"/>
              </a:lnSpc>
              <a:spcBef>
                <a:spcPts val="0"/>
              </a:spcBef>
              <a:spcAft>
                <a:spcPts val="0"/>
              </a:spcAft>
              <a:buClr>
                <a:schemeClr val="dk1"/>
              </a:buClr>
              <a:buSzPts val="750"/>
              <a:buFont typeface="Arial"/>
              <a:buNone/>
              <a:defRPr sz="750">
                <a:solidFill>
                  <a:schemeClr val="dk1"/>
                </a:solidFill>
              </a:defRPr>
            </a:lvl1pPr>
            <a:lvl2pPr marL="914400" indent="-228600" algn="l">
              <a:lnSpc>
                <a:spcPct val="90000"/>
              </a:lnSpc>
              <a:spcBef>
                <a:spcPts val="225"/>
              </a:spcBef>
              <a:spcAft>
                <a:spcPts val="0"/>
              </a:spcAft>
              <a:buClr>
                <a:schemeClr val="dk1"/>
              </a:buClr>
              <a:buSzPts val="525"/>
              <a:buNone/>
              <a:defRPr sz="525"/>
            </a:lvl2pPr>
            <a:lvl3pPr marL="1371600" indent="-228600" algn="l">
              <a:lnSpc>
                <a:spcPct val="90000"/>
              </a:lnSpc>
              <a:spcBef>
                <a:spcPts val="1200"/>
              </a:spcBef>
              <a:spcAft>
                <a:spcPts val="0"/>
              </a:spcAft>
              <a:buClr>
                <a:schemeClr val="dk1"/>
              </a:buClr>
              <a:buSzPts val="450"/>
              <a:buNone/>
              <a:defRPr sz="450"/>
            </a:lvl3pPr>
            <a:lvl4pPr marL="1828800" indent="-228600" algn="l">
              <a:lnSpc>
                <a:spcPct val="90000"/>
              </a:lnSpc>
              <a:spcBef>
                <a:spcPts val="1200"/>
              </a:spcBef>
              <a:spcAft>
                <a:spcPts val="0"/>
              </a:spcAft>
              <a:buClr>
                <a:schemeClr val="dk1"/>
              </a:buClr>
              <a:buSzPts val="375"/>
              <a:buNone/>
              <a:defRPr sz="375"/>
            </a:lvl4pPr>
            <a:lvl5pPr marL="2286000" indent="-228600" algn="l">
              <a:lnSpc>
                <a:spcPct val="90000"/>
              </a:lnSpc>
              <a:spcBef>
                <a:spcPts val="1200"/>
              </a:spcBef>
              <a:spcAft>
                <a:spcPts val="0"/>
              </a:spcAft>
              <a:buClr>
                <a:schemeClr val="dk1"/>
              </a:buClr>
              <a:buSzPts val="375"/>
              <a:buNone/>
              <a:defRPr sz="375"/>
            </a:lvl5pPr>
            <a:lvl6pPr marL="2743200" indent="-228600" algn="l">
              <a:lnSpc>
                <a:spcPct val="90000"/>
              </a:lnSpc>
              <a:spcBef>
                <a:spcPts val="1200"/>
              </a:spcBef>
              <a:spcAft>
                <a:spcPts val="0"/>
              </a:spcAft>
              <a:buClr>
                <a:schemeClr val="dk1"/>
              </a:buClr>
              <a:buSzPts val="375"/>
              <a:buNone/>
              <a:defRPr sz="375"/>
            </a:lvl6pPr>
            <a:lvl7pPr marL="3200400" indent="-228600" algn="l">
              <a:lnSpc>
                <a:spcPct val="90000"/>
              </a:lnSpc>
              <a:spcBef>
                <a:spcPts val="1200"/>
              </a:spcBef>
              <a:spcAft>
                <a:spcPts val="0"/>
              </a:spcAft>
              <a:buClr>
                <a:schemeClr val="dk1"/>
              </a:buClr>
              <a:buSzPts val="375"/>
              <a:buNone/>
              <a:defRPr sz="375"/>
            </a:lvl7pPr>
            <a:lvl8pPr marL="3657600" indent="-228600" algn="l">
              <a:lnSpc>
                <a:spcPct val="90000"/>
              </a:lnSpc>
              <a:spcBef>
                <a:spcPts val="1200"/>
              </a:spcBef>
              <a:spcAft>
                <a:spcPts val="0"/>
              </a:spcAft>
              <a:buClr>
                <a:schemeClr val="dk1"/>
              </a:buClr>
              <a:buSzPts val="375"/>
              <a:buNone/>
              <a:defRPr sz="375"/>
            </a:lvl8pPr>
            <a:lvl9pPr marL="4114800" indent="-228600" algn="l">
              <a:lnSpc>
                <a:spcPct val="90000"/>
              </a:lnSpc>
              <a:spcBef>
                <a:spcPts val="1200"/>
              </a:spcBef>
              <a:spcAft>
                <a:spcPts val="1200"/>
              </a:spcAft>
              <a:buClr>
                <a:schemeClr val="dk1"/>
              </a:buClr>
              <a:buSzPts val="375"/>
              <a:buNone/>
              <a:defRPr sz="375"/>
            </a:lvl9pPr>
          </a:lstStyle>
          <a:p xmlns:a="http://schemas.openxmlformats.org/drawingml/2006/main"/>
        </p:txBody>
      </p:sp>
      <p:sp>
        <p:nvSpPr>
          <p:cNvPr id="186" name="Google Shape;186;p35">
            <a:extLst xmlns:a="http://schemas.openxmlformats.org/drawingml/2006/main">
              <a:ext uri="{FF2B5EF4-FFF2-40B4-BE49-F238E27FC236}">
                <a16:creationId xmlns:a16="http://schemas.microsoft.com/office/drawing/2014/main" id="{518A01E8-A9D8-47BE-A0A6-5A20A95FD9FA}"/>
              </a:ext>
            </a:extLst>
          </p:cNvPr>
          <p:cNvSpPr>
            <a:spLocks xmlns:a="http://schemas.openxmlformats.org/drawingml/2006/main" noGrp="1"/>
          </p:cNvSpPr>
          <p:nvPr>
            <p:ph type="body" idx="4"/>
          </p:nvPr>
        </p:nvSpPr>
        <p:spPr>
          <a:xfrm xmlns:a="http://schemas.openxmlformats.org/drawingml/2006/main">
            <a:off x="6307817" y="1300122"/>
            <a:ext cx="2637000" cy="844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spAutoFit/>
          </a:bodyPr>
          <a:lstStyle xmlns:a="http://schemas.openxmlformats.org/drawingml/2006/main">
            <a:lvl1pPr marL="457200" indent="-228600" algn="l">
              <a:lnSpc>
                <a:spcPct val="110000"/>
              </a:lnSpc>
              <a:spcBef>
                <a:spcPts val="0"/>
              </a:spcBef>
              <a:spcAft>
                <a:spcPts val="0"/>
              </a:spcAft>
              <a:buClr>
                <a:schemeClr val="dk1"/>
              </a:buClr>
              <a:buSzPts val="750"/>
              <a:buFont typeface="Arial"/>
              <a:buNone/>
              <a:defRPr sz="750">
                <a:solidFill>
                  <a:schemeClr val="dk1"/>
                </a:solidFill>
              </a:defRPr>
            </a:lvl1pPr>
            <a:lvl2pPr marL="914400" indent="-228600" algn="l">
              <a:lnSpc>
                <a:spcPct val="90000"/>
              </a:lnSpc>
              <a:spcBef>
                <a:spcPts val="225"/>
              </a:spcBef>
              <a:spcAft>
                <a:spcPts val="0"/>
              </a:spcAft>
              <a:buClr>
                <a:schemeClr val="dk1"/>
              </a:buClr>
              <a:buSzPts val="525"/>
              <a:buNone/>
              <a:defRPr sz="525"/>
            </a:lvl2pPr>
            <a:lvl3pPr marL="1371600" indent="-228600" algn="l">
              <a:lnSpc>
                <a:spcPct val="90000"/>
              </a:lnSpc>
              <a:spcBef>
                <a:spcPts val="1200"/>
              </a:spcBef>
              <a:spcAft>
                <a:spcPts val="0"/>
              </a:spcAft>
              <a:buClr>
                <a:schemeClr val="dk1"/>
              </a:buClr>
              <a:buSzPts val="450"/>
              <a:buNone/>
              <a:defRPr sz="450"/>
            </a:lvl3pPr>
            <a:lvl4pPr marL="1828800" indent="-228600" algn="l">
              <a:lnSpc>
                <a:spcPct val="90000"/>
              </a:lnSpc>
              <a:spcBef>
                <a:spcPts val="1200"/>
              </a:spcBef>
              <a:spcAft>
                <a:spcPts val="0"/>
              </a:spcAft>
              <a:buClr>
                <a:schemeClr val="dk1"/>
              </a:buClr>
              <a:buSzPts val="375"/>
              <a:buNone/>
              <a:defRPr sz="375"/>
            </a:lvl4pPr>
            <a:lvl5pPr marL="2286000" indent="-228600" algn="l">
              <a:lnSpc>
                <a:spcPct val="90000"/>
              </a:lnSpc>
              <a:spcBef>
                <a:spcPts val="1200"/>
              </a:spcBef>
              <a:spcAft>
                <a:spcPts val="0"/>
              </a:spcAft>
              <a:buClr>
                <a:schemeClr val="dk1"/>
              </a:buClr>
              <a:buSzPts val="375"/>
              <a:buNone/>
              <a:defRPr sz="375"/>
            </a:lvl5pPr>
            <a:lvl6pPr marL="2743200" indent="-228600" algn="l">
              <a:lnSpc>
                <a:spcPct val="90000"/>
              </a:lnSpc>
              <a:spcBef>
                <a:spcPts val="1200"/>
              </a:spcBef>
              <a:spcAft>
                <a:spcPts val="0"/>
              </a:spcAft>
              <a:buClr>
                <a:schemeClr val="dk1"/>
              </a:buClr>
              <a:buSzPts val="375"/>
              <a:buNone/>
              <a:defRPr sz="375"/>
            </a:lvl6pPr>
            <a:lvl7pPr marL="3200400" indent="-228600" algn="l">
              <a:lnSpc>
                <a:spcPct val="90000"/>
              </a:lnSpc>
              <a:spcBef>
                <a:spcPts val="1200"/>
              </a:spcBef>
              <a:spcAft>
                <a:spcPts val="0"/>
              </a:spcAft>
              <a:buClr>
                <a:schemeClr val="dk1"/>
              </a:buClr>
              <a:buSzPts val="375"/>
              <a:buNone/>
              <a:defRPr sz="375"/>
            </a:lvl7pPr>
            <a:lvl8pPr marL="3657600" indent="-228600" algn="l">
              <a:lnSpc>
                <a:spcPct val="90000"/>
              </a:lnSpc>
              <a:spcBef>
                <a:spcPts val="1200"/>
              </a:spcBef>
              <a:spcAft>
                <a:spcPts val="0"/>
              </a:spcAft>
              <a:buClr>
                <a:schemeClr val="dk1"/>
              </a:buClr>
              <a:buSzPts val="375"/>
              <a:buNone/>
              <a:defRPr sz="375"/>
            </a:lvl8pPr>
            <a:lvl9pPr marL="4114800" indent="-228600" algn="l">
              <a:lnSpc>
                <a:spcPct val="90000"/>
              </a:lnSpc>
              <a:spcBef>
                <a:spcPts val="1200"/>
              </a:spcBef>
              <a:spcAft>
                <a:spcPts val="1200"/>
              </a:spcAft>
              <a:buClr>
                <a:schemeClr val="dk1"/>
              </a:buClr>
              <a:buSzPts val="375"/>
              <a:buNone/>
              <a:defRPr sz="375"/>
            </a:lvl9pPr>
          </a:lstStyle>
          <a:p xmlns:a="http://schemas.openxmlformats.org/drawingml/2006/main"/>
        </p:txBody>
      </p:sp>
      <p:sp>
        <p:nvSpPr>
          <p:cNvPr id="187" name="Google Shape;187;p35">
            <a:extLst xmlns:a="http://schemas.openxmlformats.org/drawingml/2006/main">
              <a:ext uri="{FF2B5EF4-FFF2-40B4-BE49-F238E27FC236}">
                <a16:creationId xmlns:a16="http://schemas.microsoft.com/office/drawing/2014/main" id="{5642A610-514C-4592-BD2D-F70FDF08D168}"/>
              </a:ext>
            </a:extLst>
          </p:cNvPr>
          <p:cNvSpPr>
            <a:spLocks xmlns:a="http://schemas.openxmlformats.org/drawingml/2006/main" noGrp="1"/>
          </p:cNvSpPr>
          <p:nvPr>
            <p:ph type="body" idx="5"/>
          </p:nvPr>
        </p:nvSpPr>
        <p:spPr>
          <a:xfrm xmlns:a="http://schemas.openxmlformats.org/drawingml/2006/main">
            <a:off x="201378" y="2944669"/>
            <a:ext cx="2637000" cy="844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spAutoFit/>
          </a:bodyPr>
          <a:lstStyle xmlns:a="http://schemas.openxmlformats.org/drawingml/2006/main">
            <a:lvl1pPr marL="457200" indent="-228600" algn="l">
              <a:lnSpc>
                <a:spcPct val="110000"/>
              </a:lnSpc>
              <a:spcBef>
                <a:spcPts val="0"/>
              </a:spcBef>
              <a:spcAft>
                <a:spcPts val="0"/>
              </a:spcAft>
              <a:buClr>
                <a:schemeClr val="dk1"/>
              </a:buClr>
              <a:buSzPts val="750"/>
              <a:buFont typeface="Arial"/>
              <a:buNone/>
              <a:defRPr sz="750">
                <a:solidFill>
                  <a:schemeClr val="dk1"/>
                </a:solidFill>
              </a:defRPr>
            </a:lvl1pPr>
            <a:lvl2pPr marL="914400" indent="-228600" algn="l">
              <a:lnSpc>
                <a:spcPct val="90000"/>
              </a:lnSpc>
              <a:spcBef>
                <a:spcPts val="225"/>
              </a:spcBef>
              <a:spcAft>
                <a:spcPts val="0"/>
              </a:spcAft>
              <a:buClr>
                <a:schemeClr val="dk1"/>
              </a:buClr>
              <a:buSzPts val="525"/>
              <a:buNone/>
              <a:defRPr sz="525"/>
            </a:lvl2pPr>
            <a:lvl3pPr marL="1371600" indent="-228600" algn="l">
              <a:lnSpc>
                <a:spcPct val="90000"/>
              </a:lnSpc>
              <a:spcBef>
                <a:spcPts val="1200"/>
              </a:spcBef>
              <a:spcAft>
                <a:spcPts val="0"/>
              </a:spcAft>
              <a:buClr>
                <a:schemeClr val="dk1"/>
              </a:buClr>
              <a:buSzPts val="450"/>
              <a:buNone/>
              <a:defRPr sz="450"/>
            </a:lvl3pPr>
            <a:lvl4pPr marL="1828800" indent="-228600" algn="l">
              <a:lnSpc>
                <a:spcPct val="90000"/>
              </a:lnSpc>
              <a:spcBef>
                <a:spcPts val="1200"/>
              </a:spcBef>
              <a:spcAft>
                <a:spcPts val="0"/>
              </a:spcAft>
              <a:buClr>
                <a:schemeClr val="dk1"/>
              </a:buClr>
              <a:buSzPts val="375"/>
              <a:buNone/>
              <a:defRPr sz="375"/>
            </a:lvl4pPr>
            <a:lvl5pPr marL="2286000" indent="-228600" algn="l">
              <a:lnSpc>
                <a:spcPct val="90000"/>
              </a:lnSpc>
              <a:spcBef>
                <a:spcPts val="1200"/>
              </a:spcBef>
              <a:spcAft>
                <a:spcPts val="0"/>
              </a:spcAft>
              <a:buClr>
                <a:schemeClr val="dk1"/>
              </a:buClr>
              <a:buSzPts val="375"/>
              <a:buNone/>
              <a:defRPr sz="375"/>
            </a:lvl5pPr>
            <a:lvl6pPr marL="2743200" indent="-228600" algn="l">
              <a:lnSpc>
                <a:spcPct val="90000"/>
              </a:lnSpc>
              <a:spcBef>
                <a:spcPts val="1200"/>
              </a:spcBef>
              <a:spcAft>
                <a:spcPts val="0"/>
              </a:spcAft>
              <a:buClr>
                <a:schemeClr val="dk1"/>
              </a:buClr>
              <a:buSzPts val="375"/>
              <a:buNone/>
              <a:defRPr sz="375"/>
            </a:lvl6pPr>
            <a:lvl7pPr marL="3200400" indent="-228600" algn="l">
              <a:lnSpc>
                <a:spcPct val="90000"/>
              </a:lnSpc>
              <a:spcBef>
                <a:spcPts val="1200"/>
              </a:spcBef>
              <a:spcAft>
                <a:spcPts val="0"/>
              </a:spcAft>
              <a:buClr>
                <a:schemeClr val="dk1"/>
              </a:buClr>
              <a:buSzPts val="375"/>
              <a:buNone/>
              <a:defRPr sz="375"/>
            </a:lvl7pPr>
            <a:lvl8pPr marL="3657600" indent="-228600" algn="l">
              <a:lnSpc>
                <a:spcPct val="90000"/>
              </a:lnSpc>
              <a:spcBef>
                <a:spcPts val="1200"/>
              </a:spcBef>
              <a:spcAft>
                <a:spcPts val="0"/>
              </a:spcAft>
              <a:buClr>
                <a:schemeClr val="dk1"/>
              </a:buClr>
              <a:buSzPts val="375"/>
              <a:buNone/>
              <a:defRPr sz="375"/>
            </a:lvl8pPr>
            <a:lvl9pPr marL="4114800" indent="-228600" algn="l">
              <a:lnSpc>
                <a:spcPct val="90000"/>
              </a:lnSpc>
              <a:spcBef>
                <a:spcPts val="1200"/>
              </a:spcBef>
              <a:spcAft>
                <a:spcPts val="1200"/>
              </a:spcAft>
              <a:buClr>
                <a:schemeClr val="dk1"/>
              </a:buClr>
              <a:buSzPts val="375"/>
              <a:buNone/>
              <a:defRPr sz="375"/>
            </a:lvl9pPr>
          </a:lstStyle>
          <a:p xmlns:a="http://schemas.openxmlformats.org/drawingml/2006/main"/>
        </p:txBody>
      </p:sp>
      <p:sp>
        <p:nvSpPr>
          <p:cNvPr id="188" name="Google Shape;188;p35">
            <a:extLst xmlns:a="http://schemas.openxmlformats.org/drawingml/2006/main">
              <a:ext uri="{FF2B5EF4-FFF2-40B4-BE49-F238E27FC236}">
                <a16:creationId xmlns:a16="http://schemas.microsoft.com/office/drawing/2014/main" id="{5962321A-8D8F-473C-9361-AF051AEBAD6B}"/>
              </a:ext>
            </a:extLst>
          </p:cNvPr>
          <p:cNvSpPr>
            <a:spLocks xmlns:a="http://schemas.openxmlformats.org/drawingml/2006/main" noGrp="1"/>
          </p:cNvSpPr>
          <p:nvPr>
            <p:ph type="body" idx="6"/>
          </p:nvPr>
        </p:nvSpPr>
        <p:spPr>
          <a:xfrm xmlns:a="http://schemas.openxmlformats.org/drawingml/2006/main">
            <a:off x="3252168" y="2944669"/>
            <a:ext cx="2637000" cy="844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spAutoFit/>
          </a:bodyPr>
          <a:lstStyle xmlns:a="http://schemas.openxmlformats.org/drawingml/2006/main">
            <a:lvl1pPr marL="457200" indent="-228600" algn="l">
              <a:lnSpc>
                <a:spcPct val="110000"/>
              </a:lnSpc>
              <a:spcBef>
                <a:spcPts val="0"/>
              </a:spcBef>
              <a:spcAft>
                <a:spcPts val="0"/>
              </a:spcAft>
              <a:buClr>
                <a:schemeClr val="dk1"/>
              </a:buClr>
              <a:buSzPts val="750"/>
              <a:buFont typeface="Arial"/>
              <a:buNone/>
              <a:defRPr sz="750">
                <a:solidFill>
                  <a:schemeClr val="dk1"/>
                </a:solidFill>
              </a:defRPr>
            </a:lvl1pPr>
            <a:lvl2pPr marL="914400" indent="-228600" algn="l">
              <a:lnSpc>
                <a:spcPct val="90000"/>
              </a:lnSpc>
              <a:spcBef>
                <a:spcPts val="225"/>
              </a:spcBef>
              <a:spcAft>
                <a:spcPts val="0"/>
              </a:spcAft>
              <a:buClr>
                <a:schemeClr val="dk1"/>
              </a:buClr>
              <a:buSzPts val="525"/>
              <a:buNone/>
              <a:defRPr sz="525"/>
            </a:lvl2pPr>
            <a:lvl3pPr marL="1371600" indent="-228600" algn="l">
              <a:lnSpc>
                <a:spcPct val="90000"/>
              </a:lnSpc>
              <a:spcBef>
                <a:spcPts val="1200"/>
              </a:spcBef>
              <a:spcAft>
                <a:spcPts val="0"/>
              </a:spcAft>
              <a:buClr>
                <a:schemeClr val="dk1"/>
              </a:buClr>
              <a:buSzPts val="450"/>
              <a:buNone/>
              <a:defRPr sz="450"/>
            </a:lvl3pPr>
            <a:lvl4pPr marL="1828800" indent="-228600" algn="l">
              <a:lnSpc>
                <a:spcPct val="90000"/>
              </a:lnSpc>
              <a:spcBef>
                <a:spcPts val="1200"/>
              </a:spcBef>
              <a:spcAft>
                <a:spcPts val="0"/>
              </a:spcAft>
              <a:buClr>
                <a:schemeClr val="dk1"/>
              </a:buClr>
              <a:buSzPts val="375"/>
              <a:buNone/>
              <a:defRPr sz="375"/>
            </a:lvl4pPr>
            <a:lvl5pPr marL="2286000" indent="-228600" algn="l">
              <a:lnSpc>
                <a:spcPct val="90000"/>
              </a:lnSpc>
              <a:spcBef>
                <a:spcPts val="1200"/>
              </a:spcBef>
              <a:spcAft>
                <a:spcPts val="0"/>
              </a:spcAft>
              <a:buClr>
                <a:schemeClr val="dk1"/>
              </a:buClr>
              <a:buSzPts val="375"/>
              <a:buNone/>
              <a:defRPr sz="375"/>
            </a:lvl5pPr>
            <a:lvl6pPr marL="2743200" indent="-228600" algn="l">
              <a:lnSpc>
                <a:spcPct val="90000"/>
              </a:lnSpc>
              <a:spcBef>
                <a:spcPts val="1200"/>
              </a:spcBef>
              <a:spcAft>
                <a:spcPts val="0"/>
              </a:spcAft>
              <a:buClr>
                <a:schemeClr val="dk1"/>
              </a:buClr>
              <a:buSzPts val="375"/>
              <a:buNone/>
              <a:defRPr sz="375"/>
            </a:lvl6pPr>
            <a:lvl7pPr marL="3200400" indent="-228600" algn="l">
              <a:lnSpc>
                <a:spcPct val="90000"/>
              </a:lnSpc>
              <a:spcBef>
                <a:spcPts val="1200"/>
              </a:spcBef>
              <a:spcAft>
                <a:spcPts val="0"/>
              </a:spcAft>
              <a:buClr>
                <a:schemeClr val="dk1"/>
              </a:buClr>
              <a:buSzPts val="375"/>
              <a:buNone/>
              <a:defRPr sz="375"/>
            </a:lvl7pPr>
            <a:lvl8pPr marL="3657600" indent="-228600" algn="l">
              <a:lnSpc>
                <a:spcPct val="90000"/>
              </a:lnSpc>
              <a:spcBef>
                <a:spcPts val="1200"/>
              </a:spcBef>
              <a:spcAft>
                <a:spcPts val="0"/>
              </a:spcAft>
              <a:buClr>
                <a:schemeClr val="dk1"/>
              </a:buClr>
              <a:buSzPts val="375"/>
              <a:buNone/>
              <a:defRPr sz="375"/>
            </a:lvl8pPr>
            <a:lvl9pPr marL="4114800" indent="-228600" algn="l">
              <a:lnSpc>
                <a:spcPct val="90000"/>
              </a:lnSpc>
              <a:spcBef>
                <a:spcPts val="1200"/>
              </a:spcBef>
              <a:spcAft>
                <a:spcPts val="1200"/>
              </a:spcAft>
              <a:buClr>
                <a:schemeClr val="dk1"/>
              </a:buClr>
              <a:buSzPts val="375"/>
              <a:buNone/>
              <a:defRPr sz="375"/>
            </a:lvl9pPr>
          </a:lstStyle>
          <a:p xmlns:a="http://schemas.openxmlformats.org/drawingml/2006/main"/>
        </p:txBody>
      </p:sp>
      <p:sp>
        <p:nvSpPr>
          <p:cNvPr id="189" name="Google Shape;189;p35">
            <a:extLst xmlns:a="http://schemas.openxmlformats.org/drawingml/2006/main">
              <a:ext uri="{FF2B5EF4-FFF2-40B4-BE49-F238E27FC236}">
                <a16:creationId xmlns:a16="http://schemas.microsoft.com/office/drawing/2014/main" id="{7A1394A6-C4B9-4252-BA4A-B1803F1747B3}"/>
              </a:ext>
            </a:extLst>
          </p:cNvPr>
          <p:cNvSpPr>
            <a:spLocks xmlns:a="http://schemas.openxmlformats.org/drawingml/2006/main" noGrp="1"/>
          </p:cNvSpPr>
          <p:nvPr>
            <p:ph type="body" idx="7"/>
          </p:nvPr>
        </p:nvSpPr>
        <p:spPr>
          <a:xfrm xmlns:a="http://schemas.openxmlformats.org/drawingml/2006/main">
            <a:off x="6307817" y="2944669"/>
            <a:ext cx="2637000" cy="844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spAutoFit/>
          </a:bodyPr>
          <a:lstStyle xmlns:a="http://schemas.openxmlformats.org/drawingml/2006/main">
            <a:lvl1pPr marL="457200" indent="-228600" algn="l">
              <a:lnSpc>
                <a:spcPct val="110000"/>
              </a:lnSpc>
              <a:spcBef>
                <a:spcPts val="0"/>
              </a:spcBef>
              <a:spcAft>
                <a:spcPts val="0"/>
              </a:spcAft>
              <a:buClr>
                <a:schemeClr val="dk1"/>
              </a:buClr>
              <a:buSzPts val="750"/>
              <a:buFont typeface="Arial"/>
              <a:buNone/>
              <a:defRPr sz="750">
                <a:solidFill>
                  <a:schemeClr val="dk1"/>
                </a:solidFill>
              </a:defRPr>
            </a:lvl1pPr>
            <a:lvl2pPr marL="914400" indent="-228600" algn="l">
              <a:lnSpc>
                <a:spcPct val="90000"/>
              </a:lnSpc>
              <a:spcBef>
                <a:spcPts val="225"/>
              </a:spcBef>
              <a:spcAft>
                <a:spcPts val="0"/>
              </a:spcAft>
              <a:buClr>
                <a:schemeClr val="dk1"/>
              </a:buClr>
              <a:buSzPts val="525"/>
              <a:buNone/>
              <a:defRPr sz="525"/>
            </a:lvl2pPr>
            <a:lvl3pPr marL="1371600" indent="-228600" algn="l">
              <a:lnSpc>
                <a:spcPct val="90000"/>
              </a:lnSpc>
              <a:spcBef>
                <a:spcPts val="1200"/>
              </a:spcBef>
              <a:spcAft>
                <a:spcPts val="0"/>
              </a:spcAft>
              <a:buClr>
                <a:schemeClr val="dk1"/>
              </a:buClr>
              <a:buSzPts val="450"/>
              <a:buNone/>
              <a:defRPr sz="450"/>
            </a:lvl3pPr>
            <a:lvl4pPr marL="1828800" indent="-228600" algn="l">
              <a:lnSpc>
                <a:spcPct val="90000"/>
              </a:lnSpc>
              <a:spcBef>
                <a:spcPts val="1200"/>
              </a:spcBef>
              <a:spcAft>
                <a:spcPts val="0"/>
              </a:spcAft>
              <a:buClr>
                <a:schemeClr val="dk1"/>
              </a:buClr>
              <a:buSzPts val="375"/>
              <a:buNone/>
              <a:defRPr sz="375"/>
            </a:lvl4pPr>
            <a:lvl5pPr marL="2286000" indent="-228600" algn="l">
              <a:lnSpc>
                <a:spcPct val="90000"/>
              </a:lnSpc>
              <a:spcBef>
                <a:spcPts val="1200"/>
              </a:spcBef>
              <a:spcAft>
                <a:spcPts val="0"/>
              </a:spcAft>
              <a:buClr>
                <a:schemeClr val="dk1"/>
              </a:buClr>
              <a:buSzPts val="375"/>
              <a:buNone/>
              <a:defRPr sz="375"/>
            </a:lvl5pPr>
            <a:lvl6pPr marL="2743200" indent="-228600" algn="l">
              <a:lnSpc>
                <a:spcPct val="90000"/>
              </a:lnSpc>
              <a:spcBef>
                <a:spcPts val="1200"/>
              </a:spcBef>
              <a:spcAft>
                <a:spcPts val="0"/>
              </a:spcAft>
              <a:buClr>
                <a:schemeClr val="dk1"/>
              </a:buClr>
              <a:buSzPts val="375"/>
              <a:buNone/>
              <a:defRPr sz="375"/>
            </a:lvl6pPr>
            <a:lvl7pPr marL="3200400" indent="-228600" algn="l">
              <a:lnSpc>
                <a:spcPct val="90000"/>
              </a:lnSpc>
              <a:spcBef>
                <a:spcPts val="1200"/>
              </a:spcBef>
              <a:spcAft>
                <a:spcPts val="0"/>
              </a:spcAft>
              <a:buClr>
                <a:schemeClr val="dk1"/>
              </a:buClr>
              <a:buSzPts val="375"/>
              <a:buNone/>
              <a:defRPr sz="375"/>
            </a:lvl7pPr>
            <a:lvl8pPr marL="3657600" indent="-228600" algn="l">
              <a:lnSpc>
                <a:spcPct val="90000"/>
              </a:lnSpc>
              <a:spcBef>
                <a:spcPts val="1200"/>
              </a:spcBef>
              <a:spcAft>
                <a:spcPts val="0"/>
              </a:spcAft>
              <a:buClr>
                <a:schemeClr val="dk1"/>
              </a:buClr>
              <a:buSzPts val="375"/>
              <a:buNone/>
              <a:defRPr sz="375"/>
            </a:lvl8pPr>
            <a:lvl9pPr marL="4114800" indent="-228600" algn="l">
              <a:lnSpc>
                <a:spcPct val="90000"/>
              </a:lnSpc>
              <a:spcBef>
                <a:spcPts val="1200"/>
              </a:spcBef>
              <a:spcAft>
                <a:spcPts val="1200"/>
              </a:spcAft>
              <a:buClr>
                <a:schemeClr val="dk1"/>
              </a:buClr>
              <a:buSzPts val="375"/>
              <a:buNone/>
              <a:defRPr sz="375"/>
            </a:lvl9pPr>
          </a:lstStyle>
          <a:p xmlns:a="http://schemas.openxmlformats.org/drawingml/2006/main"/>
        </p:txBody>
      </p:sp>
      <p:pic>
        <p:nvPicPr>
          <p:cNvPr id="199" name="Google Shape;190;p35"/>
          <p:cNvPicPr>
            <a:picLocks xmlns:a="http://schemas.openxmlformats.org/drawingml/2006/main" noChangeAspect="1"/>
          </p:cNvPicPr>
          <p:nvPr/>
        </p:nvPicPr>
        <p:blipFill>
          <a:blip xmlns:r="http://schemas.openxmlformats.org/officeDocument/2006/relationships" xmlns:a="http://schemas.openxmlformats.org/drawingml/2006/main" r:embed="R8532d2e59c63409a">
            <a:alphaModFix/>
          </a:blip>
          <a:stretch xmlns:a="http://schemas.openxmlformats.org/drawingml/2006/main">
            <a:fillRect l="0" t="0" r="0" b="0"/>
          </a:stretch>
        </p:blipFill>
        <p:spPr>
          <a:xfrm xmlns:a="http://schemas.openxmlformats.org/drawingml/2006/main">
            <a:off x="228600" y="4836074"/>
            <a:ext cx="153925" cy="153925"/>
          </a:xfrm>
          <a:prstGeom xmlns:a="http://schemas.openxmlformats.org/drawingml/2006/main" prst="rect">
            <a:avLst/>
          </a:prstGeom>
          <a:ln xmlns:a="http://schemas.openxmlformats.org/drawingml/2006/main">
            <a:noFill/>
          </a:ln>
        </p:spPr>
      </p:pic>
    </p:spTree>
  </p:cSld>
</p:sldLayout>
</file>

<file path=ppt/slideLayouts/slideLayout35.xml><?xml version="1.0" encoding="utf-8"?>
<p:sldLayout xmlns:p="http://schemas.openxmlformats.org/presentationml/2006/main" matchingName="Content - 4 text box">
  <p:cSld name="Title + 4 columns_1">
    <p:bg>
      <p:bgPr>
        <a:solidFill xmlns:a="http://schemas.openxmlformats.org/drawingml/2006/main">
          <a:schemeClr val="lt1"/>
        </a:solidFill>
      </p:bgPr>
    </p:bg>
    <p:spTree>
      <p:nvGrpSpPr>
        <p:cNvPr id="1" name=""/>
        <p:cNvGrpSpPr/>
        <p:nvPr/>
      </p:nvGrpSpPr>
      <p:grpSpPr>
        <a:xfrm xmlns:a="http://schemas.openxmlformats.org/drawingml/2006/main"/>
      </p:grpSpPr>
      <p:sp>
        <p:nvSpPr>
          <p:cNvPr id="192" name="Google Shape;192;p36">
            <a:extLst xmlns:a="http://schemas.openxmlformats.org/drawingml/2006/main">
              <a:ext uri="{FF2B5EF4-FFF2-40B4-BE49-F238E27FC236}">
                <a16:creationId xmlns:a16="http://schemas.microsoft.com/office/drawing/2014/main" id="{CB655DAF-6A9B-4026-9CB8-075BB0F9C874}"/>
              </a:ext>
            </a:extLst>
          </p:cNvPr>
          <p:cNvSpPr>
            <a:spLocks xmlns:a="http://schemas.openxmlformats.org/drawingml/2006/main" noGrp="1"/>
          </p:cNvSpPr>
          <p:nvPr>
            <p:ph type="body" idx="1"/>
          </p:nvPr>
        </p:nvSpPr>
        <p:spPr>
          <a:xfrm xmlns:a="http://schemas.openxmlformats.org/drawingml/2006/main">
            <a:off x="201378" y="164051"/>
            <a:ext cx="1948200" cy="160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noAutofit/>
          </a:bodyPr>
          <a:lstStyle xmlns:a="http://schemas.openxmlformats.org/drawingml/2006/main">
            <a:lvl1pPr marL="457200" indent="-228600" algn="l">
              <a:lnSpc>
                <a:spcPct val="90000"/>
              </a:lnSpc>
              <a:spcBef>
                <a:spcPts val="375"/>
              </a:spcBef>
              <a:spcAft>
                <a:spcPts val="0"/>
              </a:spcAft>
              <a:buClr>
                <a:schemeClr val="dk2"/>
              </a:buClr>
              <a:buSzPts val="750"/>
              <a:buFont typeface="Arial"/>
              <a:buNone/>
              <a:defRPr sz="750">
                <a:solidFill>
                  <a:schemeClr val="dk2"/>
                </a:solidFill>
              </a:defRPr>
            </a:lvl1pPr>
            <a:lvl2pPr marL="914400" indent="-271463" algn="l">
              <a:lnSpc>
                <a:spcPct val="90000"/>
              </a:lnSpc>
              <a:spcBef>
                <a:spcPts val="1200"/>
              </a:spcBef>
              <a:spcAft>
                <a:spcPts val="0"/>
              </a:spcAft>
              <a:buClr>
                <a:schemeClr val="dk1"/>
              </a:buClr>
              <a:buSzPts val="675"/>
              <a:buChar char="○"/>
              <a:defRPr sz="900"/>
            </a:lvl2pPr>
            <a:lvl3pPr marL="1371600" indent="-271463" algn="l">
              <a:lnSpc>
                <a:spcPct val="90000"/>
              </a:lnSpc>
              <a:spcBef>
                <a:spcPts val="1200"/>
              </a:spcBef>
              <a:spcAft>
                <a:spcPts val="0"/>
              </a:spcAft>
              <a:buClr>
                <a:schemeClr val="dk1"/>
              </a:buClr>
              <a:buSzPts val="675"/>
              <a:buChar char="■"/>
              <a:defRPr sz="750"/>
            </a:lvl3pPr>
            <a:lvl4pPr marL="1828800" indent="-271463" algn="l">
              <a:lnSpc>
                <a:spcPct val="90000"/>
              </a:lnSpc>
              <a:spcBef>
                <a:spcPts val="1200"/>
              </a:spcBef>
              <a:spcAft>
                <a:spcPts val="0"/>
              </a:spcAft>
              <a:buClr>
                <a:schemeClr val="dk1"/>
              </a:buClr>
              <a:buSzPts val="675"/>
              <a:buChar char="●"/>
              <a:defRPr sz="675"/>
            </a:lvl4pPr>
            <a:lvl5pPr marL="2286000" indent="-271463" algn="l">
              <a:lnSpc>
                <a:spcPct val="90000"/>
              </a:lnSpc>
              <a:spcBef>
                <a:spcPts val="1200"/>
              </a:spcBef>
              <a:spcAft>
                <a:spcPts val="0"/>
              </a:spcAft>
              <a:buClr>
                <a:schemeClr val="dk1"/>
              </a:buClr>
              <a:buSzPts val="675"/>
              <a:buChar char="○"/>
              <a:defRPr sz="675"/>
            </a:lvl5pPr>
            <a:lvl6pPr marL="2743200" indent="-271463" algn="l">
              <a:lnSpc>
                <a:spcPct val="90000"/>
              </a:lnSpc>
              <a:spcBef>
                <a:spcPts val="1200"/>
              </a:spcBef>
              <a:spcAft>
                <a:spcPts val="0"/>
              </a:spcAft>
              <a:buClr>
                <a:schemeClr val="dk1"/>
              </a:buClr>
              <a:buSzPts val="675"/>
              <a:buChar char="■"/>
              <a:defRPr sz="675"/>
            </a:lvl6pPr>
            <a:lvl7pPr marL="3200400" indent="-271463" algn="l">
              <a:lnSpc>
                <a:spcPct val="90000"/>
              </a:lnSpc>
              <a:spcBef>
                <a:spcPts val="1200"/>
              </a:spcBef>
              <a:spcAft>
                <a:spcPts val="0"/>
              </a:spcAft>
              <a:buClr>
                <a:schemeClr val="dk1"/>
              </a:buClr>
              <a:buSzPts val="675"/>
              <a:buChar char="●"/>
              <a:defRPr sz="675"/>
            </a:lvl7pPr>
            <a:lvl8pPr marL="3657600" indent="-271463" algn="l">
              <a:lnSpc>
                <a:spcPct val="90000"/>
              </a:lnSpc>
              <a:spcBef>
                <a:spcPts val="1200"/>
              </a:spcBef>
              <a:spcAft>
                <a:spcPts val="0"/>
              </a:spcAft>
              <a:buClr>
                <a:schemeClr val="dk1"/>
              </a:buClr>
              <a:buSzPts val="675"/>
              <a:buChar char="○"/>
              <a:defRPr sz="675"/>
            </a:lvl8pPr>
            <a:lvl9pPr marL="4114800" indent="-271463" algn="l">
              <a:lnSpc>
                <a:spcPct val="90000"/>
              </a:lnSpc>
              <a:spcBef>
                <a:spcPts val="1200"/>
              </a:spcBef>
              <a:spcAft>
                <a:spcPts val="1200"/>
              </a:spcAft>
              <a:buClr>
                <a:schemeClr val="dk1"/>
              </a:buClr>
              <a:buSzPts val="675"/>
              <a:buChar char="■"/>
              <a:defRPr sz="675"/>
            </a:lvl9pPr>
          </a:lstStyle>
          <a:p xmlns:a="http://schemas.openxmlformats.org/drawingml/2006/main"/>
        </p:txBody>
      </p:sp>
      <p:sp>
        <p:nvSpPr>
          <p:cNvPr id="193" name="Google Shape;193;p36">
            <a:extLst xmlns:a="http://schemas.openxmlformats.org/drawingml/2006/main">
              <a:ext uri="{FF2B5EF4-FFF2-40B4-BE49-F238E27FC236}">
                <a16:creationId xmlns:a16="http://schemas.microsoft.com/office/drawing/2014/main" id="{83B4DD77-F8E1-43AE-BEE8-8C97D669D593}"/>
              </a:ext>
            </a:extLst>
          </p:cNvPr>
          <p:cNvSpPr>
            <a:spLocks xmlns:a="http://schemas.openxmlformats.org/drawingml/2006/main" noGrp="1"/>
          </p:cNvSpPr>
          <p:nvPr>
            <p:ph type="title" idx="0"/>
          </p:nvPr>
        </p:nvSpPr>
        <p:spPr>
          <a:xfrm xmlns:a="http://schemas.openxmlformats.org/drawingml/2006/main">
            <a:off x="201378" y="295836"/>
            <a:ext cx="2334600" cy="657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noAutofit/>
          </a:bodyPr>
          <a:lstStyle xmlns:a="http://schemas.openxmlformats.org/drawingml/2006/main">
            <a:lvl1pPr algn="l">
              <a:lnSpc>
                <a:spcPct val="90000"/>
              </a:lnSpc>
              <a:spcBef>
                <a:spcPts val="0"/>
              </a:spcBef>
              <a:spcAft>
                <a:spcPts val="0"/>
              </a:spcAft>
              <a:buClr>
                <a:schemeClr val="dk1"/>
              </a:buClr>
              <a:buSzPts val="2250"/>
              <a:buFont typeface="Arial"/>
              <a:buNone/>
              <a:defRPr sz="2250"/>
            </a:lvl1pPr>
            <a:lvl2pPr>
              <a:spcBef>
                <a:spcPts val="0"/>
              </a:spcBef>
              <a:spcAft>
                <a:spcPts val="0"/>
              </a:spcAft>
              <a:buSzPts val="525"/>
              <a:buNone/>
              <a:defRPr sz="675"/>
            </a:lvl2pPr>
            <a:lvl3pPr>
              <a:spcBef>
                <a:spcPts val="0"/>
              </a:spcBef>
              <a:spcAft>
                <a:spcPts val="0"/>
              </a:spcAft>
              <a:buSzPts val="525"/>
              <a:buNone/>
              <a:defRPr sz="675"/>
            </a:lvl3pPr>
            <a:lvl4pPr>
              <a:spcBef>
                <a:spcPts val="0"/>
              </a:spcBef>
              <a:spcAft>
                <a:spcPts val="0"/>
              </a:spcAft>
              <a:buSzPts val="525"/>
              <a:buNone/>
              <a:defRPr sz="675"/>
            </a:lvl4pPr>
            <a:lvl5pPr>
              <a:spcBef>
                <a:spcPts val="0"/>
              </a:spcBef>
              <a:spcAft>
                <a:spcPts val="0"/>
              </a:spcAft>
              <a:buSzPts val="525"/>
              <a:buNone/>
              <a:defRPr sz="675"/>
            </a:lvl5pPr>
            <a:lvl6pPr>
              <a:spcBef>
                <a:spcPts val="0"/>
              </a:spcBef>
              <a:spcAft>
                <a:spcPts val="0"/>
              </a:spcAft>
              <a:buSzPts val="525"/>
              <a:buNone/>
              <a:defRPr sz="675"/>
            </a:lvl6pPr>
            <a:lvl7pPr>
              <a:spcBef>
                <a:spcPts val="0"/>
              </a:spcBef>
              <a:spcAft>
                <a:spcPts val="0"/>
              </a:spcAft>
              <a:buSzPts val="525"/>
              <a:buNone/>
              <a:defRPr sz="675"/>
            </a:lvl7pPr>
            <a:lvl8pPr>
              <a:spcBef>
                <a:spcPts val="0"/>
              </a:spcBef>
              <a:spcAft>
                <a:spcPts val="0"/>
              </a:spcAft>
              <a:buSzPts val="525"/>
              <a:buNone/>
              <a:defRPr sz="675"/>
            </a:lvl8pPr>
            <a:lvl9pPr>
              <a:spcBef>
                <a:spcPts val="0"/>
              </a:spcBef>
              <a:spcAft>
                <a:spcPts val="0"/>
              </a:spcAft>
              <a:buSzPts val="525"/>
              <a:buNone/>
              <a:defRPr sz="675"/>
            </a:lvl9pPr>
          </a:lstStyle>
          <a:p xmlns:a="http://schemas.openxmlformats.org/drawingml/2006/main"/>
        </p:txBody>
      </p:sp>
      <p:sp>
        <p:nvSpPr>
          <p:cNvPr id="194" name="Google Shape;194;p36">
            <a:extLst xmlns:a="http://schemas.openxmlformats.org/drawingml/2006/main">
              <a:ext uri="{FF2B5EF4-FFF2-40B4-BE49-F238E27FC236}">
                <a16:creationId xmlns:a16="http://schemas.microsoft.com/office/drawing/2014/main" id="{C3A05BD1-CA05-4F8C-8A07-ECDF12CA8498}"/>
              </a:ext>
            </a:extLst>
          </p:cNvPr>
          <p:cNvSpPr>
            <a:spLocks xmlns:a="http://schemas.openxmlformats.org/drawingml/2006/main" noGrp="1"/>
          </p:cNvSpPr>
          <p:nvPr>
            <p:ph type="body" idx="2"/>
          </p:nvPr>
        </p:nvSpPr>
        <p:spPr>
          <a:xfrm xmlns:a="http://schemas.openxmlformats.org/drawingml/2006/main">
            <a:off x="201378" y="1907550"/>
            <a:ext cx="2002200" cy="1451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spAutoFit/>
          </a:bodyPr>
          <a:lstStyle xmlns:a="http://schemas.openxmlformats.org/drawingml/2006/main">
            <a:lvl1pPr marL="457200" indent="-228600" algn="l">
              <a:lnSpc>
                <a:spcPct val="110000"/>
              </a:lnSpc>
              <a:spcBef>
                <a:spcPts val="0"/>
              </a:spcBef>
              <a:spcAft>
                <a:spcPts val="0"/>
              </a:spcAft>
              <a:buClr>
                <a:schemeClr val="dk1"/>
              </a:buClr>
              <a:buSzPts val="900"/>
              <a:buFont typeface="Arial"/>
              <a:buNone/>
              <a:defRPr sz="900">
                <a:solidFill>
                  <a:schemeClr val="dk1"/>
                </a:solidFill>
              </a:defRPr>
            </a:lvl1pPr>
            <a:lvl2pPr marL="914400" indent="-228600" algn="l">
              <a:lnSpc>
                <a:spcPct val="90000"/>
              </a:lnSpc>
              <a:spcBef>
                <a:spcPts val="225"/>
              </a:spcBef>
              <a:spcAft>
                <a:spcPts val="0"/>
              </a:spcAft>
              <a:buClr>
                <a:schemeClr val="dk1"/>
              </a:buClr>
              <a:buSzPts val="525"/>
              <a:buNone/>
              <a:defRPr sz="525"/>
            </a:lvl2pPr>
            <a:lvl3pPr marL="1371600" indent="-228600" algn="l">
              <a:lnSpc>
                <a:spcPct val="90000"/>
              </a:lnSpc>
              <a:spcBef>
                <a:spcPts val="1200"/>
              </a:spcBef>
              <a:spcAft>
                <a:spcPts val="0"/>
              </a:spcAft>
              <a:buClr>
                <a:schemeClr val="dk1"/>
              </a:buClr>
              <a:buSzPts val="450"/>
              <a:buNone/>
              <a:defRPr sz="450"/>
            </a:lvl3pPr>
            <a:lvl4pPr marL="1828800" indent="-228600" algn="l">
              <a:lnSpc>
                <a:spcPct val="90000"/>
              </a:lnSpc>
              <a:spcBef>
                <a:spcPts val="1200"/>
              </a:spcBef>
              <a:spcAft>
                <a:spcPts val="0"/>
              </a:spcAft>
              <a:buClr>
                <a:schemeClr val="dk1"/>
              </a:buClr>
              <a:buSzPts val="375"/>
              <a:buNone/>
              <a:defRPr sz="375"/>
            </a:lvl4pPr>
            <a:lvl5pPr marL="2286000" indent="-228600" algn="l">
              <a:lnSpc>
                <a:spcPct val="90000"/>
              </a:lnSpc>
              <a:spcBef>
                <a:spcPts val="1200"/>
              </a:spcBef>
              <a:spcAft>
                <a:spcPts val="0"/>
              </a:spcAft>
              <a:buClr>
                <a:schemeClr val="dk1"/>
              </a:buClr>
              <a:buSzPts val="375"/>
              <a:buNone/>
              <a:defRPr sz="375"/>
            </a:lvl5pPr>
            <a:lvl6pPr marL="2743200" indent="-228600" algn="l">
              <a:lnSpc>
                <a:spcPct val="90000"/>
              </a:lnSpc>
              <a:spcBef>
                <a:spcPts val="1200"/>
              </a:spcBef>
              <a:spcAft>
                <a:spcPts val="0"/>
              </a:spcAft>
              <a:buClr>
                <a:schemeClr val="dk1"/>
              </a:buClr>
              <a:buSzPts val="375"/>
              <a:buNone/>
              <a:defRPr sz="375"/>
            </a:lvl6pPr>
            <a:lvl7pPr marL="3200400" indent="-228600" algn="l">
              <a:lnSpc>
                <a:spcPct val="90000"/>
              </a:lnSpc>
              <a:spcBef>
                <a:spcPts val="1200"/>
              </a:spcBef>
              <a:spcAft>
                <a:spcPts val="0"/>
              </a:spcAft>
              <a:buClr>
                <a:schemeClr val="dk1"/>
              </a:buClr>
              <a:buSzPts val="375"/>
              <a:buNone/>
              <a:defRPr sz="375"/>
            </a:lvl7pPr>
            <a:lvl8pPr marL="3657600" indent="-228600" algn="l">
              <a:lnSpc>
                <a:spcPct val="90000"/>
              </a:lnSpc>
              <a:spcBef>
                <a:spcPts val="1200"/>
              </a:spcBef>
              <a:spcAft>
                <a:spcPts val="0"/>
              </a:spcAft>
              <a:buClr>
                <a:schemeClr val="dk1"/>
              </a:buClr>
              <a:buSzPts val="375"/>
              <a:buNone/>
              <a:defRPr sz="375"/>
            </a:lvl8pPr>
            <a:lvl9pPr marL="4114800" indent="-228600" algn="l">
              <a:lnSpc>
                <a:spcPct val="90000"/>
              </a:lnSpc>
              <a:spcBef>
                <a:spcPts val="1200"/>
              </a:spcBef>
              <a:spcAft>
                <a:spcPts val="1200"/>
              </a:spcAft>
              <a:buClr>
                <a:schemeClr val="dk1"/>
              </a:buClr>
              <a:buSzPts val="375"/>
              <a:buNone/>
              <a:defRPr sz="375"/>
            </a:lvl9pPr>
          </a:lstStyle>
          <a:p xmlns:a="http://schemas.openxmlformats.org/drawingml/2006/main"/>
        </p:txBody>
      </p:sp>
      <p:sp>
        <p:nvSpPr>
          <p:cNvPr id="195" name="Google Shape;195;p36">
            <a:extLst xmlns:a="http://schemas.openxmlformats.org/drawingml/2006/main">
              <a:ext uri="{FF2B5EF4-FFF2-40B4-BE49-F238E27FC236}">
                <a16:creationId xmlns:a16="http://schemas.microsoft.com/office/drawing/2014/main" id="{B5DDDE56-2D1D-4C3B-B512-EF2622D09875}"/>
              </a:ext>
            </a:extLst>
          </p:cNvPr>
          <p:cNvSpPr>
            <a:spLocks xmlns:a="http://schemas.openxmlformats.org/drawingml/2006/main" noGrp="1"/>
          </p:cNvSpPr>
          <p:nvPr>
            <p:ph type="body" idx="3"/>
          </p:nvPr>
        </p:nvSpPr>
        <p:spPr>
          <a:xfrm xmlns:a="http://schemas.openxmlformats.org/drawingml/2006/main">
            <a:off x="2447039" y="1907550"/>
            <a:ext cx="2002200" cy="1451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spAutoFit/>
          </a:bodyPr>
          <a:lstStyle xmlns:a="http://schemas.openxmlformats.org/drawingml/2006/main">
            <a:lvl1pPr marL="457200" indent="-228600" algn="l">
              <a:lnSpc>
                <a:spcPct val="110000"/>
              </a:lnSpc>
              <a:spcBef>
                <a:spcPts val="0"/>
              </a:spcBef>
              <a:spcAft>
                <a:spcPts val="0"/>
              </a:spcAft>
              <a:buClr>
                <a:schemeClr val="dk1"/>
              </a:buClr>
              <a:buSzPts val="900"/>
              <a:buFont typeface="Arial"/>
              <a:buNone/>
              <a:defRPr sz="900">
                <a:solidFill>
                  <a:schemeClr val="dk1"/>
                </a:solidFill>
              </a:defRPr>
            </a:lvl1pPr>
            <a:lvl2pPr marL="914400" indent="-228600" algn="l">
              <a:lnSpc>
                <a:spcPct val="90000"/>
              </a:lnSpc>
              <a:spcBef>
                <a:spcPts val="225"/>
              </a:spcBef>
              <a:spcAft>
                <a:spcPts val="0"/>
              </a:spcAft>
              <a:buClr>
                <a:schemeClr val="dk1"/>
              </a:buClr>
              <a:buSzPts val="525"/>
              <a:buNone/>
              <a:defRPr sz="525"/>
            </a:lvl2pPr>
            <a:lvl3pPr marL="1371600" indent="-228600" algn="l">
              <a:lnSpc>
                <a:spcPct val="90000"/>
              </a:lnSpc>
              <a:spcBef>
                <a:spcPts val="1200"/>
              </a:spcBef>
              <a:spcAft>
                <a:spcPts val="0"/>
              </a:spcAft>
              <a:buClr>
                <a:schemeClr val="dk1"/>
              </a:buClr>
              <a:buSzPts val="450"/>
              <a:buNone/>
              <a:defRPr sz="450"/>
            </a:lvl3pPr>
            <a:lvl4pPr marL="1828800" indent="-228600" algn="l">
              <a:lnSpc>
                <a:spcPct val="90000"/>
              </a:lnSpc>
              <a:spcBef>
                <a:spcPts val="1200"/>
              </a:spcBef>
              <a:spcAft>
                <a:spcPts val="0"/>
              </a:spcAft>
              <a:buClr>
                <a:schemeClr val="dk1"/>
              </a:buClr>
              <a:buSzPts val="375"/>
              <a:buNone/>
              <a:defRPr sz="375"/>
            </a:lvl4pPr>
            <a:lvl5pPr marL="2286000" indent="-228600" algn="l">
              <a:lnSpc>
                <a:spcPct val="90000"/>
              </a:lnSpc>
              <a:spcBef>
                <a:spcPts val="1200"/>
              </a:spcBef>
              <a:spcAft>
                <a:spcPts val="0"/>
              </a:spcAft>
              <a:buClr>
                <a:schemeClr val="dk1"/>
              </a:buClr>
              <a:buSzPts val="375"/>
              <a:buNone/>
              <a:defRPr sz="375"/>
            </a:lvl5pPr>
            <a:lvl6pPr marL="2743200" indent="-228600" algn="l">
              <a:lnSpc>
                <a:spcPct val="90000"/>
              </a:lnSpc>
              <a:spcBef>
                <a:spcPts val="1200"/>
              </a:spcBef>
              <a:spcAft>
                <a:spcPts val="0"/>
              </a:spcAft>
              <a:buClr>
                <a:schemeClr val="dk1"/>
              </a:buClr>
              <a:buSzPts val="375"/>
              <a:buNone/>
              <a:defRPr sz="375"/>
            </a:lvl6pPr>
            <a:lvl7pPr marL="3200400" indent="-228600" algn="l">
              <a:lnSpc>
                <a:spcPct val="90000"/>
              </a:lnSpc>
              <a:spcBef>
                <a:spcPts val="1200"/>
              </a:spcBef>
              <a:spcAft>
                <a:spcPts val="0"/>
              </a:spcAft>
              <a:buClr>
                <a:schemeClr val="dk1"/>
              </a:buClr>
              <a:buSzPts val="375"/>
              <a:buNone/>
              <a:defRPr sz="375"/>
            </a:lvl7pPr>
            <a:lvl8pPr marL="3657600" indent="-228600" algn="l">
              <a:lnSpc>
                <a:spcPct val="90000"/>
              </a:lnSpc>
              <a:spcBef>
                <a:spcPts val="1200"/>
              </a:spcBef>
              <a:spcAft>
                <a:spcPts val="0"/>
              </a:spcAft>
              <a:buClr>
                <a:schemeClr val="dk1"/>
              </a:buClr>
              <a:buSzPts val="375"/>
              <a:buNone/>
              <a:defRPr sz="375"/>
            </a:lvl8pPr>
            <a:lvl9pPr marL="4114800" indent="-228600" algn="l">
              <a:lnSpc>
                <a:spcPct val="90000"/>
              </a:lnSpc>
              <a:spcBef>
                <a:spcPts val="1200"/>
              </a:spcBef>
              <a:spcAft>
                <a:spcPts val="1200"/>
              </a:spcAft>
              <a:buClr>
                <a:schemeClr val="dk1"/>
              </a:buClr>
              <a:buSzPts val="375"/>
              <a:buNone/>
              <a:defRPr sz="375"/>
            </a:lvl9pPr>
          </a:lstStyle>
          <a:p xmlns:a="http://schemas.openxmlformats.org/drawingml/2006/main"/>
        </p:txBody>
      </p:sp>
      <p:sp>
        <p:nvSpPr>
          <p:cNvPr id="196" name="Google Shape;196;p36">
            <a:extLst xmlns:a="http://schemas.openxmlformats.org/drawingml/2006/main">
              <a:ext uri="{FF2B5EF4-FFF2-40B4-BE49-F238E27FC236}">
                <a16:creationId xmlns:a16="http://schemas.microsoft.com/office/drawing/2014/main" id="{A6BC1FCC-1509-47F6-BA53-F828CE94EAF6}"/>
              </a:ext>
            </a:extLst>
          </p:cNvPr>
          <p:cNvSpPr>
            <a:spLocks xmlns:a="http://schemas.openxmlformats.org/drawingml/2006/main" noGrp="1"/>
          </p:cNvSpPr>
          <p:nvPr>
            <p:ph type="body" idx="4"/>
          </p:nvPr>
        </p:nvSpPr>
        <p:spPr>
          <a:xfrm xmlns:a="http://schemas.openxmlformats.org/drawingml/2006/main">
            <a:off x="4692700" y="1907550"/>
            <a:ext cx="2002200" cy="1451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spAutoFit/>
          </a:bodyPr>
          <a:lstStyle xmlns:a="http://schemas.openxmlformats.org/drawingml/2006/main">
            <a:lvl1pPr marL="457200" indent="-228600" algn="l">
              <a:lnSpc>
                <a:spcPct val="110000"/>
              </a:lnSpc>
              <a:spcBef>
                <a:spcPts val="0"/>
              </a:spcBef>
              <a:spcAft>
                <a:spcPts val="0"/>
              </a:spcAft>
              <a:buClr>
                <a:schemeClr val="dk1"/>
              </a:buClr>
              <a:buSzPts val="900"/>
              <a:buFont typeface="Arial"/>
              <a:buNone/>
              <a:defRPr sz="900">
                <a:solidFill>
                  <a:schemeClr val="dk1"/>
                </a:solidFill>
              </a:defRPr>
            </a:lvl1pPr>
            <a:lvl2pPr marL="914400" indent="-228600" algn="l">
              <a:lnSpc>
                <a:spcPct val="90000"/>
              </a:lnSpc>
              <a:spcBef>
                <a:spcPts val="225"/>
              </a:spcBef>
              <a:spcAft>
                <a:spcPts val="0"/>
              </a:spcAft>
              <a:buClr>
                <a:schemeClr val="dk1"/>
              </a:buClr>
              <a:buSzPts val="525"/>
              <a:buNone/>
              <a:defRPr sz="525"/>
            </a:lvl2pPr>
            <a:lvl3pPr marL="1371600" indent="-228600" algn="l">
              <a:lnSpc>
                <a:spcPct val="90000"/>
              </a:lnSpc>
              <a:spcBef>
                <a:spcPts val="1200"/>
              </a:spcBef>
              <a:spcAft>
                <a:spcPts val="0"/>
              </a:spcAft>
              <a:buClr>
                <a:schemeClr val="dk1"/>
              </a:buClr>
              <a:buSzPts val="450"/>
              <a:buNone/>
              <a:defRPr sz="450"/>
            </a:lvl3pPr>
            <a:lvl4pPr marL="1828800" indent="-228600" algn="l">
              <a:lnSpc>
                <a:spcPct val="90000"/>
              </a:lnSpc>
              <a:spcBef>
                <a:spcPts val="1200"/>
              </a:spcBef>
              <a:spcAft>
                <a:spcPts val="0"/>
              </a:spcAft>
              <a:buClr>
                <a:schemeClr val="dk1"/>
              </a:buClr>
              <a:buSzPts val="375"/>
              <a:buNone/>
              <a:defRPr sz="375"/>
            </a:lvl4pPr>
            <a:lvl5pPr marL="2286000" indent="-228600" algn="l">
              <a:lnSpc>
                <a:spcPct val="90000"/>
              </a:lnSpc>
              <a:spcBef>
                <a:spcPts val="1200"/>
              </a:spcBef>
              <a:spcAft>
                <a:spcPts val="0"/>
              </a:spcAft>
              <a:buClr>
                <a:schemeClr val="dk1"/>
              </a:buClr>
              <a:buSzPts val="375"/>
              <a:buNone/>
              <a:defRPr sz="375"/>
            </a:lvl5pPr>
            <a:lvl6pPr marL="2743200" indent="-228600" algn="l">
              <a:lnSpc>
                <a:spcPct val="90000"/>
              </a:lnSpc>
              <a:spcBef>
                <a:spcPts val="1200"/>
              </a:spcBef>
              <a:spcAft>
                <a:spcPts val="0"/>
              </a:spcAft>
              <a:buClr>
                <a:schemeClr val="dk1"/>
              </a:buClr>
              <a:buSzPts val="375"/>
              <a:buNone/>
              <a:defRPr sz="375"/>
            </a:lvl6pPr>
            <a:lvl7pPr marL="3200400" indent="-228600" algn="l">
              <a:lnSpc>
                <a:spcPct val="90000"/>
              </a:lnSpc>
              <a:spcBef>
                <a:spcPts val="1200"/>
              </a:spcBef>
              <a:spcAft>
                <a:spcPts val="0"/>
              </a:spcAft>
              <a:buClr>
                <a:schemeClr val="dk1"/>
              </a:buClr>
              <a:buSzPts val="375"/>
              <a:buNone/>
              <a:defRPr sz="375"/>
            </a:lvl7pPr>
            <a:lvl8pPr marL="3657600" indent="-228600" algn="l">
              <a:lnSpc>
                <a:spcPct val="90000"/>
              </a:lnSpc>
              <a:spcBef>
                <a:spcPts val="1200"/>
              </a:spcBef>
              <a:spcAft>
                <a:spcPts val="0"/>
              </a:spcAft>
              <a:buClr>
                <a:schemeClr val="dk1"/>
              </a:buClr>
              <a:buSzPts val="375"/>
              <a:buNone/>
              <a:defRPr sz="375"/>
            </a:lvl8pPr>
            <a:lvl9pPr marL="4114800" indent="-228600" algn="l">
              <a:lnSpc>
                <a:spcPct val="90000"/>
              </a:lnSpc>
              <a:spcBef>
                <a:spcPts val="1200"/>
              </a:spcBef>
              <a:spcAft>
                <a:spcPts val="1200"/>
              </a:spcAft>
              <a:buClr>
                <a:schemeClr val="dk1"/>
              </a:buClr>
              <a:buSzPts val="375"/>
              <a:buNone/>
              <a:defRPr sz="375"/>
            </a:lvl9pPr>
          </a:lstStyle>
          <a:p xmlns:a="http://schemas.openxmlformats.org/drawingml/2006/main"/>
        </p:txBody>
      </p:sp>
      <p:sp>
        <p:nvSpPr>
          <p:cNvPr id="197" name="Google Shape;197;p36">
            <a:extLst xmlns:a="http://schemas.openxmlformats.org/drawingml/2006/main">
              <a:ext uri="{FF2B5EF4-FFF2-40B4-BE49-F238E27FC236}">
                <a16:creationId xmlns:a16="http://schemas.microsoft.com/office/drawing/2014/main" id="{DA7D4DF2-6C05-4E3C-8128-6EAF240C9DEE}"/>
              </a:ext>
            </a:extLst>
          </p:cNvPr>
          <p:cNvSpPr>
            <a:spLocks xmlns:a="http://schemas.openxmlformats.org/drawingml/2006/main" noGrp="1"/>
          </p:cNvSpPr>
          <p:nvPr>
            <p:ph type="body" idx="5"/>
          </p:nvPr>
        </p:nvSpPr>
        <p:spPr>
          <a:xfrm xmlns:a="http://schemas.openxmlformats.org/drawingml/2006/main">
            <a:off x="6938361" y="1907550"/>
            <a:ext cx="2002200" cy="1451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spAutoFit/>
          </a:bodyPr>
          <a:lstStyle xmlns:a="http://schemas.openxmlformats.org/drawingml/2006/main">
            <a:lvl1pPr marL="457200" indent="-228600" algn="l">
              <a:lnSpc>
                <a:spcPct val="110000"/>
              </a:lnSpc>
              <a:spcBef>
                <a:spcPts val="0"/>
              </a:spcBef>
              <a:spcAft>
                <a:spcPts val="0"/>
              </a:spcAft>
              <a:buClr>
                <a:schemeClr val="dk1"/>
              </a:buClr>
              <a:buSzPts val="900"/>
              <a:buFont typeface="Arial"/>
              <a:buNone/>
              <a:defRPr sz="900">
                <a:solidFill>
                  <a:schemeClr val="dk1"/>
                </a:solidFill>
              </a:defRPr>
            </a:lvl1pPr>
            <a:lvl2pPr marL="914400" indent="-228600" algn="l">
              <a:lnSpc>
                <a:spcPct val="90000"/>
              </a:lnSpc>
              <a:spcBef>
                <a:spcPts val="225"/>
              </a:spcBef>
              <a:spcAft>
                <a:spcPts val="0"/>
              </a:spcAft>
              <a:buClr>
                <a:schemeClr val="dk1"/>
              </a:buClr>
              <a:buSzPts val="525"/>
              <a:buNone/>
              <a:defRPr sz="525"/>
            </a:lvl2pPr>
            <a:lvl3pPr marL="1371600" indent="-228600" algn="l">
              <a:lnSpc>
                <a:spcPct val="90000"/>
              </a:lnSpc>
              <a:spcBef>
                <a:spcPts val="1200"/>
              </a:spcBef>
              <a:spcAft>
                <a:spcPts val="0"/>
              </a:spcAft>
              <a:buClr>
                <a:schemeClr val="dk1"/>
              </a:buClr>
              <a:buSzPts val="450"/>
              <a:buNone/>
              <a:defRPr sz="450"/>
            </a:lvl3pPr>
            <a:lvl4pPr marL="1828800" indent="-228600" algn="l">
              <a:lnSpc>
                <a:spcPct val="90000"/>
              </a:lnSpc>
              <a:spcBef>
                <a:spcPts val="1200"/>
              </a:spcBef>
              <a:spcAft>
                <a:spcPts val="0"/>
              </a:spcAft>
              <a:buClr>
                <a:schemeClr val="dk1"/>
              </a:buClr>
              <a:buSzPts val="375"/>
              <a:buNone/>
              <a:defRPr sz="375"/>
            </a:lvl4pPr>
            <a:lvl5pPr marL="2286000" indent="-228600" algn="l">
              <a:lnSpc>
                <a:spcPct val="90000"/>
              </a:lnSpc>
              <a:spcBef>
                <a:spcPts val="1200"/>
              </a:spcBef>
              <a:spcAft>
                <a:spcPts val="0"/>
              </a:spcAft>
              <a:buClr>
                <a:schemeClr val="dk1"/>
              </a:buClr>
              <a:buSzPts val="375"/>
              <a:buNone/>
              <a:defRPr sz="375"/>
            </a:lvl5pPr>
            <a:lvl6pPr marL="2743200" indent="-228600" algn="l">
              <a:lnSpc>
                <a:spcPct val="90000"/>
              </a:lnSpc>
              <a:spcBef>
                <a:spcPts val="1200"/>
              </a:spcBef>
              <a:spcAft>
                <a:spcPts val="0"/>
              </a:spcAft>
              <a:buClr>
                <a:schemeClr val="dk1"/>
              </a:buClr>
              <a:buSzPts val="375"/>
              <a:buNone/>
              <a:defRPr sz="375"/>
            </a:lvl6pPr>
            <a:lvl7pPr marL="3200400" indent="-228600" algn="l">
              <a:lnSpc>
                <a:spcPct val="90000"/>
              </a:lnSpc>
              <a:spcBef>
                <a:spcPts val="1200"/>
              </a:spcBef>
              <a:spcAft>
                <a:spcPts val="0"/>
              </a:spcAft>
              <a:buClr>
                <a:schemeClr val="dk1"/>
              </a:buClr>
              <a:buSzPts val="375"/>
              <a:buNone/>
              <a:defRPr sz="375"/>
            </a:lvl7pPr>
            <a:lvl8pPr marL="3657600" indent="-228600" algn="l">
              <a:lnSpc>
                <a:spcPct val="90000"/>
              </a:lnSpc>
              <a:spcBef>
                <a:spcPts val="1200"/>
              </a:spcBef>
              <a:spcAft>
                <a:spcPts val="0"/>
              </a:spcAft>
              <a:buClr>
                <a:schemeClr val="dk1"/>
              </a:buClr>
              <a:buSzPts val="375"/>
              <a:buNone/>
              <a:defRPr sz="375"/>
            </a:lvl8pPr>
            <a:lvl9pPr marL="4114800" indent="-228600" algn="l">
              <a:lnSpc>
                <a:spcPct val="90000"/>
              </a:lnSpc>
              <a:spcBef>
                <a:spcPts val="1200"/>
              </a:spcBef>
              <a:spcAft>
                <a:spcPts val="1200"/>
              </a:spcAft>
              <a:buClr>
                <a:schemeClr val="dk1"/>
              </a:buClr>
              <a:buSzPts val="375"/>
              <a:buNone/>
              <a:defRPr sz="375"/>
            </a:lvl9pPr>
          </a:lstStyle>
          <a:p xmlns:a="http://schemas.openxmlformats.org/drawingml/2006/main"/>
        </p:txBody>
      </p:sp>
      <p:pic>
        <p:nvPicPr>
          <p:cNvPr id="205" name="Google Shape;198;p36"/>
          <p:cNvPicPr>
            <a:picLocks xmlns:a="http://schemas.openxmlformats.org/drawingml/2006/main" noChangeAspect="1"/>
          </p:cNvPicPr>
          <p:nvPr/>
        </p:nvPicPr>
        <p:blipFill>
          <a:blip xmlns:r="http://schemas.openxmlformats.org/officeDocument/2006/relationships" xmlns:a="http://schemas.openxmlformats.org/drawingml/2006/main" r:embed="Red4bc88e8e6447fd">
            <a:alphaModFix/>
          </a:blip>
          <a:stretch xmlns:a="http://schemas.openxmlformats.org/drawingml/2006/main">
            <a:fillRect l="0" t="0" r="0" b="0"/>
          </a:stretch>
        </p:blipFill>
        <p:spPr>
          <a:xfrm xmlns:a="http://schemas.openxmlformats.org/drawingml/2006/main">
            <a:off x="228600" y="4836074"/>
            <a:ext cx="153925" cy="153925"/>
          </a:xfrm>
          <a:prstGeom xmlns:a="http://schemas.openxmlformats.org/drawingml/2006/main" prst="rect">
            <a:avLst/>
          </a:prstGeom>
          <a:ln xmlns:a="http://schemas.openxmlformats.org/drawingml/2006/main">
            <a:noFill/>
          </a:ln>
        </p:spPr>
      </p:pic>
    </p:spTree>
  </p:cSld>
</p:sldLayout>
</file>

<file path=ppt/slideLayouts/slideLayout36.xml><?xml version="1.0" encoding="utf-8"?>
<p:sldLayout xmlns:p="http://schemas.openxmlformats.org/presentationml/2006/main" matchingName="Content - 5 text box">
  <p:cSld name="Title + 5 columns_1">
    <p:bg>
      <p:bgPr>
        <a:solidFill xmlns:a="http://schemas.openxmlformats.org/drawingml/2006/main">
          <a:schemeClr val="lt1"/>
        </a:solidFill>
      </p:bgPr>
    </p:bg>
    <p:spTree>
      <p:nvGrpSpPr>
        <p:cNvPr id="1" name=""/>
        <p:cNvGrpSpPr/>
        <p:nvPr/>
      </p:nvGrpSpPr>
      <p:grpSpPr>
        <a:xfrm xmlns:a="http://schemas.openxmlformats.org/drawingml/2006/main"/>
      </p:grpSpPr>
      <p:sp>
        <p:nvSpPr>
          <p:cNvPr id="200" name="Google Shape;200;p37">
            <a:extLst xmlns:a="http://schemas.openxmlformats.org/drawingml/2006/main">
              <a:ext uri="{FF2B5EF4-FFF2-40B4-BE49-F238E27FC236}">
                <a16:creationId xmlns:a16="http://schemas.microsoft.com/office/drawing/2014/main" id="{79B453D5-4170-4B80-9D5E-1B4EEBA52640}"/>
              </a:ext>
            </a:extLst>
          </p:cNvPr>
          <p:cNvSpPr>
            <a:spLocks xmlns:a="http://schemas.openxmlformats.org/drawingml/2006/main" noGrp="1"/>
          </p:cNvSpPr>
          <p:nvPr>
            <p:ph type="body" idx="1"/>
          </p:nvPr>
        </p:nvSpPr>
        <p:spPr>
          <a:xfrm xmlns:a="http://schemas.openxmlformats.org/drawingml/2006/main">
            <a:off x="201378" y="164051"/>
            <a:ext cx="1948200" cy="160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noAutofit/>
          </a:bodyPr>
          <a:lstStyle xmlns:a="http://schemas.openxmlformats.org/drawingml/2006/main">
            <a:lvl1pPr marL="457200" indent="-228600" algn="l">
              <a:lnSpc>
                <a:spcPct val="90000"/>
              </a:lnSpc>
              <a:spcBef>
                <a:spcPts val="375"/>
              </a:spcBef>
              <a:spcAft>
                <a:spcPts val="0"/>
              </a:spcAft>
              <a:buClr>
                <a:schemeClr val="dk2"/>
              </a:buClr>
              <a:buSzPts val="750"/>
              <a:buFont typeface="Arial"/>
              <a:buNone/>
              <a:defRPr sz="750">
                <a:solidFill>
                  <a:schemeClr val="dk2"/>
                </a:solidFill>
              </a:defRPr>
            </a:lvl1pPr>
            <a:lvl2pPr marL="914400" indent="-271463" algn="l">
              <a:lnSpc>
                <a:spcPct val="90000"/>
              </a:lnSpc>
              <a:spcBef>
                <a:spcPts val="1200"/>
              </a:spcBef>
              <a:spcAft>
                <a:spcPts val="0"/>
              </a:spcAft>
              <a:buClr>
                <a:schemeClr val="dk1"/>
              </a:buClr>
              <a:buSzPts val="675"/>
              <a:buChar char="○"/>
              <a:defRPr sz="900"/>
            </a:lvl2pPr>
            <a:lvl3pPr marL="1371600" indent="-271463" algn="l">
              <a:lnSpc>
                <a:spcPct val="90000"/>
              </a:lnSpc>
              <a:spcBef>
                <a:spcPts val="1200"/>
              </a:spcBef>
              <a:spcAft>
                <a:spcPts val="0"/>
              </a:spcAft>
              <a:buClr>
                <a:schemeClr val="dk1"/>
              </a:buClr>
              <a:buSzPts val="675"/>
              <a:buChar char="■"/>
              <a:defRPr sz="750"/>
            </a:lvl3pPr>
            <a:lvl4pPr marL="1828800" indent="-271463" algn="l">
              <a:lnSpc>
                <a:spcPct val="90000"/>
              </a:lnSpc>
              <a:spcBef>
                <a:spcPts val="1200"/>
              </a:spcBef>
              <a:spcAft>
                <a:spcPts val="0"/>
              </a:spcAft>
              <a:buClr>
                <a:schemeClr val="dk1"/>
              </a:buClr>
              <a:buSzPts val="675"/>
              <a:buChar char="●"/>
              <a:defRPr sz="675"/>
            </a:lvl4pPr>
            <a:lvl5pPr marL="2286000" indent="-271463" algn="l">
              <a:lnSpc>
                <a:spcPct val="90000"/>
              </a:lnSpc>
              <a:spcBef>
                <a:spcPts val="1200"/>
              </a:spcBef>
              <a:spcAft>
                <a:spcPts val="0"/>
              </a:spcAft>
              <a:buClr>
                <a:schemeClr val="dk1"/>
              </a:buClr>
              <a:buSzPts val="675"/>
              <a:buChar char="○"/>
              <a:defRPr sz="675"/>
            </a:lvl5pPr>
            <a:lvl6pPr marL="2743200" indent="-271463" algn="l">
              <a:lnSpc>
                <a:spcPct val="90000"/>
              </a:lnSpc>
              <a:spcBef>
                <a:spcPts val="1200"/>
              </a:spcBef>
              <a:spcAft>
                <a:spcPts val="0"/>
              </a:spcAft>
              <a:buClr>
                <a:schemeClr val="dk1"/>
              </a:buClr>
              <a:buSzPts val="675"/>
              <a:buChar char="■"/>
              <a:defRPr sz="675"/>
            </a:lvl6pPr>
            <a:lvl7pPr marL="3200400" indent="-271463" algn="l">
              <a:lnSpc>
                <a:spcPct val="90000"/>
              </a:lnSpc>
              <a:spcBef>
                <a:spcPts val="1200"/>
              </a:spcBef>
              <a:spcAft>
                <a:spcPts val="0"/>
              </a:spcAft>
              <a:buClr>
                <a:schemeClr val="dk1"/>
              </a:buClr>
              <a:buSzPts val="675"/>
              <a:buChar char="●"/>
              <a:defRPr sz="675"/>
            </a:lvl7pPr>
            <a:lvl8pPr marL="3657600" indent="-271463" algn="l">
              <a:lnSpc>
                <a:spcPct val="90000"/>
              </a:lnSpc>
              <a:spcBef>
                <a:spcPts val="1200"/>
              </a:spcBef>
              <a:spcAft>
                <a:spcPts val="0"/>
              </a:spcAft>
              <a:buClr>
                <a:schemeClr val="dk1"/>
              </a:buClr>
              <a:buSzPts val="675"/>
              <a:buChar char="○"/>
              <a:defRPr sz="675"/>
            </a:lvl8pPr>
            <a:lvl9pPr marL="4114800" indent="-271463" algn="l">
              <a:lnSpc>
                <a:spcPct val="90000"/>
              </a:lnSpc>
              <a:spcBef>
                <a:spcPts val="1200"/>
              </a:spcBef>
              <a:spcAft>
                <a:spcPts val="1200"/>
              </a:spcAft>
              <a:buClr>
                <a:schemeClr val="dk1"/>
              </a:buClr>
              <a:buSzPts val="675"/>
              <a:buChar char="■"/>
              <a:defRPr sz="675"/>
            </a:lvl9pPr>
          </a:lstStyle>
          <a:p xmlns:a="http://schemas.openxmlformats.org/drawingml/2006/main"/>
        </p:txBody>
      </p:sp>
      <p:sp>
        <p:nvSpPr>
          <p:cNvPr id="201" name="Google Shape;201;p37">
            <a:extLst xmlns:a="http://schemas.openxmlformats.org/drawingml/2006/main">
              <a:ext uri="{FF2B5EF4-FFF2-40B4-BE49-F238E27FC236}">
                <a16:creationId xmlns:a16="http://schemas.microsoft.com/office/drawing/2014/main" id="{AD1EBF0A-D598-46C1-837A-3903CAC4415C}"/>
              </a:ext>
            </a:extLst>
          </p:cNvPr>
          <p:cNvSpPr>
            <a:spLocks xmlns:a="http://schemas.openxmlformats.org/drawingml/2006/main" noGrp="1"/>
          </p:cNvSpPr>
          <p:nvPr>
            <p:ph type="title" idx="0"/>
          </p:nvPr>
        </p:nvSpPr>
        <p:spPr>
          <a:xfrm xmlns:a="http://schemas.openxmlformats.org/drawingml/2006/main">
            <a:off x="201378" y="295836"/>
            <a:ext cx="2334600" cy="657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noAutofit/>
          </a:bodyPr>
          <a:lstStyle xmlns:a="http://schemas.openxmlformats.org/drawingml/2006/main">
            <a:lvl1pPr algn="l">
              <a:lnSpc>
                <a:spcPct val="90000"/>
              </a:lnSpc>
              <a:spcBef>
                <a:spcPts val="0"/>
              </a:spcBef>
              <a:spcAft>
                <a:spcPts val="0"/>
              </a:spcAft>
              <a:buClr>
                <a:schemeClr val="dk1"/>
              </a:buClr>
              <a:buSzPts val="2250"/>
              <a:buFont typeface="Arial"/>
              <a:buNone/>
              <a:defRPr sz="2250"/>
            </a:lvl1pPr>
            <a:lvl2pPr>
              <a:spcBef>
                <a:spcPts val="0"/>
              </a:spcBef>
              <a:spcAft>
                <a:spcPts val="0"/>
              </a:spcAft>
              <a:buSzPts val="525"/>
              <a:buNone/>
              <a:defRPr sz="675"/>
            </a:lvl2pPr>
            <a:lvl3pPr>
              <a:spcBef>
                <a:spcPts val="0"/>
              </a:spcBef>
              <a:spcAft>
                <a:spcPts val="0"/>
              </a:spcAft>
              <a:buSzPts val="525"/>
              <a:buNone/>
              <a:defRPr sz="675"/>
            </a:lvl3pPr>
            <a:lvl4pPr>
              <a:spcBef>
                <a:spcPts val="0"/>
              </a:spcBef>
              <a:spcAft>
                <a:spcPts val="0"/>
              </a:spcAft>
              <a:buSzPts val="525"/>
              <a:buNone/>
              <a:defRPr sz="675"/>
            </a:lvl4pPr>
            <a:lvl5pPr>
              <a:spcBef>
                <a:spcPts val="0"/>
              </a:spcBef>
              <a:spcAft>
                <a:spcPts val="0"/>
              </a:spcAft>
              <a:buSzPts val="525"/>
              <a:buNone/>
              <a:defRPr sz="675"/>
            </a:lvl5pPr>
            <a:lvl6pPr>
              <a:spcBef>
                <a:spcPts val="0"/>
              </a:spcBef>
              <a:spcAft>
                <a:spcPts val="0"/>
              </a:spcAft>
              <a:buSzPts val="525"/>
              <a:buNone/>
              <a:defRPr sz="675"/>
            </a:lvl6pPr>
            <a:lvl7pPr>
              <a:spcBef>
                <a:spcPts val="0"/>
              </a:spcBef>
              <a:spcAft>
                <a:spcPts val="0"/>
              </a:spcAft>
              <a:buSzPts val="525"/>
              <a:buNone/>
              <a:defRPr sz="675"/>
            </a:lvl7pPr>
            <a:lvl8pPr>
              <a:spcBef>
                <a:spcPts val="0"/>
              </a:spcBef>
              <a:spcAft>
                <a:spcPts val="0"/>
              </a:spcAft>
              <a:buSzPts val="525"/>
              <a:buNone/>
              <a:defRPr sz="675"/>
            </a:lvl8pPr>
            <a:lvl9pPr>
              <a:spcBef>
                <a:spcPts val="0"/>
              </a:spcBef>
              <a:spcAft>
                <a:spcPts val="0"/>
              </a:spcAft>
              <a:buSzPts val="525"/>
              <a:buNone/>
              <a:defRPr sz="675"/>
            </a:lvl9pPr>
          </a:lstStyle>
          <a:p xmlns:a="http://schemas.openxmlformats.org/drawingml/2006/main"/>
        </p:txBody>
      </p:sp>
      <p:sp>
        <p:nvSpPr>
          <p:cNvPr id="202" name="Google Shape;202;p37">
            <a:extLst xmlns:a="http://schemas.openxmlformats.org/drawingml/2006/main">
              <a:ext uri="{FF2B5EF4-FFF2-40B4-BE49-F238E27FC236}">
                <a16:creationId xmlns:a16="http://schemas.microsoft.com/office/drawing/2014/main" id="{06F3064C-BAFE-4135-9590-8B18F0758EA2}"/>
              </a:ext>
            </a:extLst>
          </p:cNvPr>
          <p:cNvSpPr>
            <a:spLocks xmlns:a="http://schemas.openxmlformats.org/drawingml/2006/main" noGrp="1"/>
          </p:cNvSpPr>
          <p:nvPr>
            <p:ph type="body" idx="2"/>
          </p:nvPr>
        </p:nvSpPr>
        <p:spPr>
          <a:xfrm xmlns:a="http://schemas.openxmlformats.org/drawingml/2006/main">
            <a:off x="201378" y="1907550"/>
            <a:ext cx="1605300" cy="1756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spAutoFit/>
          </a:bodyPr>
          <a:lstStyle xmlns:a="http://schemas.openxmlformats.org/drawingml/2006/main">
            <a:lvl1pPr marL="457200" indent="-228600" algn="l">
              <a:lnSpc>
                <a:spcPct val="110000"/>
              </a:lnSpc>
              <a:spcBef>
                <a:spcPts val="0"/>
              </a:spcBef>
              <a:spcAft>
                <a:spcPts val="0"/>
              </a:spcAft>
              <a:buClr>
                <a:schemeClr val="dk1"/>
              </a:buClr>
              <a:buSzPts val="900"/>
              <a:buFont typeface="Arial"/>
              <a:buNone/>
              <a:defRPr sz="900">
                <a:solidFill>
                  <a:schemeClr val="dk1"/>
                </a:solidFill>
              </a:defRPr>
            </a:lvl1pPr>
            <a:lvl2pPr marL="914400" indent="-228600" algn="l">
              <a:lnSpc>
                <a:spcPct val="90000"/>
              </a:lnSpc>
              <a:spcBef>
                <a:spcPts val="225"/>
              </a:spcBef>
              <a:spcAft>
                <a:spcPts val="0"/>
              </a:spcAft>
              <a:buClr>
                <a:schemeClr val="dk1"/>
              </a:buClr>
              <a:buSzPts val="525"/>
              <a:buNone/>
              <a:defRPr sz="525"/>
            </a:lvl2pPr>
            <a:lvl3pPr marL="1371600" indent="-228600" algn="l">
              <a:lnSpc>
                <a:spcPct val="90000"/>
              </a:lnSpc>
              <a:spcBef>
                <a:spcPts val="1200"/>
              </a:spcBef>
              <a:spcAft>
                <a:spcPts val="0"/>
              </a:spcAft>
              <a:buClr>
                <a:schemeClr val="dk1"/>
              </a:buClr>
              <a:buSzPts val="450"/>
              <a:buNone/>
              <a:defRPr sz="450"/>
            </a:lvl3pPr>
            <a:lvl4pPr marL="1828800" indent="-228600" algn="l">
              <a:lnSpc>
                <a:spcPct val="90000"/>
              </a:lnSpc>
              <a:spcBef>
                <a:spcPts val="1200"/>
              </a:spcBef>
              <a:spcAft>
                <a:spcPts val="0"/>
              </a:spcAft>
              <a:buClr>
                <a:schemeClr val="dk1"/>
              </a:buClr>
              <a:buSzPts val="375"/>
              <a:buNone/>
              <a:defRPr sz="375"/>
            </a:lvl4pPr>
            <a:lvl5pPr marL="2286000" indent="-228600" algn="l">
              <a:lnSpc>
                <a:spcPct val="90000"/>
              </a:lnSpc>
              <a:spcBef>
                <a:spcPts val="1200"/>
              </a:spcBef>
              <a:spcAft>
                <a:spcPts val="0"/>
              </a:spcAft>
              <a:buClr>
                <a:schemeClr val="dk1"/>
              </a:buClr>
              <a:buSzPts val="375"/>
              <a:buNone/>
              <a:defRPr sz="375"/>
            </a:lvl5pPr>
            <a:lvl6pPr marL="2743200" indent="-228600" algn="l">
              <a:lnSpc>
                <a:spcPct val="90000"/>
              </a:lnSpc>
              <a:spcBef>
                <a:spcPts val="1200"/>
              </a:spcBef>
              <a:spcAft>
                <a:spcPts val="0"/>
              </a:spcAft>
              <a:buClr>
                <a:schemeClr val="dk1"/>
              </a:buClr>
              <a:buSzPts val="375"/>
              <a:buNone/>
              <a:defRPr sz="375"/>
            </a:lvl6pPr>
            <a:lvl7pPr marL="3200400" indent="-228600" algn="l">
              <a:lnSpc>
                <a:spcPct val="90000"/>
              </a:lnSpc>
              <a:spcBef>
                <a:spcPts val="1200"/>
              </a:spcBef>
              <a:spcAft>
                <a:spcPts val="0"/>
              </a:spcAft>
              <a:buClr>
                <a:schemeClr val="dk1"/>
              </a:buClr>
              <a:buSzPts val="375"/>
              <a:buNone/>
              <a:defRPr sz="375"/>
            </a:lvl7pPr>
            <a:lvl8pPr marL="3657600" indent="-228600" algn="l">
              <a:lnSpc>
                <a:spcPct val="90000"/>
              </a:lnSpc>
              <a:spcBef>
                <a:spcPts val="1200"/>
              </a:spcBef>
              <a:spcAft>
                <a:spcPts val="0"/>
              </a:spcAft>
              <a:buClr>
                <a:schemeClr val="dk1"/>
              </a:buClr>
              <a:buSzPts val="375"/>
              <a:buNone/>
              <a:defRPr sz="375"/>
            </a:lvl8pPr>
            <a:lvl9pPr marL="4114800" indent="-228600" algn="l">
              <a:lnSpc>
                <a:spcPct val="90000"/>
              </a:lnSpc>
              <a:spcBef>
                <a:spcPts val="1200"/>
              </a:spcBef>
              <a:spcAft>
                <a:spcPts val="1200"/>
              </a:spcAft>
              <a:buClr>
                <a:schemeClr val="dk1"/>
              </a:buClr>
              <a:buSzPts val="375"/>
              <a:buNone/>
              <a:defRPr sz="375"/>
            </a:lvl9pPr>
          </a:lstStyle>
          <a:p xmlns:a="http://schemas.openxmlformats.org/drawingml/2006/main"/>
        </p:txBody>
      </p:sp>
      <p:sp>
        <p:nvSpPr>
          <p:cNvPr id="203" name="Google Shape;203;p37">
            <a:extLst xmlns:a="http://schemas.openxmlformats.org/drawingml/2006/main">
              <a:ext uri="{FF2B5EF4-FFF2-40B4-BE49-F238E27FC236}">
                <a16:creationId xmlns:a16="http://schemas.microsoft.com/office/drawing/2014/main" id="{B649CE93-3B50-4767-8750-3C1131B3FEA4}"/>
              </a:ext>
            </a:extLst>
          </p:cNvPr>
          <p:cNvSpPr>
            <a:spLocks xmlns:a="http://schemas.openxmlformats.org/drawingml/2006/main" noGrp="1"/>
          </p:cNvSpPr>
          <p:nvPr>
            <p:ph type="body" idx="3"/>
          </p:nvPr>
        </p:nvSpPr>
        <p:spPr>
          <a:xfrm xmlns:a="http://schemas.openxmlformats.org/drawingml/2006/main">
            <a:off x="1985365" y="1907550"/>
            <a:ext cx="1605300" cy="1756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spAutoFit/>
          </a:bodyPr>
          <a:lstStyle xmlns:a="http://schemas.openxmlformats.org/drawingml/2006/main">
            <a:lvl1pPr marL="457200" indent="-228600" algn="l">
              <a:lnSpc>
                <a:spcPct val="110000"/>
              </a:lnSpc>
              <a:spcBef>
                <a:spcPts val="0"/>
              </a:spcBef>
              <a:spcAft>
                <a:spcPts val="0"/>
              </a:spcAft>
              <a:buClr>
                <a:schemeClr val="dk1"/>
              </a:buClr>
              <a:buSzPts val="900"/>
              <a:buFont typeface="Arial"/>
              <a:buNone/>
              <a:defRPr sz="900">
                <a:solidFill>
                  <a:schemeClr val="dk1"/>
                </a:solidFill>
              </a:defRPr>
            </a:lvl1pPr>
            <a:lvl2pPr marL="914400" indent="-228600" algn="l">
              <a:lnSpc>
                <a:spcPct val="90000"/>
              </a:lnSpc>
              <a:spcBef>
                <a:spcPts val="225"/>
              </a:spcBef>
              <a:spcAft>
                <a:spcPts val="0"/>
              </a:spcAft>
              <a:buClr>
                <a:schemeClr val="dk1"/>
              </a:buClr>
              <a:buSzPts val="525"/>
              <a:buNone/>
              <a:defRPr sz="525"/>
            </a:lvl2pPr>
            <a:lvl3pPr marL="1371600" indent="-228600" algn="l">
              <a:lnSpc>
                <a:spcPct val="90000"/>
              </a:lnSpc>
              <a:spcBef>
                <a:spcPts val="1200"/>
              </a:spcBef>
              <a:spcAft>
                <a:spcPts val="0"/>
              </a:spcAft>
              <a:buClr>
                <a:schemeClr val="dk1"/>
              </a:buClr>
              <a:buSzPts val="450"/>
              <a:buNone/>
              <a:defRPr sz="450"/>
            </a:lvl3pPr>
            <a:lvl4pPr marL="1828800" indent="-228600" algn="l">
              <a:lnSpc>
                <a:spcPct val="90000"/>
              </a:lnSpc>
              <a:spcBef>
                <a:spcPts val="1200"/>
              </a:spcBef>
              <a:spcAft>
                <a:spcPts val="0"/>
              </a:spcAft>
              <a:buClr>
                <a:schemeClr val="dk1"/>
              </a:buClr>
              <a:buSzPts val="375"/>
              <a:buNone/>
              <a:defRPr sz="375"/>
            </a:lvl4pPr>
            <a:lvl5pPr marL="2286000" indent="-228600" algn="l">
              <a:lnSpc>
                <a:spcPct val="90000"/>
              </a:lnSpc>
              <a:spcBef>
                <a:spcPts val="1200"/>
              </a:spcBef>
              <a:spcAft>
                <a:spcPts val="0"/>
              </a:spcAft>
              <a:buClr>
                <a:schemeClr val="dk1"/>
              </a:buClr>
              <a:buSzPts val="375"/>
              <a:buNone/>
              <a:defRPr sz="375"/>
            </a:lvl5pPr>
            <a:lvl6pPr marL="2743200" indent="-228600" algn="l">
              <a:lnSpc>
                <a:spcPct val="90000"/>
              </a:lnSpc>
              <a:spcBef>
                <a:spcPts val="1200"/>
              </a:spcBef>
              <a:spcAft>
                <a:spcPts val="0"/>
              </a:spcAft>
              <a:buClr>
                <a:schemeClr val="dk1"/>
              </a:buClr>
              <a:buSzPts val="375"/>
              <a:buNone/>
              <a:defRPr sz="375"/>
            </a:lvl6pPr>
            <a:lvl7pPr marL="3200400" indent="-228600" algn="l">
              <a:lnSpc>
                <a:spcPct val="90000"/>
              </a:lnSpc>
              <a:spcBef>
                <a:spcPts val="1200"/>
              </a:spcBef>
              <a:spcAft>
                <a:spcPts val="0"/>
              </a:spcAft>
              <a:buClr>
                <a:schemeClr val="dk1"/>
              </a:buClr>
              <a:buSzPts val="375"/>
              <a:buNone/>
              <a:defRPr sz="375"/>
            </a:lvl7pPr>
            <a:lvl8pPr marL="3657600" indent="-228600" algn="l">
              <a:lnSpc>
                <a:spcPct val="90000"/>
              </a:lnSpc>
              <a:spcBef>
                <a:spcPts val="1200"/>
              </a:spcBef>
              <a:spcAft>
                <a:spcPts val="0"/>
              </a:spcAft>
              <a:buClr>
                <a:schemeClr val="dk1"/>
              </a:buClr>
              <a:buSzPts val="375"/>
              <a:buNone/>
              <a:defRPr sz="375"/>
            </a:lvl8pPr>
            <a:lvl9pPr marL="4114800" indent="-228600" algn="l">
              <a:lnSpc>
                <a:spcPct val="90000"/>
              </a:lnSpc>
              <a:spcBef>
                <a:spcPts val="1200"/>
              </a:spcBef>
              <a:spcAft>
                <a:spcPts val="1200"/>
              </a:spcAft>
              <a:buClr>
                <a:schemeClr val="dk1"/>
              </a:buClr>
              <a:buSzPts val="375"/>
              <a:buNone/>
              <a:defRPr sz="375"/>
            </a:lvl9pPr>
          </a:lstStyle>
          <a:p xmlns:a="http://schemas.openxmlformats.org/drawingml/2006/main"/>
        </p:txBody>
      </p:sp>
      <p:sp>
        <p:nvSpPr>
          <p:cNvPr id="204" name="Google Shape;204;p37">
            <a:extLst xmlns:a="http://schemas.openxmlformats.org/drawingml/2006/main">
              <a:ext uri="{FF2B5EF4-FFF2-40B4-BE49-F238E27FC236}">
                <a16:creationId xmlns:a16="http://schemas.microsoft.com/office/drawing/2014/main" id="{42746400-5539-474E-BDD8-9E3A47E24FF5}"/>
              </a:ext>
            </a:extLst>
          </p:cNvPr>
          <p:cNvSpPr>
            <a:spLocks xmlns:a="http://schemas.openxmlformats.org/drawingml/2006/main" noGrp="1"/>
          </p:cNvSpPr>
          <p:nvPr>
            <p:ph type="body" idx="4"/>
          </p:nvPr>
        </p:nvSpPr>
        <p:spPr>
          <a:xfrm xmlns:a="http://schemas.openxmlformats.org/drawingml/2006/main">
            <a:off x="3769352" y="1907550"/>
            <a:ext cx="1605300" cy="1756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spAutoFit/>
          </a:bodyPr>
          <a:lstStyle xmlns:a="http://schemas.openxmlformats.org/drawingml/2006/main">
            <a:lvl1pPr marL="457200" indent="-228600" algn="l">
              <a:lnSpc>
                <a:spcPct val="110000"/>
              </a:lnSpc>
              <a:spcBef>
                <a:spcPts val="0"/>
              </a:spcBef>
              <a:spcAft>
                <a:spcPts val="0"/>
              </a:spcAft>
              <a:buClr>
                <a:schemeClr val="dk1"/>
              </a:buClr>
              <a:buSzPts val="900"/>
              <a:buFont typeface="Arial"/>
              <a:buNone/>
              <a:defRPr sz="900">
                <a:solidFill>
                  <a:schemeClr val="dk1"/>
                </a:solidFill>
              </a:defRPr>
            </a:lvl1pPr>
            <a:lvl2pPr marL="914400" indent="-228600" algn="l">
              <a:lnSpc>
                <a:spcPct val="90000"/>
              </a:lnSpc>
              <a:spcBef>
                <a:spcPts val="225"/>
              </a:spcBef>
              <a:spcAft>
                <a:spcPts val="0"/>
              </a:spcAft>
              <a:buClr>
                <a:schemeClr val="dk1"/>
              </a:buClr>
              <a:buSzPts val="525"/>
              <a:buNone/>
              <a:defRPr sz="525"/>
            </a:lvl2pPr>
            <a:lvl3pPr marL="1371600" indent="-228600" algn="l">
              <a:lnSpc>
                <a:spcPct val="90000"/>
              </a:lnSpc>
              <a:spcBef>
                <a:spcPts val="1200"/>
              </a:spcBef>
              <a:spcAft>
                <a:spcPts val="0"/>
              </a:spcAft>
              <a:buClr>
                <a:schemeClr val="dk1"/>
              </a:buClr>
              <a:buSzPts val="450"/>
              <a:buNone/>
              <a:defRPr sz="450"/>
            </a:lvl3pPr>
            <a:lvl4pPr marL="1828800" indent="-228600" algn="l">
              <a:lnSpc>
                <a:spcPct val="90000"/>
              </a:lnSpc>
              <a:spcBef>
                <a:spcPts val="1200"/>
              </a:spcBef>
              <a:spcAft>
                <a:spcPts val="0"/>
              </a:spcAft>
              <a:buClr>
                <a:schemeClr val="dk1"/>
              </a:buClr>
              <a:buSzPts val="375"/>
              <a:buNone/>
              <a:defRPr sz="375"/>
            </a:lvl4pPr>
            <a:lvl5pPr marL="2286000" indent="-228600" algn="l">
              <a:lnSpc>
                <a:spcPct val="90000"/>
              </a:lnSpc>
              <a:spcBef>
                <a:spcPts val="1200"/>
              </a:spcBef>
              <a:spcAft>
                <a:spcPts val="0"/>
              </a:spcAft>
              <a:buClr>
                <a:schemeClr val="dk1"/>
              </a:buClr>
              <a:buSzPts val="375"/>
              <a:buNone/>
              <a:defRPr sz="375"/>
            </a:lvl5pPr>
            <a:lvl6pPr marL="2743200" indent="-228600" algn="l">
              <a:lnSpc>
                <a:spcPct val="90000"/>
              </a:lnSpc>
              <a:spcBef>
                <a:spcPts val="1200"/>
              </a:spcBef>
              <a:spcAft>
                <a:spcPts val="0"/>
              </a:spcAft>
              <a:buClr>
                <a:schemeClr val="dk1"/>
              </a:buClr>
              <a:buSzPts val="375"/>
              <a:buNone/>
              <a:defRPr sz="375"/>
            </a:lvl6pPr>
            <a:lvl7pPr marL="3200400" indent="-228600" algn="l">
              <a:lnSpc>
                <a:spcPct val="90000"/>
              </a:lnSpc>
              <a:spcBef>
                <a:spcPts val="1200"/>
              </a:spcBef>
              <a:spcAft>
                <a:spcPts val="0"/>
              </a:spcAft>
              <a:buClr>
                <a:schemeClr val="dk1"/>
              </a:buClr>
              <a:buSzPts val="375"/>
              <a:buNone/>
              <a:defRPr sz="375"/>
            </a:lvl7pPr>
            <a:lvl8pPr marL="3657600" indent="-228600" algn="l">
              <a:lnSpc>
                <a:spcPct val="90000"/>
              </a:lnSpc>
              <a:spcBef>
                <a:spcPts val="1200"/>
              </a:spcBef>
              <a:spcAft>
                <a:spcPts val="0"/>
              </a:spcAft>
              <a:buClr>
                <a:schemeClr val="dk1"/>
              </a:buClr>
              <a:buSzPts val="375"/>
              <a:buNone/>
              <a:defRPr sz="375"/>
            </a:lvl8pPr>
            <a:lvl9pPr marL="4114800" indent="-228600" algn="l">
              <a:lnSpc>
                <a:spcPct val="90000"/>
              </a:lnSpc>
              <a:spcBef>
                <a:spcPts val="1200"/>
              </a:spcBef>
              <a:spcAft>
                <a:spcPts val="1200"/>
              </a:spcAft>
              <a:buClr>
                <a:schemeClr val="dk1"/>
              </a:buClr>
              <a:buSzPts val="375"/>
              <a:buNone/>
              <a:defRPr sz="375"/>
            </a:lvl9pPr>
          </a:lstStyle>
          <a:p xmlns:a="http://schemas.openxmlformats.org/drawingml/2006/main"/>
        </p:txBody>
      </p:sp>
      <p:sp>
        <p:nvSpPr>
          <p:cNvPr id="205" name="Google Shape;205;p37">
            <a:extLst xmlns:a="http://schemas.openxmlformats.org/drawingml/2006/main">
              <a:ext uri="{FF2B5EF4-FFF2-40B4-BE49-F238E27FC236}">
                <a16:creationId xmlns:a16="http://schemas.microsoft.com/office/drawing/2014/main" id="{3882824A-2316-4215-869F-9FA342582ED8}"/>
              </a:ext>
            </a:extLst>
          </p:cNvPr>
          <p:cNvSpPr>
            <a:spLocks xmlns:a="http://schemas.openxmlformats.org/drawingml/2006/main" noGrp="1"/>
          </p:cNvSpPr>
          <p:nvPr>
            <p:ph type="body" idx="5"/>
          </p:nvPr>
        </p:nvSpPr>
        <p:spPr>
          <a:xfrm xmlns:a="http://schemas.openxmlformats.org/drawingml/2006/main">
            <a:off x="5553339" y="1907550"/>
            <a:ext cx="1605300" cy="1756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spAutoFit/>
          </a:bodyPr>
          <a:lstStyle xmlns:a="http://schemas.openxmlformats.org/drawingml/2006/main">
            <a:lvl1pPr marL="457200" indent="-228600" algn="l">
              <a:lnSpc>
                <a:spcPct val="110000"/>
              </a:lnSpc>
              <a:spcBef>
                <a:spcPts val="0"/>
              </a:spcBef>
              <a:spcAft>
                <a:spcPts val="0"/>
              </a:spcAft>
              <a:buClr>
                <a:schemeClr val="dk1"/>
              </a:buClr>
              <a:buSzPts val="900"/>
              <a:buFont typeface="Arial"/>
              <a:buNone/>
              <a:defRPr sz="900">
                <a:solidFill>
                  <a:schemeClr val="dk1"/>
                </a:solidFill>
              </a:defRPr>
            </a:lvl1pPr>
            <a:lvl2pPr marL="914400" indent="-228600" algn="l">
              <a:lnSpc>
                <a:spcPct val="90000"/>
              </a:lnSpc>
              <a:spcBef>
                <a:spcPts val="225"/>
              </a:spcBef>
              <a:spcAft>
                <a:spcPts val="0"/>
              </a:spcAft>
              <a:buClr>
                <a:schemeClr val="dk1"/>
              </a:buClr>
              <a:buSzPts val="525"/>
              <a:buNone/>
              <a:defRPr sz="525"/>
            </a:lvl2pPr>
            <a:lvl3pPr marL="1371600" indent="-228600" algn="l">
              <a:lnSpc>
                <a:spcPct val="90000"/>
              </a:lnSpc>
              <a:spcBef>
                <a:spcPts val="1200"/>
              </a:spcBef>
              <a:spcAft>
                <a:spcPts val="0"/>
              </a:spcAft>
              <a:buClr>
                <a:schemeClr val="dk1"/>
              </a:buClr>
              <a:buSzPts val="450"/>
              <a:buNone/>
              <a:defRPr sz="450"/>
            </a:lvl3pPr>
            <a:lvl4pPr marL="1828800" indent="-228600" algn="l">
              <a:lnSpc>
                <a:spcPct val="90000"/>
              </a:lnSpc>
              <a:spcBef>
                <a:spcPts val="1200"/>
              </a:spcBef>
              <a:spcAft>
                <a:spcPts val="0"/>
              </a:spcAft>
              <a:buClr>
                <a:schemeClr val="dk1"/>
              </a:buClr>
              <a:buSzPts val="375"/>
              <a:buNone/>
              <a:defRPr sz="375"/>
            </a:lvl4pPr>
            <a:lvl5pPr marL="2286000" indent="-228600" algn="l">
              <a:lnSpc>
                <a:spcPct val="90000"/>
              </a:lnSpc>
              <a:spcBef>
                <a:spcPts val="1200"/>
              </a:spcBef>
              <a:spcAft>
                <a:spcPts val="0"/>
              </a:spcAft>
              <a:buClr>
                <a:schemeClr val="dk1"/>
              </a:buClr>
              <a:buSzPts val="375"/>
              <a:buNone/>
              <a:defRPr sz="375"/>
            </a:lvl5pPr>
            <a:lvl6pPr marL="2743200" indent="-228600" algn="l">
              <a:lnSpc>
                <a:spcPct val="90000"/>
              </a:lnSpc>
              <a:spcBef>
                <a:spcPts val="1200"/>
              </a:spcBef>
              <a:spcAft>
                <a:spcPts val="0"/>
              </a:spcAft>
              <a:buClr>
                <a:schemeClr val="dk1"/>
              </a:buClr>
              <a:buSzPts val="375"/>
              <a:buNone/>
              <a:defRPr sz="375"/>
            </a:lvl6pPr>
            <a:lvl7pPr marL="3200400" indent="-228600" algn="l">
              <a:lnSpc>
                <a:spcPct val="90000"/>
              </a:lnSpc>
              <a:spcBef>
                <a:spcPts val="1200"/>
              </a:spcBef>
              <a:spcAft>
                <a:spcPts val="0"/>
              </a:spcAft>
              <a:buClr>
                <a:schemeClr val="dk1"/>
              </a:buClr>
              <a:buSzPts val="375"/>
              <a:buNone/>
              <a:defRPr sz="375"/>
            </a:lvl7pPr>
            <a:lvl8pPr marL="3657600" indent="-228600" algn="l">
              <a:lnSpc>
                <a:spcPct val="90000"/>
              </a:lnSpc>
              <a:spcBef>
                <a:spcPts val="1200"/>
              </a:spcBef>
              <a:spcAft>
                <a:spcPts val="0"/>
              </a:spcAft>
              <a:buClr>
                <a:schemeClr val="dk1"/>
              </a:buClr>
              <a:buSzPts val="375"/>
              <a:buNone/>
              <a:defRPr sz="375"/>
            </a:lvl8pPr>
            <a:lvl9pPr marL="4114800" indent="-228600" algn="l">
              <a:lnSpc>
                <a:spcPct val="90000"/>
              </a:lnSpc>
              <a:spcBef>
                <a:spcPts val="1200"/>
              </a:spcBef>
              <a:spcAft>
                <a:spcPts val="1200"/>
              </a:spcAft>
              <a:buClr>
                <a:schemeClr val="dk1"/>
              </a:buClr>
              <a:buSzPts val="375"/>
              <a:buNone/>
              <a:defRPr sz="375"/>
            </a:lvl9pPr>
          </a:lstStyle>
          <a:p xmlns:a="http://schemas.openxmlformats.org/drawingml/2006/main"/>
        </p:txBody>
      </p:sp>
      <p:sp>
        <p:nvSpPr>
          <p:cNvPr id="206" name="Google Shape;206;p37">
            <a:extLst xmlns:a="http://schemas.openxmlformats.org/drawingml/2006/main">
              <a:ext uri="{FF2B5EF4-FFF2-40B4-BE49-F238E27FC236}">
                <a16:creationId xmlns:a16="http://schemas.microsoft.com/office/drawing/2014/main" id="{438FEA8B-68FF-43EC-A512-9363504B8224}"/>
              </a:ext>
            </a:extLst>
          </p:cNvPr>
          <p:cNvSpPr>
            <a:spLocks xmlns:a="http://schemas.openxmlformats.org/drawingml/2006/main" noGrp="1"/>
          </p:cNvSpPr>
          <p:nvPr>
            <p:ph type="body" idx="6"/>
          </p:nvPr>
        </p:nvSpPr>
        <p:spPr>
          <a:xfrm xmlns:a="http://schemas.openxmlformats.org/drawingml/2006/main">
            <a:off x="7337326" y="1907550"/>
            <a:ext cx="1605300" cy="1756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spAutoFit/>
          </a:bodyPr>
          <a:lstStyle xmlns:a="http://schemas.openxmlformats.org/drawingml/2006/main">
            <a:lvl1pPr marL="457200" indent="-228600" algn="l">
              <a:lnSpc>
                <a:spcPct val="110000"/>
              </a:lnSpc>
              <a:spcBef>
                <a:spcPts val="0"/>
              </a:spcBef>
              <a:spcAft>
                <a:spcPts val="0"/>
              </a:spcAft>
              <a:buClr>
                <a:schemeClr val="dk1"/>
              </a:buClr>
              <a:buSzPts val="900"/>
              <a:buFont typeface="Arial"/>
              <a:buNone/>
              <a:defRPr sz="900">
                <a:solidFill>
                  <a:schemeClr val="dk1"/>
                </a:solidFill>
              </a:defRPr>
            </a:lvl1pPr>
            <a:lvl2pPr marL="914400" indent="-228600" algn="l">
              <a:lnSpc>
                <a:spcPct val="90000"/>
              </a:lnSpc>
              <a:spcBef>
                <a:spcPts val="225"/>
              </a:spcBef>
              <a:spcAft>
                <a:spcPts val="0"/>
              </a:spcAft>
              <a:buClr>
                <a:schemeClr val="dk1"/>
              </a:buClr>
              <a:buSzPts val="525"/>
              <a:buNone/>
              <a:defRPr sz="525"/>
            </a:lvl2pPr>
            <a:lvl3pPr marL="1371600" indent="-228600" algn="l">
              <a:lnSpc>
                <a:spcPct val="90000"/>
              </a:lnSpc>
              <a:spcBef>
                <a:spcPts val="1200"/>
              </a:spcBef>
              <a:spcAft>
                <a:spcPts val="0"/>
              </a:spcAft>
              <a:buClr>
                <a:schemeClr val="dk1"/>
              </a:buClr>
              <a:buSzPts val="450"/>
              <a:buNone/>
              <a:defRPr sz="450"/>
            </a:lvl3pPr>
            <a:lvl4pPr marL="1828800" indent="-228600" algn="l">
              <a:lnSpc>
                <a:spcPct val="90000"/>
              </a:lnSpc>
              <a:spcBef>
                <a:spcPts val="1200"/>
              </a:spcBef>
              <a:spcAft>
                <a:spcPts val="0"/>
              </a:spcAft>
              <a:buClr>
                <a:schemeClr val="dk1"/>
              </a:buClr>
              <a:buSzPts val="375"/>
              <a:buNone/>
              <a:defRPr sz="375"/>
            </a:lvl4pPr>
            <a:lvl5pPr marL="2286000" indent="-228600" algn="l">
              <a:lnSpc>
                <a:spcPct val="90000"/>
              </a:lnSpc>
              <a:spcBef>
                <a:spcPts val="1200"/>
              </a:spcBef>
              <a:spcAft>
                <a:spcPts val="0"/>
              </a:spcAft>
              <a:buClr>
                <a:schemeClr val="dk1"/>
              </a:buClr>
              <a:buSzPts val="375"/>
              <a:buNone/>
              <a:defRPr sz="375"/>
            </a:lvl5pPr>
            <a:lvl6pPr marL="2743200" indent="-228600" algn="l">
              <a:lnSpc>
                <a:spcPct val="90000"/>
              </a:lnSpc>
              <a:spcBef>
                <a:spcPts val="1200"/>
              </a:spcBef>
              <a:spcAft>
                <a:spcPts val="0"/>
              </a:spcAft>
              <a:buClr>
                <a:schemeClr val="dk1"/>
              </a:buClr>
              <a:buSzPts val="375"/>
              <a:buNone/>
              <a:defRPr sz="375"/>
            </a:lvl6pPr>
            <a:lvl7pPr marL="3200400" indent="-228600" algn="l">
              <a:lnSpc>
                <a:spcPct val="90000"/>
              </a:lnSpc>
              <a:spcBef>
                <a:spcPts val="1200"/>
              </a:spcBef>
              <a:spcAft>
                <a:spcPts val="0"/>
              </a:spcAft>
              <a:buClr>
                <a:schemeClr val="dk1"/>
              </a:buClr>
              <a:buSzPts val="375"/>
              <a:buNone/>
              <a:defRPr sz="375"/>
            </a:lvl7pPr>
            <a:lvl8pPr marL="3657600" indent="-228600" algn="l">
              <a:lnSpc>
                <a:spcPct val="90000"/>
              </a:lnSpc>
              <a:spcBef>
                <a:spcPts val="1200"/>
              </a:spcBef>
              <a:spcAft>
                <a:spcPts val="0"/>
              </a:spcAft>
              <a:buClr>
                <a:schemeClr val="dk1"/>
              </a:buClr>
              <a:buSzPts val="375"/>
              <a:buNone/>
              <a:defRPr sz="375"/>
            </a:lvl8pPr>
            <a:lvl9pPr marL="4114800" indent="-228600" algn="l">
              <a:lnSpc>
                <a:spcPct val="90000"/>
              </a:lnSpc>
              <a:spcBef>
                <a:spcPts val="1200"/>
              </a:spcBef>
              <a:spcAft>
                <a:spcPts val="1200"/>
              </a:spcAft>
              <a:buClr>
                <a:schemeClr val="dk1"/>
              </a:buClr>
              <a:buSzPts val="375"/>
              <a:buNone/>
              <a:defRPr sz="375"/>
            </a:lvl9pPr>
          </a:lstStyle>
          <a:p xmlns:a="http://schemas.openxmlformats.org/drawingml/2006/main"/>
        </p:txBody>
      </p:sp>
      <p:pic>
        <p:nvPicPr>
          <p:cNvPr id="215" name="Google Shape;207;p37"/>
          <p:cNvPicPr>
            <a:picLocks xmlns:a="http://schemas.openxmlformats.org/drawingml/2006/main" noChangeAspect="1"/>
          </p:cNvPicPr>
          <p:nvPr/>
        </p:nvPicPr>
        <p:blipFill>
          <a:blip xmlns:r="http://schemas.openxmlformats.org/officeDocument/2006/relationships" xmlns:a="http://schemas.openxmlformats.org/drawingml/2006/main" r:embed="Rc0f6736cef0a4306">
            <a:alphaModFix/>
          </a:blip>
          <a:stretch xmlns:a="http://schemas.openxmlformats.org/drawingml/2006/main">
            <a:fillRect l="0" t="0" r="0" b="0"/>
          </a:stretch>
        </p:blipFill>
        <p:spPr>
          <a:xfrm xmlns:a="http://schemas.openxmlformats.org/drawingml/2006/main">
            <a:off x="228600" y="4836074"/>
            <a:ext cx="153925" cy="153925"/>
          </a:xfrm>
          <a:prstGeom xmlns:a="http://schemas.openxmlformats.org/drawingml/2006/main" prst="rect">
            <a:avLst/>
          </a:prstGeom>
          <a:ln xmlns:a="http://schemas.openxmlformats.org/drawingml/2006/main">
            <a:noFill/>
          </a:ln>
        </p:spPr>
      </p:pic>
    </p:spTree>
  </p:cSld>
</p:sldLayout>
</file>

<file path=ppt/slideLayouts/slideLayout37.xml><?xml version="1.0" encoding="utf-8"?>
<p:sldLayout xmlns:p="http://schemas.openxmlformats.org/presentationml/2006/main" matchingName="Content - 1 container">
  <p:cSld name="Title + body + 1 img">
    <p:bg>
      <p:bgPr>
        <a:solidFill xmlns:a="http://schemas.openxmlformats.org/drawingml/2006/main">
          <a:schemeClr val="lt1"/>
        </a:solidFill>
      </p:bgPr>
    </p:bg>
    <p:spTree>
      <p:nvGrpSpPr>
        <p:cNvPr id="1" name=""/>
        <p:cNvGrpSpPr/>
        <p:nvPr/>
      </p:nvGrpSpPr>
      <p:grpSpPr>
        <a:xfrm xmlns:a="http://schemas.openxmlformats.org/drawingml/2006/main"/>
      </p:grpSpPr>
      <p:sp>
        <p:nvSpPr>
          <p:cNvPr id="209" name="Google Shape;209;p38">
            <a:extLst xmlns:a="http://schemas.openxmlformats.org/drawingml/2006/main">
              <a:ext uri="{FF2B5EF4-FFF2-40B4-BE49-F238E27FC236}">
                <a16:creationId xmlns:a16="http://schemas.microsoft.com/office/drawing/2014/main" id="{72AE1649-F8AE-4533-9BCB-005AB96674C4}"/>
              </a:ext>
            </a:extLst>
          </p:cNvPr>
          <p:cNvSpPr>
            <a:spLocks xmlns:a="http://schemas.openxmlformats.org/drawingml/2006/main" noGrp="1"/>
          </p:cNvSpPr>
          <p:nvPr>
            <p:ph type="body" idx="1"/>
          </p:nvPr>
        </p:nvSpPr>
        <p:spPr>
          <a:xfrm xmlns:a="http://schemas.openxmlformats.org/drawingml/2006/main">
            <a:off x="201378" y="164051"/>
            <a:ext cx="1948200" cy="160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noAutofit/>
          </a:bodyPr>
          <a:lstStyle xmlns:a="http://schemas.openxmlformats.org/drawingml/2006/main">
            <a:lvl1pPr marL="457200" indent="-228600" algn="l">
              <a:lnSpc>
                <a:spcPct val="90000"/>
              </a:lnSpc>
              <a:spcBef>
                <a:spcPts val="375"/>
              </a:spcBef>
              <a:spcAft>
                <a:spcPts val="0"/>
              </a:spcAft>
              <a:buClr>
                <a:schemeClr val="dk2"/>
              </a:buClr>
              <a:buSzPts val="750"/>
              <a:buFont typeface="Arial"/>
              <a:buNone/>
              <a:defRPr sz="750">
                <a:solidFill>
                  <a:schemeClr val="dk2"/>
                </a:solidFill>
              </a:defRPr>
            </a:lvl1pPr>
            <a:lvl2pPr marL="914400" indent="-271463" algn="l">
              <a:lnSpc>
                <a:spcPct val="90000"/>
              </a:lnSpc>
              <a:spcBef>
                <a:spcPts val="1200"/>
              </a:spcBef>
              <a:spcAft>
                <a:spcPts val="0"/>
              </a:spcAft>
              <a:buClr>
                <a:schemeClr val="dk1"/>
              </a:buClr>
              <a:buSzPts val="675"/>
              <a:buChar char="○"/>
              <a:defRPr sz="900"/>
            </a:lvl2pPr>
            <a:lvl3pPr marL="1371600" indent="-271463" algn="l">
              <a:lnSpc>
                <a:spcPct val="90000"/>
              </a:lnSpc>
              <a:spcBef>
                <a:spcPts val="1200"/>
              </a:spcBef>
              <a:spcAft>
                <a:spcPts val="0"/>
              </a:spcAft>
              <a:buClr>
                <a:schemeClr val="dk1"/>
              </a:buClr>
              <a:buSzPts val="675"/>
              <a:buChar char="■"/>
              <a:defRPr sz="750"/>
            </a:lvl3pPr>
            <a:lvl4pPr marL="1828800" indent="-271463" algn="l">
              <a:lnSpc>
                <a:spcPct val="90000"/>
              </a:lnSpc>
              <a:spcBef>
                <a:spcPts val="1200"/>
              </a:spcBef>
              <a:spcAft>
                <a:spcPts val="0"/>
              </a:spcAft>
              <a:buClr>
                <a:schemeClr val="dk1"/>
              </a:buClr>
              <a:buSzPts val="675"/>
              <a:buChar char="●"/>
              <a:defRPr sz="675"/>
            </a:lvl4pPr>
            <a:lvl5pPr marL="2286000" indent="-271463" algn="l">
              <a:lnSpc>
                <a:spcPct val="90000"/>
              </a:lnSpc>
              <a:spcBef>
                <a:spcPts val="1200"/>
              </a:spcBef>
              <a:spcAft>
                <a:spcPts val="0"/>
              </a:spcAft>
              <a:buClr>
                <a:schemeClr val="dk1"/>
              </a:buClr>
              <a:buSzPts val="675"/>
              <a:buChar char="○"/>
              <a:defRPr sz="675"/>
            </a:lvl5pPr>
            <a:lvl6pPr marL="2743200" indent="-271463" algn="l">
              <a:lnSpc>
                <a:spcPct val="90000"/>
              </a:lnSpc>
              <a:spcBef>
                <a:spcPts val="1200"/>
              </a:spcBef>
              <a:spcAft>
                <a:spcPts val="0"/>
              </a:spcAft>
              <a:buClr>
                <a:schemeClr val="dk1"/>
              </a:buClr>
              <a:buSzPts val="675"/>
              <a:buChar char="■"/>
              <a:defRPr sz="675"/>
            </a:lvl6pPr>
            <a:lvl7pPr marL="3200400" indent="-271463" algn="l">
              <a:lnSpc>
                <a:spcPct val="90000"/>
              </a:lnSpc>
              <a:spcBef>
                <a:spcPts val="1200"/>
              </a:spcBef>
              <a:spcAft>
                <a:spcPts val="0"/>
              </a:spcAft>
              <a:buClr>
                <a:schemeClr val="dk1"/>
              </a:buClr>
              <a:buSzPts val="675"/>
              <a:buChar char="●"/>
              <a:defRPr sz="675"/>
            </a:lvl7pPr>
            <a:lvl8pPr marL="3657600" indent="-271463" algn="l">
              <a:lnSpc>
                <a:spcPct val="90000"/>
              </a:lnSpc>
              <a:spcBef>
                <a:spcPts val="1200"/>
              </a:spcBef>
              <a:spcAft>
                <a:spcPts val="0"/>
              </a:spcAft>
              <a:buClr>
                <a:schemeClr val="dk1"/>
              </a:buClr>
              <a:buSzPts val="675"/>
              <a:buChar char="○"/>
              <a:defRPr sz="675"/>
            </a:lvl8pPr>
            <a:lvl9pPr marL="4114800" indent="-271463" algn="l">
              <a:lnSpc>
                <a:spcPct val="90000"/>
              </a:lnSpc>
              <a:spcBef>
                <a:spcPts val="1200"/>
              </a:spcBef>
              <a:spcAft>
                <a:spcPts val="1200"/>
              </a:spcAft>
              <a:buClr>
                <a:schemeClr val="dk1"/>
              </a:buClr>
              <a:buSzPts val="675"/>
              <a:buChar char="■"/>
              <a:defRPr sz="675"/>
            </a:lvl9pPr>
          </a:lstStyle>
          <a:p xmlns:a="http://schemas.openxmlformats.org/drawingml/2006/main"/>
        </p:txBody>
      </p:sp>
      <p:sp>
        <p:nvSpPr>
          <p:cNvPr id="210" name="Google Shape;210;p38">
            <a:extLst xmlns:a="http://schemas.openxmlformats.org/drawingml/2006/main">
              <a:ext uri="{FF2B5EF4-FFF2-40B4-BE49-F238E27FC236}">
                <a16:creationId xmlns:a16="http://schemas.microsoft.com/office/drawing/2014/main" id="{C220AC5E-3F4D-4766-80ED-9443C71C300A}"/>
              </a:ext>
            </a:extLst>
          </p:cNvPr>
          <p:cNvSpPr>
            <a:spLocks xmlns:a="http://schemas.openxmlformats.org/drawingml/2006/main" noGrp="1"/>
          </p:cNvSpPr>
          <p:nvPr>
            <p:ph type="title" idx="0"/>
          </p:nvPr>
        </p:nvSpPr>
        <p:spPr>
          <a:xfrm xmlns:a="http://schemas.openxmlformats.org/drawingml/2006/main">
            <a:off x="201378" y="295836"/>
            <a:ext cx="2334600" cy="657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noAutofit/>
          </a:bodyPr>
          <a:lstStyle xmlns:a="http://schemas.openxmlformats.org/drawingml/2006/main">
            <a:lvl1pPr algn="l">
              <a:lnSpc>
                <a:spcPct val="90000"/>
              </a:lnSpc>
              <a:spcBef>
                <a:spcPts val="0"/>
              </a:spcBef>
              <a:spcAft>
                <a:spcPts val="0"/>
              </a:spcAft>
              <a:buClr>
                <a:schemeClr val="dk1"/>
              </a:buClr>
              <a:buSzPts val="2250"/>
              <a:buFont typeface="Arial"/>
              <a:buNone/>
              <a:defRPr sz="2250"/>
            </a:lvl1pPr>
            <a:lvl2pPr>
              <a:spcBef>
                <a:spcPts val="0"/>
              </a:spcBef>
              <a:spcAft>
                <a:spcPts val="0"/>
              </a:spcAft>
              <a:buSzPts val="525"/>
              <a:buNone/>
              <a:defRPr sz="675"/>
            </a:lvl2pPr>
            <a:lvl3pPr>
              <a:spcBef>
                <a:spcPts val="0"/>
              </a:spcBef>
              <a:spcAft>
                <a:spcPts val="0"/>
              </a:spcAft>
              <a:buSzPts val="525"/>
              <a:buNone/>
              <a:defRPr sz="675"/>
            </a:lvl3pPr>
            <a:lvl4pPr>
              <a:spcBef>
                <a:spcPts val="0"/>
              </a:spcBef>
              <a:spcAft>
                <a:spcPts val="0"/>
              </a:spcAft>
              <a:buSzPts val="525"/>
              <a:buNone/>
              <a:defRPr sz="675"/>
            </a:lvl4pPr>
            <a:lvl5pPr>
              <a:spcBef>
                <a:spcPts val="0"/>
              </a:spcBef>
              <a:spcAft>
                <a:spcPts val="0"/>
              </a:spcAft>
              <a:buSzPts val="525"/>
              <a:buNone/>
              <a:defRPr sz="675"/>
            </a:lvl5pPr>
            <a:lvl6pPr>
              <a:spcBef>
                <a:spcPts val="0"/>
              </a:spcBef>
              <a:spcAft>
                <a:spcPts val="0"/>
              </a:spcAft>
              <a:buSzPts val="525"/>
              <a:buNone/>
              <a:defRPr sz="675"/>
            </a:lvl6pPr>
            <a:lvl7pPr>
              <a:spcBef>
                <a:spcPts val="0"/>
              </a:spcBef>
              <a:spcAft>
                <a:spcPts val="0"/>
              </a:spcAft>
              <a:buSzPts val="525"/>
              <a:buNone/>
              <a:defRPr sz="675"/>
            </a:lvl7pPr>
            <a:lvl8pPr>
              <a:spcBef>
                <a:spcPts val="0"/>
              </a:spcBef>
              <a:spcAft>
                <a:spcPts val="0"/>
              </a:spcAft>
              <a:buSzPts val="525"/>
              <a:buNone/>
              <a:defRPr sz="675"/>
            </a:lvl8pPr>
            <a:lvl9pPr>
              <a:spcBef>
                <a:spcPts val="0"/>
              </a:spcBef>
              <a:spcAft>
                <a:spcPts val="0"/>
              </a:spcAft>
              <a:buSzPts val="525"/>
              <a:buNone/>
              <a:defRPr sz="675"/>
            </a:lvl9pPr>
          </a:lstStyle>
          <a:p xmlns:a="http://schemas.openxmlformats.org/drawingml/2006/main"/>
        </p:txBody>
      </p:sp>
      <p:sp>
        <p:nvSpPr>
          <p:cNvPr id="211" name="Google Shape;211;p38">
            <a:extLst xmlns:a="http://schemas.openxmlformats.org/drawingml/2006/main">
              <a:ext uri="{FF2B5EF4-FFF2-40B4-BE49-F238E27FC236}">
                <a16:creationId xmlns:a16="http://schemas.microsoft.com/office/drawing/2014/main" id="{BBD2D41B-3EFC-416C-BE72-F53941A0C122}"/>
              </a:ext>
            </a:extLst>
          </p:cNvPr>
          <p:cNvSpPr>
            <a:spLocks xmlns:a="http://schemas.openxmlformats.org/drawingml/2006/main" noGrp="1"/>
          </p:cNvSpPr>
          <p:nvPr>
            <p:ph type="body" idx="2"/>
          </p:nvPr>
        </p:nvSpPr>
        <p:spPr>
          <a:xfrm xmlns:a="http://schemas.openxmlformats.org/drawingml/2006/main">
            <a:off x="3642151" y="187708"/>
            <a:ext cx="5298900" cy="88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spAutoFit/>
          </a:bodyPr>
          <a:lstStyle xmlns:a="http://schemas.openxmlformats.org/drawingml/2006/main">
            <a:lvl1pPr marL="457200" indent="-228600" algn="l">
              <a:lnSpc>
                <a:spcPct val="110000"/>
              </a:lnSpc>
              <a:spcBef>
                <a:spcPts val="375"/>
              </a:spcBef>
              <a:spcAft>
                <a:spcPts val="0"/>
              </a:spcAft>
              <a:buClr>
                <a:schemeClr val="dk2"/>
              </a:buClr>
              <a:buSzPts val="1275"/>
              <a:buFont typeface="Arial"/>
              <a:buNone/>
              <a:defRPr sz="1275">
                <a:solidFill>
                  <a:schemeClr val="dk2"/>
                </a:solidFill>
              </a:defRPr>
            </a:lvl1pPr>
            <a:lvl2pPr marL="914400" indent="-228600" algn="l">
              <a:lnSpc>
                <a:spcPct val="90000"/>
              </a:lnSpc>
              <a:spcBef>
                <a:spcPts val="1200"/>
              </a:spcBef>
              <a:spcAft>
                <a:spcPts val="0"/>
              </a:spcAft>
              <a:buClr>
                <a:schemeClr val="dk1"/>
              </a:buClr>
              <a:buSzPts val="525"/>
              <a:buNone/>
              <a:defRPr sz="525"/>
            </a:lvl2pPr>
            <a:lvl3pPr marL="1371600" indent="-228600" algn="l">
              <a:lnSpc>
                <a:spcPct val="90000"/>
              </a:lnSpc>
              <a:spcBef>
                <a:spcPts val="1200"/>
              </a:spcBef>
              <a:spcAft>
                <a:spcPts val="0"/>
              </a:spcAft>
              <a:buClr>
                <a:schemeClr val="dk1"/>
              </a:buClr>
              <a:buSzPts val="450"/>
              <a:buNone/>
              <a:defRPr sz="450"/>
            </a:lvl3pPr>
            <a:lvl4pPr marL="1828800" indent="-228600" algn="l">
              <a:lnSpc>
                <a:spcPct val="90000"/>
              </a:lnSpc>
              <a:spcBef>
                <a:spcPts val="1200"/>
              </a:spcBef>
              <a:spcAft>
                <a:spcPts val="0"/>
              </a:spcAft>
              <a:buClr>
                <a:schemeClr val="dk1"/>
              </a:buClr>
              <a:buSzPts val="375"/>
              <a:buNone/>
              <a:defRPr sz="375"/>
            </a:lvl4pPr>
            <a:lvl5pPr marL="2286000" indent="-228600" algn="l">
              <a:lnSpc>
                <a:spcPct val="90000"/>
              </a:lnSpc>
              <a:spcBef>
                <a:spcPts val="1200"/>
              </a:spcBef>
              <a:spcAft>
                <a:spcPts val="0"/>
              </a:spcAft>
              <a:buClr>
                <a:schemeClr val="dk1"/>
              </a:buClr>
              <a:buSzPts val="375"/>
              <a:buNone/>
              <a:defRPr sz="375"/>
            </a:lvl5pPr>
            <a:lvl6pPr marL="2743200" indent="-228600" algn="l">
              <a:lnSpc>
                <a:spcPct val="90000"/>
              </a:lnSpc>
              <a:spcBef>
                <a:spcPts val="1200"/>
              </a:spcBef>
              <a:spcAft>
                <a:spcPts val="0"/>
              </a:spcAft>
              <a:buClr>
                <a:schemeClr val="dk1"/>
              </a:buClr>
              <a:buSzPts val="375"/>
              <a:buNone/>
              <a:defRPr sz="375"/>
            </a:lvl6pPr>
            <a:lvl7pPr marL="3200400" indent="-228600" algn="l">
              <a:lnSpc>
                <a:spcPct val="90000"/>
              </a:lnSpc>
              <a:spcBef>
                <a:spcPts val="1200"/>
              </a:spcBef>
              <a:spcAft>
                <a:spcPts val="0"/>
              </a:spcAft>
              <a:buClr>
                <a:schemeClr val="dk1"/>
              </a:buClr>
              <a:buSzPts val="375"/>
              <a:buNone/>
              <a:defRPr sz="375"/>
            </a:lvl7pPr>
            <a:lvl8pPr marL="3657600" indent="-228600" algn="l">
              <a:lnSpc>
                <a:spcPct val="90000"/>
              </a:lnSpc>
              <a:spcBef>
                <a:spcPts val="1200"/>
              </a:spcBef>
              <a:spcAft>
                <a:spcPts val="0"/>
              </a:spcAft>
              <a:buClr>
                <a:schemeClr val="dk1"/>
              </a:buClr>
              <a:buSzPts val="375"/>
              <a:buNone/>
              <a:defRPr sz="375"/>
            </a:lvl8pPr>
            <a:lvl9pPr marL="4114800" indent="-228600" algn="l">
              <a:lnSpc>
                <a:spcPct val="90000"/>
              </a:lnSpc>
              <a:spcBef>
                <a:spcPts val="1200"/>
              </a:spcBef>
              <a:spcAft>
                <a:spcPts val="1200"/>
              </a:spcAft>
              <a:buClr>
                <a:schemeClr val="dk1"/>
              </a:buClr>
              <a:buSzPts val="375"/>
              <a:buNone/>
              <a:defRPr sz="375"/>
            </a:lvl9pPr>
          </a:lstStyle>
          <a:p xmlns:a="http://schemas.openxmlformats.org/drawingml/2006/main"/>
        </p:txBody>
      </p:sp>
      <p:sp>
        <p:nvSpPr>
          <p:cNvPr id="212" name="Google Shape;212;p38">
            <a:extLst xmlns:a="http://schemas.openxmlformats.org/drawingml/2006/main">
              <a:ext uri="{FF2B5EF4-FFF2-40B4-BE49-F238E27FC236}">
                <a16:creationId xmlns:a16="http://schemas.microsoft.com/office/drawing/2014/main" id="{C11259DC-8599-4B00-AF96-DC13ADFA410A}"/>
              </a:ext>
            </a:extLst>
          </p:cNvPr>
          <p:cNvSpPr>
            <a:spLocks xmlns:a="http://schemas.openxmlformats.org/drawingml/2006/main" noGrp="1"/>
          </p:cNvSpPr>
          <p:nvPr>
            <p:ph type="pic" idx="3"/>
          </p:nvPr>
        </p:nvSpPr>
        <p:spPr>
          <a:xfrm xmlns:a="http://schemas.openxmlformats.org/drawingml/2006/main">
            <a:off x="228600" y="1278375"/>
            <a:ext cx="8686800" cy="3429900"/>
          </a:xfrm>
          <a:prstGeom xmlns:a="http://schemas.openxmlformats.org/drawingml/2006/main" prst="roundRect">
            <a:avLst>
              <a:gd name="adj" fmla="val 1542"/>
            </a:avLst>
          </a:prstGeom>
          <a:noFill xmlns:a="http://schemas.openxmlformats.org/drawingml/2006/main"/>
          <a:ln xmlns:a="http://schemas.openxmlformats.org/drawingml/2006/main">
            <a:noFill/>
          </a:ln>
        </p:spPr>
      </p:sp>
      <p:pic>
        <p:nvPicPr>
          <p:cNvPr id="218" name="Google Shape;213;p38"/>
          <p:cNvPicPr>
            <a:picLocks xmlns:a="http://schemas.openxmlformats.org/drawingml/2006/main" noChangeAspect="1"/>
          </p:cNvPicPr>
          <p:nvPr/>
        </p:nvPicPr>
        <p:blipFill>
          <a:blip xmlns:r="http://schemas.openxmlformats.org/officeDocument/2006/relationships" xmlns:a="http://schemas.openxmlformats.org/drawingml/2006/main" r:embed="R951358f29c2044a8">
            <a:alphaModFix/>
          </a:blip>
          <a:stretch xmlns:a="http://schemas.openxmlformats.org/drawingml/2006/main">
            <a:fillRect l="0" t="0" r="0" b="0"/>
          </a:stretch>
        </p:blipFill>
        <p:spPr>
          <a:xfrm xmlns:a="http://schemas.openxmlformats.org/drawingml/2006/main">
            <a:off x="228600" y="4836074"/>
            <a:ext cx="153925" cy="153925"/>
          </a:xfrm>
          <a:prstGeom xmlns:a="http://schemas.openxmlformats.org/drawingml/2006/main" prst="rect">
            <a:avLst/>
          </a:prstGeom>
          <a:ln xmlns:a="http://schemas.openxmlformats.org/drawingml/2006/main">
            <a:noFill/>
          </a:ln>
        </p:spPr>
      </p:pic>
    </p:spTree>
  </p:cSld>
</p:sldLayout>
</file>

<file path=ppt/slideLayouts/slideLayout38.xml><?xml version="1.0" encoding="utf-8"?>
<p:sldLayout xmlns:p="http://schemas.openxmlformats.org/presentationml/2006/main" matchingName="Content - 2 containers">
  <p:cSld name="Title + body + 2 imgs">
    <p:bg>
      <p:bgPr>
        <a:solidFill xmlns:a="http://schemas.openxmlformats.org/drawingml/2006/main">
          <a:schemeClr val="lt1"/>
        </a:solidFill>
      </p:bgPr>
    </p:bg>
    <p:spTree>
      <p:nvGrpSpPr>
        <p:cNvPr id="1" name=""/>
        <p:cNvGrpSpPr/>
        <p:nvPr/>
      </p:nvGrpSpPr>
      <p:grpSpPr>
        <a:xfrm xmlns:a="http://schemas.openxmlformats.org/drawingml/2006/main"/>
      </p:grpSpPr>
      <p:sp>
        <p:nvSpPr>
          <p:cNvPr id="215" name="Google Shape;215;p39">
            <a:extLst xmlns:a="http://schemas.openxmlformats.org/drawingml/2006/main">
              <a:ext uri="{FF2B5EF4-FFF2-40B4-BE49-F238E27FC236}">
                <a16:creationId xmlns:a16="http://schemas.microsoft.com/office/drawing/2014/main" id="{0F2930EF-E431-4D7C-A6BC-87F637B3B63A}"/>
              </a:ext>
            </a:extLst>
          </p:cNvPr>
          <p:cNvSpPr>
            <a:spLocks xmlns:a="http://schemas.openxmlformats.org/drawingml/2006/main" noGrp="1"/>
          </p:cNvSpPr>
          <p:nvPr>
            <p:ph type="body" idx="1"/>
          </p:nvPr>
        </p:nvSpPr>
        <p:spPr>
          <a:xfrm xmlns:a="http://schemas.openxmlformats.org/drawingml/2006/main">
            <a:off x="201378" y="164051"/>
            <a:ext cx="1948200" cy="160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noAutofit/>
          </a:bodyPr>
          <a:lstStyle xmlns:a="http://schemas.openxmlformats.org/drawingml/2006/main">
            <a:lvl1pPr marL="457200" indent="-228600" algn="l">
              <a:lnSpc>
                <a:spcPct val="90000"/>
              </a:lnSpc>
              <a:spcBef>
                <a:spcPts val="375"/>
              </a:spcBef>
              <a:spcAft>
                <a:spcPts val="0"/>
              </a:spcAft>
              <a:buClr>
                <a:schemeClr val="dk2"/>
              </a:buClr>
              <a:buSzPts val="750"/>
              <a:buFont typeface="Arial"/>
              <a:buNone/>
              <a:defRPr sz="750">
                <a:solidFill>
                  <a:schemeClr val="dk2"/>
                </a:solidFill>
              </a:defRPr>
            </a:lvl1pPr>
            <a:lvl2pPr marL="914400" indent="-271463" algn="l">
              <a:lnSpc>
                <a:spcPct val="90000"/>
              </a:lnSpc>
              <a:spcBef>
                <a:spcPts val="1200"/>
              </a:spcBef>
              <a:spcAft>
                <a:spcPts val="0"/>
              </a:spcAft>
              <a:buClr>
                <a:schemeClr val="dk1"/>
              </a:buClr>
              <a:buSzPts val="675"/>
              <a:buChar char="○"/>
              <a:defRPr sz="900"/>
            </a:lvl2pPr>
            <a:lvl3pPr marL="1371600" indent="-271463" algn="l">
              <a:lnSpc>
                <a:spcPct val="90000"/>
              </a:lnSpc>
              <a:spcBef>
                <a:spcPts val="1200"/>
              </a:spcBef>
              <a:spcAft>
                <a:spcPts val="0"/>
              </a:spcAft>
              <a:buClr>
                <a:schemeClr val="dk1"/>
              </a:buClr>
              <a:buSzPts val="675"/>
              <a:buChar char="■"/>
              <a:defRPr sz="750"/>
            </a:lvl3pPr>
            <a:lvl4pPr marL="1828800" indent="-271463" algn="l">
              <a:lnSpc>
                <a:spcPct val="90000"/>
              </a:lnSpc>
              <a:spcBef>
                <a:spcPts val="1200"/>
              </a:spcBef>
              <a:spcAft>
                <a:spcPts val="0"/>
              </a:spcAft>
              <a:buClr>
                <a:schemeClr val="dk1"/>
              </a:buClr>
              <a:buSzPts val="675"/>
              <a:buChar char="●"/>
              <a:defRPr sz="675"/>
            </a:lvl4pPr>
            <a:lvl5pPr marL="2286000" indent="-271463" algn="l">
              <a:lnSpc>
                <a:spcPct val="90000"/>
              </a:lnSpc>
              <a:spcBef>
                <a:spcPts val="1200"/>
              </a:spcBef>
              <a:spcAft>
                <a:spcPts val="0"/>
              </a:spcAft>
              <a:buClr>
                <a:schemeClr val="dk1"/>
              </a:buClr>
              <a:buSzPts val="675"/>
              <a:buChar char="○"/>
              <a:defRPr sz="675"/>
            </a:lvl5pPr>
            <a:lvl6pPr marL="2743200" indent="-271463" algn="l">
              <a:lnSpc>
                <a:spcPct val="90000"/>
              </a:lnSpc>
              <a:spcBef>
                <a:spcPts val="1200"/>
              </a:spcBef>
              <a:spcAft>
                <a:spcPts val="0"/>
              </a:spcAft>
              <a:buClr>
                <a:schemeClr val="dk1"/>
              </a:buClr>
              <a:buSzPts val="675"/>
              <a:buChar char="■"/>
              <a:defRPr sz="675"/>
            </a:lvl6pPr>
            <a:lvl7pPr marL="3200400" indent="-271463" algn="l">
              <a:lnSpc>
                <a:spcPct val="90000"/>
              </a:lnSpc>
              <a:spcBef>
                <a:spcPts val="1200"/>
              </a:spcBef>
              <a:spcAft>
                <a:spcPts val="0"/>
              </a:spcAft>
              <a:buClr>
                <a:schemeClr val="dk1"/>
              </a:buClr>
              <a:buSzPts val="675"/>
              <a:buChar char="●"/>
              <a:defRPr sz="675"/>
            </a:lvl7pPr>
            <a:lvl8pPr marL="3657600" indent="-271463" algn="l">
              <a:lnSpc>
                <a:spcPct val="90000"/>
              </a:lnSpc>
              <a:spcBef>
                <a:spcPts val="1200"/>
              </a:spcBef>
              <a:spcAft>
                <a:spcPts val="0"/>
              </a:spcAft>
              <a:buClr>
                <a:schemeClr val="dk1"/>
              </a:buClr>
              <a:buSzPts val="675"/>
              <a:buChar char="○"/>
              <a:defRPr sz="675"/>
            </a:lvl8pPr>
            <a:lvl9pPr marL="4114800" indent="-271463" algn="l">
              <a:lnSpc>
                <a:spcPct val="90000"/>
              </a:lnSpc>
              <a:spcBef>
                <a:spcPts val="1200"/>
              </a:spcBef>
              <a:spcAft>
                <a:spcPts val="1200"/>
              </a:spcAft>
              <a:buClr>
                <a:schemeClr val="dk1"/>
              </a:buClr>
              <a:buSzPts val="675"/>
              <a:buChar char="■"/>
              <a:defRPr sz="675"/>
            </a:lvl9pPr>
          </a:lstStyle>
          <a:p xmlns:a="http://schemas.openxmlformats.org/drawingml/2006/main"/>
        </p:txBody>
      </p:sp>
      <p:sp>
        <p:nvSpPr>
          <p:cNvPr id="216" name="Google Shape;216;p39">
            <a:extLst xmlns:a="http://schemas.openxmlformats.org/drawingml/2006/main">
              <a:ext uri="{FF2B5EF4-FFF2-40B4-BE49-F238E27FC236}">
                <a16:creationId xmlns:a16="http://schemas.microsoft.com/office/drawing/2014/main" id="{E0A54F32-DFCF-4B1A-8D84-425BFBEB52DF}"/>
              </a:ext>
            </a:extLst>
          </p:cNvPr>
          <p:cNvSpPr>
            <a:spLocks xmlns:a="http://schemas.openxmlformats.org/drawingml/2006/main" noGrp="1"/>
          </p:cNvSpPr>
          <p:nvPr>
            <p:ph type="title" idx="0"/>
          </p:nvPr>
        </p:nvSpPr>
        <p:spPr>
          <a:xfrm xmlns:a="http://schemas.openxmlformats.org/drawingml/2006/main">
            <a:off x="201378" y="295836"/>
            <a:ext cx="2334600" cy="657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noAutofit/>
          </a:bodyPr>
          <a:lstStyle xmlns:a="http://schemas.openxmlformats.org/drawingml/2006/main">
            <a:lvl1pPr algn="l">
              <a:lnSpc>
                <a:spcPct val="90000"/>
              </a:lnSpc>
              <a:spcBef>
                <a:spcPts val="0"/>
              </a:spcBef>
              <a:spcAft>
                <a:spcPts val="0"/>
              </a:spcAft>
              <a:buClr>
                <a:schemeClr val="dk1"/>
              </a:buClr>
              <a:buSzPts val="2250"/>
              <a:buFont typeface="Arial"/>
              <a:buNone/>
              <a:defRPr sz="2250"/>
            </a:lvl1pPr>
            <a:lvl2pPr>
              <a:spcBef>
                <a:spcPts val="0"/>
              </a:spcBef>
              <a:spcAft>
                <a:spcPts val="0"/>
              </a:spcAft>
              <a:buSzPts val="525"/>
              <a:buNone/>
              <a:defRPr sz="675"/>
            </a:lvl2pPr>
            <a:lvl3pPr>
              <a:spcBef>
                <a:spcPts val="0"/>
              </a:spcBef>
              <a:spcAft>
                <a:spcPts val="0"/>
              </a:spcAft>
              <a:buSzPts val="525"/>
              <a:buNone/>
              <a:defRPr sz="675"/>
            </a:lvl3pPr>
            <a:lvl4pPr>
              <a:spcBef>
                <a:spcPts val="0"/>
              </a:spcBef>
              <a:spcAft>
                <a:spcPts val="0"/>
              </a:spcAft>
              <a:buSzPts val="525"/>
              <a:buNone/>
              <a:defRPr sz="675"/>
            </a:lvl4pPr>
            <a:lvl5pPr>
              <a:spcBef>
                <a:spcPts val="0"/>
              </a:spcBef>
              <a:spcAft>
                <a:spcPts val="0"/>
              </a:spcAft>
              <a:buSzPts val="525"/>
              <a:buNone/>
              <a:defRPr sz="675"/>
            </a:lvl5pPr>
            <a:lvl6pPr>
              <a:spcBef>
                <a:spcPts val="0"/>
              </a:spcBef>
              <a:spcAft>
                <a:spcPts val="0"/>
              </a:spcAft>
              <a:buSzPts val="525"/>
              <a:buNone/>
              <a:defRPr sz="675"/>
            </a:lvl6pPr>
            <a:lvl7pPr>
              <a:spcBef>
                <a:spcPts val="0"/>
              </a:spcBef>
              <a:spcAft>
                <a:spcPts val="0"/>
              </a:spcAft>
              <a:buSzPts val="525"/>
              <a:buNone/>
              <a:defRPr sz="675"/>
            </a:lvl7pPr>
            <a:lvl8pPr>
              <a:spcBef>
                <a:spcPts val="0"/>
              </a:spcBef>
              <a:spcAft>
                <a:spcPts val="0"/>
              </a:spcAft>
              <a:buSzPts val="525"/>
              <a:buNone/>
              <a:defRPr sz="675"/>
            </a:lvl8pPr>
            <a:lvl9pPr>
              <a:spcBef>
                <a:spcPts val="0"/>
              </a:spcBef>
              <a:spcAft>
                <a:spcPts val="0"/>
              </a:spcAft>
              <a:buSzPts val="525"/>
              <a:buNone/>
              <a:defRPr sz="675"/>
            </a:lvl9pPr>
          </a:lstStyle>
          <a:p xmlns:a="http://schemas.openxmlformats.org/drawingml/2006/main"/>
        </p:txBody>
      </p:sp>
      <p:sp>
        <p:nvSpPr>
          <p:cNvPr id="217" name="Google Shape;217;p39">
            <a:extLst xmlns:a="http://schemas.openxmlformats.org/drawingml/2006/main">
              <a:ext uri="{FF2B5EF4-FFF2-40B4-BE49-F238E27FC236}">
                <a16:creationId xmlns:a16="http://schemas.microsoft.com/office/drawing/2014/main" id="{F3A94D1A-2A31-4A1A-83FB-E2FE42B44BEA}"/>
              </a:ext>
            </a:extLst>
          </p:cNvPr>
          <p:cNvSpPr>
            <a:spLocks xmlns:a="http://schemas.openxmlformats.org/drawingml/2006/main" noGrp="1"/>
          </p:cNvSpPr>
          <p:nvPr>
            <p:ph type="body" idx="2"/>
          </p:nvPr>
        </p:nvSpPr>
        <p:spPr>
          <a:xfrm xmlns:a="http://schemas.openxmlformats.org/drawingml/2006/main">
            <a:off x="3642151" y="187708"/>
            <a:ext cx="5298900" cy="88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spAutoFit/>
          </a:bodyPr>
          <a:lstStyle xmlns:a="http://schemas.openxmlformats.org/drawingml/2006/main">
            <a:lvl1pPr marL="457200" indent="-228600" algn="l">
              <a:lnSpc>
                <a:spcPct val="110000"/>
              </a:lnSpc>
              <a:spcBef>
                <a:spcPts val="375"/>
              </a:spcBef>
              <a:spcAft>
                <a:spcPts val="0"/>
              </a:spcAft>
              <a:buClr>
                <a:schemeClr val="dk2"/>
              </a:buClr>
              <a:buSzPts val="1275"/>
              <a:buFont typeface="Arial"/>
              <a:buNone/>
              <a:defRPr sz="1275">
                <a:solidFill>
                  <a:schemeClr val="dk2"/>
                </a:solidFill>
              </a:defRPr>
            </a:lvl1pPr>
            <a:lvl2pPr marL="914400" indent="-228600" algn="l">
              <a:lnSpc>
                <a:spcPct val="90000"/>
              </a:lnSpc>
              <a:spcBef>
                <a:spcPts val="1200"/>
              </a:spcBef>
              <a:spcAft>
                <a:spcPts val="0"/>
              </a:spcAft>
              <a:buClr>
                <a:schemeClr val="dk1"/>
              </a:buClr>
              <a:buSzPts val="525"/>
              <a:buNone/>
              <a:defRPr sz="525"/>
            </a:lvl2pPr>
            <a:lvl3pPr marL="1371600" indent="-228600" algn="l">
              <a:lnSpc>
                <a:spcPct val="90000"/>
              </a:lnSpc>
              <a:spcBef>
                <a:spcPts val="1200"/>
              </a:spcBef>
              <a:spcAft>
                <a:spcPts val="0"/>
              </a:spcAft>
              <a:buClr>
                <a:schemeClr val="dk1"/>
              </a:buClr>
              <a:buSzPts val="450"/>
              <a:buNone/>
              <a:defRPr sz="450"/>
            </a:lvl3pPr>
            <a:lvl4pPr marL="1828800" indent="-228600" algn="l">
              <a:lnSpc>
                <a:spcPct val="90000"/>
              </a:lnSpc>
              <a:spcBef>
                <a:spcPts val="1200"/>
              </a:spcBef>
              <a:spcAft>
                <a:spcPts val="0"/>
              </a:spcAft>
              <a:buClr>
                <a:schemeClr val="dk1"/>
              </a:buClr>
              <a:buSzPts val="375"/>
              <a:buNone/>
              <a:defRPr sz="375"/>
            </a:lvl4pPr>
            <a:lvl5pPr marL="2286000" indent="-228600" algn="l">
              <a:lnSpc>
                <a:spcPct val="90000"/>
              </a:lnSpc>
              <a:spcBef>
                <a:spcPts val="1200"/>
              </a:spcBef>
              <a:spcAft>
                <a:spcPts val="0"/>
              </a:spcAft>
              <a:buClr>
                <a:schemeClr val="dk1"/>
              </a:buClr>
              <a:buSzPts val="375"/>
              <a:buNone/>
              <a:defRPr sz="375"/>
            </a:lvl5pPr>
            <a:lvl6pPr marL="2743200" indent="-228600" algn="l">
              <a:lnSpc>
                <a:spcPct val="90000"/>
              </a:lnSpc>
              <a:spcBef>
                <a:spcPts val="1200"/>
              </a:spcBef>
              <a:spcAft>
                <a:spcPts val="0"/>
              </a:spcAft>
              <a:buClr>
                <a:schemeClr val="dk1"/>
              </a:buClr>
              <a:buSzPts val="375"/>
              <a:buNone/>
              <a:defRPr sz="375"/>
            </a:lvl6pPr>
            <a:lvl7pPr marL="3200400" indent="-228600" algn="l">
              <a:lnSpc>
                <a:spcPct val="90000"/>
              </a:lnSpc>
              <a:spcBef>
                <a:spcPts val="1200"/>
              </a:spcBef>
              <a:spcAft>
                <a:spcPts val="0"/>
              </a:spcAft>
              <a:buClr>
                <a:schemeClr val="dk1"/>
              </a:buClr>
              <a:buSzPts val="375"/>
              <a:buNone/>
              <a:defRPr sz="375"/>
            </a:lvl7pPr>
            <a:lvl8pPr marL="3657600" indent="-228600" algn="l">
              <a:lnSpc>
                <a:spcPct val="90000"/>
              </a:lnSpc>
              <a:spcBef>
                <a:spcPts val="1200"/>
              </a:spcBef>
              <a:spcAft>
                <a:spcPts val="0"/>
              </a:spcAft>
              <a:buClr>
                <a:schemeClr val="dk1"/>
              </a:buClr>
              <a:buSzPts val="375"/>
              <a:buNone/>
              <a:defRPr sz="375"/>
            </a:lvl8pPr>
            <a:lvl9pPr marL="4114800" indent="-228600" algn="l">
              <a:lnSpc>
                <a:spcPct val="90000"/>
              </a:lnSpc>
              <a:spcBef>
                <a:spcPts val="1200"/>
              </a:spcBef>
              <a:spcAft>
                <a:spcPts val="1200"/>
              </a:spcAft>
              <a:buClr>
                <a:schemeClr val="dk1"/>
              </a:buClr>
              <a:buSzPts val="375"/>
              <a:buNone/>
              <a:defRPr sz="375"/>
            </a:lvl9pPr>
          </a:lstStyle>
          <a:p xmlns:a="http://schemas.openxmlformats.org/drawingml/2006/main"/>
        </p:txBody>
      </p:sp>
      <p:sp>
        <p:nvSpPr>
          <p:cNvPr id="218" name="Google Shape;218;p39">
            <a:extLst xmlns:a="http://schemas.openxmlformats.org/drawingml/2006/main">
              <a:ext uri="{FF2B5EF4-FFF2-40B4-BE49-F238E27FC236}">
                <a16:creationId xmlns:a16="http://schemas.microsoft.com/office/drawing/2014/main" id="{5129FAD3-B706-48D4-92EC-6291983AFB74}"/>
              </a:ext>
            </a:extLst>
          </p:cNvPr>
          <p:cNvSpPr>
            <a:spLocks xmlns:a="http://schemas.openxmlformats.org/drawingml/2006/main" noGrp="1"/>
          </p:cNvSpPr>
          <p:nvPr>
            <p:ph type="pic" idx="3"/>
          </p:nvPr>
        </p:nvSpPr>
        <p:spPr>
          <a:xfrm xmlns:a="http://schemas.openxmlformats.org/drawingml/2006/main">
            <a:off x="231950" y="1278375"/>
            <a:ext cx="4275900" cy="3435000"/>
          </a:xfrm>
          <a:prstGeom xmlns:a="http://schemas.openxmlformats.org/drawingml/2006/main" prst="roundRect">
            <a:avLst>
              <a:gd name="adj" fmla="val 1542"/>
            </a:avLst>
          </a:prstGeom>
          <a:noFill xmlns:a="http://schemas.openxmlformats.org/drawingml/2006/main"/>
          <a:ln xmlns:a="http://schemas.openxmlformats.org/drawingml/2006/main">
            <a:noFill/>
          </a:ln>
        </p:spPr>
      </p:sp>
      <p:sp>
        <p:nvSpPr>
          <p:cNvPr id="219" name="Google Shape;219;p39">
            <a:extLst xmlns:a="http://schemas.openxmlformats.org/drawingml/2006/main">
              <a:ext uri="{FF2B5EF4-FFF2-40B4-BE49-F238E27FC236}">
                <a16:creationId xmlns:a16="http://schemas.microsoft.com/office/drawing/2014/main" id="{D2B31739-6BE3-40B8-A961-5082A2408B7D}"/>
              </a:ext>
            </a:extLst>
          </p:cNvPr>
          <p:cNvSpPr>
            <a:spLocks xmlns:a="http://schemas.openxmlformats.org/drawingml/2006/main" noGrp="1"/>
          </p:cNvSpPr>
          <p:nvPr>
            <p:ph type="pic" idx="4"/>
          </p:nvPr>
        </p:nvSpPr>
        <p:spPr>
          <a:xfrm xmlns:a="http://schemas.openxmlformats.org/drawingml/2006/main">
            <a:off x="4645150" y="1278375"/>
            <a:ext cx="4275900" cy="3435000"/>
          </a:xfrm>
          <a:prstGeom xmlns:a="http://schemas.openxmlformats.org/drawingml/2006/main" prst="roundRect">
            <a:avLst>
              <a:gd name="adj" fmla="val 1542"/>
            </a:avLst>
          </a:prstGeom>
          <a:noFill xmlns:a="http://schemas.openxmlformats.org/drawingml/2006/main"/>
          <a:ln xmlns:a="http://schemas.openxmlformats.org/drawingml/2006/main">
            <a:noFill/>
          </a:ln>
        </p:spPr>
      </p:sp>
      <p:pic>
        <p:nvPicPr>
          <p:cNvPr id="226" name="Google Shape;220;p39"/>
          <p:cNvPicPr>
            <a:picLocks xmlns:a="http://schemas.openxmlformats.org/drawingml/2006/main" noChangeAspect="1"/>
          </p:cNvPicPr>
          <p:nvPr/>
        </p:nvPicPr>
        <p:blipFill>
          <a:blip xmlns:r="http://schemas.openxmlformats.org/officeDocument/2006/relationships" xmlns:a="http://schemas.openxmlformats.org/drawingml/2006/main" r:embed="Rda73d28d42e046c6">
            <a:alphaModFix/>
          </a:blip>
          <a:stretch xmlns:a="http://schemas.openxmlformats.org/drawingml/2006/main">
            <a:fillRect l="0" t="0" r="0" b="0"/>
          </a:stretch>
        </p:blipFill>
        <p:spPr>
          <a:xfrm xmlns:a="http://schemas.openxmlformats.org/drawingml/2006/main">
            <a:off x="228600" y="4836074"/>
            <a:ext cx="153925" cy="153925"/>
          </a:xfrm>
          <a:prstGeom xmlns:a="http://schemas.openxmlformats.org/drawingml/2006/main" prst="rect">
            <a:avLst/>
          </a:prstGeom>
          <a:ln xmlns:a="http://schemas.openxmlformats.org/drawingml/2006/main">
            <a:noFill/>
          </a:ln>
        </p:spPr>
      </p:pic>
    </p:spTree>
  </p:cSld>
</p:sldLayout>
</file>

<file path=ppt/slideLayouts/slideLayout39.xml><?xml version="1.0" encoding="utf-8"?>
<p:sldLayout xmlns:p="http://schemas.openxmlformats.org/presentationml/2006/main" matchingName="Content - 3 containers">
  <p:cSld name="Title + body + 3 imgs">
    <p:bg>
      <p:bgPr>
        <a:solidFill xmlns:a="http://schemas.openxmlformats.org/drawingml/2006/main">
          <a:schemeClr val="lt1"/>
        </a:solidFill>
      </p:bgPr>
    </p:bg>
    <p:spTree>
      <p:nvGrpSpPr>
        <p:cNvPr id="1" name=""/>
        <p:cNvGrpSpPr/>
        <p:nvPr/>
      </p:nvGrpSpPr>
      <p:grpSpPr>
        <a:xfrm xmlns:a="http://schemas.openxmlformats.org/drawingml/2006/main"/>
      </p:grpSpPr>
      <p:sp>
        <p:nvSpPr>
          <p:cNvPr id="222" name="Google Shape;222;p40">
            <a:extLst xmlns:a="http://schemas.openxmlformats.org/drawingml/2006/main">
              <a:ext uri="{FF2B5EF4-FFF2-40B4-BE49-F238E27FC236}">
                <a16:creationId xmlns:a16="http://schemas.microsoft.com/office/drawing/2014/main" id="{5BBCD32B-F337-45B4-8A06-219EFFC91069}"/>
              </a:ext>
            </a:extLst>
          </p:cNvPr>
          <p:cNvSpPr>
            <a:spLocks xmlns:a="http://schemas.openxmlformats.org/drawingml/2006/main" noGrp="1"/>
          </p:cNvSpPr>
          <p:nvPr>
            <p:ph type="body" idx="1"/>
          </p:nvPr>
        </p:nvSpPr>
        <p:spPr>
          <a:xfrm xmlns:a="http://schemas.openxmlformats.org/drawingml/2006/main">
            <a:off x="201378" y="164051"/>
            <a:ext cx="1948200" cy="160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noAutofit/>
          </a:bodyPr>
          <a:lstStyle xmlns:a="http://schemas.openxmlformats.org/drawingml/2006/main">
            <a:lvl1pPr marL="457200" indent="-228600" algn="l">
              <a:lnSpc>
                <a:spcPct val="90000"/>
              </a:lnSpc>
              <a:spcBef>
                <a:spcPts val="375"/>
              </a:spcBef>
              <a:spcAft>
                <a:spcPts val="0"/>
              </a:spcAft>
              <a:buClr>
                <a:schemeClr val="dk2"/>
              </a:buClr>
              <a:buSzPts val="750"/>
              <a:buFont typeface="Arial"/>
              <a:buNone/>
              <a:defRPr sz="750">
                <a:solidFill>
                  <a:schemeClr val="dk2"/>
                </a:solidFill>
              </a:defRPr>
            </a:lvl1pPr>
            <a:lvl2pPr marL="914400" indent="-271463" algn="l">
              <a:lnSpc>
                <a:spcPct val="90000"/>
              </a:lnSpc>
              <a:spcBef>
                <a:spcPts val="1200"/>
              </a:spcBef>
              <a:spcAft>
                <a:spcPts val="0"/>
              </a:spcAft>
              <a:buClr>
                <a:schemeClr val="dk1"/>
              </a:buClr>
              <a:buSzPts val="675"/>
              <a:buChar char="○"/>
              <a:defRPr sz="900"/>
            </a:lvl2pPr>
            <a:lvl3pPr marL="1371600" indent="-271463" algn="l">
              <a:lnSpc>
                <a:spcPct val="90000"/>
              </a:lnSpc>
              <a:spcBef>
                <a:spcPts val="1200"/>
              </a:spcBef>
              <a:spcAft>
                <a:spcPts val="0"/>
              </a:spcAft>
              <a:buClr>
                <a:schemeClr val="dk1"/>
              </a:buClr>
              <a:buSzPts val="675"/>
              <a:buChar char="■"/>
              <a:defRPr sz="750"/>
            </a:lvl3pPr>
            <a:lvl4pPr marL="1828800" indent="-271463" algn="l">
              <a:lnSpc>
                <a:spcPct val="90000"/>
              </a:lnSpc>
              <a:spcBef>
                <a:spcPts val="1200"/>
              </a:spcBef>
              <a:spcAft>
                <a:spcPts val="0"/>
              </a:spcAft>
              <a:buClr>
                <a:schemeClr val="dk1"/>
              </a:buClr>
              <a:buSzPts val="675"/>
              <a:buChar char="●"/>
              <a:defRPr sz="675"/>
            </a:lvl4pPr>
            <a:lvl5pPr marL="2286000" indent="-271463" algn="l">
              <a:lnSpc>
                <a:spcPct val="90000"/>
              </a:lnSpc>
              <a:spcBef>
                <a:spcPts val="1200"/>
              </a:spcBef>
              <a:spcAft>
                <a:spcPts val="0"/>
              </a:spcAft>
              <a:buClr>
                <a:schemeClr val="dk1"/>
              </a:buClr>
              <a:buSzPts val="675"/>
              <a:buChar char="○"/>
              <a:defRPr sz="675"/>
            </a:lvl5pPr>
            <a:lvl6pPr marL="2743200" indent="-271463" algn="l">
              <a:lnSpc>
                <a:spcPct val="90000"/>
              </a:lnSpc>
              <a:spcBef>
                <a:spcPts val="1200"/>
              </a:spcBef>
              <a:spcAft>
                <a:spcPts val="0"/>
              </a:spcAft>
              <a:buClr>
                <a:schemeClr val="dk1"/>
              </a:buClr>
              <a:buSzPts val="675"/>
              <a:buChar char="■"/>
              <a:defRPr sz="675"/>
            </a:lvl6pPr>
            <a:lvl7pPr marL="3200400" indent="-271463" algn="l">
              <a:lnSpc>
                <a:spcPct val="90000"/>
              </a:lnSpc>
              <a:spcBef>
                <a:spcPts val="1200"/>
              </a:spcBef>
              <a:spcAft>
                <a:spcPts val="0"/>
              </a:spcAft>
              <a:buClr>
                <a:schemeClr val="dk1"/>
              </a:buClr>
              <a:buSzPts val="675"/>
              <a:buChar char="●"/>
              <a:defRPr sz="675"/>
            </a:lvl7pPr>
            <a:lvl8pPr marL="3657600" indent="-271463" algn="l">
              <a:lnSpc>
                <a:spcPct val="90000"/>
              </a:lnSpc>
              <a:spcBef>
                <a:spcPts val="1200"/>
              </a:spcBef>
              <a:spcAft>
                <a:spcPts val="0"/>
              </a:spcAft>
              <a:buClr>
                <a:schemeClr val="dk1"/>
              </a:buClr>
              <a:buSzPts val="675"/>
              <a:buChar char="○"/>
              <a:defRPr sz="675"/>
            </a:lvl8pPr>
            <a:lvl9pPr marL="4114800" indent="-271463" algn="l">
              <a:lnSpc>
                <a:spcPct val="90000"/>
              </a:lnSpc>
              <a:spcBef>
                <a:spcPts val="1200"/>
              </a:spcBef>
              <a:spcAft>
                <a:spcPts val="1200"/>
              </a:spcAft>
              <a:buClr>
                <a:schemeClr val="dk1"/>
              </a:buClr>
              <a:buSzPts val="675"/>
              <a:buChar char="■"/>
              <a:defRPr sz="675"/>
            </a:lvl9pPr>
          </a:lstStyle>
          <a:p xmlns:a="http://schemas.openxmlformats.org/drawingml/2006/main"/>
        </p:txBody>
      </p:sp>
      <p:sp>
        <p:nvSpPr>
          <p:cNvPr id="223" name="Google Shape;223;p40">
            <a:extLst xmlns:a="http://schemas.openxmlformats.org/drawingml/2006/main">
              <a:ext uri="{FF2B5EF4-FFF2-40B4-BE49-F238E27FC236}">
                <a16:creationId xmlns:a16="http://schemas.microsoft.com/office/drawing/2014/main" id="{F289E98F-8429-43B8-BE8F-A525287907A7}"/>
              </a:ext>
            </a:extLst>
          </p:cNvPr>
          <p:cNvSpPr>
            <a:spLocks xmlns:a="http://schemas.openxmlformats.org/drawingml/2006/main" noGrp="1"/>
          </p:cNvSpPr>
          <p:nvPr>
            <p:ph type="title" idx="0"/>
          </p:nvPr>
        </p:nvSpPr>
        <p:spPr>
          <a:xfrm xmlns:a="http://schemas.openxmlformats.org/drawingml/2006/main">
            <a:off x="201378" y="295836"/>
            <a:ext cx="2334600" cy="657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noAutofit/>
          </a:bodyPr>
          <a:lstStyle xmlns:a="http://schemas.openxmlformats.org/drawingml/2006/main">
            <a:lvl1pPr algn="l">
              <a:lnSpc>
                <a:spcPct val="90000"/>
              </a:lnSpc>
              <a:spcBef>
                <a:spcPts val="0"/>
              </a:spcBef>
              <a:spcAft>
                <a:spcPts val="0"/>
              </a:spcAft>
              <a:buClr>
                <a:schemeClr val="dk1"/>
              </a:buClr>
              <a:buSzPts val="2250"/>
              <a:buFont typeface="Arial"/>
              <a:buNone/>
              <a:defRPr sz="2250"/>
            </a:lvl1pPr>
            <a:lvl2pPr>
              <a:spcBef>
                <a:spcPts val="0"/>
              </a:spcBef>
              <a:spcAft>
                <a:spcPts val="0"/>
              </a:spcAft>
              <a:buSzPts val="525"/>
              <a:buNone/>
              <a:defRPr sz="675"/>
            </a:lvl2pPr>
            <a:lvl3pPr>
              <a:spcBef>
                <a:spcPts val="0"/>
              </a:spcBef>
              <a:spcAft>
                <a:spcPts val="0"/>
              </a:spcAft>
              <a:buSzPts val="525"/>
              <a:buNone/>
              <a:defRPr sz="675"/>
            </a:lvl3pPr>
            <a:lvl4pPr>
              <a:spcBef>
                <a:spcPts val="0"/>
              </a:spcBef>
              <a:spcAft>
                <a:spcPts val="0"/>
              </a:spcAft>
              <a:buSzPts val="525"/>
              <a:buNone/>
              <a:defRPr sz="675"/>
            </a:lvl4pPr>
            <a:lvl5pPr>
              <a:spcBef>
                <a:spcPts val="0"/>
              </a:spcBef>
              <a:spcAft>
                <a:spcPts val="0"/>
              </a:spcAft>
              <a:buSzPts val="525"/>
              <a:buNone/>
              <a:defRPr sz="675"/>
            </a:lvl5pPr>
            <a:lvl6pPr>
              <a:spcBef>
                <a:spcPts val="0"/>
              </a:spcBef>
              <a:spcAft>
                <a:spcPts val="0"/>
              </a:spcAft>
              <a:buSzPts val="525"/>
              <a:buNone/>
              <a:defRPr sz="675"/>
            </a:lvl6pPr>
            <a:lvl7pPr>
              <a:spcBef>
                <a:spcPts val="0"/>
              </a:spcBef>
              <a:spcAft>
                <a:spcPts val="0"/>
              </a:spcAft>
              <a:buSzPts val="525"/>
              <a:buNone/>
              <a:defRPr sz="675"/>
            </a:lvl7pPr>
            <a:lvl8pPr>
              <a:spcBef>
                <a:spcPts val="0"/>
              </a:spcBef>
              <a:spcAft>
                <a:spcPts val="0"/>
              </a:spcAft>
              <a:buSzPts val="525"/>
              <a:buNone/>
              <a:defRPr sz="675"/>
            </a:lvl8pPr>
            <a:lvl9pPr>
              <a:spcBef>
                <a:spcPts val="0"/>
              </a:spcBef>
              <a:spcAft>
                <a:spcPts val="0"/>
              </a:spcAft>
              <a:buSzPts val="525"/>
              <a:buNone/>
              <a:defRPr sz="675"/>
            </a:lvl9pPr>
          </a:lstStyle>
          <a:p xmlns:a="http://schemas.openxmlformats.org/drawingml/2006/main"/>
        </p:txBody>
      </p:sp>
      <p:sp>
        <p:nvSpPr>
          <p:cNvPr id="224" name="Google Shape;224;p40">
            <a:extLst xmlns:a="http://schemas.openxmlformats.org/drawingml/2006/main">
              <a:ext uri="{FF2B5EF4-FFF2-40B4-BE49-F238E27FC236}">
                <a16:creationId xmlns:a16="http://schemas.microsoft.com/office/drawing/2014/main" id="{5AA1F3C6-CD55-4DB2-9DF0-8C7A187F27C0}"/>
              </a:ext>
            </a:extLst>
          </p:cNvPr>
          <p:cNvSpPr>
            <a:spLocks xmlns:a="http://schemas.openxmlformats.org/drawingml/2006/main" noGrp="1"/>
          </p:cNvSpPr>
          <p:nvPr>
            <p:ph type="body" idx="2"/>
          </p:nvPr>
        </p:nvSpPr>
        <p:spPr>
          <a:xfrm xmlns:a="http://schemas.openxmlformats.org/drawingml/2006/main">
            <a:off x="3642151" y="187708"/>
            <a:ext cx="5298900" cy="88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spAutoFit/>
          </a:bodyPr>
          <a:lstStyle xmlns:a="http://schemas.openxmlformats.org/drawingml/2006/main">
            <a:lvl1pPr marL="457200" indent="-228600" algn="l">
              <a:lnSpc>
                <a:spcPct val="110000"/>
              </a:lnSpc>
              <a:spcBef>
                <a:spcPts val="375"/>
              </a:spcBef>
              <a:spcAft>
                <a:spcPts val="0"/>
              </a:spcAft>
              <a:buClr>
                <a:schemeClr val="dk2"/>
              </a:buClr>
              <a:buSzPts val="1275"/>
              <a:buFont typeface="Arial"/>
              <a:buNone/>
              <a:defRPr sz="1275">
                <a:solidFill>
                  <a:schemeClr val="dk2"/>
                </a:solidFill>
              </a:defRPr>
            </a:lvl1pPr>
            <a:lvl2pPr marL="914400" indent="-228600" algn="l">
              <a:lnSpc>
                <a:spcPct val="90000"/>
              </a:lnSpc>
              <a:spcBef>
                <a:spcPts val="1200"/>
              </a:spcBef>
              <a:spcAft>
                <a:spcPts val="0"/>
              </a:spcAft>
              <a:buClr>
                <a:schemeClr val="dk1"/>
              </a:buClr>
              <a:buSzPts val="525"/>
              <a:buNone/>
              <a:defRPr sz="525"/>
            </a:lvl2pPr>
            <a:lvl3pPr marL="1371600" indent="-228600" algn="l">
              <a:lnSpc>
                <a:spcPct val="90000"/>
              </a:lnSpc>
              <a:spcBef>
                <a:spcPts val="1200"/>
              </a:spcBef>
              <a:spcAft>
                <a:spcPts val="0"/>
              </a:spcAft>
              <a:buClr>
                <a:schemeClr val="dk1"/>
              </a:buClr>
              <a:buSzPts val="450"/>
              <a:buNone/>
              <a:defRPr sz="450"/>
            </a:lvl3pPr>
            <a:lvl4pPr marL="1828800" indent="-228600" algn="l">
              <a:lnSpc>
                <a:spcPct val="90000"/>
              </a:lnSpc>
              <a:spcBef>
                <a:spcPts val="1200"/>
              </a:spcBef>
              <a:spcAft>
                <a:spcPts val="0"/>
              </a:spcAft>
              <a:buClr>
                <a:schemeClr val="dk1"/>
              </a:buClr>
              <a:buSzPts val="375"/>
              <a:buNone/>
              <a:defRPr sz="375"/>
            </a:lvl4pPr>
            <a:lvl5pPr marL="2286000" indent="-228600" algn="l">
              <a:lnSpc>
                <a:spcPct val="90000"/>
              </a:lnSpc>
              <a:spcBef>
                <a:spcPts val="1200"/>
              </a:spcBef>
              <a:spcAft>
                <a:spcPts val="0"/>
              </a:spcAft>
              <a:buClr>
                <a:schemeClr val="dk1"/>
              </a:buClr>
              <a:buSzPts val="375"/>
              <a:buNone/>
              <a:defRPr sz="375"/>
            </a:lvl5pPr>
            <a:lvl6pPr marL="2743200" indent="-228600" algn="l">
              <a:lnSpc>
                <a:spcPct val="90000"/>
              </a:lnSpc>
              <a:spcBef>
                <a:spcPts val="1200"/>
              </a:spcBef>
              <a:spcAft>
                <a:spcPts val="0"/>
              </a:spcAft>
              <a:buClr>
                <a:schemeClr val="dk1"/>
              </a:buClr>
              <a:buSzPts val="375"/>
              <a:buNone/>
              <a:defRPr sz="375"/>
            </a:lvl6pPr>
            <a:lvl7pPr marL="3200400" indent="-228600" algn="l">
              <a:lnSpc>
                <a:spcPct val="90000"/>
              </a:lnSpc>
              <a:spcBef>
                <a:spcPts val="1200"/>
              </a:spcBef>
              <a:spcAft>
                <a:spcPts val="0"/>
              </a:spcAft>
              <a:buClr>
                <a:schemeClr val="dk1"/>
              </a:buClr>
              <a:buSzPts val="375"/>
              <a:buNone/>
              <a:defRPr sz="375"/>
            </a:lvl7pPr>
            <a:lvl8pPr marL="3657600" indent="-228600" algn="l">
              <a:lnSpc>
                <a:spcPct val="90000"/>
              </a:lnSpc>
              <a:spcBef>
                <a:spcPts val="1200"/>
              </a:spcBef>
              <a:spcAft>
                <a:spcPts val="0"/>
              </a:spcAft>
              <a:buClr>
                <a:schemeClr val="dk1"/>
              </a:buClr>
              <a:buSzPts val="375"/>
              <a:buNone/>
              <a:defRPr sz="375"/>
            </a:lvl8pPr>
            <a:lvl9pPr marL="4114800" indent="-228600" algn="l">
              <a:lnSpc>
                <a:spcPct val="90000"/>
              </a:lnSpc>
              <a:spcBef>
                <a:spcPts val="1200"/>
              </a:spcBef>
              <a:spcAft>
                <a:spcPts val="1200"/>
              </a:spcAft>
              <a:buClr>
                <a:schemeClr val="dk1"/>
              </a:buClr>
              <a:buSzPts val="375"/>
              <a:buNone/>
              <a:defRPr sz="375"/>
            </a:lvl9pPr>
          </a:lstStyle>
          <a:p xmlns:a="http://schemas.openxmlformats.org/drawingml/2006/main"/>
        </p:txBody>
      </p:sp>
      <p:sp>
        <p:nvSpPr>
          <p:cNvPr id="225" name="Google Shape;225;p40">
            <a:extLst xmlns:a="http://schemas.openxmlformats.org/drawingml/2006/main">
              <a:ext uri="{FF2B5EF4-FFF2-40B4-BE49-F238E27FC236}">
                <a16:creationId xmlns:a16="http://schemas.microsoft.com/office/drawing/2014/main" id="{CBAF2347-C432-44F6-99B5-F6B544404B54}"/>
              </a:ext>
            </a:extLst>
          </p:cNvPr>
          <p:cNvSpPr>
            <a:spLocks xmlns:a="http://schemas.openxmlformats.org/drawingml/2006/main" noGrp="1"/>
          </p:cNvSpPr>
          <p:nvPr>
            <p:ph type="pic" idx="3"/>
          </p:nvPr>
        </p:nvSpPr>
        <p:spPr>
          <a:xfrm xmlns:a="http://schemas.openxmlformats.org/drawingml/2006/main">
            <a:off x="231950" y="1278375"/>
            <a:ext cx="2803800" cy="3435000"/>
          </a:xfrm>
          <a:prstGeom xmlns:a="http://schemas.openxmlformats.org/drawingml/2006/main" prst="roundRect">
            <a:avLst>
              <a:gd name="adj" fmla="val 1542"/>
            </a:avLst>
          </a:prstGeom>
          <a:noFill xmlns:a="http://schemas.openxmlformats.org/drawingml/2006/main"/>
          <a:ln xmlns:a="http://schemas.openxmlformats.org/drawingml/2006/main">
            <a:noFill/>
          </a:ln>
        </p:spPr>
      </p:sp>
      <p:sp>
        <p:nvSpPr>
          <p:cNvPr id="226" name="Google Shape;226;p40">
            <a:extLst xmlns:a="http://schemas.openxmlformats.org/drawingml/2006/main">
              <a:ext uri="{FF2B5EF4-FFF2-40B4-BE49-F238E27FC236}">
                <a16:creationId xmlns:a16="http://schemas.microsoft.com/office/drawing/2014/main" id="{7E4DB79E-EDE0-4884-80B1-78C08650F8DC}"/>
              </a:ext>
            </a:extLst>
          </p:cNvPr>
          <p:cNvSpPr>
            <a:spLocks xmlns:a="http://schemas.openxmlformats.org/drawingml/2006/main" noGrp="1"/>
          </p:cNvSpPr>
          <p:nvPr>
            <p:ph type="pic" idx="4"/>
          </p:nvPr>
        </p:nvSpPr>
        <p:spPr>
          <a:xfrm xmlns:a="http://schemas.openxmlformats.org/drawingml/2006/main">
            <a:off x="3170100" y="1278375"/>
            <a:ext cx="2803800" cy="3435000"/>
          </a:xfrm>
          <a:prstGeom xmlns:a="http://schemas.openxmlformats.org/drawingml/2006/main" prst="roundRect">
            <a:avLst>
              <a:gd name="adj" fmla="val 1542"/>
            </a:avLst>
          </a:prstGeom>
          <a:noFill xmlns:a="http://schemas.openxmlformats.org/drawingml/2006/main"/>
          <a:ln xmlns:a="http://schemas.openxmlformats.org/drawingml/2006/main">
            <a:noFill/>
          </a:ln>
        </p:spPr>
      </p:sp>
      <p:sp>
        <p:nvSpPr>
          <p:cNvPr id="227" name="Google Shape;227;p40">
            <a:extLst xmlns:a="http://schemas.openxmlformats.org/drawingml/2006/main">
              <a:ext uri="{FF2B5EF4-FFF2-40B4-BE49-F238E27FC236}">
                <a16:creationId xmlns:a16="http://schemas.microsoft.com/office/drawing/2014/main" id="{359BC7B2-CE93-4122-A1C5-E8565332B15B}"/>
              </a:ext>
            </a:extLst>
          </p:cNvPr>
          <p:cNvSpPr>
            <a:spLocks xmlns:a="http://schemas.openxmlformats.org/drawingml/2006/main" noGrp="1"/>
          </p:cNvSpPr>
          <p:nvPr>
            <p:ph type="pic" idx="5"/>
          </p:nvPr>
        </p:nvSpPr>
        <p:spPr>
          <a:xfrm xmlns:a="http://schemas.openxmlformats.org/drawingml/2006/main">
            <a:off x="6108250" y="1278375"/>
            <a:ext cx="2803800" cy="3435000"/>
          </a:xfrm>
          <a:prstGeom xmlns:a="http://schemas.openxmlformats.org/drawingml/2006/main" prst="roundRect">
            <a:avLst>
              <a:gd name="adj" fmla="val 1542"/>
            </a:avLst>
          </a:prstGeom>
          <a:noFill xmlns:a="http://schemas.openxmlformats.org/drawingml/2006/main"/>
          <a:ln xmlns:a="http://schemas.openxmlformats.org/drawingml/2006/main">
            <a:noFill/>
          </a:ln>
        </p:spPr>
      </p:sp>
      <p:pic>
        <p:nvPicPr>
          <p:cNvPr id="235" name="Google Shape;228;p40"/>
          <p:cNvPicPr>
            <a:picLocks xmlns:a="http://schemas.openxmlformats.org/drawingml/2006/main" noChangeAspect="1"/>
          </p:cNvPicPr>
          <p:nvPr/>
        </p:nvPicPr>
        <p:blipFill>
          <a:blip xmlns:r="http://schemas.openxmlformats.org/officeDocument/2006/relationships" xmlns:a="http://schemas.openxmlformats.org/drawingml/2006/main" r:embed="Re6efb5caa94c4747">
            <a:alphaModFix/>
          </a:blip>
          <a:stretch xmlns:a="http://schemas.openxmlformats.org/drawingml/2006/main">
            <a:fillRect l="0" t="0" r="0" b="0"/>
          </a:stretch>
        </p:blipFill>
        <p:spPr>
          <a:xfrm xmlns:a="http://schemas.openxmlformats.org/drawingml/2006/main">
            <a:off x="228600" y="4836074"/>
            <a:ext cx="153925" cy="153925"/>
          </a:xfrm>
          <a:prstGeom xmlns:a="http://schemas.openxmlformats.org/drawingml/2006/main" prst="rect">
            <a:avLst/>
          </a:prstGeom>
          <a:ln xmlns:a="http://schemas.openxmlformats.org/drawingml/2006/main">
            <a:noFill/>
          </a:ln>
        </p:spPr>
      </p:pic>
    </p:spTree>
  </p:cSld>
</p:sldLayout>
</file>

<file path=ppt/slideLayouts/slideLayout40.xml><?xml version="1.0" encoding="utf-8"?>
<p:sldLayout xmlns:p="http://schemas.openxmlformats.org/presentationml/2006/main" matchingName="Content - 5 containers">
  <p:cSld name="Title + body + 4 imgs">
    <p:bg>
      <p:bgPr>
        <a:solidFill xmlns:a="http://schemas.openxmlformats.org/drawingml/2006/main">
          <a:schemeClr val="lt1"/>
        </a:solidFill>
      </p:bgPr>
    </p:bg>
    <p:spTree>
      <p:nvGrpSpPr>
        <p:cNvPr id="1" name=""/>
        <p:cNvGrpSpPr/>
        <p:nvPr/>
      </p:nvGrpSpPr>
      <p:grpSpPr>
        <a:xfrm xmlns:a="http://schemas.openxmlformats.org/drawingml/2006/main"/>
      </p:grpSpPr>
      <p:sp>
        <p:nvSpPr>
          <p:cNvPr id="230" name="Google Shape;230;p41">
            <a:extLst xmlns:a="http://schemas.openxmlformats.org/drawingml/2006/main">
              <a:ext uri="{FF2B5EF4-FFF2-40B4-BE49-F238E27FC236}">
                <a16:creationId xmlns:a16="http://schemas.microsoft.com/office/drawing/2014/main" id="{680D4D27-F4A0-4350-9E4D-7749932EDB7B}"/>
              </a:ext>
            </a:extLst>
          </p:cNvPr>
          <p:cNvSpPr>
            <a:spLocks xmlns:a="http://schemas.openxmlformats.org/drawingml/2006/main" noGrp="1"/>
          </p:cNvSpPr>
          <p:nvPr>
            <p:ph type="body" idx="1"/>
          </p:nvPr>
        </p:nvSpPr>
        <p:spPr>
          <a:xfrm xmlns:a="http://schemas.openxmlformats.org/drawingml/2006/main">
            <a:off x="201378" y="164051"/>
            <a:ext cx="1948200" cy="160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noAutofit/>
          </a:bodyPr>
          <a:lstStyle xmlns:a="http://schemas.openxmlformats.org/drawingml/2006/main">
            <a:lvl1pPr marL="457200" indent="-228600" algn="l">
              <a:lnSpc>
                <a:spcPct val="90000"/>
              </a:lnSpc>
              <a:spcBef>
                <a:spcPts val="375"/>
              </a:spcBef>
              <a:spcAft>
                <a:spcPts val="0"/>
              </a:spcAft>
              <a:buClr>
                <a:schemeClr val="dk2"/>
              </a:buClr>
              <a:buSzPts val="750"/>
              <a:buFont typeface="Arial"/>
              <a:buNone/>
              <a:defRPr sz="750">
                <a:solidFill>
                  <a:schemeClr val="dk2"/>
                </a:solidFill>
              </a:defRPr>
            </a:lvl1pPr>
            <a:lvl2pPr marL="914400" indent="-271463" algn="l">
              <a:lnSpc>
                <a:spcPct val="90000"/>
              </a:lnSpc>
              <a:spcBef>
                <a:spcPts val="1200"/>
              </a:spcBef>
              <a:spcAft>
                <a:spcPts val="0"/>
              </a:spcAft>
              <a:buClr>
                <a:schemeClr val="dk1"/>
              </a:buClr>
              <a:buSzPts val="675"/>
              <a:buChar char="○"/>
              <a:defRPr sz="900"/>
            </a:lvl2pPr>
            <a:lvl3pPr marL="1371600" indent="-271463" algn="l">
              <a:lnSpc>
                <a:spcPct val="90000"/>
              </a:lnSpc>
              <a:spcBef>
                <a:spcPts val="1200"/>
              </a:spcBef>
              <a:spcAft>
                <a:spcPts val="0"/>
              </a:spcAft>
              <a:buClr>
                <a:schemeClr val="dk1"/>
              </a:buClr>
              <a:buSzPts val="675"/>
              <a:buChar char="■"/>
              <a:defRPr sz="750"/>
            </a:lvl3pPr>
            <a:lvl4pPr marL="1828800" indent="-271463" algn="l">
              <a:lnSpc>
                <a:spcPct val="90000"/>
              </a:lnSpc>
              <a:spcBef>
                <a:spcPts val="1200"/>
              </a:spcBef>
              <a:spcAft>
                <a:spcPts val="0"/>
              </a:spcAft>
              <a:buClr>
                <a:schemeClr val="dk1"/>
              </a:buClr>
              <a:buSzPts val="675"/>
              <a:buChar char="●"/>
              <a:defRPr sz="675"/>
            </a:lvl4pPr>
            <a:lvl5pPr marL="2286000" indent="-271463" algn="l">
              <a:lnSpc>
                <a:spcPct val="90000"/>
              </a:lnSpc>
              <a:spcBef>
                <a:spcPts val="1200"/>
              </a:spcBef>
              <a:spcAft>
                <a:spcPts val="0"/>
              </a:spcAft>
              <a:buClr>
                <a:schemeClr val="dk1"/>
              </a:buClr>
              <a:buSzPts val="675"/>
              <a:buChar char="○"/>
              <a:defRPr sz="675"/>
            </a:lvl5pPr>
            <a:lvl6pPr marL="2743200" indent="-271463" algn="l">
              <a:lnSpc>
                <a:spcPct val="90000"/>
              </a:lnSpc>
              <a:spcBef>
                <a:spcPts val="1200"/>
              </a:spcBef>
              <a:spcAft>
                <a:spcPts val="0"/>
              </a:spcAft>
              <a:buClr>
                <a:schemeClr val="dk1"/>
              </a:buClr>
              <a:buSzPts val="675"/>
              <a:buChar char="■"/>
              <a:defRPr sz="675"/>
            </a:lvl6pPr>
            <a:lvl7pPr marL="3200400" indent="-271463" algn="l">
              <a:lnSpc>
                <a:spcPct val="90000"/>
              </a:lnSpc>
              <a:spcBef>
                <a:spcPts val="1200"/>
              </a:spcBef>
              <a:spcAft>
                <a:spcPts val="0"/>
              </a:spcAft>
              <a:buClr>
                <a:schemeClr val="dk1"/>
              </a:buClr>
              <a:buSzPts val="675"/>
              <a:buChar char="●"/>
              <a:defRPr sz="675"/>
            </a:lvl7pPr>
            <a:lvl8pPr marL="3657600" indent="-271463" algn="l">
              <a:lnSpc>
                <a:spcPct val="90000"/>
              </a:lnSpc>
              <a:spcBef>
                <a:spcPts val="1200"/>
              </a:spcBef>
              <a:spcAft>
                <a:spcPts val="0"/>
              </a:spcAft>
              <a:buClr>
                <a:schemeClr val="dk1"/>
              </a:buClr>
              <a:buSzPts val="675"/>
              <a:buChar char="○"/>
              <a:defRPr sz="675"/>
            </a:lvl8pPr>
            <a:lvl9pPr marL="4114800" indent="-271463" algn="l">
              <a:lnSpc>
                <a:spcPct val="90000"/>
              </a:lnSpc>
              <a:spcBef>
                <a:spcPts val="1200"/>
              </a:spcBef>
              <a:spcAft>
                <a:spcPts val="1200"/>
              </a:spcAft>
              <a:buClr>
                <a:schemeClr val="dk1"/>
              </a:buClr>
              <a:buSzPts val="675"/>
              <a:buChar char="■"/>
              <a:defRPr sz="675"/>
            </a:lvl9pPr>
          </a:lstStyle>
          <a:p xmlns:a="http://schemas.openxmlformats.org/drawingml/2006/main"/>
        </p:txBody>
      </p:sp>
      <p:sp>
        <p:nvSpPr>
          <p:cNvPr id="231" name="Google Shape;231;p41">
            <a:extLst xmlns:a="http://schemas.openxmlformats.org/drawingml/2006/main">
              <a:ext uri="{FF2B5EF4-FFF2-40B4-BE49-F238E27FC236}">
                <a16:creationId xmlns:a16="http://schemas.microsoft.com/office/drawing/2014/main" id="{EED4C7DC-358E-43B8-9BB5-20CC47EC24C8}"/>
              </a:ext>
            </a:extLst>
          </p:cNvPr>
          <p:cNvSpPr>
            <a:spLocks xmlns:a="http://schemas.openxmlformats.org/drawingml/2006/main" noGrp="1"/>
          </p:cNvSpPr>
          <p:nvPr>
            <p:ph type="title" idx="0"/>
          </p:nvPr>
        </p:nvSpPr>
        <p:spPr>
          <a:xfrm xmlns:a="http://schemas.openxmlformats.org/drawingml/2006/main">
            <a:off x="201378" y="295836"/>
            <a:ext cx="2334600" cy="657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noAutofit/>
          </a:bodyPr>
          <a:lstStyle xmlns:a="http://schemas.openxmlformats.org/drawingml/2006/main">
            <a:lvl1pPr algn="l">
              <a:lnSpc>
                <a:spcPct val="90000"/>
              </a:lnSpc>
              <a:spcBef>
                <a:spcPts val="0"/>
              </a:spcBef>
              <a:spcAft>
                <a:spcPts val="0"/>
              </a:spcAft>
              <a:buClr>
                <a:schemeClr val="dk1"/>
              </a:buClr>
              <a:buSzPts val="2250"/>
              <a:buFont typeface="Arial"/>
              <a:buNone/>
              <a:defRPr sz="2250"/>
            </a:lvl1pPr>
            <a:lvl2pPr>
              <a:spcBef>
                <a:spcPts val="0"/>
              </a:spcBef>
              <a:spcAft>
                <a:spcPts val="0"/>
              </a:spcAft>
              <a:buSzPts val="525"/>
              <a:buNone/>
              <a:defRPr sz="675"/>
            </a:lvl2pPr>
            <a:lvl3pPr>
              <a:spcBef>
                <a:spcPts val="0"/>
              </a:spcBef>
              <a:spcAft>
                <a:spcPts val="0"/>
              </a:spcAft>
              <a:buSzPts val="525"/>
              <a:buNone/>
              <a:defRPr sz="675"/>
            </a:lvl3pPr>
            <a:lvl4pPr>
              <a:spcBef>
                <a:spcPts val="0"/>
              </a:spcBef>
              <a:spcAft>
                <a:spcPts val="0"/>
              </a:spcAft>
              <a:buSzPts val="525"/>
              <a:buNone/>
              <a:defRPr sz="675"/>
            </a:lvl4pPr>
            <a:lvl5pPr>
              <a:spcBef>
                <a:spcPts val="0"/>
              </a:spcBef>
              <a:spcAft>
                <a:spcPts val="0"/>
              </a:spcAft>
              <a:buSzPts val="525"/>
              <a:buNone/>
              <a:defRPr sz="675"/>
            </a:lvl5pPr>
            <a:lvl6pPr>
              <a:spcBef>
                <a:spcPts val="0"/>
              </a:spcBef>
              <a:spcAft>
                <a:spcPts val="0"/>
              </a:spcAft>
              <a:buSzPts val="525"/>
              <a:buNone/>
              <a:defRPr sz="675"/>
            </a:lvl6pPr>
            <a:lvl7pPr>
              <a:spcBef>
                <a:spcPts val="0"/>
              </a:spcBef>
              <a:spcAft>
                <a:spcPts val="0"/>
              </a:spcAft>
              <a:buSzPts val="525"/>
              <a:buNone/>
              <a:defRPr sz="675"/>
            </a:lvl7pPr>
            <a:lvl8pPr>
              <a:spcBef>
                <a:spcPts val="0"/>
              </a:spcBef>
              <a:spcAft>
                <a:spcPts val="0"/>
              </a:spcAft>
              <a:buSzPts val="525"/>
              <a:buNone/>
              <a:defRPr sz="675"/>
            </a:lvl8pPr>
            <a:lvl9pPr>
              <a:spcBef>
                <a:spcPts val="0"/>
              </a:spcBef>
              <a:spcAft>
                <a:spcPts val="0"/>
              </a:spcAft>
              <a:buSzPts val="525"/>
              <a:buNone/>
              <a:defRPr sz="675"/>
            </a:lvl9pPr>
          </a:lstStyle>
          <a:p xmlns:a="http://schemas.openxmlformats.org/drawingml/2006/main"/>
        </p:txBody>
      </p:sp>
      <p:sp>
        <p:nvSpPr>
          <p:cNvPr id="232" name="Google Shape;232;p41">
            <a:extLst xmlns:a="http://schemas.openxmlformats.org/drawingml/2006/main">
              <a:ext uri="{FF2B5EF4-FFF2-40B4-BE49-F238E27FC236}">
                <a16:creationId xmlns:a16="http://schemas.microsoft.com/office/drawing/2014/main" id="{6F614EB8-A671-4803-93CC-1D0024AA5A16}"/>
              </a:ext>
            </a:extLst>
          </p:cNvPr>
          <p:cNvSpPr>
            <a:spLocks xmlns:a="http://schemas.openxmlformats.org/drawingml/2006/main" noGrp="1"/>
          </p:cNvSpPr>
          <p:nvPr>
            <p:ph type="body" idx="2"/>
          </p:nvPr>
        </p:nvSpPr>
        <p:spPr>
          <a:xfrm xmlns:a="http://schemas.openxmlformats.org/drawingml/2006/main">
            <a:off x="3642151" y="187708"/>
            <a:ext cx="5298900" cy="88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spAutoFit/>
          </a:bodyPr>
          <a:lstStyle xmlns:a="http://schemas.openxmlformats.org/drawingml/2006/main">
            <a:lvl1pPr marL="457200" indent="-228600" algn="l">
              <a:lnSpc>
                <a:spcPct val="110000"/>
              </a:lnSpc>
              <a:spcBef>
                <a:spcPts val="375"/>
              </a:spcBef>
              <a:spcAft>
                <a:spcPts val="0"/>
              </a:spcAft>
              <a:buClr>
                <a:schemeClr val="dk2"/>
              </a:buClr>
              <a:buSzPts val="1275"/>
              <a:buFont typeface="Arial"/>
              <a:buNone/>
              <a:defRPr sz="1275">
                <a:solidFill>
                  <a:schemeClr val="dk2"/>
                </a:solidFill>
              </a:defRPr>
            </a:lvl1pPr>
            <a:lvl2pPr marL="914400" indent="-228600" algn="l">
              <a:lnSpc>
                <a:spcPct val="90000"/>
              </a:lnSpc>
              <a:spcBef>
                <a:spcPts val="1200"/>
              </a:spcBef>
              <a:spcAft>
                <a:spcPts val="0"/>
              </a:spcAft>
              <a:buClr>
                <a:schemeClr val="dk1"/>
              </a:buClr>
              <a:buSzPts val="525"/>
              <a:buNone/>
              <a:defRPr sz="525"/>
            </a:lvl2pPr>
            <a:lvl3pPr marL="1371600" indent="-228600" algn="l">
              <a:lnSpc>
                <a:spcPct val="90000"/>
              </a:lnSpc>
              <a:spcBef>
                <a:spcPts val="1200"/>
              </a:spcBef>
              <a:spcAft>
                <a:spcPts val="0"/>
              </a:spcAft>
              <a:buClr>
                <a:schemeClr val="dk1"/>
              </a:buClr>
              <a:buSzPts val="450"/>
              <a:buNone/>
              <a:defRPr sz="450"/>
            </a:lvl3pPr>
            <a:lvl4pPr marL="1828800" indent="-228600" algn="l">
              <a:lnSpc>
                <a:spcPct val="90000"/>
              </a:lnSpc>
              <a:spcBef>
                <a:spcPts val="1200"/>
              </a:spcBef>
              <a:spcAft>
                <a:spcPts val="0"/>
              </a:spcAft>
              <a:buClr>
                <a:schemeClr val="dk1"/>
              </a:buClr>
              <a:buSzPts val="375"/>
              <a:buNone/>
              <a:defRPr sz="375"/>
            </a:lvl4pPr>
            <a:lvl5pPr marL="2286000" indent="-228600" algn="l">
              <a:lnSpc>
                <a:spcPct val="90000"/>
              </a:lnSpc>
              <a:spcBef>
                <a:spcPts val="1200"/>
              </a:spcBef>
              <a:spcAft>
                <a:spcPts val="0"/>
              </a:spcAft>
              <a:buClr>
                <a:schemeClr val="dk1"/>
              </a:buClr>
              <a:buSzPts val="375"/>
              <a:buNone/>
              <a:defRPr sz="375"/>
            </a:lvl5pPr>
            <a:lvl6pPr marL="2743200" indent="-228600" algn="l">
              <a:lnSpc>
                <a:spcPct val="90000"/>
              </a:lnSpc>
              <a:spcBef>
                <a:spcPts val="1200"/>
              </a:spcBef>
              <a:spcAft>
                <a:spcPts val="0"/>
              </a:spcAft>
              <a:buClr>
                <a:schemeClr val="dk1"/>
              </a:buClr>
              <a:buSzPts val="375"/>
              <a:buNone/>
              <a:defRPr sz="375"/>
            </a:lvl6pPr>
            <a:lvl7pPr marL="3200400" indent="-228600" algn="l">
              <a:lnSpc>
                <a:spcPct val="90000"/>
              </a:lnSpc>
              <a:spcBef>
                <a:spcPts val="1200"/>
              </a:spcBef>
              <a:spcAft>
                <a:spcPts val="0"/>
              </a:spcAft>
              <a:buClr>
                <a:schemeClr val="dk1"/>
              </a:buClr>
              <a:buSzPts val="375"/>
              <a:buNone/>
              <a:defRPr sz="375"/>
            </a:lvl7pPr>
            <a:lvl8pPr marL="3657600" indent="-228600" algn="l">
              <a:lnSpc>
                <a:spcPct val="90000"/>
              </a:lnSpc>
              <a:spcBef>
                <a:spcPts val="1200"/>
              </a:spcBef>
              <a:spcAft>
                <a:spcPts val="0"/>
              </a:spcAft>
              <a:buClr>
                <a:schemeClr val="dk1"/>
              </a:buClr>
              <a:buSzPts val="375"/>
              <a:buNone/>
              <a:defRPr sz="375"/>
            </a:lvl8pPr>
            <a:lvl9pPr marL="4114800" indent="-228600" algn="l">
              <a:lnSpc>
                <a:spcPct val="90000"/>
              </a:lnSpc>
              <a:spcBef>
                <a:spcPts val="1200"/>
              </a:spcBef>
              <a:spcAft>
                <a:spcPts val="1200"/>
              </a:spcAft>
              <a:buClr>
                <a:schemeClr val="dk1"/>
              </a:buClr>
              <a:buSzPts val="375"/>
              <a:buNone/>
              <a:defRPr sz="375"/>
            </a:lvl9pPr>
          </a:lstStyle>
          <a:p xmlns:a="http://schemas.openxmlformats.org/drawingml/2006/main"/>
        </p:txBody>
      </p:sp>
      <p:sp>
        <p:nvSpPr>
          <p:cNvPr id="233" name="Google Shape;233;p41">
            <a:extLst xmlns:a="http://schemas.openxmlformats.org/drawingml/2006/main">
              <a:ext uri="{FF2B5EF4-FFF2-40B4-BE49-F238E27FC236}">
                <a16:creationId xmlns:a16="http://schemas.microsoft.com/office/drawing/2014/main" id="{358E446A-89CB-40F8-8784-1D109DC7FE54}"/>
              </a:ext>
            </a:extLst>
          </p:cNvPr>
          <p:cNvSpPr>
            <a:spLocks xmlns:a="http://schemas.openxmlformats.org/drawingml/2006/main" noGrp="1"/>
          </p:cNvSpPr>
          <p:nvPr>
            <p:ph type="pic" idx="3"/>
          </p:nvPr>
        </p:nvSpPr>
        <p:spPr>
          <a:xfrm xmlns:a="http://schemas.openxmlformats.org/drawingml/2006/main">
            <a:off x="231950" y="1278375"/>
            <a:ext cx="2803800" cy="1652700"/>
          </a:xfrm>
          <a:prstGeom xmlns:a="http://schemas.openxmlformats.org/drawingml/2006/main" prst="roundRect">
            <a:avLst>
              <a:gd name="adj" fmla="val 3152"/>
            </a:avLst>
          </a:prstGeom>
          <a:noFill xmlns:a="http://schemas.openxmlformats.org/drawingml/2006/main"/>
          <a:ln xmlns:a="http://schemas.openxmlformats.org/drawingml/2006/main">
            <a:noFill/>
          </a:ln>
        </p:spPr>
      </p:sp>
      <p:sp>
        <p:nvSpPr>
          <p:cNvPr id="234" name="Google Shape;234;p41">
            <a:extLst xmlns:a="http://schemas.openxmlformats.org/drawingml/2006/main">
              <a:ext uri="{FF2B5EF4-FFF2-40B4-BE49-F238E27FC236}">
                <a16:creationId xmlns:a16="http://schemas.microsoft.com/office/drawing/2014/main" id="{254D2FCA-41FF-4CF6-9EE9-8B1EC8663388}"/>
              </a:ext>
            </a:extLst>
          </p:cNvPr>
          <p:cNvSpPr>
            <a:spLocks xmlns:a="http://schemas.openxmlformats.org/drawingml/2006/main" noGrp="1"/>
          </p:cNvSpPr>
          <p:nvPr>
            <p:ph type="pic" idx="4"/>
          </p:nvPr>
        </p:nvSpPr>
        <p:spPr>
          <a:xfrm xmlns:a="http://schemas.openxmlformats.org/drawingml/2006/main">
            <a:off x="3170100" y="1278375"/>
            <a:ext cx="2803800" cy="3435000"/>
          </a:xfrm>
          <a:prstGeom xmlns:a="http://schemas.openxmlformats.org/drawingml/2006/main" prst="roundRect">
            <a:avLst>
              <a:gd name="adj" fmla="val 1542"/>
            </a:avLst>
          </a:prstGeom>
          <a:noFill xmlns:a="http://schemas.openxmlformats.org/drawingml/2006/main"/>
          <a:ln xmlns:a="http://schemas.openxmlformats.org/drawingml/2006/main">
            <a:noFill/>
          </a:ln>
        </p:spPr>
      </p:sp>
      <p:sp>
        <p:nvSpPr>
          <p:cNvPr id="235" name="Google Shape;235;p41">
            <a:extLst xmlns:a="http://schemas.openxmlformats.org/drawingml/2006/main">
              <a:ext uri="{FF2B5EF4-FFF2-40B4-BE49-F238E27FC236}">
                <a16:creationId xmlns:a16="http://schemas.microsoft.com/office/drawing/2014/main" id="{8147716A-CA69-433E-977F-F219D2228CFF}"/>
              </a:ext>
            </a:extLst>
          </p:cNvPr>
          <p:cNvSpPr>
            <a:spLocks xmlns:a="http://schemas.openxmlformats.org/drawingml/2006/main" noGrp="1"/>
          </p:cNvSpPr>
          <p:nvPr>
            <p:ph type="pic" idx="5"/>
          </p:nvPr>
        </p:nvSpPr>
        <p:spPr>
          <a:xfrm xmlns:a="http://schemas.openxmlformats.org/drawingml/2006/main">
            <a:off x="231950" y="3060675"/>
            <a:ext cx="2803800" cy="1652700"/>
          </a:xfrm>
          <a:prstGeom xmlns:a="http://schemas.openxmlformats.org/drawingml/2006/main" prst="roundRect">
            <a:avLst>
              <a:gd name="adj" fmla="val 3152"/>
            </a:avLst>
          </a:prstGeom>
          <a:noFill xmlns:a="http://schemas.openxmlformats.org/drawingml/2006/main"/>
          <a:ln xmlns:a="http://schemas.openxmlformats.org/drawingml/2006/main">
            <a:noFill/>
          </a:ln>
        </p:spPr>
      </p:sp>
      <p:sp>
        <p:nvSpPr>
          <p:cNvPr id="236" name="Google Shape;236;p41">
            <a:extLst xmlns:a="http://schemas.openxmlformats.org/drawingml/2006/main">
              <a:ext uri="{FF2B5EF4-FFF2-40B4-BE49-F238E27FC236}">
                <a16:creationId xmlns:a16="http://schemas.microsoft.com/office/drawing/2014/main" id="{DA5F535E-13FE-4550-9DBA-052AED8356E2}"/>
              </a:ext>
            </a:extLst>
          </p:cNvPr>
          <p:cNvSpPr>
            <a:spLocks xmlns:a="http://schemas.openxmlformats.org/drawingml/2006/main" noGrp="1"/>
          </p:cNvSpPr>
          <p:nvPr>
            <p:ph type="pic" idx="6"/>
          </p:nvPr>
        </p:nvSpPr>
        <p:spPr>
          <a:xfrm xmlns:a="http://schemas.openxmlformats.org/drawingml/2006/main">
            <a:off x="6108250" y="1278375"/>
            <a:ext cx="2803800" cy="1652700"/>
          </a:xfrm>
          <a:prstGeom xmlns:a="http://schemas.openxmlformats.org/drawingml/2006/main" prst="roundRect">
            <a:avLst>
              <a:gd name="adj" fmla="val 3152"/>
            </a:avLst>
          </a:prstGeom>
          <a:noFill xmlns:a="http://schemas.openxmlformats.org/drawingml/2006/main"/>
          <a:ln xmlns:a="http://schemas.openxmlformats.org/drawingml/2006/main">
            <a:noFill/>
          </a:ln>
        </p:spPr>
      </p:sp>
      <p:sp>
        <p:nvSpPr>
          <p:cNvPr id="237" name="Google Shape;237;p41">
            <a:extLst xmlns:a="http://schemas.openxmlformats.org/drawingml/2006/main">
              <a:ext uri="{FF2B5EF4-FFF2-40B4-BE49-F238E27FC236}">
                <a16:creationId xmlns:a16="http://schemas.microsoft.com/office/drawing/2014/main" id="{956EBDC0-769D-4F14-B5A8-550640878A00}"/>
              </a:ext>
            </a:extLst>
          </p:cNvPr>
          <p:cNvSpPr>
            <a:spLocks xmlns:a="http://schemas.openxmlformats.org/drawingml/2006/main" noGrp="1"/>
          </p:cNvSpPr>
          <p:nvPr>
            <p:ph type="pic" idx="7"/>
          </p:nvPr>
        </p:nvSpPr>
        <p:spPr>
          <a:xfrm xmlns:a="http://schemas.openxmlformats.org/drawingml/2006/main">
            <a:off x="6108250" y="3060675"/>
            <a:ext cx="2803800" cy="1652700"/>
          </a:xfrm>
          <a:prstGeom xmlns:a="http://schemas.openxmlformats.org/drawingml/2006/main" prst="roundRect">
            <a:avLst>
              <a:gd name="adj" fmla="val 3152"/>
            </a:avLst>
          </a:prstGeom>
          <a:noFill xmlns:a="http://schemas.openxmlformats.org/drawingml/2006/main"/>
          <a:ln xmlns:a="http://schemas.openxmlformats.org/drawingml/2006/main">
            <a:noFill/>
          </a:ln>
        </p:spPr>
      </p:sp>
      <p:pic>
        <p:nvPicPr>
          <p:cNvPr id="247" name="Google Shape;238;p41"/>
          <p:cNvPicPr>
            <a:picLocks xmlns:a="http://schemas.openxmlformats.org/drawingml/2006/main" noChangeAspect="1"/>
          </p:cNvPicPr>
          <p:nvPr/>
        </p:nvPicPr>
        <p:blipFill>
          <a:blip xmlns:r="http://schemas.openxmlformats.org/officeDocument/2006/relationships" xmlns:a="http://schemas.openxmlformats.org/drawingml/2006/main" r:embed="R3936d982f96b4930">
            <a:alphaModFix/>
          </a:blip>
          <a:stretch xmlns:a="http://schemas.openxmlformats.org/drawingml/2006/main">
            <a:fillRect l="0" t="0" r="0" b="0"/>
          </a:stretch>
        </p:blipFill>
        <p:spPr>
          <a:xfrm xmlns:a="http://schemas.openxmlformats.org/drawingml/2006/main">
            <a:off x="228600" y="4836074"/>
            <a:ext cx="153925" cy="153925"/>
          </a:xfrm>
          <a:prstGeom xmlns:a="http://schemas.openxmlformats.org/drawingml/2006/main" prst="rect">
            <a:avLst/>
          </a:prstGeom>
          <a:ln xmlns:a="http://schemas.openxmlformats.org/drawingml/2006/main">
            <a:noFill/>
          </a:ln>
        </p:spPr>
      </p:pic>
    </p:spTree>
  </p:cSld>
</p:sldLayout>
</file>

<file path=ppt/slideLayouts/slideLayout41.xml><?xml version="1.0" encoding="utf-8"?>
<p:sldLayout xmlns:p="http://schemas.openxmlformats.org/presentationml/2006/main" matchingName="Content - 6 containers">
  <p:cSld name="Title + body + 6 imgs">
    <p:bg>
      <p:bgPr>
        <a:solidFill xmlns:a="http://schemas.openxmlformats.org/drawingml/2006/main">
          <a:schemeClr val="lt1"/>
        </a:solidFill>
      </p:bgPr>
    </p:bg>
    <p:spTree>
      <p:nvGrpSpPr>
        <p:cNvPr id="1" name=""/>
        <p:cNvGrpSpPr/>
        <p:nvPr/>
      </p:nvGrpSpPr>
      <p:grpSpPr>
        <a:xfrm xmlns:a="http://schemas.openxmlformats.org/drawingml/2006/main"/>
      </p:grpSpPr>
      <p:sp>
        <p:nvSpPr>
          <p:cNvPr id="240" name="Google Shape;240;p42">
            <a:extLst xmlns:a="http://schemas.openxmlformats.org/drawingml/2006/main">
              <a:ext uri="{FF2B5EF4-FFF2-40B4-BE49-F238E27FC236}">
                <a16:creationId xmlns:a16="http://schemas.microsoft.com/office/drawing/2014/main" id="{D6D900F4-4F0E-45E2-BF4F-B7461FBB1DC4}"/>
              </a:ext>
            </a:extLst>
          </p:cNvPr>
          <p:cNvSpPr>
            <a:spLocks xmlns:a="http://schemas.openxmlformats.org/drawingml/2006/main" noGrp="1"/>
          </p:cNvSpPr>
          <p:nvPr>
            <p:ph type="body" idx="1"/>
          </p:nvPr>
        </p:nvSpPr>
        <p:spPr>
          <a:xfrm xmlns:a="http://schemas.openxmlformats.org/drawingml/2006/main">
            <a:off x="201378" y="164051"/>
            <a:ext cx="1948200" cy="160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noAutofit/>
          </a:bodyPr>
          <a:lstStyle xmlns:a="http://schemas.openxmlformats.org/drawingml/2006/main">
            <a:lvl1pPr marL="457200" indent="-228600" algn="l">
              <a:lnSpc>
                <a:spcPct val="90000"/>
              </a:lnSpc>
              <a:spcBef>
                <a:spcPts val="375"/>
              </a:spcBef>
              <a:spcAft>
                <a:spcPts val="0"/>
              </a:spcAft>
              <a:buClr>
                <a:schemeClr val="dk2"/>
              </a:buClr>
              <a:buSzPts val="750"/>
              <a:buFont typeface="Arial"/>
              <a:buNone/>
              <a:defRPr sz="750">
                <a:solidFill>
                  <a:schemeClr val="dk2"/>
                </a:solidFill>
              </a:defRPr>
            </a:lvl1pPr>
            <a:lvl2pPr marL="914400" indent="-271463" algn="l">
              <a:lnSpc>
                <a:spcPct val="90000"/>
              </a:lnSpc>
              <a:spcBef>
                <a:spcPts val="1200"/>
              </a:spcBef>
              <a:spcAft>
                <a:spcPts val="0"/>
              </a:spcAft>
              <a:buClr>
                <a:schemeClr val="dk1"/>
              </a:buClr>
              <a:buSzPts val="675"/>
              <a:buChar char="○"/>
              <a:defRPr sz="900"/>
            </a:lvl2pPr>
            <a:lvl3pPr marL="1371600" indent="-271463" algn="l">
              <a:lnSpc>
                <a:spcPct val="90000"/>
              </a:lnSpc>
              <a:spcBef>
                <a:spcPts val="1200"/>
              </a:spcBef>
              <a:spcAft>
                <a:spcPts val="0"/>
              </a:spcAft>
              <a:buClr>
                <a:schemeClr val="dk1"/>
              </a:buClr>
              <a:buSzPts val="675"/>
              <a:buChar char="■"/>
              <a:defRPr sz="750"/>
            </a:lvl3pPr>
            <a:lvl4pPr marL="1828800" indent="-271463" algn="l">
              <a:lnSpc>
                <a:spcPct val="90000"/>
              </a:lnSpc>
              <a:spcBef>
                <a:spcPts val="1200"/>
              </a:spcBef>
              <a:spcAft>
                <a:spcPts val="0"/>
              </a:spcAft>
              <a:buClr>
                <a:schemeClr val="dk1"/>
              </a:buClr>
              <a:buSzPts val="675"/>
              <a:buChar char="●"/>
              <a:defRPr sz="675"/>
            </a:lvl4pPr>
            <a:lvl5pPr marL="2286000" indent="-271463" algn="l">
              <a:lnSpc>
                <a:spcPct val="90000"/>
              </a:lnSpc>
              <a:spcBef>
                <a:spcPts val="1200"/>
              </a:spcBef>
              <a:spcAft>
                <a:spcPts val="0"/>
              </a:spcAft>
              <a:buClr>
                <a:schemeClr val="dk1"/>
              </a:buClr>
              <a:buSzPts val="675"/>
              <a:buChar char="○"/>
              <a:defRPr sz="675"/>
            </a:lvl5pPr>
            <a:lvl6pPr marL="2743200" indent="-271463" algn="l">
              <a:lnSpc>
                <a:spcPct val="90000"/>
              </a:lnSpc>
              <a:spcBef>
                <a:spcPts val="1200"/>
              </a:spcBef>
              <a:spcAft>
                <a:spcPts val="0"/>
              </a:spcAft>
              <a:buClr>
                <a:schemeClr val="dk1"/>
              </a:buClr>
              <a:buSzPts val="675"/>
              <a:buChar char="■"/>
              <a:defRPr sz="675"/>
            </a:lvl6pPr>
            <a:lvl7pPr marL="3200400" indent="-271463" algn="l">
              <a:lnSpc>
                <a:spcPct val="90000"/>
              </a:lnSpc>
              <a:spcBef>
                <a:spcPts val="1200"/>
              </a:spcBef>
              <a:spcAft>
                <a:spcPts val="0"/>
              </a:spcAft>
              <a:buClr>
                <a:schemeClr val="dk1"/>
              </a:buClr>
              <a:buSzPts val="675"/>
              <a:buChar char="●"/>
              <a:defRPr sz="675"/>
            </a:lvl7pPr>
            <a:lvl8pPr marL="3657600" indent="-271463" algn="l">
              <a:lnSpc>
                <a:spcPct val="90000"/>
              </a:lnSpc>
              <a:spcBef>
                <a:spcPts val="1200"/>
              </a:spcBef>
              <a:spcAft>
                <a:spcPts val="0"/>
              </a:spcAft>
              <a:buClr>
                <a:schemeClr val="dk1"/>
              </a:buClr>
              <a:buSzPts val="675"/>
              <a:buChar char="○"/>
              <a:defRPr sz="675"/>
            </a:lvl8pPr>
            <a:lvl9pPr marL="4114800" indent="-271463" algn="l">
              <a:lnSpc>
                <a:spcPct val="90000"/>
              </a:lnSpc>
              <a:spcBef>
                <a:spcPts val="1200"/>
              </a:spcBef>
              <a:spcAft>
                <a:spcPts val="1200"/>
              </a:spcAft>
              <a:buClr>
                <a:schemeClr val="dk1"/>
              </a:buClr>
              <a:buSzPts val="675"/>
              <a:buChar char="■"/>
              <a:defRPr sz="675"/>
            </a:lvl9pPr>
          </a:lstStyle>
          <a:p xmlns:a="http://schemas.openxmlformats.org/drawingml/2006/main"/>
        </p:txBody>
      </p:sp>
      <p:sp>
        <p:nvSpPr>
          <p:cNvPr id="241" name="Google Shape;241;p42">
            <a:extLst xmlns:a="http://schemas.openxmlformats.org/drawingml/2006/main">
              <a:ext uri="{FF2B5EF4-FFF2-40B4-BE49-F238E27FC236}">
                <a16:creationId xmlns:a16="http://schemas.microsoft.com/office/drawing/2014/main" id="{6B339B2C-767A-4431-BBD1-A494973D5921}"/>
              </a:ext>
            </a:extLst>
          </p:cNvPr>
          <p:cNvSpPr>
            <a:spLocks xmlns:a="http://schemas.openxmlformats.org/drawingml/2006/main" noGrp="1"/>
          </p:cNvSpPr>
          <p:nvPr>
            <p:ph type="title" idx="0"/>
          </p:nvPr>
        </p:nvSpPr>
        <p:spPr>
          <a:xfrm xmlns:a="http://schemas.openxmlformats.org/drawingml/2006/main">
            <a:off x="201378" y="295836"/>
            <a:ext cx="2334600" cy="657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noAutofit/>
          </a:bodyPr>
          <a:lstStyle xmlns:a="http://schemas.openxmlformats.org/drawingml/2006/main">
            <a:lvl1pPr algn="l">
              <a:lnSpc>
                <a:spcPct val="90000"/>
              </a:lnSpc>
              <a:spcBef>
                <a:spcPts val="0"/>
              </a:spcBef>
              <a:spcAft>
                <a:spcPts val="0"/>
              </a:spcAft>
              <a:buClr>
                <a:schemeClr val="dk1"/>
              </a:buClr>
              <a:buSzPts val="2250"/>
              <a:buFont typeface="Arial"/>
              <a:buNone/>
              <a:defRPr sz="2250"/>
            </a:lvl1pPr>
            <a:lvl2pPr>
              <a:spcBef>
                <a:spcPts val="0"/>
              </a:spcBef>
              <a:spcAft>
                <a:spcPts val="0"/>
              </a:spcAft>
              <a:buSzPts val="525"/>
              <a:buNone/>
              <a:defRPr sz="675"/>
            </a:lvl2pPr>
            <a:lvl3pPr>
              <a:spcBef>
                <a:spcPts val="0"/>
              </a:spcBef>
              <a:spcAft>
                <a:spcPts val="0"/>
              </a:spcAft>
              <a:buSzPts val="525"/>
              <a:buNone/>
              <a:defRPr sz="675"/>
            </a:lvl3pPr>
            <a:lvl4pPr>
              <a:spcBef>
                <a:spcPts val="0"/>
              </a:spcBef>
              <a:spcAft>
                <a:spcPts val="0"/>
              </a:spcAft>
              <a:buSzPts val="525"/>
              <a:buNone/>
              <a:defRPr sz="675"/>
            </a:lvl4pPr>
            <a:lvl5pPr>
              <a:spcBef>
                <a:spcPts val="0"/>
              </a:spcBef>
              <a:spcAft>
                <a:spcPts val="0"/>
              </a:spcAft>
              <a:buSzPts val="525"/>
              <a:buNone/>
              <a:defRPr sz="675"/>
            </a:lvl5pPr>
            <a:lvl6pPr>
              <a:spcBef>
                <a:spcPts val="0"/>
              </a:spcBef>
              <a:spcAft>
                <a:spcPts val="0"/>
              </a:spcAft>
              <a:buSzPts val="525"/>
              <a:buNone/>
              <a:defRPr sz="675"/>
            </a:lvl6pPr>
            <a:lvl7pPr>
              <a:spcBef>
                <a:spcPts val="0"/>
              </a:spcBef>
              <a:spcAft>
                <a:spcPts val="0"/>
              </a:spcAft>
              <a:buSzPts val="525"/>
              <a:buNone/>
              <a:defRPr sz="675"/>
            </a:lvl7pPr>
            <a:lvl8pPr>
              <a:spcBef>
                <a:spcPts val="0"/>
              </a:spcBef>
              <a:spcAft>
                <a:spcPts val="0"/>
              </a:spcAft>
              <a:buSzPts val="525"/>
              <a:buNone/>
              <a:defRPr sz="675"/>
            </a:lvl8pPr>
            <a:lvl9pPr>
              <a:spcBef>
                <a:spcPts val="0"/>
              </a:spcBef>
              <a:spcAft>
                <a:spcPts val="0"/>
              </a:spcAft>
              <a:buSzPts val="525"/>
              <a:buNone/>
              <a:defRPr sz="675"/>
            </a:lvl9pPr>
          </a:lstStyle>
          <a:p xmlns:a="http://schemas.openxmlformats.org/drawingml/2006/main"/>
        </p:txBody>
      </p:sp>
      <p:sp>
        <p:nvSpPr>
          <p:cNvPr id="242" name="Google Shape;242;p42">
            <a:extLst xmlns:a="http://schemas.openxmlformats.org/drawingml/2006/main">
              <a:ext uri="{FF2B5EF4-FFF2-40B4-BE49-F238E27FC236}">
                <a16:creationId xmlns:a16="http://schemas.microsoft.com/office/drawing/2014/main" id="{29EAAEDF-1B22-4627-9812-668A470292BA}"/>
              </a:ext>
            </a:extLst>
          </p:cNvPr>
          <p:cNvSpPr>
            <a:spLocks xmlns:a="http://schemas.openxmlformats.org/drawingml/2006/main" noGrp="1"/>
          </p:cNvSpPr>
          <p:nvPr>
            <p:ph type="body" idx="2"/>
          </p:nvPr>
        </p:nvSpPr>
        <p:spPr>
          <a:xfrm xmlns:a="http://schemas.openxmlformats.org/drawingml/2006/main">
            <a:off x="3642151" y="187708"/>
            <a:ext cx="5298900" cy="88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spAutoFit/>
          </a:bodyPr>
          <a:lstStyle xmlns:a="http://schemas.openxmlformats.org/drawingml/2006/main">
            <a:lvl1pPr marL="457200" indent="-228600" algn="l">
              <a:lnSpc>
                <a:spcPct val="110000"/>
              </a:lnSpc>
              <a:spcBef>
                <a:spcPts val="0"/>
              </a:spcBef>
              <a:spcAft>
                <a:spcPts val="0"/>
              </a:spcAft>
              <a:buClr>
                <a:schemeClr val="dk2"/>
              </a:buClr>
              <a:buSzPts val="1275"/>
              <a:buFont typeface="Arial"/>
              <a:buNone/>
              <a:defRPr sz="1275">
                <a:solidFill>
                  <a:schemeClr val="dk2"/>
                </a:solidFill>
              </a:defRPr>
            </a:lvl1pPr>
            <a:lvl2pPr marL="914400" indent="-228600" algn="l">
              <a:lnSpc>
                <a:spcPct val="90000"/>
              </a:lnSpc>
              <a:spcBef>
                <a:spcPts val="1200"/>
              </a:spcBef>
              <a:spcAft>
                <a:spcPts val="0"/>
              </a:spcAft>
              <a:buClr>
                <a:schemeClr val="dk1"/>
              </a:buClr>
              <a:buSzPts val="525"/>
              <a:buNone/>
              <a:defRPr sz="525"/>
            </a:lvl2pPr>
            <a:lvl3pPr marL="1371600" indent="-228600" algn="l">
              <a:lnSpc>
                <a:spcPct val="90000"/>
              </a:lnSpc>
              <a:spcBef>
                <a:spcPts val="1200"/>
              </a:spcBef>
              <a:spcAft>
                <a:spcPts val="0"/>
              </a:spcAft>
              <a:buClr>
                <a:schemeClr val="dk1"/>
              </a:buClr>
              <a:buSzPts val="450"/>
              <a:buNone/>
              <a:defRPr sz="450"/>
            </a:lvl3pPr>
            <a:lvl4pPr marL="1828800" indent="-228600" algn="l">
              <a:lnSpc>
                <a:spcPct val="90000"/>
              </a:lnSpc>
              <a:spcBef>
                <a:spcPts val="1200"/>
              </a:spcBef>
              <a:spcAft>
                <a:spcPts val="0"/>
              </a:spcAft>
              <a:buClr>
                <a:schemeClr val="dk1"/>
              </a:buClr>
              <a:buSzPts val="375"/>
              <a:buNone/>
              <a:defRPr sz="375"/>
            </a:lvl4pPr>
            <a:lvl5pPr marL="2286000" indent="-228600" algn="l">
              <a:lnSpc>
                <a:spcPct val="90000"/>
              </a:lnSpc>
              <a:spcBef>
                <a:spcPts val="1200"/>
              </a:spcBef>
              <a:spcAft>
                <a:spcPts val="0"/>
              </a:spcAft>
              <a:buClr>
                <a:schemeClr val="dk1"/>
              </a:buClr>
              <a:buSzPts val="375"/>
              <a:buNone/>
              <a:defRPr sz="375"/>
            </a:lvl5pPr>
            <a:lvl6pPr marL="2743200" indent="-228600" algn="l">
              <a:lnSpc>
                <a:spcPct val="90000"/>
              </a:lnSpc>
              <a:spcBef>
                <a:spcPts val="1200"/>
              </a:spcBef>
              <a:spcAft>
                <a:spcPts val="0"/>
              </a:spcAft>
              <a:buClr>
                <a:schemeClr val="dk1"/>
              </a:buClr>
              <a:buSzPts val="375"/>
              <a:buNone/>
              <a:defRPr sz="375"/>
            </a:lvl6pPr>
            <a:lvl7pPr marL="3200400" indent="-228600" algn="l">
              <a:lnSpc>
                <a:spcPct val="90000"/>
              </a:lnSpc>
              <a:spcBef>
                <a:spcPts val="1200"/>
              </a:spcBef>
              <a:spcAft>
                <a:spcPts val="0"/>
              </a:spcAft>
              <a:buClr>
                <a:schemeClr val="dk1"/>
              </a:buClr>
              <a:buSzPts val="375"/>
              <a:buNone/>
              <a:defRPr sz="375"/>
            </a:lvl7pPr>
            <a:lvl8pPr marL="3657600" indent="-228600" algn="l">
              <a:lnSpc>
                <a:spcPct val="90000"/>
              </a:lnSpc>
              <a:spcBef>
                <a:spcPts val="1200"/>
              </a:spcBef>
              <a:spcAft>
                <a:spcPts val="0"/>
              </a:spcAft>
              <a:buClr>
                <a:schemeClr val="dk1"/>
              </a:buClr>
              <a:buSzPts val="375"/>
              <a:buNone/>
              <a:defRPr sz="375"/>
            </a:lvl8pPr>
            <a:lvl9pPr marL="4114800" indent="-228600" algn="l">
              <a:lnSpc>
                <a:spcPct val="90000"/>
              </a:lnSpc>
              <a:spcBef>
                <a:spcPts val="1200"/>
              </a:spcBef>
              <a:spcAft>
                <a:spcPts val="1200"/>
              </a:spcAft>
              <a:buClr>
                <a:schemeClr val="dk1"/>
              </a:buClr>
              <a:buSzPts val="375"/>
              <a:buNone/>
              <a:defRPr sz="375"/>
            </a:lvl9pPr>
          </a:lstStyle>
          <a:p xmlns:a="http://schemas.openxmlformats.org/drawingml/2006/main"/>
        </p:txBody>
      </p:sp>
      <p:sp>
        <p:nvSpPr>
          <p:cNvPr id="243" name="Google Shape;243;p42">
            <a:extLst xmlns:a="http://schemas.openxmlformats.org/drawingml/2006/main">
              <a:ext uri="{FF2B5EF4-FFF2-40B4-BE49-F238E27FC236}">
                <a16:creationId xmlns:a16="http://schemas.microsoft.com/office/drawing/2014/main" id="{257C3EA8-86E6-4766-8464-01E8A6AB4190}"/>
              </a:ext>
            </a:extLst>
          </p:cNvPr>
          <p:cNvSpPr>
            <a:spLocks xmlns:a="http://schemas.openxmlformats.org/drawingml/2006/main" noGrp="1"/>
          </p:cNvSpPr>
          <p:nvPr>
            <p:ph type="pic" idx="3"/>
          </p:nvPr>
        </p:nvSpPr>
        <p:spPr>
          <a:xfrm xmlns:a="http://schemas.openxmlformats.org/drawingml/2006/main">
            <a:off x="231950" y="1278375"/>
            <a:ext cx="2803800" cy="1652700"/>
          </a:xfrm>
          <a:prstGeom xmlns:a="http://schemas.openxmlformats.org/drawingml/2006/main" prst="roundRect">
            <a:avLst>
              <a:gd name="adj" fmla="val 3152"/>
            </a:avLst>
          </a:prstGeom>
          <a:noFill xmlns:a="http://schemas.openxmlformats.org/drawingml/2006/main"/>
          <a:ln xmlns:a="http://schemas.openxmlformats.org/drawingml/2006/main">
            <a:noFill/>
          </a:ln>
        </p:spPr>
      </p:sp>
      <p:sp>
        <p:nvSpPr>
          <p:cNvPr id="244" name="Google Shape;244;p42">
            <a:extLst xmlns:a="http://schemas.openxmlformats.org/drawingml/2006/main">
              <a:ext uri="{FF2B5EF4-FFF2-40B4-BE49-F238E27FC236}">
                <a16:creationId xmlns:a16="http://schemas.microsoft.com/office/drawing/2014/main" id="{80A23D97-54D8-4325-B27C-6D8D90DBECA0}"/>
              </a:ext>
            </a:extLst>
          </p:cNvPr>
          <p:cNvSpPr>
            <a:spLocks xmlns:a="http://schemas.openxmlformats.org/drawingml/2006/main" noGrp="1"/>
          </p:cNvSpPr>
          <p:nvPr>
            <p:ph type="pic" idx="4"/>
          </p:nvPr>
        </p:nvSpPr>
        <p:spPr>
          <a:xfrm xmlns:a="http://schemas.openxmlformats.org/drawingml/2006/main">
            <a:off x="231950" y="3060675"/>
            <a:ext cx="2803800" cy="1652700"/>
          </a:xfrm>
          <a:prstGeom xmlns:a="http://schemas.openxmlformats.org/drawingml/2006/main" prst="roundRect">
            <a:avLst>
              <a:gd name="adj" fmla="val 3152"/>
            </a:avLst>
          </a:prstGeom>
          <a:noFill xmlns:a="http://schemas.openxmlformats.org/drawingml/2006/main"/>
          <a:ln xmlns:a="http://schemas.openxmlformats.org/drawingml/2006/main">
            <a:noFill/>
          </a:ln>
        </p:spPr>
      </p:sp>
      <p:sp>
        <p:nvSpPr>
          <p:cNvPr id="245" name="Google Shape;245;p42">
            <a:extLst xmlns:a="http://schemas.openxmlformats.org/drawingml/2006/main">
              <a:ext uri="{FF2B5EF4-FFF2-40B4-BE49-F238E27FC236}">
                <a16:creationId xmlns:a16="http://schemas.microsoft.com/office/drawing/2014/main" id="{2160EEB1-0F2F-4D60-BB34-E8542BE3161B}"/>
              </a:ext>
            </a:extLst>
          </p:cNvPr>
          <p:cNvSpPr>
            <a:spLocks xmlns:a="http://schemas.openxmlformats.org/drawingml/2006/main" noGrp="1"/>
          </p:cNvSpPr>
          <p:nvPr>
            <p:ph type="pic" idx="5"/>
          </p:nvPr>
        </p:nvSpPr>
        <p:spPr>
          <a:xfrm xmlns:a="http://schemas.openxmlformats.org/drawingml/2006/main">
            <a:off x="6108250" y="1278375"/>
            <a:ext cx="2803800" cy="1652700"/>
          </a:xfrm>
          <a:prstGeom xmlns:a="http://schemas.openxmlformats.org/drawingml/2006/main" prst="roundRect">
            <a:avLst>
              <a:gd name="adj" fmla="val 3152"/>
            </a:avLst>
          </a:prstGeom>
          <a:noFill xmlns:a="http://schemas.openxmlformats.org/drawingml/2006/main"/>
          <a:ln xmlns:a="http://schemas.openxmlformats.org/drawingml/2006/main">
            <a:noFill/>
          </a:ln>
        </p:spPr>
      </p:sp>
      <p:sp>
        <p:nvSpPr>
          <p:cNvPr id="246" name="Google Shape;246;p42">
            <a:extLst xmlns:a="http://schemas.openxmlformats.org/drawingml/2006/main">
              <a:ext uri="{FF2B5EF4-FFF2-40B4-BE49-F238E27FC236}">
                <a16:creationId xmlns:a16="http://schemas.microsoft.com/office/drawing/2014/main" id="{CE94E355-DAB3-4BBA-B85E-6B012EB722BA}"/>
              </a:ext>
            </a:extLst>
          </p:cNvPr>
          <p:cNvSpPr>
            <a:spLocks xmlns:a="http://schemas.openxmlformats.org/drawingml/2006/main" noGrp="1"/>
          </p:cNvSpPr>
          <p:nvPr>
            <p:ph type="pic" idx="6"/>
          </p:nvPr>
        </p:nvSpPr>
        <p:spPr>
          <a:xfrm xmlns:a="http://schemas.openxmlformats.org/drawingml/2006/main">
            <a:off x="6108250" y="3060675"/>
            <a:ext cx="2803800" cy="1652700"/>
          </a:xfrm>
          <a:prstGeom xmlns:a="http://schemas.openxmlformats.org/drawingml/2006/main" prst="roundRect">
            <a:avLst>
              <a:gd name="adj" fmla="val 3152"/>
            </a:avLst>
          </a:prstGeom>
          <a:noFill xmlns:a="http://schemas.openxmlformats.org/drawingml/2006/main"/>
          <a:ln xmlns:a="http://schemas.openxmlformats.org/drawingml/2006/main">
            <a:noFill/>
          </a:ln>
        </p:spPr>
      </p:sp>
      <p:sp>
        <p:nvSpPr>
          <p:cNvPr id="247" name="Google Shape;247;p42">
            <a:extLst xmlns:a="http://schemas.openxmlformats.org/drawingml/2006/main">
              <a:ext uri="{FF2B5EF4-FFF2-40B4-BE49-F238E27FC236}">
                <a16:creationId xmlns:a16="http://schemas.microsoft.com/office/drawing/2014/main" id="{ACB0872E-0809-4604-A332-F1936CBFDB2F}"/>
              </a:ext>
            </a:extLst>
          </p:cNvPr>
          <p:cNvSpPr>
            <a:spLocks xmlns:a="http://schemas.openxmlformats.org/drawingml/2006/main" noGrp="1"/>
          </p:cNvSpPr>
          <p:nvPr>
            <p:ph type="pic" idx="7"/>
          </p:nvPr>
        </p:nvSpPr>
        <p:spPr>
          <a:xfrm xmlns:a="http://schemas.openxmlformats.org/drawingml/2006/main">
            <a:off x="3170100" y="1278375"/>
            <a:ext cx="2803800" cy="1652700"/>
          </a:xfrm>
          <a:prstGeom xmlns:a="http://schemas.openxmlformats.org/drawingml/2006/main" prst="roundRect">
            <a:avLst>
              <a:gd name="adj" fmla="val 3152"/>
            </a:avLst>
          </a:prstGeom>
          <a:noFill xmlns:a="http://schemas.openxmlformats.org/drawingml/2006/main"/>
          <a:ln xmlns:a="http://schemas.openxmlformats.org/drawingml/2006/main">
            <a:noFill/>
          </a:ln>
        </p:spPr>
      </p:sp>
      <p:sp>
        <p:nvSpPr>
          <p:cNvPr id="248" name="Google Shape;248;p42">
            <a:extLst xmlns:a="http://schemas.openxmlformats.org/drawingml/2006/main">
              <a:ext uri="{FF2B5EF4-FFF2-40B4-BE49-F238E27FC236}">
                <a16:creationId xmlns:a16="http://schemas.microsoft.com/office/drawing/2014/main" id="{097D13CC-4222-47CA-9A73-9E8907C0B3C2}"/>
              </a:ext>
            </a:extLst>
          </p:cNvPr>
          <p:cNvSpPr>
            <a:spLocks xmlns:a="http://schemas.openxmlformats.org/drawingml/2006/main" noGrp="1"/>
          </p:cNvSpPr>
          <p:nvPr>
            <p:ph type="pic" idx="8"/>
          </p:nvPr>
        </p:nvSpPr>
        <p:spPr>
          <a:xfrm xmlns:a="http://schemas.openxmlformats.org/drawingml/2006/main">
            <a:off x="3170100" y="3060675"/>
            <a:ext cx="2803800" cy="1652700"/>
          </a:xfrm>
          <a:prstGeom xmlns:a="http://schemas.openxmlformats.org/drawingml/2006/main" prst="roundRect">
            <a:avLst>
              <a:gd name="adj" fmla="val 3152"/>
            </a:avLst>
          </a:prstGeom>
          <a:noFill xmlns:a="http://schemas.openxmlformats.org/drawingml/2006/main"/>
          <a:ln xmlns:a="http://schemas.openxmlformats.org/drawingml/2006/main">
            <a:noFill/>
          </a:ln>
        </p:spPr>
      </p:sp>
      <p:pic>
        <p:nvPicPr>
          <p:cNvPr id="259" name="Google Shape;249;p42"/>
          <p:cNvPicPr>
            <a:picLocks xmlns:a="http://schemas.openxmlformats.org/drawingml/2006/main" noChangeAspect="1"/>
          </p:cNvPicPr>
          <p:nvPr/>
        </p:nvPicPr>
        <p:blipFill>
          <a:blip xmlns:r="http://schemas.openxmlformats.org/officeDocument/2006/relationships" xmlns:a="http://schemas.openxmlformats.org/drawingml/2006/main" r:embed="Rc77a505d448f493b">
            <a:alphaModFix/>
          </a:blip>
          <a:stretch xmlns:a="http://schemas.openxmlformats.org/drawingml/2006/main">
            <a:fillRect l="0" t="0" r="0" b="0"/>
          </a:stretch>
        </p:blipFill>
        <p:spPr>
          <a:xfrm xmlns:a="http://schemas.openxmlformats.org/drawingml/2006/main">
            <a:off x="228600" y="4836074"/>
            <a:ext cx="153925" cy="153925"/>
          </a:xfrm>
          <a:prstGeom xmlns:a="http://schemas.openxmlformats.org/drawingml/2006/main" prst="rect">
            <a:avLst/>
          </a:prstGeom>
          <a:ln xmlns:a="http://schemas.openxmlformats.org/drawingml/2006/main">
            <a:noFill/>
          </a:ln>
        </p:spPr>
      </p:pic>
    </p:spTree>
  </p:cSld>
</p:sldLayout>
</file>

<file path=ppt/slideLayouts/slideLayout42.xml><?xml version="1.0" encoding="utf-8"?>
<p:sldLayout xmlns:p="http://schemas.openxmlformats.org/presentationml/2006/main" matchingName="Content - 4 text boxes + Image right">
  <p:cSld name="Title + 4 columns_1_1">
    <p:bg>
      <p:bgPr>
        <a:solidFill xmlns:a="http://schemas.openxmlformats.org/drawingml/2006/main">
          <a:schemeClr val="lt1"/>
        </a:solidFill>
      </p:bgPr>
    </p:bg>
    <p:spTree>
      <p:nvGrpSpPr>
        <p:cNvPr id="1" name=""/>
        <p:cNvGrpSpPr/>
        <p:nvPr/>
      </p:nvGrpSpPr>
      <p:grpSpPr>
        <a:xfrm xmlns:a="http://schemas.openxmlformats.org/drawingml/2006/main"/>
      </p:grpSpPr>
      <p:sp>
        <p:nvSpPr>
          <p:cNvPr id="251" name="Google Shape;251;p43">
            <a:extLst xmlns:a="http://schemas.openxmlformats.org/drawingml/2006/main">
              <a:ext uri="{FF2B5EF4-FFF2-40B4-BE49-F238E27FC236}">
                <a16:creationId xmlns:a16="http://schemas.microsoft.com/office/drawing/2014/main" id="{35655C24-17C1-4B62-8077-60CDF0580576}"/>
              </a:ext>
            </a:extLst>
          </p:cNvPr>
          <p:cNvSpPr>
            <a:spLocks xmlns:a="http://schemas.openxmlformats.org/drawingml/2006/main" noGrp="1"/>
          </p:cNvSpPr>
          <p:nvPr>
            <p:ph type="body" idx="1"/>
          </p:nvPr>
        </p:nvSpPr>
        <p:spPr>
          <a:xfrm xmlns:a="http://schemas.openxmlformats.org/drawingml/2006/main">
            <a:off x="201378" y="164051"/>
            <a:ext cx="1948200" cy="160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noAutofit/>
          </a:bodyPr>
          <a:lstStyle xmlns:a="http://schemas.openxmlformats.org/drawingml/2006/main">
            <a:lvl1pPr marL="457200" indent="-228600" algn="l">
              <a:lnSpc>
                <a:spcPct val="90000"/>
              </a:lnSpc>
              <a:spcBef>
                <a:spcPts val="375"/>
              </a:spcBef>
              <a:spcAft>
                <a:spcPts val="0"/>
              </a:spcAft>
              <a:buClr>
                <a:schemeClr val="dk2"/>
              </a:buClr>
              <a:buSzPts val="750"/>
              <a:buFont typeface="Arial"/>
              <a:buNone/>
              <a:defRPr sz="750">
                <a:solidFill>
                  <a:schemeClr val="dk2"/>
                </a:solidFill>
              </a:defRPr>
            </a:lvl1pPr>
            <a:lvl2pPr marL="914400" indent="-271463" algn="l">
              <a:lnSpc>
                <a:spcPct val="90000"/>
              </a:lnSpc>
              <a:spcBef>
                <a:spcPts val="1200"/>
              </a:spcBef>
              <a:spcAft>
                <a:spcPts val="0"/>
              </a:spcAft>
              <a:buClr>
                <a:schemeClr val="dk1"/>
              </a:buClr>
              <a:buSzPts val="675"/>
              <a:buChar char="○"/>
              <a:defRPr sz="900"/>
            </a:lvl2pPr>
            <a:lvl3pPr marL="1371600" indent="-271463" algn="l">
              <a:lnSpc>
                <a:spcPct val="90000"/>
              </a:lnSpc>
              <a:spcBef>
                <a:spcPts val="1200"/>
              </a:spcBef>
              <a:spcAft>
                <a:spcPts val="0"/>
              </a:spcAft>
              <a:buClr>
                <a:schemeClr val="dk1"/>
              </a:buClr>
              <a:buSzPts val="675"/>
              <a:buChar char="■"/>
              <a:defRPr sz="750"/>
            </a:lvl3pPr>
            <a:lvl4pPr marL="1828800" indent="-271463" algn="l">
              <a:lnSpc>
                <a:spcPct val="90000"/>
              </a:lnSpc>
              <a:spcBef>
                <a:spcPts val="1200"/>
              </a:spcBef>
              <a:spcAft>
                <a:spcPts val="0"/>
              </a:spcAft>
              <a:buClr>
                <a:schemeClr val="dk1"/>
              </a:buClr>
              <a:buSzPts val="675"/>
              <a:buChar char="●"/>
              <a:defRPr sz="675"/>
            </a:lvl4pPr>
            <a:lvl5pPr marL="2286000" indent="-271463" algn="l">
              <a:lnSpc>
                <a:spcPct val="90000"/>
              </a:lnSpc>
              <a:spcBef>
                <a:spcPts val="1200"/>
              </a:spcBef>
              <a:spcAft>
                <a:spcPts val="0"/>
              </a:spcAft>
              <a:buClr>
                <a:schemeClr val="dk1"/>
              </a:buClr>
              <a:buSzPts val="675"/>
              <a:buChar char="○"/>
              <a:defRPr sz="675"/>
            </a:lvl5pPr>
            <a:lvl6pPr marL="2743200" indent="-271463" algn="l">
              <a:lnSpc>
                <a:spcPct val="90000"/>
              </a:lnSpc>
              <a:spcBef>
                <a:spcPts val="1200"/>
              </a:spcBef>
              <a:spcAft>
                <a:spcPts val="0"/>
              </a:spcAft>
              <a:buClr>
                <a:schemeClr val="dk1"/>
              </a:buClr>
              <a:buSzPts val="675"/>
              <a:buChar char="■"/>
              <a:defRPr sz="675"/>
            </a:lvl6pPr>
            <a:lvl7pPr marL="3200400" indent="-271463" algn="l">
              <a:lnSpc>
                <a:spcPct val="90000"/>
              </a:lnSpc>
              <a:spcBef>
                <a:spcPts val="1200"/>
              </a:spcBef>
              <a:spcAft>
                <a:spcPts val="0"/>
              </a:spcAft>
              <a:buClr>
                <a:schemeClr val="dk1"/>
              </a:buClr>
              <a:buSzPts val="675"/>
              <a:buChar char="●"/>
              <a:defRPr sz="675"/>
            </a:lvl7pPr>
            <a:lvl8pPr marL="3657600" indent="-271463" algn="l">
              <a:lnSpc>
                <a:spcPct val="90000"/>
              </a:lnSpc>
              <a:spcBef>
                <a:spcPts val="1200"/>
              </a:spcBef>
              <a:spcAft>
                <a:spcPts val="0"/>
              </a:spcAft>
              <a:buClr>
                <a:schemeClr val="dk1"/>
              </a:buClr>
              <a:buSzPts val="675"/>
              <a:buChar char="○"/>
              <a:defRPr sz="675"/>
            </a:lvl8pPr>
            <a:lvl9pPr marL="4114800" indent="-271463" algn="l">
              <a:lnSpc>
                <a:spcPct val="90000"/>
              </a:lnSpc>
              <a:spcBef>
                <a:spcPts val="1200"/>
              </a:spcBef>
              <a:spcAft>
                <a:spcPts val="1200"/>
              </a:spcAft>
              <a:buClr>
                <a:schemeClr val="dk1"/>
              </a:buClr>
              <a:buSzPts val="675"/>
              <a:buChar char="■"/>
              <a:defRPr sz="675"/>
            </a:lvl9pPr>
          </a:lstStyle>
          <a:p xmlns:a="http://schemas.openxmlformats.org/drawingml/2006/main"/>
        </p:txBody>
      </p:sp>
      <p:sp>
        <p:nvSpPr>
          <p:cNvPr id="252" name="Google Shape;252;p43">
            <a:extLst xmlns:a="http://schemas.openxmlformats.org/drawingml/2006/main">
              <a:ext uri="{FF2B5EF4-FFF2-40B4-BE49-F238E27FC236}">
                <a16:creationId xmlns:a16="http://schemas.microsoft.com/office/drawing/2014/main" id="{03648C1C-1FCB-4661-8DD0-74551DA47F16}"/>
              </a:ext>
            </a:extLst>
          </p:cNvPr>
          <p:cNvSpPr>
            <a:spLocks xmlns:a="http://schemas.openxmlformats.org/drawingml/2006/main" noGrp="1"/>
          </p:cNvSpPr>
          <p:nvPr>
            <p:ph type="title" idx="0"/>
          </p:nvPr>
        </p:nvSpPr>
        <p:spPr>
          <a:xfrm xmlns:a="http://schemas.openxmlformats.org/drawingml/2006/main">
            <a:off x="201378" y="295836"/>
            <a:ext cx="2334600" cy="657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noAutofit/>
          </a:bodyPr>
          <a:lstStyle xmlns:a="http://schemas.openxmlformats.org/drawingml/2006/main">
            <a:lvl1pPr algn="l">
              <a:lnSpc>
                <a:spcPct val="90000"/>
              </a:lnSpc>
              <a:spcBef>
                <a:spcPts val="0"/>
              </a:spcBef>
              <a:spcAft>
                <a:spcPts val="0"/>
              </a:spcAft>
              <a:buClr>
                <a:schemeClr val="dk1"/>
              </a:buClr>
              <a:buSzPts val="2250"/>
              <a:buFont typeface="Arial"/>
              <a:buNone/>
              <a:defRPr sz="2250"/>
            </a:lvl1pPr>
            <a:lvl2pPr>
              <a:spcBef>
                <a:spcPts val="0"/>
              </a:spcBef>
              <a:spcAft>
                <a:spcPts val="0"/>
              </a:spcAft>
              <a:buSzPts val="525"/>
              <a:buNone/>
              <a:defRPr sz="675"/>
            </a:lvl2pPr>
            <a:lvl3pPr>
              <a:spcBef>
                <a:spcPts val="0"/>
              </a:spcBef>
              <a:spcAft>
                <a:spcPts val="0"/>
              </a:spcAft>
              <a:buSzPts val="525"/>
              <a:buNone/>
              <a:defRPr sz="675"/>
            </a:lvl3pPr>
            <a:lvl4pPr>
              <a:spcBef>
                <a:spcPts val="0"/>
              </a:spcBef>
              <a:spcAft>
                <a:spcPts val="0"/>
              </a:spcAft>
              <a:buSzPts val="525"/>
              <a:buNone/>
              <a:defRPr sz="675"/>
            </a:lvl4pPr>
            <a:lvl5pPr>
              <a:spcBef>
                <a:spcPts val="0"/>
              </a:spcBef>
              <a:spcAft>
                <a:spcPts val="0"/>
              </a:spcAft>
              <a:buSzPts val="525"/>
              <a:buNone/>
              <a:defRPr sz="675"/>
            </a:lvl5pPr>
            <a:lvl6pPr>
              <a:spcBef>
                <a:spcPts val="0"/>
              </a:spcBef>
              <a:spcAft>
                <a:spcPts val="0"/>
              </a:spcAft>
              <a:buSzPts val="525"/>
              <a:buNone/>
              <a:defRPr sz="675"/>
            </a:lvl6pPr>
            <a:lvl7pPr>
              <a:spcBef>
                <a:spcPts val="0"/>
              </a:spcBef>
              <a:spcAft>
                <a:spcPts val="0"/>
              </a:spcAft>
              <a:buSzPts val="525"/>
              <a:buNone/>
              <a:defRPr sz="675"/>
            </a:lvl7pPr>
            <a:lvl8pPr>
              <a:spcBef>
                <a:spcPts val="0"/>
              </a:spcBef>
              <a:spcAft>
                <a:spcPts val="0"/>
              </a:spcAft>
              <a:buSzPts val="525"/>
              <a:buNone/>
              <a:defRPr sz="675"/>
            </a:lvl8pPr>
            <a:lvl9pPr>
              <a:spcBef>
                <a:spcPts val="0"/>
              </a:spcBef>
              <a:spcAft>
                <a:spcPts val="0"/>
              </a:spcAft>
              <a:buSzPts val="525"/>
              <a:buNone/>
              <a:defRPr sz="675"/>
            </a:lvl9pPr>
          </a:lstStyle>
          <a:p xmlns:a="http://schemas.openxmlformats.org/drawingml/2006/main"/>
        </p:txBody>
      </p:sp>
      <p:sp>
        <p:nvSpPr>
          <p:cNvPr id="253" name="Google Shape;253;p43">
            <a:extLst xmlns:a="http://schemas.openxmlformats.org/drawingml/2006/main">
              <a:ext uri="{FF2B5EF4-FFF2-40B4-BE49-F238E27FC236}">
                <a16:creationId xmlns:a16="http://schemas.microsoft.com/office/drawing/2014/main" id="{AEBB913A-D4BA-43B9-ABEC-D31E080A268C}"/>
              </a:ext>
            </a:extLst>
          </p:cNvPr>
          <p:cNvSpPr>
            <a:spLocks xmlns:a="http://schemas.openxmlformats.org/drawingml/2006/main" noGrp="1"/>
          </p:cNvSpPr>
          <p:nvPr>
            <p:ph type="body" idx="2"/>
          </p:nvPr>
        </p:nvSpPr>
        <p:spPr>
          <a:xfrm xmlns:a="http://schemas.openxmlformats.org/drawingml/2006/main">
            <a:off x="201378" y="1077375"/>
            <a:ext cx="2002200" cy="1451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spAutoFit/>
          </a:bodyPr>
          <a:lstStyle xmlns:a="http://schemas.openxmlformats.org/drawingml/2006/main">
            <a:lvl1pPr marL="457200" indent="-228600" algn="l">
              <a:lnSpc>
                <a:spcPct val="110000"/>
              </a:lnSpc>
              <a:spcBef>
                <a:spcPts val="0"/>
              </a:spcBef>
              <a:spcAft>
                <a:spcPts val="0"/>
              </a:spcAft>
              <a:buClr>
                <a:schemeClr val="dk1"/>
              </a:buClr>
              <a:buSzPts val="900"/>
              <a:buFont typeface="Arial"/>
              <a:buNone/>
              <a:defRPr sz="900">
                <a:solidFill>
                  <a:schemeClr val="dk1"/>
                </a:solidFill>
              </a:defRPr>
            </a:lvl1pPr>
            <a:lvl2pPr marL="914400" indent="-228600" algn="l">
              <a:lnSpc>
                <a:spcPct val="90000"/>
              </a:lnSpc>
              <a:spcBef>
                <a:spcPts val="225"/>
              </a:spcBef>
              <a:spcAft>
                <a:spcPts val="0"/>
              </a:spcAft>
              <a:buClr>
                <a:schemeClr val="dk1"/>
              </a:buClr>
              <a:buSzPts val="525"/>
              <a:buNone/>
              <a:defRPr sz="525"/>
            </a:lvl2pPr>
            <a:lvl3pPr marL="1371600" indent="-228600" algn="l">
              <a:lnSpc>
                <a:spcPct val="90000"/>
              </a:lnSpc>
              <a:spcBef>
                <a:spcPts val="1200"/>
              </a:spcBef>
              <a:spcAft>
                <a:spcPts val="0"/>
              </a:spcAft>
              <a:buClr>
                <a:schemeClr val="dk1"/>
              </a:buClr>
              <a:buSzPts val="450"/>
              <a:buNone/>
              <a:defRPr sz="450"/>
            </a:lvl3pPr>
            <a:lvl4pPr marL="1828800" indent="-228600" algn="l">
              <a:lnSpc>
                <a:spcPct val="90000"/>
              </a:lnSpc>
              <a:spcBef>
                <a:spcPts val="1200"/>
              </a:spcBef>
              <a:spcAft>
                <a:spcPts val="0"/>
              </a:spcAft>
              <a:buClr>
                <a:schemeClr val="dk1"/>
              </a:buClr>
              <a:buSzPts val="375"/>
              <a:buNone/>
              <a:defRPr sz="375"/>
            </a:lvl4pPr>
            <a:lvl5pPr marL="2286000" indent="-228600" algn="l">
              <a:lnSpc>
                <a:spcPct val="90000"/>
              </a:lnSpc>
              <a:spcBef>
                <a:spcPts val="1200"/>
              </a:spcBef>
              <a:spcAft>
                <a:spcPts val="0"/>
              </a:spcAft>
              <a:buClr>
                <a:schemeClr val="dk1"/>
              </a:buClr>
              <a:buSzPts val="375"/>
              <a:buNone/>
              <a:defRPr sz="375"/>
            </a:lvl5pPr>
            <a:lvl6pPr marL="2743200" indent="-228600" algn="l">
              <a:lnSpc>
                <a:spcPct val="90000"/>
              </a:lnSpc>
              <a:spcBef>
                <a:spcPts val="1200"/>
              </a:spcBef>
              <a:spcAft>
                <a:spcPts val="0"/>
              </a:spcAft>
              <a:buClr>
                <a:schemeClr val="dk1"/>
              </a:buClr>
              <a:buSzPts val="375"/>
              <a:buNone/>
              <a:defRPr sz="375"/>
            </a:lvl6pPr>
            <a:lvl7pPr marL="3200400" indent="-228600" algn="l">
              <a:lnSpc>
                <a:spcPct val="90000"/>
              </a:lnSpc>
              <a:spcBef>
                <a:spcPts val="1200"/>
              </a:spcBef>
              <a:spcAft>
                <a:spcPts val="0"/>
              </a:spcAft>
              <a:buClr>
                <a:schemeClr val="dk1"/>
              </a:buClr>
              <a:buSzPts val="375"/>
              <a:buNone/>
              <a:defRPr sz="375"/>
            </a:lvl7pPr>
            <a:lvl8pPr marL="3657600" indent="-228600" algn="l">
              <a:lnSpc>
                <a:spcPct val="90000"/>
              </a:lnSpc>
              <a:spcBef>
                <a:spcPts val="1200"/>
              </a:spcBef>
              <a:spcAft>
                <a:spcPts val="0"/>
              </a:spcAft>
              <a:buClr>
                <a:schemeClr val="dk1"/>
              </a:buClr>
              <a:buSzPts val="375"/>
              <a:buNone/>
              <a:defRPr sz="375"/>
            </a:lvl8pPr>
            <a:lvl9pPr marL="4114800" indent="-228600" algn="l">
              <a:lnSpc>
                <a:spcPct val="90000"/>
              </a:lnSpc>
              <a:spcBef>
                <a:spcPts val="1200"/>
              </a:spcBef>
              <a:spcAft>
                <a:spcPts val="1200"/>
              </a:spcAft>
              <a:buClr>
                <a:schemeClr val="dk1"/>
              </a:buClr>
              <a:buSzPts val="375"/>
              <a:buNone/>
              <a:defRPr sz="375"/>
            </a:lvl9pPr>
          </a:lstStyle>
          <a:p xmlns:a="http://schemas.openxmlformats.org/drawingml/2006/main"/>
        </p:txBody>
      </p:sp>
      <p:sp>
        <p:nvSpPr>
          <p:cNvPr id="254" name="Google Shape;254;p43">
            <a:extLst xmlns:a="http://schemas.openxmlformats.org/drawingml/2006/main">
              <a:ext uri="{FF2B5EF4-FFF2-40B4-BE49-F238E27FC236}">
                <a16:creationId xmlns:a16="http://schemas.microsoft.com/office/drawing/2014/main" id="{2BED58E1-84A8-4C9F-A832-0B71E1457D23}"/>
              </a:ext>
            </a:extLst>
          </p:cNvPr>
          <p:cNvSpPr>
            <a:spLocks xmlns:a="http://schemas.openxmlformats.org/drawingml/2006/main" noGrp="1"/>
          </p:cNvSpPr>
          <p:nvPr>
            <p:ph type="body" idx="3"/>
          </p:nvPr>
        </p:nvSpPr>
        <p:spPr>
          <a:xfrm xmlns:a="http://schemas.openxmlformats.org/drawingml/2006/main">
            <a:off x="2447039" y="1077375"/>
            <a:ext cx="2002200" cy="1451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spAutoFit/>
          </a:bodyPr>
          <a:lstStyle xmlns:a="http://schemas.openxmlformats.org/drawingml/2006/main">
            <a:lvl1pPr marL="457200" indent="-228600" algn="l">
              <a:lnSpc>
                <a:spcPct val="110000"/>
              </a:lnSpc>
              <a:spcBef>
                <a:spcPts val="0"/>
              </a:spcBef>
              <a:spcAft>
                <a:spcPts val="0"/>
              </a:spcAft>
              <a:buClr>
                <a:schemeClr val="dk1"/>
              </a:buClr>
              <a:buSzPts val="900"/>
              <a:buFont typeface="Arial"/>
              <a:buNone/>
              <a:defRPr sz="900">
                <a:solidFill>
                  <a:schemeClr val="dk1"/>
                </a:solidFill>
              </a:defRPr>
            </a:lvl1pPr>
            <a:lvl2pPr marL="914400" indent="-228600" algn="l">
              <a:lnSpc>
                <a:spcPct val="90000"/>
              </a:lnSpc>
              <a:spcBef>
                <a:spcPts val="225"/>
              </a:spcBef>
              <a:spcAft>
                <a:spcPts val="0"/>
              </a:spcAft>
              <a:buClr>
                <a:schemeClr val="dk1"/>
              </a:buClr>
              <a:buSzPts val="525"/>
              <a:buNone/>
              <a:defRPr sz="525"/>
            </a:lvl2pPr>
            <a:lvl3pPr marL="1371600" indent="-228600" algn="l">
              <a:lnSpc>
                <a:spcPct val="90000"/>
              </a:lnSpc>
              <a:spcBef>
                <a:spcPts val="1200"/>
              </a:spcBef>
              <a:spcAft>
                <a:spcPts val="0"/>
              </a:spcAft>
              <a:buClr>
                <a:schemeClr val="dk1"/>
              </a:buClr>
              <a:buSzPts val="450"/>
              <a:buNone/>
              <a:defRPr sz="450"/>
            </a:lvl3pPr>
            <a:lvl4pPr marL="1828800" indent="-228600" algn="l">
              <a:lnSpc>
                <a:spcPct val="90000"/>
              </a:lnSpc>
              <a:spcBef>
                <a:spcPts val="1200"/>
              </a:spcBef>
              <a:spcAft>
                <a:spcPts val="0"/>
              </a:spcAft>
              <a:buClr>
                <a:schemeClr val="dk1"/>
              </a:buClr>
              <a:buSzPts val="375"/>
              <a:buNone/>
              <a:defRPr sz="375"/>
            </a:lvl4pPr>
            <a:lvl5pPr marL="2286000" indent="-228600" algn="l">
              <a:lnSpc>
                <a:spcPct val="90000"/>
              </a:lnSpc>
              <a:spcBef>
                <a:spcPts val="1200"/>
              </a:spcBef>
              <a:spcAft>
                <a:spcPts val="0"/>
              </a:spcAft>
              <a:buClr>
                <a:schemeClr val="dk1"/>
              </a:buClr>
              <a:buSzPts val="375"/>
              <a:buNone/>
              <a:defRPr sz="375"/>
            </a:lvl5pPr>
            <a:lvl6pPr marL="2743200" indent="-228600" algn="l">
              <a:lnSpc>
                <a:spcPct val="90000"/>
              </a:lnSpc>
              <a:spcBef>
                <a:spcPts val="1200"/>
              </a:spcBef>
              <a:spcAft>
                <a:spcPts val="0"/>
              </a:spcAft>
              <a:buClr>
                <a:schemeClr val="dk1"/>
              </a:buClr>
              <a:buSzPts val="375"/>
              <a:buNone/>
              <a:defRPr sz="375"/>
            </a:lvl6pPr>
            <a:lvl7pPr marL="3200400" indent="-228600" algn="l">
              <a:lnSpc>
                <a:spcPct val="90000"/>
              </a:lnSpc>
              <a:spcBef>
                <a:spcPts val="1200"/>
              </a:spcBef>
              <a:spcAft>
                <a:spcPts val="0"/>
              </a:spcAft>
              <a:buClr>
                <a:schemeClr val="dk1"/>
              </a:buClr>
              <a:buSzPts val="375"/>
              <a:buNone/>
              <a:defRPr sz="375"/>
            </a:lvl7pPr>
            <a:lvl8pPr marL="3657600" indent="-228600" algn="l">
              <a:lnSpc>
                <a:spcPct val="90000"/>
              </a:lnSpc>
              <a:spcBef>
                <a:spcPts val="1200"/>
              </a:spcBef>
              <a:spcAft>
                <a:spcPts val="0"/>
              </a:spcAft>
              <a:buClr>
                <a:schemeClr val="dk1"/>
              </a:buClr>
              <a:buSzPts val="375"/>
              <a:buNone/>
              <a:defRPr sz="375"/>
            </a:lvl8pPr>
            <a:lvl9pPr marL="4114800" indent="-228600" algn="l">
              <a:lnSpc>
                <a:spcPct val="90000"/>
              </a:lnSpc>
              <a:spcBef>
                <a:spcPts val="1200"/>
              </a:spcBef>
              <a:spcAft>
                <a:spcPts val="1200"/>
              </a:spcAft>
              <a:buClr>
                <a:schemeClr val="dk1"/>
              </a:buClr>
              <a:buSzPts val="375"/>
              <a:buNone/>
              <a:defRPr sz="375"/>
            </a:lvl9pPr>
          </a:lstStyle>
          <a:p xmlns:a="http://schemas.openxmlformats.org/drawingml/2006/main"/>
        </p:txBody>
      </p:sp>
      <p:sp>
        <p:nvSpPr>
          <p:cNvPr id="255" name="Google Shape;255;p43">
            <a:extLst xmlns:a="http://schemas.openxmlformats.org/drawingml/2006/main">
              <a:ext uri="{FF2B5EF4-FFF2-40B4-BE49-F238E27FC236}">
                <a16:creationId xmlns:a16="http://schemas.microsoft.com/office/drawing/2014/main" id="{B715A230-05EE-4E3B-9724-7C5F6BD77AC2}"/>
              </a:ext>
            </a:extLst>
          </p:cNvPr>
          <p:cNvSpPr>
            <a:spLocks xmlns:a="http://schemas.openxmlformats.org/drawingml/2006/main" noGrp="1"/>
          </p:cNvSpPr>
          <p:nvPr>
            <p:ph type="body" idx="4"/>
          </p:nvPr>
        </p:nvSpPr>
        <p:spPr>
          <a:xfrm xmlns:a="http://schemas.openxmlformats.org/drawingml/2006/main">
            <a:off x="228600" y="2900150"/>
            <a:ext cx="2002200" cy="1451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spAutoFit/>
          </a:bodyPr>
          <a:lstStyle xmlns:a="http://schemas.openxmlformats.org/drawingml/2006/main">
            <a:lvl1pPr marL="457200" indent="-228600" algn="l">
              <a:lnSpc>
                <a:spcPct val="110000"/>
              </a:lnSpc>
              <a:spcBef>
                <a:spcPts val="0"/>
              </a:spcBef>
              <a:spcAft>
                <a:spcPts val="0"/>
              </a:spcAft>
              <a:buClr>
                <a:schemeClr val="dk1"/>
              </a:buClr>
              <a:buSzPts val="900"/>
              <a:buFont typeface="Arial"/>
              <a:buNone/>
              <a:defRPr sz="900">
                <a:solidFill>
                  <a:schemeClr val="dk1"/>
                </a:solidFill>
              </a:defRPr>
            </a:lvl1pPr>
            <a:lvl2pPr marL="914400" indent="-228600" algn="l">
              <a:lnSpc>
                <a:spcPct val="90000"/>
              </a:lnSpc>
              <a:spcBef>
                <a:spcPts val="225"/>
              </a:spcBef>
              <a:spcAft>
                <a:spcPts val="0"/>
              </a:spcAft>
              <a:buClr>
                <a:schemeClr val="dk1"/>
              </a:buClr>
              <a:buSzPts val="525"/>
              <a:buNone/>
              <a:defRPr sz="525"/>
            </a:lvl2pPr>
            <a:lvl3pPr marL="1371600" indent="-228600" algn="l">
              <a:lnSpc>
                <a:spcPct val="90000"/>
              </a:lnSpc>
              <a:spcBef>
                <a:spcPts val="1200"/>
              </a:spcBef>
              <a:spcAft>
                <a:spcPts val="0"/>
              </a:spcAft>
              <a:buClr>
                <a:schemeClr val="dk1"/>
              </a:buClr>
              <a:buSzPts val="450"/>
              <a:buNone/>
              <a:defRPr sz="450"/>
            </a:lvl3pPr>
            <a:lvl4pPr marL="1828800" indent="-228600" algn="l">
              <a:lnSpc>
                <a:spcPct val="90000"/>
              </a:lnSpc>
              <a:spcBef>
                <a:spcPts val="1200"/>
              </a:spcBef>
              <a:spcAft>
                <a:spcPts val="0"/>
              </a:spcAft>
              <a:buClr>
                <a:schemeClr val="dk1"/>
              </a:buClr>
              <a:buSzPts val="375"/>
              <a:buNone/>
              <a:defRPr sz="375"/>
            </a:lvl4pPr>
            <a:lvl5pPr marL="2286000" indent="-228600" algn="l">
              <a:lnSpc>
                <a:spcPct val="90000"/>
              </a:lnSpc>
              <a:spcBef>
                <a:spcPts val="1200"/>
              </a:spcBef>
              <a:spcAft>
                <a:spcPts val="0"/>
              </a:spcAft>
              <a:buClr>
                <a:schemeClr val="dk1"/>
              </a:buClr>
              <a:buSzPts val="375"/>
              <a:buNone/>
              <a:defRPr sz="375"/>
            </a:lvl5pPr>
            <a:lvl6pPr marL="2743200" indent="-228600" algn="l">
              <a:lnSpc>
                <a:spcPct val="90000"/>
              </a:lnSpc>
              <a:spcBef>
                <a:spcPts val="1200"/>
              </a:spcBef>
              <a:spcAft>
                <a:spcPts val="0"/>
              </a:spcAft>
              <a:buClr>
                <a:schemeClr val="dk1"/>
              </a:buClr>
              <a:buSzPts val="375"/>
              <a:buNone/>
              <a:defRPr sz="375"/>
            </a:lvl6pPr>
            <a:lvl7pPr marL="3200400" indent="-228600" algn="l">
              <a:lnSpc>
                <a:spcPct val="90000"/>
              </a:lnSpc>
              <a:spcBef>
                <a:spcPts val="1200"/>
              </a:spcBef>
              <a:spcAft>
                <a:spcPts val="0"/>
              </a:spcAft>
              <a:buClr>
                <a:schemeClr val="dk1"/>
              </a:buClr>
              <a:buSzPts val="375"/>
              <a:buNone/>
              <a:defRPr sz="375"/>
            </a:lvl7pPr>
            <a:lvl8pPr marL="3657600" indent="-228600" algn="l">
              <a:lnSpc>
                <a:spcPct val="90000"/>
              </a:lnSpc>
              <a:spcBef>
                <a:spcPts val="1200"/>
              </a:spcBef>
              <a:spcAft>
                <a:spcPts val="0"/>
              </a:spcAft>
              <a:buClr>
                <a:schemeClr val="dk1"/>
              </a:buClr>
              <a:buSzPts val="375"/>
              <a:buNone/>
              <a:defRPr sz="375"/>
            </a:lvl8pPr>
            <a:lvl9pPr marL="4114800" indent="-228600" algn="l">
              <a:lnSpc>
                <a:spcPct val="90000"/>
              </a:lnSpc>
              <a:spcBef>
                <a:spcPts val="1200"/>
              </a:spcBef>
              <a:spcAft>
                <a:spcPts val="1200"/>
              </a:spcAft>
              <a:buClr>
                <a:schemeClr val="dk1"/>
              </a:buClr>
              <a:buSzPts val="375"/>
              <a:buNone/>
              <a:defRPr sz="375"/>
            </a:lvl9pPr>
          </a:lstStyle>
          <a:p xmlns:a="http://schemas.openxmlformats.org/drawingml/2006/main"/>
        </p:txBody>
      </p:sp>
      <p:sp>
        <p:nvSpPr>
          <p:cNvPr id="256" name="Google Shape;256;p43">
            <a:extLst xmlns:a="http://schemas.openxmlformats.org/drawingml/2006/main">
              <a:ext uri="{FF2B5EF4-FFF2-40B4-BE49-F238E27FC236}">
                <a16:creationId xmlns:a16="http://schemas.microsoft.com/office/drawing/2014/main" id="{2875853A-DA3B-436B-B486-7AB5566BF00F}"/>
              </a:ext>
            </a:extLst>
          </p:cNvPr>
          <p:cNvSpPr>
            <a:spLocks xmlns:a="http://schemas.openxmlformats.org/drawingml/2006/main" noGrp="1"/>
          </p:cNvSpPr>
          <p:nvPr>
            <p:ph type="body" idx="5"/>
          </p:nvPr>
        </p:nvSpPr>
        <p:spPr>
          <a:xfrm xmlns:a="http://schemas.openxmlformats.org/drawingml/2006/main">
            <a:off x="2474261" y="2900150"/>
            <a:ext cx="2002200" cy="1451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spAutoFit/>
          </a:bodyPr>
          <a:lstStyle xmlns:a="http://schemas.openxmlformats.org/drawingml/2006/main">
            <a:lvl1pPr marL="457200" indent="-228600" algn="l">
              <a:lnSpc>
                <a:spcPct val="110000"/>
              </a:lnSpc>
              <a:spcBef>
                <a:spcPts val="0"/>
              </a:spcBef>
              <a:spcAft>
                <a:spcPts val="0"/>
              </a:spcAft>
              <a:buClr>
                <a:schemeClr val="dk1"/>
              </a:buClr>
              <a:buSzPts val="900"/>
              <a:buFont typeface="Arial"/>
              <a:buNone/>
              <a:defRPr sz="900">
                <a:solidFill>
                  <a:schemeClr val="dk1"/>
                </a:solidFill>
              </a:defRPr>
            </a:lvl1pPr>
            <a:lvl2pPr marL="914400" indent="-228600" algn="l">
              <a:lnSpc>
                <a:spcPct val="90000"/>
              </a:lnSpc>
              <a:spcBef>
                <a:spcPts val="225"/>
              </a:spcBef>
              <a:spcAft>
                <a:spcPts val="0"/>
              </a:spcAft>
              <a:buClr>
                <a:schemeClr val="dk1"/>
              </a:buClr>
              <a:buSzPts val="525"/>
              <a:buNone/>
              <a:defRPr sz="525"/>
            </a:lvl2pPr>
            <a:lvl3pPr marL="1371600" indent="-228600" algn="l">
              <a:lnSpc>
                <a:spcPct val="90000"/>
              </a:lnSpc>
              <a:spcBef>
                <a:spcPts val="1200"/>
              </a:spcBef>
              <a:spcAft>
                <a:spcPts val="0"/>
              </a:spcAft>
              <a:buClr>
                <a:schemeClr val="dk1"/>
              </a:buClr>
              <a:buSzPts val="450"/>
              <a:buNone/>
              <a:defRPr sz="450"/>
            </a:lvl3pPr>
            <a:lvl4pPr marL="1828800" indent="-228600" algn="l">
              <a:lnSpc>
                <a:spcPct val="90000"/>
              </a:lnSpc>
              <a:spcBef>
                <a:spcPts val="1200"/>
              </a:spcBef>
              <a:spcAft>
                <a:spcPts val="0"/>
              </a:spcAft>
              <a:buClr>
                <a:schemeClr val="dk1"/>
              </a:buClr>
              <a:buSzPts val="375"/>
              <a:buNone/>
              <a:defRPr sz="375"/>
            </a:lvl4pPr>
            <a:lvl5pPr marL="2286000" indent="-228600" algn="l">
              <a:lnSpc>
                <a:spcPct val="90000"/>
              </a:lnSpc>
              <a:spcBef>
                <a:spcPts val="1200"/>
              </a:spcBef>
              <a:spcAft>
                <a:spcPts val="0"/>
              </a:spcAft>
              <a:buClr>
                <a:schemeClr val="dk1"/>
              </a:buClr>
              <a:buSzPts val="375"/>
              <a:buNone/>
              <a:defRPr sz="375"/>
            </a:lvl5pPr>
            <a:lvl6pPr marL="2743200" indent="-228600" algn="l">
              <a:lnSpc>
                <a:spcPct val="90000"/>
              </a:lnSpc>
              <a:spcBef>
                <a:spcPts val="1200"/>
              </a:spcBef>
              <a:spcAft>
                <a:spcPts val="0"/>
              </a:spcAft>
              <a:buClr>
                <a:schemeClr val="dk1"/>
              </a:buClr>
              <a:buSzPts val="375"/>
              <a:buNone/>
              <a:defRPr sz="375"/>
            </a:lvl6pPr>
            <a:lvl7pPr marL="3200400" indent="-228600" algn="l">
              <a:lnSpc>
                <a:spcPct val="90000"/>
              </a:lnSpc>
              <a:spcBef>
                <a:spcPts val="1200"/>
              </a:spcBef>
              <a:spcAft>
                <a:spcPts val="0"/>
              </a:spcAft>
              <a:buClr>
                <a:schemeClr val="dk1"/>
              </a:buClr>
              <a:buSzPts val="375"/>
              <a:buNone/>
              <a:defRPr sz="375"/>
            </a:lvl7pPr>
            <a:lvl8pPr marL="3657600" indent="-228600" algn="l">
              <a:lnSpc>
                <a:spcPct val="90000"/>
              </a:lnSpc>
              <a:spcBef>
                <a:spcPts val="1200"/>
              </a:spcBef>
              <a:spcAft>
                <a:spcPts val="0"/>
              </a:spcAft>
              <a:buClr>
                <a:schemeClr val="dk1"/>
              </a:buClr>
              <a:buSzPts val="375"/>
              <a:buNone/>
              <a:defRPr sz="375"/>
            </a:lvl8pPr>
            <a:lvl9pPr marL="4114800" indent="-228600" algn="l">
              <a:lnSpc>
                <a:spcPct val="90000"/>
              </a:lnSpc>
              <a:spcBef>
                <a:spcPts val="1200"/>
              </a:spcBef>
              <a:spcAft>
                <a:spcPts val="1200"/>
              </a:spcAft>
              <a:buClr>
                <a:schemeClr val="dk1"/>
              </a:buClr>
              <a:buSzPts val="375"/>
              <a:buNone/>
              <a:defRPr sz="375"/>
            </a:lvl9pPr>
          </a:lstStyle>
          <a:p xmlns:a="http://schemas.openxmlformats.org/drawingml/2006/main"/>
        </p:txBody>
      </p:sp>
      <p:sp>
        <p:nvSpPr>
          <p:cNvPr id="257" name="Google Shape;257;p43">
            <a:extLst xmlns:a="http://schemas.openxmlformats.org/drawingml/2006/main">
              <a:ext uri="{FF2B5EF4-FFF2-40B4-BE49-F238E27FC236}">
                <a16:creationId xmlns:a16="http://schemas.microsoft.com/office/drawing/2014/main" id="{7B40FCC3-9111-474D-8792-A913509F0CA5}"/>
              </a:ext>
            </a:extLst>
          </p:cNvPr>
          <p:cNvSpPr>
            <a:spLocks xmlns:a="http://schemas.openxmlformats.org/drawingml/2006/main" noGrp="1"/>
          </p:cNvSpPr>
          <p:nvPr>
            <p:ph type="pic" idx="6"/>
          </p:nvPr>
        </p:nvSpPr>
        <p:spPr>
          <a:xfrm xmlns:a="http://schemas.openxmlformats.org/drawingml/2006/main">
            <a:off x="4645150" y="228600"/>
            <a:ext cx="4270500" cy="4487400"/>
          </a:xfrm>
          <a:prstGeom xmlns:a="http://schemas.openxmlformats.org/drawingml/2006/main" prst="roundRect">
            <a:avLst>
              <a:gd name="adj" fmla="val 1374"/>
            </a:avLst>
          </a:prstGeom>
          <a:noFill xmlns:a="http://schemas.openxmlformats.org/drawingml/2006/main"/>
          <a:ln xmlns:a="http://schemas.openxmlformats.org/drawingml/2006/main">
            <a:noFill/>
          </a:ln>
        </p:spPr>
      </p:sp>
      <p:pic>
        <p:nvPicPr>
          <p:cNvPr id="266" name="Google Shape;258;p43"/>
          <p:cNvPicPr>
            <a:picLocks xmlns:a="http://schemas.openxmlformats.org/drawingml/2006/main" noChangeAspect="1"/>
          </p:cNvPicPr>
          <p:nvPr/>
        </p:nvPicPr>
        <p:blipFill>
          <a:blip xmlns:r="http://schemas.openxmlformats.org/officeDocument/2006/relationships" xmlns:a="http://schemas.openxmlformats.org/drawingml/2006/main" r:embed="R4cfe64870a884c16">
            <a:alphaModFix/>
          </a:blip>
          <a:stretch xmlns:a="http://schemas.openxmlformats.org/drawingml/2006/main">
            <a:fillRect l="0" t="0" r="0" b="0"/>
          </a:stretch>
        </p:blipFill>
        <p:spPr>
          <a:xfrm xmlns:a="http://schemas.openxmlformats.org/drawingml/2006/main">
            <a:off x="228600" y="4836074"/>
            <a:ext cx="153925" cy="153925"/>
          </a:xfrm>
          <a:prstGeom xmlns:a="http://schemas.openxmlformats.org/drawingml/2006/main" prst="rect">
            <a:avLst/>
          </a:prstGeom>
          <a:ln xmlns:a="http://schemas.openxmlformats.org/drawingml/2006/main">
            <a:noFill/>
          </a:ln>
        </p:spPr>
      </p:pic>
    </p:spTree>
  </p:cSld>
</p:sldLayout>
</file>

<file path=ppt/slideLayouts/slideLayout43.xml><?xml version="1.0" encoding="utf-8"?>
<p:sldLayout xmlns:p="http://schemas.openxmlformats.org/presentationml/2006/main" matchingName="Content - 4 text boxes + Image left">
  <p:cSld name="Title + 4 columns_1_1_1">
    <p:bg>
      <p:bgPr>
        <a:solidFill xmlns:a="http://schemas.openxmlformats.org/drawingml/2006/main">
          <a:schemeClr val="lt1"/>
        </a:solidFill>
      </p:bgPr>
    </p:bg>
    <p:spTree>
      <p:nvGrpSpPr>
        <p:cNvPr id="1" name=""/>
        <p:cNvGrpSpPr/>
        <p:nvPr/>
      </p:nvGrpSpPr>
      <p:grpSpPr>
        <a:xfrm xmlns:a="http://schemas.openxmlformats.org/drawingml/2006/main"/>
      </p:grpSpPr>
      <p:sp>
        <p:nvSpPr>
          <p:cNvPr id="260" name="Google Shape;260;p44">
            <a:extLst xmlns:a="http://schemas.openxmlformats.org/drawingml/2006/main">
              <a:ext uri="{FF2B5EF4-FFF2-40B4-BE49-F238E27FC236}">
                <a16:creationId xmlns:a16="http://schemas.microsoft.com/office/drawing/2014/main" id="{9172E57E-3EB9-41BB-8755-A6C8227AC9A3}"/>
              </a:ext>
            </a:extLst>
          </p:cNvPr>
          <p:cNvSpPr>
            <a:spLocks xmlns:a="http://schemas.openxmlformats.org/drawingml/2006/main" noGrp="1"/>
          </p:cNvSpPr>
          <p:nvPr>
            <p:ph type="body" idx="1"/>
          </p:nvPr>
        </p:nvSpPr>
        <p:spPr>
          <a:xfrm xmlns:a="http://schemas.openxmlformats.org/drawingml/2006/main">
            <a:off x="4642865" y="164051"/>
            <a:ext cx="1948200" cy="160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noAutofit/>
          </a:bodyPr>
          <a:lstStyle xmlns:a="http://schemas.openxmlformats.org/drawingml/2006/main">
            <a:lvl1pPr marL="457200" indent="-228600" algn="l">
              <a:lnSpc>
                <a:spcPct val="90000"/>
              </a:lnSpc>
              <a:spcBef>
                <a:spcPts val="375"/>
              </a:spcBef>
              <a:spcAft>
                <a:spcPts val="0"/>
              </a:spcAft>
              <a:buClr>
                <a:schemeClr val="dk2"/>
              </a:buClr>
              <a:buSzPts val="750"/>
              <a:buFont typeface="Arial"/>
              <a:buNone/>
              <a:defRPr sz="750">
                <a:solidFill>
                  <a:schemeClr val="dk2"/>
                </a:solidFill>
              </a:defRPr>
            </a:lvl1pPr>
            <a:lvl2pPr marL="914400" indent="-271463" algn="l">
              <a:lnSpc>
                <a:spcPct val="90000"/>
              </a:lnSpc>
              <a:spcBef>
                <a:spcPts val="1200"/>
              </a:spcBef>
              <a:spcAft>
                <a:spcPts val="0"/>
              </a:spcAft>
              <a:buClr>
                <a:schemeClr val="dk1"/>
              </a:buClr>
              <a:buSzPts val="675"/>
              <a:buChar char="○"/>
              <a:defRPr sz="900"/>
            </a:lvl2pPr>
            <a:lvl3pPr marL="1371600" indent="-271463" algn="l">
              <a:lnSpc>
                <a:spcPct val="90000"/>
              </a:lnSpc>
              <a:spcBef>
                <a:spcPts val="1200"/>
              </a:spcBef>
              <a:spcAft>
                <a:spcPts val="0"/>
              </a:spcAft>
              <a:buClr>
                <a:schemeClr val="dk1"/>
              </a:buClr>
              <a:buSzPts val="675"/>
              <a:buChar char="■"/>
              <a:defRPr sz="750"/>
            </a:lvl3pPr>
            <a:lvl4pPr marL="1828800" indent="-271463" algn="l">
              <a:lnSpc>
                <a:spcPct val="90000"/>
              </a:lnSpc>
              <a:spcBef>
                <a:spcPts val="1200"/>
              </a:spcBef>
              <a:spcAft>
                <a:spcPts val="0"/>
              </a:spcAft>
              <a:buClr>
                <a:schemeClr val="dk1"/>
              </a:buClr>
              <a:buSzPts val="675"/>
              <a:buChar char="●"/>
              <a:defRPr sz="675"/>
            </a:lvl4pPr>
            <a:lvl5pPr marL="2286000" indent="-271463" algn="l">
              <a:lnSpc>
                <a:spcPct val="90000"/>
              </a:lnSpc>
              <a:spcBef>
                <a:spcPts val="1200"/>
              </a:spcBef>
              <a:spcAft>
                <a:spcPts val="0"/>
              </a:spcAft>
              <a:buClr>
                <a:schemeClr val="dk1"/>
              </a:buClr>
              <a:buSzPts val="675"/>
              <a:buChar char="○"/>
              <a:defRPr sz="675"/>
            </a:lvl5pPr>
            <a:lvl6pPr marL="2743200" indent="-271463" algn="l">
              <a:lnSpc>
                <a:spcPct val="90000"/>
              </a:lnSpc>
              <a:spcBef>
                <a:spcPts val="1200"/>
              </a:spcBef>
              <a:spcAft>
                <a:spcPts val="0"/>
              </a:spcAft>
              <a:buClr>
                <a:schemeClr val="dk1"/>
              </a:buClr>
              <a:buSzPts val="675"/>
              <a:buChar char="■"/>
              <a:defRPr sz="675"/>
            </a:lvl6pPr>
            <a:lvl7pPr marL="3200400" indent="-271463" algn="l">
              <a:lnSpc>
                <a:spcPct val="90000"/>
              </a:lnSpc>
              <a:spcBef>
                <a:spcPts val="1200"/>
              </a:spcBef>
              <a:spcAft>
                <a:spcPts val="0"/>
              </a:spcAft>
              <a:buClr>
                <a:schemeClr val="dk1"/>
              </a:buClr>
              <a:buSzPts val="675"/>
              <a:buChar char="●"/>
              <a:defRPr sz="675"/>
            </a:lvl7pPr>
            <a:lvl8pPr marL="3657600" indent="-271463" algn="l">
              <a:lnSpc>
                <a:spcPct val="90000"/>
              </a:lnSpc>
              <a:spcBef>
                <a:spcPts val="1200"/>
              </a:spcBef>
              <a:spcAft>
                <a:spcPts val="0"/>
              </a:spcAft>
              <a:buClr>
                <a:schemeClr val="dk1"/>
              </a:buClr>
              <a:buSzPts val="675"/>
              <a:buChar char="○"/>
              <a:defRPr sz="675"/>
            </a:lvl8pPr>
            <a:lvl9pPr marL="4114800" indent="-271463" algn="l">
              <a:lnSpc>
                <a:spcPct val="90000"/>
              </a:lnSpc>
              <a:spcBef>
                <a:spcPts val="1200"/>
              </a:spcBef>
              <a:spcAft>
                <a:spcPts val="1200"/>
              </a:spcAft>
              <a:buClr>
                <a:schemeClr val="dk1"/>
              </a:buClr>
              <a:buSzPts val="675"/>
              <a:buChar char="■"/>
              <a:defRPr sz="675"/>
            </a:lvl9pPr>
          </a:lstStyle>
          <a:p xmlns:a="http://schemas.openxmlformats.org/drawingml/2006/main"/>
        </p:txBody>
      </p:sp>
      <p:sp>
        <p:nvSpPr>
          <p:cNvPr id="261" name="Google Shape;261;p44">
            <a:extLst xmlns:a="http://schemas.openxmlformats.org/drawingml/2006/main">
              <a:ext uri="{FF2B5EF4-FFF2-40B4-BE49-F238E27FC236}">
                <a16:creationId xmlns:a16="http://schemas.microsoft.com/office/drawing/2014/main" id="{7C9854AB-4092-4E49-AFF8-D3DD354E412D}"/>
              </a:ext>
            </a:extLst>
          </p:cNvPr>
          <p:cNvSpPr>
            <a:spLocks xmlns:a="http://schemas.openxmlformats.org/drawingml/2006/main" noGrp="1"/>
          </p:cNvSpPr>
          <p:nvPr>
            <p:ph type="title" idx="0"/>
          </p:nvPr>
        </p:nvSpPr>
        <p:spPr>
          <a:xfrm xmlns:a="http://schemas.openxmlformats.org/drawingml/2006/main">
            <a:off x="4642865" y="295836"/>
            <a:ext cx="2334600" cy="657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noAutofit/>
          </a:bodyPr>
          <a:lstStyle xmlns:a="http://schemas.openxmlformats.org/drawingml/2006/main">
            <a:lvl1pPr algn="l">
              <a:lnSpc>
                <a:spcPct val="90000"/>
              </a:lnSpc>
              <a:spcBef>
                <a:spcPts val="0"/>
              </a:spcBef>
              <a:spcAft>
                <a:spcPts val="0"/>
              </a:spcAft>
              <a:buClr>
                <a:schemeClr val="dk1"/>
              </a:buClr>
              <a:buSzPts val="2250"/>
              <a:buFont typeface="Arial"/>
              <a:buNone/>
              <a:defRPr sz="2250"/>
            </a:lvl1pPr>
            <a:lvl2pPr>
              <a:spcBef>
                <a:spcPts val="0"/>
              </a:spcBef>
              <a:spcAft>
                <a:spcPts val="0"/>
              </a:spcAft>
              <a:buSzPts val="525"/>
              <a:buNone/>
              <a:defRPr sz="675"/>
            </a:lvl2pPr>
            <a:lvl3pPr>
              <a:spcBef>
                <a:spcPts val="0"/>
              </a:spcBef>
              <a:spcAft>
                <a:spcPts val="0"/>
              </a:spcAft>
              <a:buSzPts val="525"/>
              <a:buNone/>
              <a:defRPr sz="675"/>
            </a:lvl3pPr>
            <a:lvl4pPr>
              <a:spcBef>
                <a:spcPts val="0"/>
              </a:spcBef>
              <a:spcAft>
                <a:spcPts val="0"/>
              </a:spcAft>
              <a:buSzPts val="525"/>
              <a:buNone/>
              <a:defRPr sz="675"/>
            </a:lvl4pPr>
            <a:lvl5pPr>
              <a:spcBef>
                <a:spcPts val="0"/>
              </a:spcBef>
              <a:spcAft>
                <a:spcPts val="0"/>
              </a:spcAft>
              <a:buSzPts val="525"/>
              <a:buNone/>
              <a:defRPr sz="675"/>
            </a:lvl5pPr>
            <a:lvl6pPr>
              <a:spcBef>
                <a:spcPts val="0"/>
              </a:spcBef>
              <a:spcAft>
                <a:spcPts val="0"/>
              </a:spcAft>
              <a:buSzPts val="525"/>
              <a:buNone/>
              <a:defRPr sz="675"/>
            </a:lvl6pPr>
            <a:lvl7pPr>
              <a:spcBef>
                <a:spcPts val="0"/>
              </a:spcBef>
              <a:spcAft>
                <a:spcPts val="0"/>
              </a:spcAft>
              <a:buSzPts val="525"/>
              <a:buNone/>
              <a:defRPr sz="675"/>
            </a:lvl7pPr>
            <a:lvl8pPr>
              <a:spcBef>
                <a:spcPts val="0"/>
              </a:spcBef>
              <a:spcAft>
                <a:spcPts val="0"/>
              </a:spcAft>
              <a:buSzPts val="525"/>
              <a:buNone/>
              <a:defRPr sz="675"/>
            </a:lvl8pPr>
            <a:lvl9pPr>
              <a:spcBef>
                <a:spcPts val="0"/>
              </a:spcBef>
              <a:spcAft>
                <a:spcPts val="0"/>
              </a:spcAft>
              <a:buSzPts val="525"/>
              <a:buNone/>
              <a:defRPr sz="675"/>
            </a:lvl9pPr>
          </a:lstStyle>
          <a:p xmlns:a="http://schemas.openxmlformats.org/drawingml/2006/main"/>
        </p:txBody>
      </p:sp>
      <p:sp>
        <p:nvSpPr>
          <p:cNvPr id="262" name="Google Shape;262;p44">
            <a:extLst xmlns:a="http://schemas.openxmlformats.org/drawingml/2006/main">
              <a:ext uri="{FF2B5EF4-FFF2-40B4-BE49-F238E27FC236}">
                <a16:creationId xmlns:a16="http://schemas.microsoft.com/office/drawing/2014/main" id="{7FFF7842-FA64-4ACD-A877-9B25A6008221}"/>
              </a:ext>
            </a:extLst>
          </p:cNvPr>
          <p:cNvSpPr>
            <a:spLocks xmlns:a="http://schemas.openxmlformats.org/drawingml/2006/main" noGrp="1"/>
          </p:cNvSpPr>
          <p:nvPr>
            <p:ph type="body" idx="2"/>
          </p:nvPr>
        </p:nvSpPr>
        <p:spPr>
          <a:xfrm xmlns:a="http://schemas.openxmlformats.org/drawingml/2006/main">
            <a:off x="4642865" y="1077375"/>
            <a:ext cx="2002200" cy="1451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spAutoFit/>
          </a:bodyPr>
          <a:lstStyle xmlns:a="http://schemas.openxmlformats.org/drawingml/2006/main">
            <a:lvl1pPr marL="457200" indent="-228600" algn="l">
              <a:lnSpc>
                <a:spcPct val="110000"/>
              </a:lnSpc>
              <a:spcBef>
                <a:spcPts val="0"/>
              </a:spcBef>
              <a:spcAft>
                <a:spcPts val="0"/>
              </a:spcAft>
              <a:buClr>
                <a:schemeClr val="dk1"/>
              </a:buClr>
              <a:buSzPts val="900"/>
              <a:buFont typeface="Arial"/>
              <a:buNone/>
              <a:defRPr sz="900">
                <a:solidFill>
                  <a:schemeClr val="dk1"/>
                </a:solidFill>
              </a:defRPr>
            </a:lvl1pPr>
            <a:lvl2pPr marL="914400" indent="-228600" algn="l">
              <a:lnSpc>
                <a:spcPct val="90000"/>
              </a:lnSpc>
              <a:spcBef>
                <a:spcPts val="225"/>
              </a:spcBef>
              <a:spcAft>
                <a:spcPts val="0"/>
              </a:spcAft>
              <a:buClr>
                <a:schemeClr val="dk1"/>
              </a:buClr>
              <a:buSzPts val="525"/>
              <a:buNone/>
              <a:defRPr sz="525"/>
            </a:lvl2pPr>
            <a:lvl3pPr marL="1371600" indent="-228600" algn="l">
              <a:lnSpc>
                <a:spcPct val="90000"/>
              </a:lnSpc>
              <a:spcBef>
                <a:spcPts val="1200"/>
              </a:spcBef>
              <a:spcAft>
                <a:spcPts val="0"/>
              </a:spcAft>
              <a:buClr>
                <a:schemeClr val="dk1"/>
              </a:buClr>
              <a:buSzPts val="450"/>
              <a:buNone/>
              <a:defRPr sz="450"/>
            </a:lvl3pPr>
            <a:lvl4pPr marL="1828800" indent="-228600" algn="l">
              <a:lnSpc>
                <a:spcPct val="90000"/>
              </a:lnSpc>
              <a:spcBef>
                <a:spcPts val="1200"/>
              </a:spcBef>
              <a:spcAft>
                <a:spcPts val="0"/>
              </a:spcAft>
              <a:buClr>
                <a:schemeClr val="dk1"/>
              </a:buClr>
              <a:buSzPts val="375"/>
              <a:buNone/>
              <a:defRPr sz="375"/>
            </a:lvl4pPr>
            <a:lvl5pPr marL="2286000" indent="-228600" algn="l">
              <a:lnSpc>
                <a:spcPct val="90000"/>
              </a:lnSpc>
              <a:spcBef>
                <a:spcPts val="1200"/>
              </a:spcBef>
              <a:spcAft>
                <a:spcPts val="0"/>
              </a:spcAft>
              <a:buClr>
                <a:schemeClr val="dk1"/>
              </a:buClr>
              <a:buSzPts val="375"/>
              <a:buNone/>
              <a:defRPr sz="375"/>
            </a:lvl5pPr>
            <a:lvl6pPr marL="2743200" indent="-228600" algn="l">
              <a:lnSpc>
                <a:spcPct val="90000"/>
              </a:lnSpc>
              <a:spcBef>
                <a:spcPts val="1200"/>
              </a:spcBef>
              <a:spcAft>
                <a:spcPts val="0"/>
              </a:spcAft>
              <a:buClr>
                <a:schemeClr val="dk1"/>
              </a:buClr>
              <a:buSzPts val="375"/>
              <a:buNone/>
              <a:defRPr sz="375"/>
            </a:lvl6pPr>
            <a:lvl7pPr marL="3200400" indent="-228600" algn="l">
              <a:lnSpc>
                <a:spcPct val="90000"/>
              </a:lnSpc>
              <a:spcBef>
                <a:spcPts val="1200"/>
              </a:spcBef>
              <a:spcAft>
                <a:spcPts val="0"/>
              </a:spcAft>
              <a:buClr>
                <a:schemeClr val="dk1"/>
              </a:buClr>
              <a:buSzPts val="375"/>
              <a:buNone/>
              <a:defRPr sz="375"/>
            </a:lvl7pPr>
            <a:lvl8pPr marL="3657600" indent="-228600" algn="l">
              <a:lnSpc>
                <a:spcPct val="90000"/>
              </a:lnSpc>
              <a:spcBef>
                <a:spcPts val="1200"/>
              </a:spcBef>
              <a:spcAft>
                <a:spcPts val="0"/>
              </a:spcAft>
              <a:buClr>
                <a:schemeClr val="dk1"/>
              </a:buClr>
              <a:buSzPts val="375"/>
              <a:buNone/>
              <a:defRPr sz="375"/>
            </a:lvl8pPr>
            <a:lvl9pPr marL="4114800" indent="-228600" algn="l">
              <a:lnSpc>
                <a:spcPct val="90000"/>
              </a:lnSpc>
              <a:spcBef>
                <a:spcPts val="1200"/>
              </a:spcBef>
              <a:spcAft>
                <a:spcPts val="1200"/>
              </a:spcAft>
              <a:buClr>
                <a:schemeClr val="dk1"/>
              </a:buClr>
              <a:buSzPts val="375"/>
              <a:buNone/>
              <a:defRPr sz="375"/>
            </a:lvl9pPr>
          </a:lstStyle>
          <a:p xmlns:a="http://schemas.openxmlformats.org/drawingml/2006/main"/>
        </p:txBody>
      </p:sp>
      <p:sp>
        <p:nvSpPr>
          <p:cNvPr id="263" name="Google Shape;263;p44">
            <a:extLst xmlns:a="http://schemas.openxmlformats.org/drawingml/2006/main">
              <a:ext uri="{FF2B5EF4-FFF2-40B4-BE49-F238E27FC236}">
                <a16:creationId xmlns:a16="http://schemas.microsoft.com/office/drawing/2014/main" id="{68704719-06D6-4EEB-A976-335654709EEB}"/>
              </a:ext>
            </a:extLst>
          </p:cNvPr>
          <p:cNvSpPr>
            <a:spLocks xmlns:a="http://schemas.openxmlformats.org/drawingml/2006/main" noGrp="1"/>
          </p:cNvSpPr>
          <p:nvPr>
            <p:ph type="body" idx="3"/>
          </p:nvPr>
        </p:nvSpPr>
        <p:spPr>
          <a:xfrm xmlns:a="http://schemas.openxmlformats.org/drawingml/2006/main">
            <a:off x="6888526" y="1077375"/>
            <a:ext cx="2002200" cy="1451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spAutoFit/>
          </a:bodyPr>
          <a:lstStyle xmlns:a="http://schemas.openxmlformats.org/drawingml/2006/main">
            <a:lvl1pPr marL="457200" indent="-228600" algn="l">
              <a:lnSpc>
                <a:spcPct val="110000"/>
              </a:lnSpc>
              <a:spcBef>
                <a:spcPts val="0"/>
              </a:spcBef>
              <a:spcAft>
                <a:spcPts val="0"/>
              </a:spcAft>
              <a:buClr>
                <a:schemeClr val="dk1"/>
              </a:buClr>
              <a:buSzPts val="900"/>
              <a:buFont typeface="Arial"/>
              <a:buNone/>
              <a:defRPr sz="900">
                <a:solidFill>
                  <a:schemeClr val="dk1"/>
                </a:solidFill>
              </a:defRPr>
            </a:lvl1pPr>
            <a:lvl2pPr marL="914400" indent="-228600" algn="l">
              <a:lnSpc>
                <a:spcPct val="90000"/>
              </a:lnSpc>
              <a:spcBef>
                <a:spcPts val="225"/>
              </a:spcBef>
              <a:spcAft>
                <a:spcPts val="0"/>
              </a:spcAft>
              <a:buClr>
                <a:schemeClr val="dk1"/>
              </a:buClr>
              <a:buSzPts val="525"/>
              <a:buNone/>
              <a:defRPr sz="525"/>
            </a:lvl2pPr>
            <a:lvl3pPr marL="1371600" indent="-228600" algn="l">
              <a:lnSpc>
                <a:spcPct val="90000"/>
              </a:lnSpc>
              <a:spcBef>
                <a:spcPts val="1200"/>
              </a:spcBef>
              <a:spcAft>
                <a:spcPts val="0"/>
              </a:spcAft>
              <a:buClr>
                <a:schemeClr val="dk1"/>
              </a:buClr>
              <a:buSzPts val="450"/>
              <a:buNone/>
              <a:defRPr sz="450"/>
            </a:lvl3pPr>
            <a:lvl4pPr marL="1828800" indent="-228600" algn="l">
              <a:lnSpc>
                <a:spcPct val="90000"/>
              </a:lnSpc>
              <a:spcBef>
                <a:spcPts val="1200"/>
              </a:spcBef>
              <a:spcAft>
                <a:spcPts val="0"/>
              </a:spcAft>
              <a:buClr>
                <a:schemeClr val="dk1"/>
              </a:buClr>
              <a:buSzPts val="375"/>
              <a:buNone/>
              <a:defRPr sz="375"/>
            </a:lvl4pPr>
            <a:lvl5pPr marL="2286000" indent="-228600" algn="l">
              <a:lnSpc>
                <a:spcPct val="90000"/>
              </a:lnSpc>
              <a:spcBef>
                <a:spcPts val="1200"/>
              </a:spcBef>
              <a:spcAft>
                <a:spcPts val="0"/>
              </a:spcAft>
              <a:buClr>
                <a:schemeClr val="dk1"/>
              </a:buClr>
              <a:buSzPts val="375"/>
              <a:buNone/>
              <a:defRPr sz="375"/>
            </a:lvl5pPr>
            <a:lvl6pPr marL="2743200" indent="-228600" algn="l">
              <a:lnSpc>
                <a:spcPct val="90000"/>
              </a:lnSpc>
              <a:spcBef>
                <a:spcPts val="1200"/>
              </a:spcBef>
              <a:spcAft>
                <a:spcPts val="0"/>
              </a:spcAft>
              <a:buClr>
                <a:schemeClr val="dk1"/>
              </a:buClr>
              <a:buSzPts val="375"/>
              <a:buNone/>
              <a:defRPr sz="375"/>
            </a:lvl6pPr>
            <a:lvl7pPr marL="3200400" indent="-228600" algn="l">
              <a:lnSpc>
                <a:spcPct val="90000"/>
              </a:lnSpc>
              <a:spcBef>
                <a:spcPts val="1200"/>
              </a:spcBef>
              <a:spcAft>
                <a:spcPts val="0"/>
              </a:spcAft>
              <a:buClr>
                <a:schemeClr val="dk1"/>
              </a:buClr>
              <a:buSzPts val="375"/>
              <a:buNone/>
              <a:defRPr sz="375"/>
            </a:lvl7pPr>
            <a:lvl8pPr marL="3657600" indent="-228600" algn="l">
              <a:lnSpc>
                <a:spcPct val="90000"/>
              </a:lnSpc>
              <a:spcBef>
                <a:spcPts val="1200"/>
              </a:spcBef>
              <a:spcAft>
                <a:spcPts val="0"/>
              </a:spcAft>
              <a:buClr>
                <a:schemeClr val="dk1"/>
              </a:buClr>
              <a:buSzPts val="375"/>
              <a:buNone/>
              <a:defRPr sz="375"/>
            </a:lvl8pPr>
            <a:lvl9pPr marL="4114800" indent="-228600" algn="l">
              <a:lnSpc>
                <a:spcPct val="90000"/>
              </a:lnSpc>
              <a:spcBef>
                <a:spcPts val="1200"/>
              </a:spcBef>
              <a:spcAft>
                <a:spcPts val="1200"/>
              </a:spcAft>
              <a:buClr>
                <a:schemeClr val="dk1"/>
              </a:buClr>
              <a:buSzPts val="375"/>
              <a:buNone/>
              <a:defRPr sz="375"/>
            </a:lvl9pPr>
          </a:lstStyle>
          <a:p xmlns:a="http://schemas.openxmlformats.org/drawingml/2006/main"/>
        </p:txBody>
      </p:sp>
      <p:sp>
        <p:nvSpPr>
          <p:cNvPr id="264" name="Google Shape;264;p44">
            <a:extLst xmlns:a="http://schemas.openxmlformats.org/drawingml/2006/main">
              <a:ext uri="{FF2B5EF4-FFF2-40B4-BE49-F238E27FC236}">
                <a16:creationId xmlns:a16="http://schemas.microsoft.com/office/drawing/2014/main" id="{AF82EB02-EB5F-4CD3-BC7E-BCDFAC04F11E}"/>
              </a:ext>
            </a:extLst>
          </p:cNvPr>
          <p:cNvSpPr>
            <a:spLocks xmlns:a="http://schemas.openxmlformats.org/drawingml/2006/main" noGrp="1"/>
          </p:cNvSpPr>
          <p:nvPr>
            <p:ph type="body" idx="4"/>
          </p:nvPr>
        </p:nvSpPr>
        <p:spPr>
          <a:xfrm xmlns:a="http://schemas.openxmlformats.org/drawingml/2006/main">
            <a:off x="4670088" y="2900150"/>
            <a:ext cx="2002200" cy="1451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spAutoFit/>
          </a:bodyPr>
          <a:lstStyle xmlns:a="http://schemas.openxmlformats.org/drawingml/2006/main">
            <a:lvl1pPr marL="457200" indent="-228600" algn="l">
              <a:lnSpc>
                <a:spcPct val="110000"/>
              </a:lnSpc>
              <a:spcBef>
                <a:spcPts val="0"/>
              </a:spcBef>
              <a:spcAft>
                <a:spcPts val="0"/>
              </a:spcAft>
              <a:buClr>
                <a:schemeClr val="dk1"/>
              </a:buClr>
              <a:buSzPts val="900"/>
              <a:buFont typeface="Arial"/>
              <a:buNone/>
              <a:defRPr sz="900">
                <a:solidFill>
                  <a:schemeClr val="dk1"/>
                </a:solidFill>
              </a:defRPr>
            </a:lvl1pPr>
            <a:lvl2pPr marL="914400" indent="-228600" algn="l">
              <a:lnSpc>
                <a:spcPct val="90000"/>
              </a:lnSpc>
              <a:spcBef>
                <a:spcPts val="225"/>
              </a:spcBef>
              <a:spcAft>
                <a:spcPts val="0"/>
              </a:spcAft>
              <a:buClr>
                <a:schemeClr val="dk1"/>
              </a:buClr>
              <a:buSzPts val="525"/>
              <a:buNone/>
              <a:defRPr sz="525"/>
            </a:lvl2pPr>
            <a:lvl3pPr marL="1371600" indent="-228600" algn="l">
              <a:lnSpc>
                <a:spcPct val="90000"/>
              </a:lnSpc>
              <a:spcBef>
                <a:spcPts val="1200"/>
              </a:spcBef>
              <a:spcAft>
                <a:spcPts val="0"/>
              </a:spcAft>
              <a:buClr>
                <a:schemeClr val="dk1"/>
              </a:buClr>
              <a:buSzPts val="450"/>
              <a:buNone/>
              <a:defRPr sz="450"/>
            </a:lvl3pPr>
            <a:lvl4pPr marL="1828800" indent="-228600" algn="l">
              <a:lnSpc>
                <a:spcPct val="90000"/>
              </a:lnSpc>
              <a:spcBef>
                <a:spcPts val="1200"/>
              </a:spcBef>
              <a:spcAft>
                <a:spcPts val="0"/>
              </a:spcAft>
              <a:buClr>
                <a:schemeClr val="dk1"/>
              </a:buClr>
              <a:buSzPts val="375"/>
              <a:buNone/>
              <a:defRPr sz="375"/>
            </a:lvl4pPr>
            <a:lvl5pPr marL="2286000" indent="-228600" algn="l">
              <a:lnSpc>
                <a:spcPct val="90000"/>
              </a:lnSpc>
              <a:spcBef>
                <a:spcPts val="1200"/>
              </a:spcBef>
              <a:spcAft>
                <a:spcPts val="0"/>
              </a:spcAft>
              <a:buClr>
                <a:schemeClr val="dk1"/>
              </a:buClr>
              <a:buSzPts val="375"/>
              <a:buNone/>
              <a:defRPr sz="375"/>
            </a:lvl5pPr>
            <a:lvl6pPr marL="2743200" indent="-228600" algn="l">
              <a:lnSpc>
                <a:spcPct val="90000"/>
              </a:lnSpc>
              <a:spcBef>
                <a:spcPts val="1200"/>
              </a:spcBef>
              <a:spcAft>
                <a:spcPts val="0"/>
              </a:spcAft>
              <a:buClr>
                <a:schemeClr val="dk1"/>
              </a:buClr>
              <a:buSzPts val="375"/>
              <a:buNone/>
              <a:defRPr sz="375"/>
            </a:lvl6pPr>
            <a:lvl7pPr marL="3200400" indent="-228600" algn="l">
              <a:lnSpc>
                <a:spcPct val="90000"/>
              </a:lnSpc>
              <a:spcBef>
                <a:spcPts val="1200"/>
              </a:spcBef>
              <a:spcAft>
                <a:spcPts val="0"/>
              </a:spcAft>
              <a:buClr>
                <a:schemeClr val="dk1"/>
              </a:buClr>
              <a:buSzPts val="375"/>
              <a:buNone/>
              <a:defRPr sz="375"/>
            </a:lvl7pPr>
            <a:lvl8pPr marL="3657600" indent="-228600" algn="l">
              <a:lnSpc>
                <a:spcPct val="90000"/>
              </a:lnSpc>
              <a:spcBef>
                <a:spcPts val="1200"/>
              </a:spcBef>
              <a:spcAft>
                <a:spcPts val="0"/>
              </a:spcAft>
              <a:buClr>
                <a:schemeClr val="dk1"/>
              </a:buClr>
              <a:buSzPts val="375"/>
              <a:buNone/>
              <a:defRPr sz="375"/>
            </a:lvl8pPr>
            <a:lvl9pPr marL="4114800" indent="-228600" algn="l">
              <a:lnSpc>
                <a:spcPct val="90000"/>
              </a:lnSpc>
              <a:spcBef>
                <a:spcPts val="1200"/>
              </a:spcBef>
              <a:spcAft>
                <a:spcPts val="1200"/>
              </a:spcAft>
              <a:buClr>
                <a:schemeClr val="dk1"/>
              </a:buClr>
              <a:buSzPts val="375"/>
              <a:buNone/>
              <a:defRPr sz="375"/>
            </a:lvl9pPr>
          </a:lstStyle>
          <a:p xmlns:a="http://schemas.openxmlformats.org/drawingml/2006/main"/>
        </p:txBody>
      </p:sp>
      <p:sp>
        <p:nvSpPr>
          <p:cNvPr id="265" name="Google Shape;265;p44">
            <a:extLst xmlns:a="http://schemas.openxmlformats.org/drawingml/2006/main">
              <a:ext uri="{FF2B5EF4-FFF2-40B4-BE49-F238E27FC236}">
                <a16:creationId xmlns:a16="http://schemas.microsoft.com/office/drawing/2014/main" id="{D21A45F9-84DB-45F7-84B5-8983D4F0DFCA}"/>
              </a:ext>
            </a:extLst>
          </p:cNvPr>
          <p:cNvSpPr>
            <a:spLocks xmlns:a="http://schemas.openxmlformats.org/drawingml/2006/main" noGrp="1"/>
          </p:cNvSpPr>
          <p:nvPr>
            <p:ph type="body" idx="5"/>
          </p:nvPr>
        </p:nvSpPr>
        <p:spPr>
          <a:xfrm xmlns:a="http://schemas.openxmlformats.org/drawingml/2006/main">
            <a:off x="6915749" y="2900150"/>
            <a:ext cx="2002200" cy="1451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spAutoFit/>
          </a:bodyPr>
          <a:lstStyle xmlns:a="http://schemas.openxmlformats.org/drawingml/2006/main">
            <a:lvl1pPr marL="457200" indent="-228600" algn="l">
              <a:lnSpc>
                <a:spcPct val="110000"/>
              </a:lnSpc>
              <a:spcBef>
                <a:spcPts val="0"/>
              </a:spcBef>
              <a:spcAft>
                <a:spcPts val="0"/>
              </a:spcAft>
              <a:buClr>
                <a:schemeClr val="dk1"/>
              </a:buClr>
              <a:buSzPts val="900"/>
              <a:buFont typeface="Arial"/>
              <a:buNone/>
              <a:defRPr sz="900">
                <a:solidFill>
                  <a:schemeClr val="dk1"/>
                </a:solidFill>
              </a:defRPr>
            </a:lvl1pPr>
            <a:lvl2pPr marL="914400" indent="-228600" algn="l">
              <a:lnSpc>
                <a:spcPct val="90000"/>
              </a:lnSpc>
              <a:spcBef>
                <a:spcPts val="225"/>
              </a:spcBef>
              <a:spcAft>
                <a:spcPts val="0"/>
              </a:spcAft>
              <a:buClr>
                <a:schemeClr val="dk1"/>
              </a:buClr>
              <a:buSzPts val="525"/>
              <a:buNone/>
              <a:defRPr sz="525"/>
            </a:lvl2pPr>
            <a:lvl3pPr marL="1371600" indent="-228600" algn="l">
              <a:lnSpc>
                <a:spcPct val="90000"/>
              </a:lnSpc>
              <a:spcBef>
                <a:spcPts val="1200"/>
              </a:spcBef>
              <a:spcAft>
                <a:spcPts val="0"/>
              </a:spcAft>
              <a:buClr>
                <a:schemeClr val="dk1"/>
              </a:buClr>
              <a:buSzPts val="450"/>
              <a:buNone/>
              <a:defRPr sz="450"/>
            </a:lvl3pPr>
            <a:lvl4pPr marL="1828800" indent="-228600" algn="l">
              <a:lnSpc>
                <a:spcPct val="90000"/>
              </a:lnSpc>
              <a:spcBef>
                <a:spcPts val="1200"/>
              </a:spcBef>
              <a:spcAft>
                <a:spcPts val="0"/>
              </a:spcAft>
              <a:buClr>
                <a:schemeClr val="dk1"/>
              </a:buClr>
              <a:buSzPts val="375"/>
              <a:buNone/>
              <a:defRPr sz="375"/>
            </a:lvl4pPr>
            <a:lvl5pPr marL="2286000" indent="-228600" algn="l">
              <a:lnSpc>
                <a:spcPct val="90000"/>
              </a:lnSpc>
              <a:spcBef>
                <a:spcPts val="1200"/>
              </a:spcBef>
              <a:spcAft>
                <a:spcPts val="0"/>
              </a:spcAft>
              <a:buClr>
                <a:schemeClr val="dk1"/>
              </a:buClr>
              <a:buSzPts val="375"/>
              <a:buNone/>
              <a:defRPr sz="375"/>
            </a:lvl5pPr>
            <a:lvl6pPr marL="2743200" indent="-228600" algn="l">
              <a:lnSpc>
                <a:spcPct val="90000"/>
              </a:lnSpc>
              <a:spcBef>
                <a:spcPts val="1200"/>
              </a:spcBef>
              <a:spcAft>
                <a:spcPts val="0"/>
              </a:spcAft>
              <a:buClr>
                <a:schemeClr val="dk1"/>
              </a:buClr>
              <a:buSzPts val="375"/>
              <a:buNone/>
              <a:defRPr sz="375"/>
            </a:lvl6pPr>
            <a:lvl7pPr marL="3200400" indent="-228600" algn="l">
              <a:lnSpc>
                <a:spcPct val="90000"/>
              </a:lnSpc>
              <a:spcBef>
                <a:spcPts val="1200"/>
              </a:spcBef>
              <a:spcAft>
                <a:spcPts val="0"/>
              </a:spcAft>
              <a:buClr>
                <a:schemeClr val="dk1"/>
              </a:buClr>
              <a:buSzPts val="375"/>
              <a:buNone/>
              <a:defRPr sz="375"/>
            </a:lvl7pPr>
            <a:lvl8pPr marL="3657600" indent="-228600" algn="l">
              <a:lnSpc>
                <a:spcPct val="90000"/>
              </a:lnSpc>
              <a:spcBef>
                <a:spcPts val="1200"/>
              </a:spcBef>
              <a:spcAft>
                <a:spcPts val="0"/>
              </a:spcAft>
              <a:buClr>
                <a:schemeClr val="dk1"/>
              </a:buClr>
              <a:buSzPts val="375"/>
              <a:buNone/>
              <a:defRPr sz="375"/>
            </a:lvl8pPr>
            <a:lvl9pPr marL="4114800" indent="-228600" algn="l">
              <a:lnSpc>
                <a:spcPct val="90000"/>
              </a:lnSpc>
              <a:spcBef>
                <a:spcPts val="1200"/>
              </a:spcBef>
              <a:spcAft>
                <a:spcPts val="1200"/>
              </a:spcAft>
              <a:buClr>
                <a:schemeClr val="dk1"/>
              </a:buClr>
              <a:buSzPts val="375"/>
              <a:buNone/>
              <a:defRPr sz="375"/>
            </a:lvl9pPr>
          </a:lstStyle>
          <a:p xmlns:a="http://schemas.openxmlformats.org/drawingml/2006/main"/>
        </p:txBody>
      </p:sp>
      <p:sp>
        <p:nvSpPr>
          <p:cNvPr id="266" name="Google Shape;266;p44">
            <a:extLst xmlns:a="http://schemas.openxmlformats.org/drawingml/2006/main">
              <a:ext uri="{FF2B5EF4-FFF2-40B4-BE49-F238E27FC236}">
                <a16:creationId xmlns:a16="http://schemas.microsoft.com/office/drawing/2014/main" id="{86024EE0-8FEE-4B38-925E-2AA776FC47B4}"/>
              </a:ext>
            </a:extLst>
          </p:cNvPr>
          <p:cNvSpPr>
            <a:spLocks xmlns:a="http://schemas.openxmlformats.org/drawingml/2006/main" noGrp="1"/>
          </p:cNvSpPr>
          <p:nvPr>
            <p:ph type="pic" idx="6"/>
          </p:nvPr>
        </p:nvSpPr>
        <p:spPr>
          <a:xfrm xmlns:a="http://schemas.openxmlformats.org/drawingml/2006/main">
            <a:off x="228600" y="228600"/>
            <a:ext cx="4270500" cy="4487400"/>
          </a:xfrm>
          <a:prstGeom xmlns:a="http://schemas.openxmlformats.org/drawingml/2006/main" prst="roundRect">
            <a:avLst>
              <a:gd name="adj" fmla="val 1374"/>
            </a:avLst>
          </a:prstGeom>
          <a:noFill xmlns:a="http://schemas.openxmlformats.org/drawingml/2006/main"/>
          <a:ln xmlns:a="http://schemas.openxmlformats.org/drawingml/2006/main">
            <a:noFill/>
          </a:ln>
        </p:spPr>
      </p:sp>
      <p:pic>
        <p:nvPicPr>
          <p:cNvPr id="275" name="Google Shape;267;p44"/>
          <p:cNvPicPr>
            <a:picLocks xmlns:a="http://schemas.openxmlformats.org/drawingml/2006/main" noChangeAspect="1"/>
          </p:cNvPicPr>
          <p:nvPr/>
        </p:nvPicPr>
        <p:blipFill>
          <a:blip xmlns:r="http://schemas.openxmlformats.org/officeDocument/2006/relationships" xmlns:a="http://schemas.openxmlformats.org/drawingml/2006/main" r:embed="Ra6790b57d6c7443c">
            <a:alphaModFix/>
          </a:blip>
          <a:stretch xmlns:a="http://schemas.openxmlformats.org/drawingml/2006/main">
            <a:fillRect l="0" t="0" r="0" b="0"/>
          </a:stretch>
        </p:blipFill>
        <p:spPr>
          <a:xfrm xmlns:a="http://schemas.openxmlformats.org/drawingml/2006/main">
            <a:off x="228600" y="4836074"/>
            <a:ext cx="153925" cy="153925"/>
          </a:xfrm>
          <a:prstGeom xmlns:a="http://schemas.openxmlformats.org/drawingml/2006/main" prst="rect">
            <a:avLst/>
          </a:prstGeom>
          <a:ln xmlns:a="http://schemas.openxmlformats.org/drawingml/2006/main">
            <a:noFill/>
          </a:ln>
        </p:spPr>
      </p:pic>
    </p:spTree>
  </p:cSld>
</p:sldLayout>
</file>

<file path=ppt/slideLayouts/slideLayout44.xml><?xml version="1.0" encoding="utf-8"?>
<p:sldLayout xmlns:p="http://schemas.openxmlformats.org/presentationml/2006/main" matchingName="Content - 4 text boxes + Image left 1">
  <p:cSld name="Title + 4 columns_1_1_1_1">
    <p:bg>
      <p:bgPr>
        <a:solidFill xmlns:a="http://schemas.openxmlformats.org/drawingml/2006/main">
          <a:schemeClr val="lt1"/>
        </a:solidFill>
      </p:bgPr>
    </p:bg>
    <p:spTree>
      <p:nvGrpSpPr>
        <p:cNvPr id="1" name=""/>
        <p:cNvGrpSpPr/>
        <p:nvPr/>
      </p:nvGrpSpPr>
      <p:grpSpPr>
        <a:xfrm xmlns:a="http://schemas.openxmlformats.org/drawingml/2006/main"/>
      </p:grpSpPr>
      <p:sp>
        <p:nvSpPr>
          <p:cNvPr id="269" name="Google Shape;269;p45">
            <a:extLst xmlns:a="http://schemas.openxmlformats.org/drawingml/2006/main">
              <a:ext uri="{FF2B5EF4-FFF2-40B4-BE49-F238E27FC236}">
                <a16:creationId xmlns:a16="http://schemas.microsoft.com/office/drawing/2014/main" id="{F683BEE6-72E5-4FA5-B5DE-67A3526EF7DB}"/>
              </a:ext>
            </a:extLst>
          </p:cNvPr>
          <p:cNvSpPr>
            <a:spLocks xmlns:a="http://schemas.openxmlformats.org/drawingml/2006/main" noGrp="1"/>
          </p:cNvSpPr>
          <p:nvPr>
            <p:ph type="body" idx="1"/>
          </p:nvPr>
        </p:nvSpPr>
        <p:spPr>
          <a:xfrm xmlns:a="http://schemas.openxmlformats.org/drawingml/2006/main">
            <a:off x="4642865" y="164051"/>
            <a:ext cx="1948200" cy="160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noAutofit/>
          </a:bodyPr>
          <a:lstStyle xmlns:a="http://schemas.openxmlformats.org/drawingml/2006/main">
            <a:lvl1pPr marL="457200" indent="-228600" algn="l">
              <a:lnSpc>
                <a:spcPct val="90000"/>
              </a:lnSpc>
              <a:spcBef>
                <a:spcPts val="375"/>
              </a:spcBef>
              <a:spcAft>
                <a:spcPts val="0"/>
              </a:spcAft>
              <a:buClr>
                <a:schemeClr val="dk2"/>
              </a:buClr>
              <a:buSzPts val="750"/>
              <a:buFont typeface="Arial"/>
              <a:buNone/>
              <a:defRPr sz="750">
                <a:solidFill>
                  <a:schemeClr val="dk2"/>
                </a:solidFill>
              </a:defRPr>
            </a:lvl1pPr>
            <a:lvl2pPr marL="914400" indent="-271463" algn="l">
              <a:lnSpc>
                <a:spcPct val="90000"/>
              </a:lnSpc>
              <a:spcBef>
                <a:spcPts val="1200"/>
              </a:spcBef>
              <a:spcAft>
                <a:spcPts val="0"/>
              </a:spcAft>
              <a:buClr>
                <a:schemeClr val="dk1"/>
              </a:buClr>
              <a:buSzPts val="675"/>
              <a:buChar char="○"/>
              <a:defRPr sz="900"/>
            </a:lvl2pPr>
            <a:lvl3pPr marL="1371600" indent="-271463" algn="l">
              <a:lnSpc>
                <a:spcPct val="90000"/>
              </a:lnSpc>
              <a:spcBef>
                <a:spcPts val="1200"/>
              </a:spcBef>
              <a:spcAft>
                <a:spcPts val="0"/>
              </a:spcAft>
              <a:buClr>
                <a:schemeClr val="dk1"/>
              </a:buClr>
              <a:buSzPts val="675"/>
              <a:buChar char="■"/>
              <a:defRPr sz="750"/>
            </a:lvl3pPr>
            <a:lvl4pPr marL="1828800" indent="-271463" algn="l">
              <a:lnSpc>
                <a:spcPct val="90000"/>
              </a:lnSpc>
              <a:spcBef>
                <a:spcPts val="1200"/>
              </a:spcBef>
              <a:spcAft>
                <a:spcPts val="0"/>
              </a:spcAft>
              <a:buClr>
                <a:schemeClr val="dk1"/>
              </a:buClr>
              <a:buSzPts val="675"/>
              <a:buChar char="●"/>
              <a:defRPr sz="675"/>
            </a:lvl4pPr>
            <a:lvl5pPr marL="2286000" indent="-271463" algn="l">
              <a:lnSpc>
                <a:spcPct val="90000"/>
              </a:lnSpc>
              <a:spcBef>
                <a:spcPts val="1200"/>
              </a:spcBef>
              <a:spcAft>
                <a:spcPts val="0"/>
              </a:spcAft>
              <a:buClr>
                <a:schemeClr val="dk1"/>
              </a:buClr>
              <a:buSzPts val="675"/>
              <a:buChar char="○"/>
              <a:defRPr sz="675"/>
            </a:lvl5pPr>
            <a:lvl6pPr marL="2743200" indent="-271463" algn="l">
              <a:lnSpc>
                <a:spcPct val="90000"/>
              </a:lnSpc>
              <a:spcBef>
                <a:spcPts val="1200"/>
              </a:spcBef>
              <a:spcAft>
                <a:spcPts val="0"/>
              </a:spcAft>
              <a:buClr>
                <a:schemeClr val="dk1"/>
              </a:buClr>
              <a:buSzPts val="675"/>
              <a:buChar char="■"/>
              <a:defRPr sz="675"/>
            </a:lvl6pPr>
            <a:lvl7pPr marL="3200400" indent="-271463" algn="l">
              <a:lnSpc>
                <a:spcPct val="90000"/>
              </a:lnSpc>
              <a:spcBef>
                <a:spcPts val="1200"/>
              </a:spcBef>
              <a:spcAft>
                <a:spcPts val="0"/>
              </a:spcAft>
              <a:buClr>
                <a:schemeClr val="dk1"/>
              </a:buClr>
              <a:buSzPts val="675"/>
              <a:buChar char="●"/>
              <a:defRPr sz="675"/>
            </a:lvl7pPr>
            <a:lvl8pPr marL="3657600" indent="-271463" algn="l">
              <a:lnSpc>
                <a:spcPct val="90000"/>
              </a:lnSpc>
              <a:spcBef>
                <a:spcPts val="1200"/>
              </a:spcBef>
              <a:spcAft>
                <a:spcPts val="0"/>
              </a:spcAft>
              <a:buClr>
                <a:schemeClr val="dk1"/>
              </a:buClr>
              <a:buSzPts val="675"/>
              <a:buChar char="○"/>
              <a:defRPr sz="675"/>
            </a:lvl8pPr>
            <a:lvl9pPr marL="4114800" indent="-271463" algn="l">
              <a:lnSpc>
                <a:spcPct val="90000"/>
              </a:lnSpc>
              <a:spcBef>
                <a:spcPts val="1200"/>
              </a:spcBef>
              <a:spcAft>
                <a:spcPts val="1200"/>
              </a:spcAft>
              <a:buClr>
                <a:schemeClr val="dk1"/>
              </a:buClr>
              <a:buSzPts val="675"/>
              <a:buChar char="■"/>
              <a:defRPr sz="675"/>
            </a:lvl9pPr>
          </a:lstStyle>
          <a:p xmlns:a="http://schemas.openxmlformats.org/drawingml/2006/main"/>
        </p:txBody>
      </p:sp>
      <p:sp>
        <p:nvSpPr>
          <p:cNvPr id="270" name="Google Shape;270;p45">
            <a:extLst xmlns:a="http://schemas.openxmlformats.org/drawingml/2006/main">
              <a:ext uri="{FF2B5EF4-FFF2-40B4-BE49-F238E27FC236}">
                <a16:creationId xmlns:a16="http://schemas.microsoft.com/office/drawing/2014/main" id="{EE4FCE62-3687-4A9F-ABFF-3D4DCB8CF836}"/>
              </a:ext>
            </a:extLst>
          </p:cNvPr>
          <p:cNvSpPr>
            <a:spLocks xmlns:a="http://schemas.openxmlformats.org/drawingml/2006/main" noGrp="1"/>
          </p:cNvSpPr>
          <p:nvPr>
            <p:ph type="title" idx="0"/>
          </p:nvPr>
        </p:nvSpPr>
        <p:spPr>
          <a:xfrm xmlns:a="http://schemas.openxmlformats.org/drawingml/2006/main">
            <a:off x="4642865" y="295836"/>
            <a:ext cx="2334600" cy="657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noAutofit/>
          </a:bodyPr>
          <a:lstStyle xmlns:a="http://schemas.openxmlformats.org/drawingml/2006/main">
            <a:lvl1pPr algn="l">
              <a:lnSpc>
                <a:spcPct val="90000"/>
              </a:lnSpc>
              <a:spcBef>
                <a:spcPts val="0"/>
              </a:spcBef>
              <a:spcAft>
                <a:spcPts val="0"/>
              </a:spcAft>
              <a:buClr>
                <a:schemeClr val="dk1"/>
              </a:buClr>
              <a:buSzPts val="2250"/>
              <a:buFont typeface="Arial"/>
              <a:buNone/>
              <a:defRPr sz="2250"/>
            </a:lvl1pPr>
            <a:lvl2pPr>
              <a:spcBef>
                <a:spcPts val="0"/>
              </a:spcBef>
              <a:spcAft>
                <a:spcPts val="0"/>
              </a:spcAft>
              <a:buSzPts val="525"/>
              <a:buNone/>
              <a:defRPr sz="675"/>
            </a:lvl2pPr>
            <a:lvl3pPr>
              <a:spcBef>
                <a:spcPts val="0"/>
              </a:spcBef>
              <a:spcAft>
                <a:spcPts val="0"/>
              </a:spcAft>
              <a:buSzPts val="525"/>
              <a:buNone/>
              <a:defRPr sz="675"/>
            </a:lvl3pPr>
            <a:lvl4pPr>
              <a:spcBef>
                <a:spcPts val="0"/>
              </a:spcBef>
              <a:spcAft>
                <a:spcPts val="0"/>
              </a:spcAft>
              <a:buSzPts val="525"/>
              <a:buNone/>
              <a:defRPr sz="675"/>
            </a:lvl4pPr>
            <a:lvl5pPr>
              <a:spcBef>
                <a:spcPts val="0"/>
              </a:spcBef>
              <a:spcAft>
                <a:spcPts val="0"/>
              </a:spcAft>
              <a:buSzPts val="525"/>
              <a:buNone/>
              <a:defRPr sz="675"/>
            </a:lvl5pPr>
            <a:lvl6pPr>
              <a:spcBef>
                <a:spcPts val="0"/>
              </a:spcBef>
              <a:spcAft>
                <a:spcPts val="0"/>
              </a:spcAft>
              <a:buSzPts val="525"/>
              <a:buNone/>
              <a:defRPr sz="675"/>
            </a:lvl6pPr>
            <a:lvl7pPr>
              <a:spcBef>
                <a:spcPts val="0"/>
              </a:spcBef>
              <a:spcAft>
                <a:spcPts val="0"/>
              </a:spcAft>
              <a:buSzPts val="525"/>
              <a:buNone/>
              <a:defRPr sz="675"/>
            </a:lvl7pPr>
            <a:lvl8pPr>
              <a:spcBef>
                <a:spcPts val="0"/>
              </a:spcBef>
              <a:spcAft>
                <a:spcPts val="0"/>
              </a:spcAft>
              <a:buSzPts val="525"/>
              <a:buNone/>
              <a:defRPr sz="675"/>
            </a:lvl8pPr>
            <a:lvl9pPr>
              <a:spcBef>
                <a:spcPts val="0"/>
              </a:spcBef>
              <a:spcAft>
                <a:spcPts val="0"/>
              </a:spcAft>
              <a:buSzPts val="525"/>
              <a:buNone/>
              <a:defRPr sz="675"/>
            </a:lvl9pPr>
          </a:lstStyle>
          <a:p xmlns:a="http://schemas.openxmlformats.org/drawingml/2006/main"/>
        </p:txBody>
      </p:sp>
      <p:sp>
        <p:nvSpPr>
          <p:cNvPr id="271" name="Google Shape;271;p45">
            <a:extLst xmlns:a="http://schemas.openxmlformats.org/drawingml/2006/main">
              <a:ext uri="{FF2B5EF4-FFF2-40B4-BE49-F238E27FC236}">
                <a16:creationId xmlns:a16="http://schemas.microsoft.com/office/drawing/2014/main" id="{031E9937-1FBD-46DD-8D38-FD84EC8C35CA}"/>
              </a:ext>
            </a:extLst>
          </p:cNvPr>
          <p:cNvSpPr>
            <a:spLocks xmlns:a="http://schemas.openxmlformats.org/drawingml/2006/main" noGrp="1"/>
          </p:cNvSpPr>
          <p:nvPr>
            <p:ph type="body" idx="2"/>
          </p:nvPr>
        </p:nvSpPr>
        <p:spPr>
          <a:xfrm xmlns:a="http://schemas.openxmlformats.org/drawingml/2006/main">
            <a:off x="4642886" y="1077375"/>
            <a:ext cx="4270500" cy="1451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spAutoFit/>
          </a:bodyPr>
          <a:lstStyle xmlns:a="http://schemas.openxmlformats.org/drawingml/2006/main">
            <a:lvl1pPr marL="457200" indent="-228600" algn="l">
              <a:lnSpc>
                <a:spcPct val="110000"/>
              </a:lnSpc>
              <a:spcBef>
                <a:spcPts val="0"/>
              </a:spcBef>
              <a:spcAft>
                <a:spcPts val="0"/>
              </a:spcAft>
              <a:buClr>
                <a:schemeClr val="dk1"/>
              </a:buClr>
              <a:buSzPts val="900"/>
              <a:buFont typeface="Arial"/>
              <a:buNone/>
              <a:defRPr sz="900">
                <a:solidFill>
                  <a:schemeClr val="dk1"/>
                </a:solidFill>
              </a:defRPr>
            </a:lvl1pPr>
            <a:lvl2pPr marL="914400" indent="-228600" algn="l">
              <a:lnSpc>
                <a:spcPct val="90000"/>
              </a:lnSpc>
              <a:spcBef>
                <a:spcPts val="225"/>
              </a:spcBef>
              <a:spcAft>
                <a:spcPts val="0"/>
              </a:spcAft>
              <a:buClr>
                <a:schemeClr val="dk1"/>
              </a:buClr>
              <a:buSzPts val="525"/>
              <a:buNone/>
              <a:defRPr sz="525"/>
            </a:lvl2pPr>
            <a:lvl3pPr marL="1371600" indent="-228600" algn="l">
              <a:lnSpc>
                <a:spcPct val="90000"/>
              </a:lnSpc>
              <a:spcBef>
                <a:spcPts val="1200"/>
              </a:spcBef>
              <a:spcAft>
                <a:spcPts val="0"/>
              </a:spcAft>
              <a:buClr>
                <a:schemeClr val="dk1"/>
              </a:buClr>
              <a:buSzPts val="450"/>
              <a:buNone/>
              <a:defRPr sz="450"/>
            </a:lvl3pPr>
            <a:lvl4pPr marL="1828800" indent="-228600" algn="l">
              <a:lnSpc>
                <a:spcPct val="90000"/>
              </a:lnSpc>
              <a:spcBef>
                <a:spcPts val="1200"/>
              </a:spcBef>
              <a:spcAft>
                <a:spcPts val="0"/>
              </a:spcAft>
              <a:buClr>
                <a:schemeClr val="dk1"/>
              </a:buClr>
              <a:buSzPts val="375"/>
              <a:buNone/>
              <a:defRPr sz="375"/>
            </a:lvl4pPr>
            <a:lvl5pPr marL="2286000" indent="-228600" algn="l">
              <a:lnSpc>
                <a:spcPct val="90000"/>
              </a:lnSpc>
              <a:spcBef>
                <a:spcPts val="1200"/>
              </a:spcBef>
              <a:spcAft>
                <a:spcPts val="0"/>
              </a:spcAft>
              <a:buClr>
                <a:schemeClr val="dk1"/>
              </a:buClr>
              <a:buSzPts val="375"/>
              <a:buNone/>
              <a:defRPr sz="375"/>
            </a:lvl5pPr>
            <a:lvl6pPr marL="2743200" indent="-228600" algn="l">
              <a:lnSpc>
                <a:spcPct val="90000"/>
              </a:lnSpc>
              <a:spcBef>
                <a:spcPts val="1200"/>
              </a:spcBef>
              <a:spcAft>
                <a:spcPts val="0"/>
              </a:spcAft>
              <a:buClr>
                <a:schemeClr val="dk1"/>
              </a:buClr>
              <a:buSzPts val="375"/>
              <a:buNone/>
              <a:defRPr sz="375"/>
            </a:lvl6pPr>
            <a:lvl7pPr marL="3200400" indent="-228600" algn="l">
              <a:lnSpc>
                <a:spcPct val="90000"/>
              </a:lnSpc>
              <a:spcBef>
                <a:spcPts val="1200"/>
              </a:spcBef>
              <a:spcAft>
                <a:spcPts val="0"/>
              </a:spcAft>
              <a:buClr>
                <a:schemeClr val="dk1"/>
              </a:buClr>
              <a:buSzPts val="375"/>
              <a:buNone/>
              <a:defRPr sz="375"/>
            </a:lvl7pPr>
            <a:lvl8pPr marL="3657600" indent="-228600" algn="l">
              <a:lnSpc>
                <a:spcPct val="90000"/>
              </a:lnSpc>
              <a:spcBef>
                <a:spcPts val="1200"/>
              </a:spcBef>
              <a:spcAft>
                <a:spcPts val="0"/>
              </a:spcAft>
              <a:buClr>
                <a:schemeClr val="dk1"/>
              </a:buClr>
              <a:buSzPts val="375"/>
              <a:buNone/>
              <a:defRPr sz="375"/>
            </a:lvl8pPr>
            <a:lvl9pPr marL="4114800" indent="-228600" algn="l">
              <a:lnSpc>
                <a:spcPct val="90000"/>
              </a:lnSpc>
              <a:spcBef>
                <a:spcPts val="1200"/>
              </a:spcBef>
              <a:spcAft>
                <a:spcPts val="1200"/>
              </a:spcAft>
              <a:buClr>
                <a:schemeClr val="dk1"/>
              </a:buClr>
              <a:buSzPts val="375"/>
              <a:buNone/>
              <a:defRPr sz="375"/>
            </a:lvl9pPr>
          </a:lstStyle>
          <a:p xmlns:a="http://schemas.openxmlformats.org/drawingml/2006/main"/>
        </p:txBody>
      </p:sp>
      <p:sp>
        <p:nvSpPr>
          <p:cNvPr id="272" name="Google Shape;272;p45">
            <a:extLst xmlns:a="http://schemas.openxmlformats.org/drawingml/2006/main">
              <a:ext uri="{FF2B5EF4-FFF2-40B4-BE49-F238E27FC236}">
                <a16:creationId xmlns:a16="http://schemas.microsoft.com/office/drawing/2014/main" id="{BA779B14-FDD9-444B-971A-B4FA3AE0AAA7}"/>
              </a:ext>
            </a:extLst>
          </p:cNvPr>
          <p:cNvSpPr>
            <a:spLocks xmlns:a="http://schemas.openxmlformats.org/drawingml/2006/main" noGrp="1"/>
          </p:cNvSpPr>
          <p:nvPr>
            <p:ph type="pic" idx="3"/>
          </p:nvPr>
        </p:nvSpPr>
        <p:spPr>
          <a:xfrm xmlns:a="http://schemas.openxmlformats.org/drawingml/2006/main">
            <a:off x="228600" y="228600"/>
            <a:ext cx="4270500" cy="4487400"/>
          </a:xfrm>
          <a:prstGeom xmlns:a="http://schemas.openxmlformats.org/drawingml/2006/main" prst="roundRect">
            <a:avLst>
              <a:gd name="adj" fmla="val 1374"/>
            </a:avLst>
          </a:prstGeom>
          <a:noFill xmlns:a="http://schemas.openxmlformats.org/drawingml/2006/main"/>
          <a:ln xmlns:a="http://schemas.openxmlformats.org/drawingml/2006/main">
            <a:noFill/>
          </a:ln>
        </p:spPr>
      </p:sp>
      <p:pic>
        <p:nvPicPr>
          <p:cNvPr id="278" name="Google Shape;273;p45"/>
          <p:cNvPicPr>
            <a:picLocks xmlns:a="http://schemas.openxmlformats.org/drawingml/2006/main" noChangeAspect="1"/>
          </p:cNvPicPr>
          <p:nvPr/>
        </p:nvPicPr>
        <p:blipFill>
          <a:blip xmlns:r="http://schemas.openxmlformats.org/officeDocument/2006/relationships" xmlns:a="http://schemas.openxmlformats.org/drawingml/2006/main" r:embed="R7b3335618a2f489c">
            <a:alphaModFix/>
          </a:blip>
          <a:stretch xmlns:a="http://schemas.openxmlformats.org/drawingml/2006/main">
            <a:fillRect l="0" t="0" r="0" b="0"/>
          </a:stretch>
        </p:blipFill>
        <p:spPr>
          <a:xfrm xmlns:a="http://schemas.openxmlformats.org/drawingml/2006/main">
            <a:off x="228600" y="4836074"/>
            <a:ext cx="153925" cy="153925"/>
          </a:xfrm>
          <a:prstGeom xmlns:a="http://schemas.openxmlformats.org/drawingml/2006/main" prst="rect">
            <a:avLst/>
          </a:prstGeom>
          <a:ln xmlns:a="http://schemas.openxmlformats.org/drawingml/2006/main">
            <a:noFill/>
          </a:ln>
        </p:spPr>
      </p:pic>
    </p:spTree>
  </p:cSld>
</p:sldLayout>
</file>

<file path=ppt/slideLayouts/slideLayout45.xml><?xml version="1.0" encoding="utf-8"?>
<p:sldLayout xmlns:p="http://schemas.openxmlformats.org/presentationml/2006/main" matchingName="Content - Text + Cards">
  <p:cSld name="Title + body + img section_1">
    <p:bg>
      <p:bgPr>
        <a:solidFill xmlns:a="http://schemas.openxmlformats.org/drawingml/2006/main">
          <a:schemeClr val="lt1"/>
        </a:solidFill>
      </p:bgPr>
    </p:bg>
    <p:spTree>
      <p:nvGrpSpPr>
        <p:cNvPr id="1" name=""/>
        <p:cNvGrpSpPr/>
        <p:nvPr/>
      </p:nvGrpSpPr>
      <p:grpSpPr>
        <a:xfrm xmlns:a="http://schemas.openxmlformats.org/drawingml/2006/main"/>
      </p:grpSpPr>
      <p:sp>
        <p:nvSpPr>
          <p:cNvPr id="275" name="Google Shape;275;p46">
            <a:extLst xmlns:a="http://schemas.openxmlformats.org/drawingml/2006/main">
              <a:ext uri="{FF2B5EF4-FFF2-40B4-BE49-F238E27FC236}">
                <a16:creationId xmlns:a16="http://schemas.microsoft.com/office/drawing/2014/main" id="{C69324BF-C543-4880-9BE8-B62B88873BB0}"/>
              </a:ext>
            </a:extLst>
          </p:cNvPr>
          <p:cNvSpPr>
            <a:spLocks xmlns:a="http://schemas.openxmlformats.org/drawingml/2006/main" noGrp="1"/>
          </p:cNvSpPr>
          <p:nvPr>
            <p:ph type="title" idx="0"/>
          </p:nvPr>
        </p:nvSpPr>
        <p:spPr>
          <a:xfrm xmlns:a="http://schemas.openxmlformats.org/drawingml/2006/main">
            <a:off x="201378" y="295836"/>
            <a:ext cx="2334600" cy="657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noAutofit/>
          </a:bodyPr>
          <a:lstStyle xmlns:a="http://schemas.openxmlformats.org/drawingml/2006/main">
            <a:lvl1pPr algn="l">
              <a:lnSpc>
                <a:spcPct val="90000"/>
              </a:lnSpc>
              <a:spcBef>
                <a:spcPts val="0"/>
              </a:spcBef>
              <a:spcAft>
                <a:spcPts val="0"/>
              </a:spcAft>
              <a:buClr>
                <a:schemeClr val="dk1"/>
              </a:buClr>
              <a:buSzPts val="2250"/>
              <a:buFont typeface="Arial"/>
              <a:buNone/>
              <a:defRPr sz="2250"/>
            </a:lvl1pPr>
            <a:lvl2pPr>
              <a:spcBef>
                <a:spcPts val="0"/>
              </a:spcBef>
              <a:spcAft>
                <a:spcPts val="0"/>
              </a:spcAft>
              <a:buSzPts val="525"/>
              <a:buNone/>
              <a:defRPr sz="675"/>
            </a:lvl2pPr>
            <a:lvl3pPr>
              <a:spcBef>
                <a:spcPts val="0"/>
              </a:spcBef>
              <a:spcAft>
                <a:spcPts val="0"/>
              </a:spcAft>
              <a:buSzPts val="525"/>
              <a:buNone/>
              <a:defRPr sz="675"/>
            </a:lvl3pPr>
            <a:lvl4pPr>
              <a:spcBef>
                <a:spcPts val="0"/>
              </a:spcBef>
              <a:spcAft>
                <a:spcPts val="0"/>
              </a:spcAft>
              <a:buSzPts val="525"/>
              <a:buNone/>
              <a:defRPr sz="675"/>
            </a:lvl4pPr>
            <a:lvl5pPr>
              <a:spcBef>
                <a:spcPts val="0"/>
              </a:spcBef>
              <a:spcAft>
                <a:spcPts val="0"/>
              </a:spcAft>
              <a:buSzPts val="525"/>
              <a:buNone/>
              <a:defRPr sz="675"/>
            </a:lvl5pPr>
            <a:lvl6pPr>
              <a:spcBef>
                <a:spcPts val="0"/>
              </a:spcBef>
              <a:spcAft>
                <a:spcPts val="0"/>
              </a:spcAft>
              <a:buSzPts val="525"/>
              <a:buNone/>
              <a:defRPr sz="675"/>
            </a:lvl6pPr>
            <a:lvl7pPr>
              <a:spcBef>
                <a:spcPts val="0"/>
              </a:spcBef>
              <a:spcAft>
                <a:spcPts val="0"/>
              </a:spcAft>
              <a:buSzPts val="525"/>
              <a:buNone/>
              <a:defRPr sz="675"/>
            </a:lvl7pPr>
            <a:lvl8pPr>
              <a:spcBef>
                <a:spcPts val="0"/>
              </a:spcBef>
              <a:spcAft>
                <a:spcPts val="0"/>
              </a:spcAft>
              <a:buSzPts val="525"/>
              <a:buNone/>
              <a:defRPr sz="675"/>
            </a:lvl8pPr>
            <a:lvl9pPr>
              <a:spcBef>
                <a:spcPts val="0"/>
              </a:spcBef>
              <a:spcAft>
                <a:spcPts val="0"/>
              </a:spcAft>
              <a:buSzPts val="525"/>
              <a:buNone/>
              <a:defRPr sz="675"/>
            </a:lvl9pPr>
          </a:lstStyle>
          <a:p xmlns:a="http://schemas.openxmlformats.org/drawingml/2006/main"/>
        </p:txBody>
      </p:sp>
      <p:sp>
        <p:nvSpPr>
          <p:cNvPr id="276" name="Google Shape;276;p46">
            <a:extLst xmlns:a="http://schemas.openxmlformats.org/drawingml/2006/main">
              <a:ext uri="{FF2B5EF4-FFF2-40B4-BE49-F238E27FC236}">
                <a16:creationId xmlns:a16="http://schemas.microsoft.com/office/drawing/2014/main" id="{0EBE0354-6241-4134-930E-315722D1D019}"/>
              </a:ext>
            </a:extLst>
          </p:cNvPr>
          <p:cNvSpPr>
            <a:spLocks xmlns:a="http://schemas.openxmlformats.org/drawingml/2006/main" noGrp="1"/>
          </p:cNvSpPr>
          <p:nvPr>
            <p:ph type="body" idx="1"/>
          </p:nvPr>
        </p:nvSpPr>
        <p:spPr>
          <a:xfrm xmlns:a="http://schemas.openxmlformats.org/drawingml/2006/main">
            <a:off x="201378" y="164051"/>
            <a:ext cx="1948200" cy="160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noAutofit/>
          </a:bodyPr>
          <a:lstStyle xmlns:a="http://schemas.openxmlformats.org/drawingml/2006/main">
            <a:lvl1pPr marL="457200" indent="-228600" algn="l">
              <a:lnSpc>
                <a:spcPct val="90000"/>
              </a:lnSpc>
              <a:spcBef>
                <a:spcPts val="375"/>
              </a:spcBef>
              <a:spcAft>
                <a:spcPts val="0"/>
              </a:spcAft>
              <a:buClr>
                <a:schemeClr val="dk2"/>
              </a:buClr>
              <a:buSzPts val="750"/>
              <a:buFont typeface="Arial"/>
              <a:buNone/>
              <a:defRPr sz="750">
                <a:solidFill>
                  <a:schemeClr val="dk2"/>
                </a:solidFill>
              </a:defRPr>
            </a:lvl1pPr>
            <a:lvl2pPr marL="914400" indent="-271463" algn="l">
              <a:lnSpc>
                <a:spcPct val="90000"/>
              </a:lnSpc>
              <a:spcBef>
                <a:spcPts val="1200"/>
              </a:spcBef>
              <a:spcAft>
                <a:spcPts val="0"/>
              </a:spcAft>
              <a:buClr>
                <a:schemeClr val="dk1"/>
              </a:buClr>
              <a:buSzPts val="675"/>
              <a:buChar char="○"/>
              <a:defRPr sz="900"/>
            </a:lvl2pPr>
            <a:lvl3pPr marL="1371600" indent="-271463" algn="l">
              <a:lnSpc>
                <a:spcPct val="90000"/>
              </a:lnSpc>
              <a:spcBef>
                <a:spcPts val="1200"/>
              </a:spcBef>
              <a:spcAft>
                <a:spcPts val="0"/>
              </a:spcAft>
              <a:buClr>
                <a:schemeClr val="dk1"/>
              </a:buClr>
              <a:buSzPts val="675"/>
              <a:buChar char="■"/>
              <a:defRPr sz="750"/>
            </a:lvl3pPr>
            <a:lvl4pPr marL="1828800" indent="-271463" algn="l">
              <a:lnSpc>
                <a:spcPct val="90000"/>
              </a:lnSpc>
              <a:spcBef>
                <a:spcPts val="1200"/>
              </a:spcBef>
              <a:spcAft>
                <a:spcPts val="0"/>
              </a:spcAft>
              <a:buClr>
                <a:schemeClr val="dk1"/>
              </a:buClr>
              <a:buSzPts val="675"/>
              <a:buChar char="●"/>
              <a:defRPr sz="675"/>
            </a:lvl4pPr>
            <a:lvl5pPr marL="2286000" indent="-271463" algn="l">
              <a:lnSpc>
                <a:spcPct val="90000"/>
              </a:lnSpc>
              <a:spcBef>
                <a:spcPts val="1200"/>
              </a:spcBef>
              <a:spcAft>
                <a:spcPts val="0"/>
              </a:spcAft>
              <a:buClr>
                <a:schemeClr val="dk1"/>
              </a:buClr>
              <a:buSzPts val="675"/>
              <a:buChar char="○"/>
              <a:defRPr sz="675"/>
            </a:lvl5pPr>
            <a:lvl6pPr marL="2743200" indent="-271463" algn="l">
              <a:lnSpc>
                <a:spcPct val="90000"/>
              </a:lnSpc>
              <a:spcBef>
                <a:spcPts val="1200"/>
              </a:spcBef>
              <a:spcAft>
                <a:spcPts val="0"/>
              </a:spcAft>
              <a:buClr>
                <a:schemeClr val="dk1"/>
              </a:buClr>
              <a:buSzPts val="675"/>
              <a:buChar char="■"/>
              <a:defRPr sz="675"/>
            </a:lvl6pPr>
            <a:lvl7pPr marL="3200400" indent="-271463" algn="l">
              <a:lnSpc>
                <a:spcPct val="90000"/>
              </a:lnSpc>
              <a:spcBef>
                <a:spcPts val="1200"/>
              </a:spcBef>
              <a:spcAft>
                <a:spcPts val="0"/>
              </a:spcAft>
              <a:buClr>
                <a:schemeClr val="dk1"/>
              </a:buClr>
              <a:buSzPts val="675"/>
              <a:buChar char="●"/>
              <a:defRPr sz="675"/>
            </a:lvl7pPr>
            <a:lvl8pPr marL="3657600" indent="-271463" algn="l">
              <a:lnSpc>
                <a:spcPct val="90000"/>
              </a:lnSpc>
              <a:spcBef>
                <a:spcPts val="1200"/>
              </a:spcBef>
              <a:spcAft>
                <a:spcPts val="0"/>
              </a:spcAft>
              <a:buClr>
                <a:schemeClr val="dk1"/>
              </a:buClr>
              <a:buSzPts val="675"/>
              <a:buChar char="○"/>
              <a:defRPr sz="675"/>
            </a:lvl8pPr>
            <a:lvl9pPr marL="4114800" indent="-271463" algn="l">
              <a:lnSpc>
                <a:spcPct val="90000"/>
              </a:lnSpc>
              <a:spcBef>
                <a:spcPts val="1200"/>
              </a:spcBef>
              <a:spcAft>
                <a:spcPts val="1200"/>
              </a:spcAft>
              <a:buClr>
                <a:schemeClr val="dk1"/>
              </a:buClr>
              <a:buSzPts val="675"/>
              <a:buChar char="■"/>
              <a:defRPr sz="675"/>
            </a:lvl9pPr>
          </a:lstStyle>
          <a:p xmlns:a="http://schemas.openxmlformats.org/drawingml/2006/main"/>
        </p:txBody>
      </p:sp>
      <p:sp>
        <p:nvSpPr>
          <p:cNvPr id="277" name="Google Shape;277;p46">
            <a:extLst xmlns:a="http://schemas.openxmlformats.org/drawingml/2006/main">
              <a:ext uri="{FF2B5EF4-FFF2-40B4-BE49-F238E27FC236}">
                <a16:creationId xmlns:a16="http://schemas.microsoft.com/office/drawing/2014/main" id="{5482104A-FBF1-4DBA-91CA-2D57A789D547}"/>
              </a:ext>
            </a:extLst>
          </p:cNvPr>
          <p:cNvSpPr>
            <a:spLocks xmlns:a="http://schemas.openxmlformats.org/drawingml/2006/main" noGrp="1"/>
          </p:cNvSpPr>
          <p:nvPr>
            <p:ph type="body" idx="2"/>
          </p:nvPr>
        </p:nvSpPr>
        <p:spPr>
          <a:xfrm xmlns:a="http://schemas.openxmlformats.org/drawingml/2006/main">
            <a:off x="201377" y="1311466"/>
            <a:ext cx="2859000" cy="778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spAutoFit/>
          </a:bodyPr>
          <a:lstStyle xmlns:a="http://schemas.openxmlformats.org/drawingml/2006/main">
            <a:lvl1pPr marL="457200" indent="-228600" algn="l">
              <a:lnSpc>
                <a:spcPct val="110000"/>
              </a:lnSpc>
              <a:spcBef>
                <a:spcPts val="0"/>
              </a:spcBef>
              <a:spcAft>
                <a:spcPts val="0"/>
              </a:spcAft>
              <a:buClr>
                <a:schemeClr val="dk2"/>
              </a:buClr>
              <a:buSzPts val="900"/>
              <a:buFont typeface="Arial"/>
              <a:buNone/>
              <a:defRPr sz="900">
                <a:solidFill>
                  <a:schemeClr val="dk2"/>
                </a:solidFill>
              </a:defRPr>
            </a:lvl1pPr>
            <a:lvl2pPr marL="914400" indent="-228600" algn="l">
              <a:lnSpc>
                <a:spcPct val="90000"/>
              </a:lnSpc>
              <a:spcBef>
                <a:spcPts val="225"/>
              </a:spcBef>
              <a:spcAft>
                <a:spcPts val="0"/>
              </a:spcAft>
              <a:buClr>
                <a:schemeClr val="dk1"/>
              </a:buClr>
              <a:buSzPts val="525"/>
              <a:buNone/>
              <a:defRPr sz="525"/>
            </a:lvl2pPr>
            <a:lvl3pPr marL="1371600" indent="-228600" algn="l">
              <a:lnSpc>
                <a:spcPct val="90000"/>
              </a:lnSpc>
              <a:spcBef>
                <a:spcPts val="1200"/>
              </a:spcBef>
              <a:spcAft>
                <a:spcPts val="0"/>
              </a:spcAft>
              <a:buClr>
                <a:schemeClr val="dk1"/>
              </a:buClr>
              <a:buSzPts val="450"/>
              <a:buNone/>
              <a:defRPr sz="450"/>
            </a:lvl3pPr>
            <a:lvl4pPr marL="1828800" indent="-228600" algn="l">
              <a:lnSpc>
                <a:spcPct val="90000"/>
              </a:lnSpc>
              <a:spcBef>
                <a:spcPts val="1200"/>
              </a:spcBef>
              <a:spcAft>
                <a:spcPts val="0"/>
              </a:spcAft>
              <a:buClr>
                <a:schemeClr val="dk1"/>
              </a:buClr>
              <a:buSzPts val="375"/>
              <a:buNone/>
              <a:defRPr sz="375"/>
            </a:lvl4pPr>
            <a:lvl5pPr marL="2286000" indent="-228600" algn="l">
              <a:lnSpc>
                <a:spcPct val="90000"/>
              </a:lnSpc>
              <a:spcBef>
                <a:spcPts val="1200"/>
              </a:spcBef>
              <a:spcAft>
                <a:spcPts val="0"/>
              </a:spcAft>
              <a:buClr>
                <a:schemeClr val="dk1"/>
              </a:buClr>
              <a:buSzPts val="375"/>
              <a:buNone/>
              <a:defRPr sz="375"/>
            </a:lvl5pPr>
            <a:lvl6pPr marL="2743200" indent="-228600" algn="l">
              <a:lnSpc>
                <a:spcPct val="90000"/>
              </a:lnSpc>
              <a:spcBef>
                <a:spcPts val="1200"/>
              </a:spcBef>
              <a:spcAft>
                <a:spcPts val="0"/>
              </a:spcAft>
              <a:buClr>
                <a:schemeClr val="dk1"/>
              </a:buClr>
              <a:buSzPts val="375"/>
              <a:buNone/>
              <a:defRPr sz="375"/>
            </a:lvl6pPr>
            <a:lvl7pPr marL="3200400" indent="-228600" algn="l">
              <a:lnSpc>
                <a:spcPct val="90000"/>
              </a:lnSpc>
              <a:spcBef>
                <a:spcPts val="1200"/>
              </a:spcBef>
              <a:spcAft>
                <a:spcPts val="0"/>
              </a:spcAft>
              <a:buClr>
                <a:schemeClr val="dk1"/>
              </a:buClr>
              <a:buSzPts val="375"/>
              <a:buNone/>
              <a:defRPr sz="375"/>
            </a:lvl7pPr>
            <a:lvl8pPr marL="3657600" indent="-228600" algn="l">
              <a:lnSpc>
                <a:spcPct val="90000"/>
              </a:lnSpc>
              <a:spcBef>
                <a:spcPts val="1200"/>
              </a:spcBef>
              <a:spcAft>
                <a:spcPts val="0"/>
              </a:spcAft>
              <a:buClr>
                <a:schemeClr val="dk1"/>
              </a:buClr>
              <a:buSzPts val="375"/>
              <a:buNone/>
              <a:defRPr sz="375"/>
            </a:lvl8pPr>
            <a:lvl9pPr marL="4114800" indent="-228600" algn="l">
              <a:lnSpc>
                <a:spcPct val="90000"/>
              </a:lnSpc>
              <a:spcBef>
                <a:spcPts val="1200"/>
              </a:spcBef>
              <a:spcAft>
                <a:spcPts val="1200"/>
              </a:spcAft>
              <a:buClr>
                <a:schemeClr val="dk1"/>
              </a:buClr>
              <a:buSzPts val="375"/>
              <a:buNone/>
              <a:defRPr sz="375"/>
            </a:lvl9pPr>
          </a:lstStyle>
          <a:p xmlns:a="http://schemas.openxmlformats.org/drawingml/2006/main"/>
        </p:txBody>
      </p:sp>
      <p:sp>
        <p:nvSpPr>
          <p:cNvPr id="278" name="Google Shape;278;p46">
            <a:extLst xmlns:a="http://schemas.openxmlformats.org/drawingml/2006/main">
              <a:ext uri="{FF2B5EF4-FFF2-40B4-BE49-F238E27FC236}">
                <a16:creationId xmlns:a16="http://schemas.microsoft.com/office/drawing/2014/main" id="{29941F30-039B-4DDD-BE3B-25ECF89356E1}"/>
              </a:ext>
            </a:extLst>
          </p:cNvPr>
          <p:cNvSpPr>
            <a:spLocks xmlns:a="http://schemas.openxmlformats.org/drawingml/2006/main" noGrp="1"/>
          </p:cNvSpPr>
          <p:nvPr/>
        </p:nvSpPr>
        <p:spPr>
          <a:xfrm xmlns:a="http://schemas.openxmlformats.org/drawingml/2006/main">
            <a:off x="3173025" y="225775"/>
            <a:ext cx="5742300" cy="4487400"/>
          </a:xfrm>
          <a:prstGeom xmlns:a="http://schemas.openxmlformats.org/drawingml/2006/main" prst="roundRect">
            <a:avLst>
              <a:gd name="adj" fmla="val 2619"/>
            </a:avLst>
          </a:prstGeom>
          <a:solidFill xmlns:a="http://schemas.openxmlformats.org/drawingml/2006/main">
            <a:srgbClr val="F4F2E6"/>
          </a:solidFill>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ctr">
              <a:spcBef>
                <a:spcPts val="0"/>
              </a:spcBef>
              <a:spcAft>
                <a:spcPts val="0"/>
              </a:spcAft>
              <a:buNone/>
            </a:pPr>
            <a:r>
              <a:t/>
            </a:r>
            <a:endParaRPr>
              <a:latin typeface="Inter"/>
              <a:ea typeface="Inter"/>
              <a:cs typeface="Inter"/>
            </a:endParaRPr>
          </a:p>
        </p:txBody>
      </p:sp>
      <p:pic>
        <p:nvPicPr>
          <p:cNvPr id="284" name="Google Shape;279;p46"/>
          <p:cNvPicPr>
            <a:picLocks xmlns:a="http://schemas.openxmlformats.org/drawingml/2006/main" noChangeAspect="1"/>
          </p:cNvPicPr>
          <p:nvPr/>
        </p:nvPicPr>
        <p:blipFill>
          <a:blip xmlns:r="http://schemas.openxmlformats.org/officeDocument/2006/relationships" xmlns:a="http://schemas.openxmlformats.org/drawingml/2006/main" r:embed="Rf76a7a639b8e47d4">
            <a:alphaModFix/>
          </a:blip>
          <a:stretch xmlns:a="http://schemas.openxmlformats.org/drawingml/2006/main">
            <a:fillRect l="0" t="0" r="0" b="0"/>
          </a:stretch>
        </p:blipFill>
        <p:spPr>
          <a:xfrm xmlns:a="http://schemas.openxmlformats.org/drawingml/2006/main">
            <a:off x="228600" y="4836074"/>
            <a:ext cx="153925" cy="153925"/>
          </a:xfrm>
          <a:prstGeom xmlns:a="http://schemas.openxmlformats.org/drawingml/2006/main" prst="rect">
            <a:avLst/>
          </a:prstGeom>
          <a:ln xmlns:a="http://schemas.openxmlformats.org/drawingml/2006/main">
            <a:noFill/>
          </a:ln>
        </p:spPr>
      </p:pic>
    </p:spTree>
  </p:cSld>
</p:sldLayout>
</file>

<file path=ppt/slideLayouts/slideLayout46.xml><?xml version="1.0" encoding="utf-8"?>
<p:sldLayout xmlns:p="http://schemas.openxmlformats.org/presentationml/2006/main" matchingName="Content - 3 cards a">
  <p:cSld name="3 imgs + body">
    <p:bg>
      <p:bgPr>
        <a:solidFill xmlns:a="http://schemas.openxmlformats.org/drawingml/2006/main">
          <a:schemeClr val="lt1"/>
        </a:solidFill>
      </p:bgPr>
    </p:bg>
    <p:spTree>
      <p:nvGrpSpPr>
        <p:cNvPr id="1" name=""/>
        <p:cNvGrpSpPr/>
        <p:nvPr/>
      </p:nvGrpSpPr>
      <p:grpSpPr>
        <a:xfrm xmlns:a="http://schemas.openxmlformats.org/drawingml/2006/main"/>
      </p:grpSpPr>
      <p:sp>
        <p:nvSpPr>
          <p:cNvPr id="281" name="Google Shape;281;p47">
            <a:extLst xmlns:a="http://schemas.openxmlformats.org/drawingml/2006/main">
              <a:ext uri="{FF2B5EF4-FFF2-40B4-BE49-F238E27FC236}">
                <a16:creationId xmlns:a16="http://schemas.microsoft.com/office/drawing/2014/main" id="{FBD94084-285E-48F6-A8BB-308218DD6FCE}"/>
              </a:ext>
            </a:extLst>
          </p:cNvPr>
          <p:cNvSpPr>
            <a:spLocks xmlns:a="http://schemas.openxmlformats.org/drawingml/2006/main" noGrp="1"/>
          </p:cNvSpPr>
          <p:nvPr>
            <p:ph type="body" idx="1"/>
          </p:nvPr>
        </p:nvSpPr>
        <p:spPr>
          <a:xfrm xmlns:a="http://schemas.openxmlformats.org/drawingml/2006/main">
            <a:off x="201327" y="3996251"/>
            <a:ext cx="2844900" cy="532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spAutoFit/>
          </a:bodyPr>
          <a:lstStyle xmlns:a="http://schemas.openxmlformats.org/drawingml/2006/main">
            <a:lvl1pPr marL="457200" indent="-228600" algn="l">
              <a:lnSpc>
                <a:spcPct val="110000"/>
              </a:lnSpc>
              <a:spcBef>
                <a:spcPts val="0"/>
              </a:spcBef>
              <a:spcAft>
                <a:spcPts val="0"/>
              </a:spcAft>
              <a:buClr>
                <a:schemeClr val="dk1"/>
              </a:buClr>
              <a:buSzPts val="750"/>
              <a:buFont typeface="Arial"/>
              <a:buNone/>
              <a:defRPr sz="750">
                <a:solidFill>
                  <a:schemeClr val="dk1"/>
                </a:solidFill>
              </a:defRPr>
            </a:lvl1pPr>
            <a:lvl2pPr marL="914400" indent="-228600" algn="l">
              <a:lnSpc>
                <a:spcPct val="90000"/>
              </a:lnSpc>
              <a:spcBef>
                <a:spcPts val="1200"/>
              </a:spcBef>
              <a:spcAft>
                <a:spcPts val="0"/>
              </a:spcAft>
              <a:buClr>
                <a:schemeClr val="dk1"/>
              </a:buClr>
              <a:buSzPts val="525"/>
              <a:buNone/>
              <a:defRPr sz="525"/>
            </a:lvl2pPr>
            <a:lvl3pPr marL="1371600" indent="-228600" algn="l">
              <a:lnSpc>
                <a:spcPct val="90000"/>
              </a:lnSpc>
              <a:spcBef>
                <a:spcPts val="1200"/>
              </a:spcBef>
              <a:spcAft>
                <a:spcPts val="0"/>
              </a:spcAft>
              <a:buClr>
                <a:schemeClr val="dk1"/>
              </a:buClr>
              <a:buSzPts val="450"/>
              <a:buNone/>
              <a:defRPr sz="450"/>
            </a:lvl3pPr>
            <a:lvl4pPr marL="1828800" indent="-228600" algn="l">
              <a:lnSpc>
                <a:spcPct val="90000"/>
              </a:lnSpc>
              <a:spcBef>
                <a:spcPts val="1200"/>
              </a:spcBef>
              <a:spcAft>
                <a:spcPts val="0"/>
              </a:spcAft>
              <a:buClr>
                <a:schemeClr val="dk1"/>
              </a:buClr>
              <a:buSzPts val="375"/>
              <a:buNone/>
              <a:defRPr sz="375"/>
            </a:lvl4pPr>
            <a:lvl5pPr marL="2286000" indent="-228600" algn="l">
              <a:lnSpc>
                <a:spcPct val="90000"/>
              </a:lnSpc>
              <a:spcBef>
                <a:spcPts val="1200"/>
              </a:spcBef>
              <a:spcAft>
                <a:spcPts val="0"/>
              </a:spcAft>
              <a:buClr>
                <a:schemeClr val="dk1"/>
              </a:buClr>
              <a:buSzPts val="375"/>
              <a:buNone/>
              <a:defRPr sz="375"/>
            </a:lvl5pPr>
            <a:lvl6pPr marL="2743200" indent="-228600" algn="l">
              <a:lnSpc>
                <a:spcPct val="90000"/>
              </a:lnSpc>
              <a:spcBef>
                <a:spcPts val="1200"/>
              </a:spcBef>
              <a:spcAft>
                <a:spcPts val="0"/>
              </a:spcAft>
              <a:buClr>
                <a:schemeClr val="dk1"/>
              </a:buClr>
              <a:buSzPts val="375"/>
              <a:buNone/>
              <a:defRPr sz="375"/>
            </a:lvl6pPr>
            <a:lvl7pPr marL="3200400" indent="-228600" algn="l">
              <a:lnSpc>
                <a:spcPct val="90000"/>
              </a:lnSpc>
              <a:spcBef>
                <a:spcPts val="1200"/>
              </a:spcBef>
              <a:spcAft>
                <a:spcPts val="0"/>
              </a:spcAft>
              <a:buClr>
                <a:schemeClr val="dk1"/>
              </a:buClr>
              <a:buSzPts val="375"/>
              <a:buNone/>
              <a:defRPr sz="375"/>
            </a:lvl7pPr>
            <a:lvl8pPr marL="3657600" indent="-228600" algn="l">
              <a:lnSpc>
                <a:spcPct val="90000"/>
              </a:lnSpc>
              <a:spcBef>
                <a:spcPts val="1200"/>
              </a:spcBef>
              <a:spcAft>
                <a:spcPts val="0"/>
              </a:spcAft>
              <a:buClr>
                <a:schemeClr val="dk1"/>
              </a:buClr>
              <a:buSzPts val="375"/>
              <a:buNone/>
              <a:defRPr sz="375"/>
            </a:lvl8pPr>
            <a:lvl9pPr marL="4114800" indent="-228600" algn="l">
              <a:lnSpc>
                <a:spcPct val="90000"/>
              </a:lnSpc>
              <a:spcBef>
                <a:spcPts val="1200"/>
              </a:spcBef>
              <a:spcAft>
                <a:spcPts val="1200"/>
              </a:spcAft>
              <a:buClr>
                <a:schemeClr val="dk1"/>
              </a:buClr>
              <a:buSzPts val="375"/>
              <a:buNone/>
              <a:defRPr sz="375"/>
            </a:lvl9pPr>
          </a:lstStyle>
          <a:p xmlns:a="http://schemas.openxmlformats.org/drawingml/2006/main"/>
        </p:txBody>
      </p:sp>
      <p:sp>
        <p:nvSpPr>
          <p:cNvPr id="282" name="Google Shape;282;p47">
            <a:extLst xmlns:a="http://schemas.openxmlformats.org/drawingml/2006/main">
              <a:ext uri="{FF2B5EF4-FFF2-40B4-BE49-F238E27FC236}">
                <a16:creationId xmlns:a16="http://schemas.microsoft.com/office/drawing/2014/main" id="{52D022E4-E4B3-4785-9675-A8ADAA8FA813}"/>
              </a:ext>
            </a:extLst>
          </p:cNvPr>
          <p:cNvSpPr>
            <a:spLocks xmlns:a="http://schemas.openxmlformats.org/drawingml/2006/main" noGrp="1"/>
          </p:cNvSpPr>
          <p:nvPr>
            <p:ph type="body" idx="2"/>
          </p:nvPr>
        </p:nvSpPr>
        <p:spPr>
          <a:xfrm xmlns:a="http://schemas.openxmlformats.org/drawingml/2006/main">
            <a:off x="3160974" y="3996251"/>
            <a:ext cx="2844900" cy="532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spAutoFit/>
          </a:bodyPr>
          <a:lstStyle xmlns:a="http://schemas.openxmlformats.org/drawingml/2006/main">
            <a:lvl1pPr marL="457200" indent="-228600" algn="l">
              <a:lnSpc>
                <a:spcPct val="110000"/>
              </a:lnSpc>
              <a:spcBef>
                <a:spcPts val="0"/>
              </a:spcBef>
              <a:spcAft>
                <a:spcPts val="0"/>
              </a:spcAft>
              <a:buClr>
                <a:schemeClr val="dk1"/>
              </a:buClr>
              <a:buSzPts val="750"/>
              <a:buFont typeface="Arial"/>
              <a:buNone/>
              <a:defRPr sz="750">
                <a:solidFill>
                  <a:schemeClr val="dk1"/>
                </a:solidFill>
              </a:defRPr>
            </a:lvl1pPr>
            <a:lvl2pPr marL="914400" indent="-228600" algn="l">
              <a:lnSpc>
                <a:spcPct val="90000"/>
              </a:lnSpc>
              <a:spcBef>
                <a:spcPts val="1200"/>
              </a:spcBef>
              <a:spcAft>
                <a:spcPts val="0"/>
              </a:spcAft>
              <a:buClr>
                <a:schemeClr val="dk1"/>
              </a:buClr>
              <a:buSzPts val="525"/>
              <a:buNone/>
              <a:defRPr sz="525"/>
            </a:lvl2pPr>
            <a:lvl3pPr marL="1371600" indent="-228600" algn="l">
              <a:lnSpc>
                <a:spcPct val="90000"/>
              </a:lnSpc>
              <a:spcBef>
                <a:spcPts val="1200"/>
              </a:spcBef>
              <a:spcAft>
                <a:spcPts val="0"/>
              </a:spcAft>
              <a:buClr>
                <a:schemeClr val="dk1"/>
              </a:buClr>
              <a:buSzPts val="450"/>
              <a:buNone/>
              <a:defRPr sz="450"/>
            </a:lvl3pPr>
            <a:lvl4pPr marL="1828800" indent="-228600" algn="l">
              <a:lnSpc>
                <a:spcPct val="90000"/>
              </a:lnSpc>
              <a:spcBef>
                <a:spcPts val="1200"/>
              </a:spcBef>
              <a:spcAft>
                <a:spcPts val="0"/>
              </a:spcAft>
              <a:buClr>
                <a:schemeClr val="dk1"/>
              </a:buClr>
              <a:buSzPts val="375"/>
              <a:buNone/>
              <a:defRPr sz="375"/>
            </a:lvl4pPr>
            <a:lvl5pPr marL="2286000" indent="-228600" algn="l">
              <a:lnSpc>
                <a:spcPct val="90000"/>
              </a:lnSpc>
              <a:spcBef>
                <a:spcPts val="1200"/>
              </a:spcBef>
              <a:spcAft>
                <a:spcPts val="0"/>
              </a:spcAft>
              <a:buClr>
                <a:schemeClr val="dk1"/>
              </a:buClr>
              <a:buSzPts val="375"/>
              <a:buNone/>
              <a:defRPr sz="375"/>
            </a:lvl5pPr>
            <a:lvl6pPr marL="2743200" indent="-228600" algn="l">
              <a:lnSpc>
                <a:spcPct val="90000"/>
              </a:lnSpc>
              <a:spcBef>
                <a:spcPts val="1200"/>
              </a:spcBef>
              <a:spcAft>
                <a:spcPts val="0"/>
              </a:spcAft>
              <a:buClr>
                <a:schemeClr val="dk1"/>
              </a:buClr>
              <a:buSzPts val="375"/>
              <a:buNone/>
              <a:defRPr sz="375"/>
            </a:lvl6pPr>
            <a:lvl7pPr marL="3200400" indent="-228600" algn="l">
              <a:lnSpc>
                <a:spcPct val="90000"/>
              </a:lnSpc>
              <a:spcBef>
                <a:spcPts val="1200"/>
              </a:spcBef>
              <a:spcAft>
                <a:spcPts val="0"/>
              </a:spcAft>
              <a:buClr>
                <a:schemeClr val="dk1"/>
              </a:buClr>
              <a:buSzPts val="375"/>
              <a:buNone/>
              <a:defRPr sz="375"/>
            </a:lvl7pPr>
            <a:lvl8pPr marL="3657600" indent="-228600" algn="l">
              <a:lnSpc>
                <a:spcPct val="90000"/>
              </a:lnSpc>
              <a:spcBef>
                <a:spcPts val="1200"/>
              </a:spcBef>
              <a:spcAft>
                <a:spcPts val="0"/>
              </a:spcAft>
              <a:buClr>
                <a:schemeClr val="dk1"/>
              </a:buClr>
              <a:buSzPts val="375"/>
              <a:buNone/>
              <a:defRPr sz="375"/>
            </a:lvl8pPr>
            <a:lvl9pPr marL="4114800" indent="-228600" algn="l">
              <a:lnSpc>
                <a:spcPct val="90000"/>
              </a:lnSpc>
              <a:spcBef>
                <a:spcPts val="1200"/>
              </a:spcBef>
              <a:spcAft>
                <a:spcPts val="1200"/>
              </a:spcAft>
              <a:buClr>
                <a:schemeClr val="dk1"/>
              </a:buClr>
              <a:buSzPts val="375"/>
              <a:buNone/>
              <a:defRPr sz="375"/>
            </a:lvl9pPr>
          </a:lstStyle>
          <a:p xmlns:a="http://schemas.openxmlformats.org/drawingml/2006/main"/>
        </p:txBody>
      </p:sp>
      <p:sp>
        <p:nvSpPr>
          <p:cNvPr id="283" name="Google Shape;283;p47">
            <a:extLst xmlns:a="http://schemas.openxmlformats.org/drawingml/2006/main">
              <a:ext uri="{FF2B5EF4-FFF2-40B4-BE49-F238E27FC236}">
                <a16:creationId xmlns:a16="http://schemas.microsoft.com/office/drawing/2014/main" id="{D16873CE-827C-4435-9DDC-F042FDAF5B1E}"/>
              </a:ext>
            </a:extLst>
          </p:cNvPr>
          <p:cNvSpPr>
            <a:spLocks xmlns:a="http://schemas.openxmlformats.org/drawingml/2006/main" noGrp="1"/>
          </p:cNvSpPr>
          <p:nvPr>
            <p:ph type="body" idx="3"/>
          </p:nvPr>
        </p:nvSpPr>
        <p:spPr>
          <a:xfrm xmlns:a="http://schemas.openxmlformats.org/drawingml/2006/main">
            <a:off x="6111343" y="3996251"/>
            <a:ext cx="2844900" cy="532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spAutoFit/>
          </a:bodyPr>
          <a:lstStyle xmlns:a="http://schemas.openxmlformats.org/drawingml/2006/main">
            <a:lvl1pPr marL="457200" indent="-228600" algn="l">
              <a:lnSpc>
                <a:spcPct val="110000"/>
              </a:lnSpc>
              <a:spcBef>
                <a:spcPts val="0"/>
              </a:spcBef>
              <a:spcAft>
                <a:spcPts val="0"/>
              </a:spcAft>
              <a:buClr>
                <a:schemeClr val="dk1"/>
              </a:buClr>
              <a:buSzPts val="750"/>
              <a:buFont typeface="Arial"/>
              <a:buNone/>
              <a:defRPr sz="750">
                <a:solidFill>
                  <a:schemeClr val="dk1"/>
                </a:solidFill>
              </a:defRPr>
            </a:lvl1pPr>
            <a:lvl2pPr marL="914400" indent="-228600" algn="l">
              <a:lnSpc>
                <a:spcPct val="90000"/>
              </a:lnSpc>
              <a:spcBef>
                <a:spcPts val="1200"/>
              </a:spcBef>
              <a:spcAft>
                <a:spcPts val="0"/>
              </a:spcAft>
              <a:buClr>
                <a:schemeClr val="dk1"/>
              </a:buClr>
              <a:buSzPts val="525"/>
              <a:buNone/>
              <a:defRPr sz="525"/>
            </a:lvl2pPr>
            <a:lvl3pPr marL="1371600" indent="-228600" algn="l">
              <a:lnSpc>
                <a:spcPct val="90000"/>
              </a:lnSpc>
              <a:spcBef>
                <a:spcPts val="1200"/>
              </a:spcBef>
              <a:spcAft>
                <a:spcPts val="0"/>
              </a:spcAft>
              <a:buClr>
                <a:schemeClr val="dk1"/>
              </a:buClr>
              <a:buSzPts val="450"/>
              <a:buNone/>
              <a:defRPr sz="450"/>
            </a:lvl3pPr>
            <a:lvl4pPr marL="1828800" indent="-228600" algn="l">
              <a:lnSpc>
                <a:spcPct val="90000"/>
              </a:lnSpc>
              <a:spcBef>
                <a:spcPts val="1200"/>
              </a:spcBef>
              <a:spcAft>
                <a:spcPts val="0"/>
              </a:spcAft>
              <a:buClr>
                <a:schemeClr val="dk1"/>
              </a:buClr>
              <a:buSzPts val="375"/>
              <a:buNone/>
              <a:defRPr sz="375"/>
            </a:lvl4pPr>
            <a:lvl5pPr marL="2286000" indent="-228600" algn="l">
              <a:lnSpc>
                <a:spcPct val="90000"/>
              </a:lnSpc>
              <a:spcBef>
                <a:spcPts val="1200"/>
              </a:spcBef>
              <a:spcAft>
                <a:spcPts val="0"/>
              </a:spcAft>
              <a:buClr>
                <a:schemeClr val="dk1"/>
              </a:buClr>
              <a:buSzPts val="375"/>
              <a:buNone/>
              <a:defRPr sz="375"/>
            </a:lvl5pPr>
            <a:lvl6pPr marL="2743200" indent="-228600" algn="l">
              <a:lnSpc>
                <a:spcPct val="90000"/>
              </a:lnSpc>
              <a:spcBef>
                <a:spcPts val="1200"/>
              </a:spcBef>
              <a:spcAft>
                <a:spcPts val="0"/>
              </a:spcAft>
              <a:buClr>
                <a:schemeClr val="dk1"/>
              </a:buClr>
              <a:buSzPts val="375"/>
              <a:buNone/>
              <a:defRPr sz="375"/>
            </a:lvl6pPr>
            <a:lvl7pPr marL="3200400" indent="-228600" algn="l">
              <a:lnSpc>
                <a:spcPct val="90000"/>
              </a:lnSpc>
              <a:spcBef>
                <a:spcPts val="1200"/>
              </a:spcBef>
              <a:spcAft>
                <a:spcPts val="0"/>
              </a:spcAft>
              <a:buClr>
                <a:schemeClr val="dk1"/>
              </a:buClr>
              <a:buSzPts val="375"/>
              <a:buNone/>
              <a:defRPr sz="375"/>
            </a:lvl7pPr>
            <a:lvl8pPr marL="3657600" indent="-228600" algn="l">
              <a:lnSpc>
                <a:spcPct val="90000"/>
              </a:lnSpc>
              <a:spcBef>
                <a:spcPts val="1200"/>
              </a:spcBef>
              <a:spcAft>
                <a:spcPts val="0"/>
              </a:spcAft>
              <a:buClr>
                <a:schemeClr val="dk1"/>
              </a:buClr>
              <a:buSzPts val="375"/>
              <a:buNone/>
              <a:defRPr sz="375"/>
            </a:lvl8pPr>
            <a:lvl9pPr marL="4114800" indent="-228600" algn="l">
              <a:lnSpc>
                <a:spcPct val="90000"/>
              </a:lnSpc>
              <a:spcBef>
                <a:spcPts val="1200"/>
              </a:spcBef>
              <a:spcAft>
                <a:spcPts val="1200"/>
              </a:spcAft>
              <a:buClr>
                <a:schemeClr val="dk1"/>
              </a:buClr>
              <a:buSzPts val="375"/>
              <a:buNone/>
              <a:defRPr sz="375"/>
            </a:lvl9pPr>
          </a:lstStyle>
          <a:p xmlns:a="http://schemas.openxmlformats.org/drawingml/2006/main"/>
        </p:txBody>
      </p:sp>
      <p:sp>
        <p:nvSpPr>
          <p:cNvPr id="284" name="Google Shape;284;p47">
            <a:extLst xmlns:a="http://schemas.openxmlformats.org/drawingml/2006/main">
              <a:ext uri="{FF2B5EF4-FFF2-40B4-BE49-F238E27FC236}">
                <a16:creationId xmlns:a16="http://schemas.microsoft.com/office/drawing/2014/main" id="{DFCADE89-1EDF-41D5-9FE0-51955F9A6B40}"/>
              </a:ext>
            </a:extLst>
          </p:cNvPr>
          <p:cNvSpPr>
            <a:spLocks xmlns:a="http://schemas.openxmlformats.org/drawingml/2006/main" noGrp="1"/>
          </p:cNvSpPr>
          <p:nvPr>
            <p:ph type="pic" idx="4"/>
          </p:nvPr>
        </p:nvSpPr>
        <p:spPr>
          <a:xfrm xmlns:a="http://schemas.openxmlformats.org/drawingml/2006/main">
            <a:off x="231950" y="228600"/>
            <a:ext cx="2803800" cy="3636300"/>
          </a:xfrm>
          <a:prstGeom xmlns:a="http://schemas.openxmlformats.org/drawingml/2006/main" prst="roundRect">
            <a:avLst>
              <a:gd name="adj" fmla="val 1542"/>
            </a:avLst>
          </a:prstGeom>
          <a:noFill xmlns:a="http://schemas.openxmlformats.org/drawingml/2006/main"/>
          <a:ln xmlns:a="http://schemas.openxmlformats.org/drawingml/2006/main">
            <a:noFill/>
          </a:ln>
        </p:spPr>
      </p:sp>
      <p:sp>
        <p:nvSpPr>
          <p:cNvPr id="285" name="Google Shape;285;p47">
            <a:extLst xmlns:a="http://schemas.openxmlformats.org/drawingml/2006/main">
              <a:ext uri="{FF2B5EF4-FFF2-40B4-BE49-F238E27FC236}">
                <a16:creationId xmlns:a16="http://schemas.microsoft.com/office/drawing/2014/main" id="{744FC3BD-7349-48E3-BA14-3A3972FDF0B0}"/>
              </a:ext>
            </a:extLst>
          </p:cNvPr>
          <p:cNvSpPr>
            <a:spLocks xmlns:a="http://schemas.openxmlformats.org/drawingml/2006/main" noGrp="1"/>
          </p:cNvSpPr>
          <p:nvPr>
            <p:ph type="pic" idx="5"/>
          </p:nvPr>
        </p:nvSpPr>
        <p:spPr>
          <a:xfrm xmlns:a="http://schemas.openxmlformats.org/drawingml/2006/main">
            <a:off x="3170100" y="228600"/>
            <a:ext cx="2803800" cy="3636300"/>
          </a:xfrm>
          <a:prstGeom xmlns:a="http://schemas.openxmlformats.org/drawingml/2006/main" prst="roundRect">
            <a:avLst>
              <a:gd name="adj" fmla="val 1542"/>
            </a:avLst>
          </a:prstGeom>
          <a:noFill xmlns:a="http://schemas.openxmlformats.org/drawingml/2006/main"/>
          <a:ln xmlns:a="http://schemas.openxmlformats.org/drawingml/2006/main">
            <a:noFill/>
          </a:ln>
        </p:spPr>
      </p:sp>
      <p:sp>
        <p:nvSpPr>
          <p:cNvPr id="286" name="Google Shape;286;p47">
            <a:extLst xmlns:a="http://schemas.openxmlformats.org/drawingml/2006/main">
              <a:ext uri="{FF2B5EF4-FFF2-40B4-BE49-F238E27FC236}">
                <a16:creationId xmlns:a16="http://schemas.microsoft.com/office/drawing/2014/main" id="{B08BD5D3-25CF-4643-A786-A9BD39B7FAAB}"/>
              </a:ext>
            </a:extLst>
          </p:cNvPr>
          <p:cNvSpPr>
            <a:spLocks xmlns:a="http://schemas.openxmlformats.org/drawingml/2006/main" noGrp="1"/>
          </p:cNvSpPr>
          <p:nvPr>
            <p:ph type="pic" idx="6"/>
          </p:nvPr>
        </p:nvSpPr>
        <p:spPr>
          <a:xfrm xmlns:a="http://schemas.openxmlformats.org/drawingml/2006/main">
            <a:off x="6108250" y="228600"/>
            <a:ext cx="2803800" cy="3636300"/>
          </a:xfrm>
          <a:prstGeom xmlns:a="http://schemas.openxmlformats.org/drawingml/2006/main" prst="roundRect">
            <a:avLst>
              <a:gd name="adj" fmla="val 1542"/>
            </a:avLst>
          </a:prstGeom>
          <a:noFill xmlns:a="http://schemas.openxmlformats.org/drawingml/2006/main"/>
          <a:ln xmlns:a="http://schemas.openxmlformats.org/drawingml/2006/main">
            <a:noFill/>
          </a:ln>
        </p:spPr>
      </p:sp>
      <p:pic>
        <p:nvPicPr>
          <p:cNvPr id="294" name="Google Shape;287;p47"/>
          <p:cNvPicPr>
            <a:picLocks xmlns:a="http://schemas.openxmlformats.org/drawingml/2006/main" noChangeAspect="1"/>
          </p:cNvPicPr>
          <p:nvPr/>
        </p:nvPicPr>
        <p:blipFill>
          <a:blip xmlns:r="http://schemas.openxmlformats.org/officeDocument/2006/relationships" xmlns:a="http://schemas.openxmlformats.org/drawingml/2006/main" r:embed="Reca33a0f5e7743d7">
            <a:alphaModFix/>
          </a:blip>
          <a:stretch xmlns:a="http://schemas.openxmlformats.org/drawingml/2006/main">
            <a:fillRect l="0" t="0" r="0" b="0"/>
          </a:stretch>
        </p:blipFill>
        <p:spPr>
          <a:xfrm xmlns:a="http://schemas.openxmlformats.org/drawingml/2006/main">
            <a:off x="228600" y="4836074"/>
            <a:ext cx="153925" cy="153925"/>
          </a:xfrm>
          <a:prstGeom xmlns:a="http://schemas.openxmlformats.org/drawingml/2006/main" prst="rect">
            <a:avLst/>
          </a:prstGeom>
          <a:ln xmlns:a="http://schemas.openxmlformats.org/drawingml/2006/main">
            <a:noFill/>
          </a:ln>
        </p:spPr>
      </p:pic>
    </p:spTree>
  </p:cSld>
</p:sldLayout>
</file>

<file path=ppt/slideLayouts/slideLayout47.xml><?xml version="1.0" encoding="utf-8"?>
<p:sldLayout xmlns:p="http://schemas.openxmlformats.org/presentationml/2006/main" matchingName="Content - 3 cards b">
  <p:cSld name="3 imgs + titles">
    <p:bg>
      <p:bgPr>
        <a:solidFill xmlns:a="http://schemas.openxmlformats.org/drawingml/2006/main">
          <a:schemeClr val="lt1"/>
        </a:solidFill>
      </p:bgPr>
    </p:bg>
    <p:spTree>
      <p:nvGrpSpPr>
        <p:cNvPr id="1" name=""/>
        <p:cNvGrpSpPr/>
        <p:nvPr/>
      </p:nvGrpSpPr>
      <p:grpSpPr>
        <a:xfrm xmlns:a="http://schemas.openxmlformats.org/drawingml/2006/main"/>
      </p:grpSpPr>
      <p:sp>
        <p:nvSpPr>
          <p:cNvPr id="289" name="Google Shape;289;p48">
            <a:extLst xmlns:a="http://schemas.openxmlformats.org/drawingml/2006/main">
              <a:ext uri="{FF2B5EF4-FFF2-40B4-BE49-F238E27FC236}">
                <a16:creationId xmlns:a16="http://schemas.microsoft.com/office/drawing/2014/main" id="{13966FCE-A077-476D-87D9-F573A14CBDEC}"/>
              </a:ext>
            </a:extLst>
          </p:cNvPr>
          <p:cNvSpPr>
            <a:spLocks xmlns:a="http://schemas.openxmlformats.org/drawingml/2006/main" noGrp="1"/>
          </p:cNvSpPr>
          <p:nvPr>
            <p:ph type="body" idx="1"/>
          </p:nvPr>
        </p:nvSpPr>
        <p:spPr>
          <a:xfrm xmlns:a="http://schemas.openxmlformats.org/drawingml/2006/main">
            <a:off x="201327" y="3996251"/>
            <a:ext cx="2844900" cy="426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spAutoFit/>
          </a:bodyPr>
          <a:lstStyle xmlns:a="http://schemas.openxmlformats.org/drawingml/2006/main">
            <a:lvl1pPr marL="457200" indent="-228600" algn="l">
              <a:lnSpc>
                <a:spcPct val="90000"/>
              </a:lnSpc>
              <a:spcBef>
                <a:spcPts val="300"/>
              </a:spcBef>
              <a:spcAft>
                <a:spcPts val="0"/>
              </a:spcAft>
              <a:buClr>
                <a:schemeClr val="dk1"/>
              </a:buClr>
              <a:buSzPts val="1275"/>
              <a:buFont typeface="Arial"/>
              <a:buNone/>
              <a:defRPr sz="1275">
                <a:solidFill>
                  <a:schemeClr val="dk1"/>
                </a:solidFill>
              </a:defRPr>
            </a:lvl1pPr>
            <a:lvl2pPr marL="914400" indent="-228600" algn="l">
              <a:lnSpc>
                <a:spcPct val="90000"/>
              </a:lnSpc>
              <a:spcBef>
                <a:spcPts val="1200"/>
              </a:spcBef>
              <a:spcAft>
                <a:spcPts val="0"/>
              </a:spcAft>
              <a:buClr>
                <a:schemeClr val="dk1"/>
              </a:buClr>
              <a:buSzPts val="525"/>
              <a:buNone/>
              <a:defRPr sz="525"/>
            </a:lvl2pPr>
            <a:lvl3pPr marL="1371600" indent="-228600" algn="l">
              <a:lnSpc>
                <a:spcPct val="90000"/>
              </a:lnSpc>
              <a:spcBef>
                <a:spcPts val="1200"/>
              </a:spcBef>
              <a:spcAft>
                <a:spcPts val="0"/>
              </a:spcAft>
              <a:buClr>
                <a:schemeClr val="dk1"/>
              </a:buClr>
              <a:buSzPts val="450"/>
              <a:buNone/>
              <a:defRPr sz="450"/>
            </a:lvl3pPr>
            <a:lvl4pPr marL="1828800" indent="-228600" algn="l">
              <a:lnSpc>
                <a:spcPct val="90000"/>
              </a:lnSpc>
              <a:spcBef>
                <a:spcPts val="1200"/>
              </a:spcBef>
              <a:spcAft>
                <a:spcPts val="0"/>
              </a:spcAft>
              <a:buClr>
                <a:schemeClr val="dk1"/>
              </a:buClr>
              <a:buSzPts val="375"/>
              <a:buNone/>
              <a:defRPr sz="375"/>
            </a:lvl4pPr>
            <a:lvl5pPr marL="2286000" indent="-228600" algn="l">
              <a:lnSpc>
                <a:spcPct val="90000"/>
              </a:lnSpc>
              <a:spcBef>
                <a:spcPts val="1200"/>
              </a:spcBef>
              <a:spcAft>
                <a:spcPts val="0"/>
              </a:spcAft>
              <a:buClr>
                <a:schemeClr val="dk1"/>
              </a:buClr>
              <a:buSzPts val="375"/>
              <a:buNone/>
              <a:defRPr sz="375"/>
            </a:lvl5pPr>
            <a:lvl6pPr marL="2743200" indent="-228600" algn="l">
              <a:lnSpc>
                <a:spcPct val="90000"/>
              </a:lnSpc>
              <a:spcBef>
                <a:spcPts val="1200"/>
              </a:spcBef>
              <a:spcAft>
                <a:spcPts val="0"/>
              </a:spcAft>
              <a:buClr>
                <a:schemeClr val="dk1"/>
              </a:buClr>
              <a:buSzPts val="375"/>
              <a:buNone/>
              <a:defRPr sz="375"/>
            </a:lvl6pPr>
            <a:lvl7pPr marL="3200400" indent="-228600" algn="l">
              <a:lnSpc>
                <a:spcPct val="90000"/>
              </a:lnSpc>
              <a:spcBef>
                <a:spcPts val="1200"/>
              </a:spcBef>
              <a:spcAft>
                <a:spcPts val="0"/>
              </a:spcAft>
              <a:buClr>
                <a:schemeClr val="dk1"/>
              </a:buClr>
              <a:buSzPts val="375"/>
              <a:buNone/>
              <a:defRPr sz="375"/>
            </a:lvl7pPr>
            <a:lvl8pPr marL="3657600" indent="-228600" algn="l">
              <a:lnSpc>
                <a:spcPct val="90000"/>
              </a:lnSpc>
              <a:spcBef>
                <a:spcPts val="1200"/>
              </a:spcBef>
              <a:spcAft>
                <a:spcPts val="0"/>
              </a:spcAft>
              <a:buClr>
                <a:schemeClr val="dk1"/>
              </a:buClr>
              <a:buSzPts val="375"/>
              <a:buNone/>
              <a:defRPr sz="375"/>
            </a:lvl8pPr>
            <a:lvl9pPr marL="4114800" indent="-228600" algn="l">
              <a:lnSpc>
                <a:spcPct val="90000"/>
              </a:lnSpc>
              <a:spcBef>
                <a:spcPts val="1200"/>
              </a:spcBef>
              <a:spcAft>
                <a:spcPts val="1200"/>
              </a:spcAft>
              <a:buClr>
                <a:schemeClr val="dk1"/>
              </a:buClr>
              <a:buSzPts val="375"/>
              <a:buNone/>
              <a:defRPr sz="375"/>
            </a:lvl9pPr>
          </a:lstStyle>
          <a:p xmlns:a="http://schemas.openxmlformats.org/drawingml/2006/main"/>
        </p:txBody>
      </p:sp>
      <p:sp>
        <p:nvSpPr>
          <p:cNvPr id="290" name="Google Shape;290;p48">
            <a:extLst xmlns:a="http://schemas.openxmlformats.org/drawingml/2006/main">
              <a:ext uri="{FF2B5EF4-FFF2-40B4-BE49-F238E27FC236}">
                <a16:creationId xmlns:a16="http://schemas.microsoft.com/office/drawing/2014/main" id="{E0154056-27FE-4642-A9C8-0EA13CA3C43E}"/>
              </a:ext>
            </a:extLst>
          </p:cNvPr>
          <p:cNvSpPr>
            <a:spLocks xmlns:a="http://schemas.openxmlformats.org/drawingml/2006/main" noGrp="1"/>
          </p:cNvSpPr>
          <p:nvPr>
            <p:ph type="body" idx="2"/>
          </p:nvPr>
        </p:nvSpPr>
        <p:spPr>
          <a:xfrm xmlns:a="http://schemas.openxmlformats.org/drawingml/2006/main">
            <a:off x="3160974" y="3996251"/>
            <a:ext cx="2844900" cy="426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spAutoFit/>
          </a:bodyPr>
          <a:lstStyle xmlns:a="http://schemas.openxmlformats.org/drawingml/2006/main">
            <a:lvl1pPr marL="457200" indent="-228600" algn="l">
              <a:lnSpc>
                <a:spcPct val="90000"/>
              </a:lnSpc>
              <a:spcBef>
                <a:spcPts val="300"/>
              </a:spcBef>
              <a:spcAft>
                <a:spcPts val="0"/>
              </a:spcAft>
              <a:buClr>
                <a:schemeClr val="dk1"/>
              </a:buClr>
              <a:buSzPts val="1275"/>
              <a:buFont typeface="Arial"/>
              <a:buNone/>
              <a:defRPr sz="1275">
                <a:solidFill>
                  <a:schemeClr val="dk1"/>
                </a:solidFill>
              </a:defRPr>
            </a:lvl1pPr>
            <a:lvl2pPr marL="914400" indent="-228600" algn="l">
              <a:lnSpc>
                <a:spcPct val="90000"/>
              </a:lnSpc>
              <a:spcBef>
                <a:spcPts val="1200"/>
              </a:spcBef>
              <a:spcAft>
                <a:spcPts val="0"/>
              </a:spcAft>
              <a:buClr>
                <a:schemeClr val="dk1"/>
              </a:buClr>
              <a:buSzPts val="525"/>
              <a:buNone/>
              <a:defRPr sz="525"/>
            </a:lvl2pPr>
            <a:lvl3pPr marL="1371600" indent="-228600" algn="l">
              <a:lnSpc>
                <a:spcPct val="90000"/>
              </a:lnSpc>
              <a:spcBef>
                <a:spcPts val="1200"/>
              </a:spcBef>
              <a:spcAft>
                <a:spcPts val="0"/>
              </a:spcAft>
              <a:buClr>
                <a:schemeClr val="dk1"/>
              </a:buClr>
              <a:buSzPts val="450"/>
              <a:buNone/>
              <a:defRPr sz="450"/>
            </a:lvl3pPr>
            <a:lvl4pPr marL="1828800" indent="-228600" algn="l">
              <a:lnSpc>
                <a:spcPct val="90000"/>
              </a:lnSpc>
              <a:spcBef>
                <a:spcPts val="1200"/>
              </a:spcBef>
              <a:spcAft>
                <a:spcPts val="0"/>
              </a:spcAft>
              <a:buClr>
                <a:schemeClr val="dk1"/>
              </a:buClr>
              <a:buSzPts val="375"/>
              <a:buNone/>
              <a:defRPr sz="375"/>
            </a:lvl4pPr>
            <a:lvl5pPr marL="2286000" indent="-228600" algn="l">
              <a:lnSpc>
                <a:spcPct val="90000"/>
              </a:lnSpc>
              <a:spcBef>
                <a:spcPts val="1200"/>
              </a:spcBef>
              <a:spcAft>
                <a:spcPts val="0"/>
              </a:spcAft>
              <a:buClr>
                <a:schemeClr val="dk1"/>
              </a:buClr>
              <a:buSzPts val="375"/>
              <a:buNone/>
              <a:defRPr sz="375"/>
            </a:lvl5pPr>
            <a:lvl6pPr marL="2743200" indent="-228600" algn="l">
              <a:lnSpc>
                <a:spcPct val="90000"/>
              </a:lnSpc>
              <a:spcBef>
                <a:spcPts val="1200"/>
              </a:spcBef>
              <a:spcAft>
                <a:spcPts val="0"/>
              </a:spcAft>
              <a:buClr>
                <a:schemeClr val="dk1"/>
              </a:buClr>
              <a:buSzPts val="375"/>
              <a:buNone/>
              <a:defRPr sz="375"/>
            </a:lvl6pPr>
            <a:lvl7pPr marL="3200400" indent="-228600" algn="l">
              <a:lnSpc>
                <a:spcPct val="90000"/>
              </a:lnSpc>
              <a:spcBef>
                <a:spcPts val="1200"/>
              </a:spcBef>
              <a:spcAft>
                <a:spcPts val="0"/>
              </a:spcAft>
              <a:buClr>
                <a:schemeClr val="dk1"/>
              </a:buClr>
              <a:buSzPts val="375"/>
              <a:buNone/>
              <a:defRPr sz="375"/>
            </a:lvl7pPr>
            <a:lvl8pPr marL="3657600" indent="-228600" algn="l">
              <a:lnSpc>
                <a:spcPct val="90000"/>
              </a:lnSpc>
              <a:spcBef>
                <a:spcPts val="1200"/>
              </a:spcBef>
              <a:spcAft>
                <a:spcPts val="0"/>
              </a:spcAft>
              <a:buClr>
                <a:schemeClr val="dk1"/>
              </a:buClr>
              <a:buSzPts val="375"/>
              <a:buNone/>
              <a:defRPr sz="375"/>
            </a:lvl8pPr>
            <a:lvl9pPr marL="4114800" indent="-228600" algn="l">
              <a:lnSpc>
                <a:spcPct val="90000"/>
              </a:lnSpc>
              <a:spcBef>
                <a:spcPts val="1200"/>
              </a:spcBef>
              <a:spcAft>
                <a:spcPts val="1200"/>
              </a:spcAft>
              <a:buClr>
                <a:schemeClr val="dk1"/>
              </a:buClr>
              <a:buSzPts val="375"/>
              <a:buNone/>
              <a:defRPr sz="375"/>
            </a:lvl9pPr>
          </a:lstStyle>
          <a:p xmlns:a="http://schemas.openxmlformats.org/drawingml/2006/main"/>
        </p:txBody>
      </p:sp>
      <p:sp>
        <p:nvSpPr>
          <p:cNvPr id="291" name="Google Shape;291;p48">
            <a:extLst xmlns:a="http://schemas.openxmlformats.org/drawingml/2006/main">
              <a:ext uri="{FF2B5EF4-FFF2-40B4-BE49-F238E27FC236}">
                <a16:creationId xmlns:a16="http://schemas.microsoft.com/office/drawing/2014/main" id="{C9BE6A69-1C7F-4F57-9DE7-DEDC9F21015E}"/>
              </a:ext>
            </a:extLst>
          </p:cNvPr>
          <p:cNvSpPr>
            <a:spLocks xmlns:a="http://schemas.openxmlformats.org/drawingml/2006/main" noGrp="1"/>
          </p:cNvSpPr>
          <p:nvPr>
            <p:ph type="body" idx="3"/>
          </p:nvPr>
        </p:nvSpPr>
        <p:spPr>
          <a:xfrm xmlns:a="http://schemas.openxmlformats.org/drawingml/2006/main">
            <a:off x="6111343" y="3996251"/>
            <a:ext cx="2844900" cy="426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spAutoFit/>
          </a:bodyPr>
          <a:lstStyle xmlns:a="http://schemas.openxmlformats.org/drawingml/2006/main">
            <a:lvl1pPr marL="457200" indent="-228600" algn="l">
              <a:lnSpc>
                <a:spcPct val="90000"/>
              </a:lnSpc>
              <a:spcBef>
                <a:spcPts val="300"/>
              </a:spcBef>
              <a:spcAft>
                <a:spcPts val="0"/>
              </a:spcAft>
              <a:buClr>
                <a:schemeClr val="dk1"/>
              </a:buClr>
              <a:buSzPts val="1275"/>
              <a:buFont typeface="Arial"/>
              <a:buNone/>
              <a:defRPr sz="1275">
                <a:solidFill>
                  <a:schemeClr val="dk1"/>
                </a:solidFill>
              </a:defRPr>
            </a:lvl1pPr>
            <a:lvl2pPr marL="914400" indent="-228600" algn="l">
              <a:lnSpc>
                <a:spcPct val="90000"/>
              </a:lnSpc>
              <a:spcBef>
                <a:spcPts val="1200"/>
              </a:spcBef>
              <a:spcAft>
                <a:spcPts val="0"/>
              </a:spcAft>
              <a:buClr>
                <a:schemeClr val="dk1"/>
              </a:buClr>
              <a:buSzPts val="525"/>
              <a:buNone/>
              <a:defRPr sz="525"/>
            </a:lvl2pPr>
            <a:lvl3pPr marL="1371600" indent="-228600" algn="l">
              <a:lnSpc>
                <a:spcPct val="90000"/>
              </a:lnSpc>
              <a:spcBef>
                <a:spcPts val="1200"/>
              </a:spcBef>
              <a:spcAft>
                <a:spcPts val="0"/>
              </a:spcAft>
              <a:buClr>
                <a:schemeClr val="dk1"/>
              </a:buClr>
              <a:buSzPts val="450"/>
              <a:buNone/>
              <a:defRPr sz="450"/>
            </a:lvl3pPr>
            <a:lvl4pPr marL="1828800" indent="-228600" algn="l">
              <a:lnSpc>
                <a:spcPct val="90000"/>
              </a:lnSpc>
              <a:spcBef>
                <a:spcPts val="1200"/>
              </a:spcBef>
              <a:spcAft>
                <a:spcPts val="0"/>
              </a:spcAft>
              <a:buClr>
                <a:schemeClr val="dk1"/>
              </a:buClr>
              <a:buSzPts val="375"/>
              <a:buNone/>
              <a:defRPr sz="375"/>
            </a:lvl4pPr>
            <a:lvl5pPr marL="2286000" indent="-228600" algn="l">
              <a:lnSpc>
                <a:spcPct val="90000"/>
              </a:lnSpc>
              <a:spcBef>
                <a:spcPts val="1200"/>
              </a:spcBef>
              <a:spcAft>
                <a:spcPts val="0"/>
              </a:spcAft>
              <a:buClr>
                <a:schemeClr val="dk1"/>
              </a:buClr>
              <a:buSzPts val="375"/>
              <a:buNone/>
              <a:defRPr sz="375"/>
            </a:lvl5pPr>
            <a:lvl6pPr marL="2743200" indent="-228600" algn="l">
              <a:lnSpc>
                <a:spcPct val="90000"/>
              </a:lnSpc>
              <a:spcBef>
                <a:spcPts val="1200"/>
              </a:spcBef>
              <a:spcAft>
                <a:spcPts val="0"/>
              </a:spcAft>
              <a:buClr>
                <a:schemeClr val="dk1"/>
              </a:buClr>
              <a:buSzPts val="375"/>
              <a:buNone/>
              <a:defRPr sz="375"/>
            </a:lvl6pPr>
            <a:lvl7pPr marL="3200400" indent="-228600" algn="l">
              <a:lnSpc>
                <a:spcPct val="90000"/>
              </a:lnSpc>
              <a:spcBef>
                <a:spcPts val="1200"/>
              </a:spcBef>
              <a:spcAft>
                <a:spcPts val="0"/>
              </a:spcAft>
              <a:buClr>
                <a:schemeClr val="dk1"/>
              </a:buClr>
              <a:buSzPts val="375"/>
              <a:buNone/>
              <a:defRPr sz="375"/>
            </a:lvl7pPr>
            <a:lvl8pPr marL="3657600" indent="-228600" algn="l">
              <a:lnSpc>
                <a:spcPct val="90000"/>
              </a:lnSpc>
              <a:spcBef>
                <a:spcPts val="1200"/>
              </a:spcBef>
              <a:spcAft>
                <a:spcPts val="0"/>
              </a:spcAft>
              <a:buClr>
                <a:schemeClr val="dk1"/>
              </a:buClr>
              <a:buSzPts val="375"/>
              <a:buNone/>
              <a:defRPr sz="375"/>
            </a:lvl8pPr>
            <a:lvl9pPr marL="4114800" indent="-228600" algn="l">
              <a:lnSpc>
                <a:spcPct val="90000"/>
              </a:lnSpc>
              <a:spcBef>
                <a:spcPts val="1200"/>
              </a:spcBef>
              <a:spcAft>
                <a:spcPts val="1200"/>
              </a:spcAft>
              <a:buClr>
                <a:schemeClr val="dk1"/>
              </a:buClr>
              <a:buSzPts val="375"/>
              <a:buNone/>
              <a:defRPr sz="375"/>
            </a:lvl9pPr>
          </a:lstStyle>
          <a:p xmlns:a="http://schemas.openxmlformats.org/drawingml/2006/main"/>
        </p:txBody>
      </p:sp>
      <p:sp>
        <p:nvSpPr>
          <p:cNvPr id="292" name="Google Shape;292;p48">
            <a:extLst xmlns:a="http://schemas.openxmlformats.org/drawingml/2006/main">
              <a:ext uri="{FF2B5EF4-FFF2-40B4-BE49-F238E27FC236}">
                <a16:creationId xmlns:a16="http://schemas.microsoft.com/office/drawing/2014/main" id="{A6C59508-238A-4C3C-904A-E55C5A1EFF96}"/>
              </a:ext>
            </a:extLst>
          </p:cNvPr>
          <p:cNvSpPr>
            <a:spLocks xmlns:a="http://schemas.openxmlformats.org/drawingml/2006/main" noGrp="1"/>
          </p:cNvSpPr>
          <p:nvPr>
            <p:ph type="pic" idx="4"/>
          </p:nvPr>
        </p:nvSpPr>
        <p:spPr>
          <a:xfrm xmlns:a="http://schemas.openxmlformats.org/drawingml/2006/main">
            <a:off x="231950" y="228600"/>
            <a:ext cx="2803800" cy="3636300"/>
          </a:xfrm>
          <a:prstGeom xmlns:a="http://schemas.openxmlformats.org/drawingml/2006/main" prst="roundRect">
            <a:avLst>
              <a:gd name="adj" fmla="val 1542"/>
            </a:avLst>
          </a:prstGeom>
          <a:noFill xmlns:a="http://schemas.openxmlformats.org/drawingml/2006/main"/>
          <a:ln xmlns:a="http://schemas.openxmlformats.org/drawingml/2006/main">
            <a:noFill/>
          </a:ln>
        </p:spPr>
      </p:sp>
      <p:sp>
        <p:nvSpPr>
          <p:cNvPr id="293" name="Google Shape;293;p48">
            <a:extLst xmlns:a="http://schemas.openxmlformats.org/drawingml/2006/main">
              <a:ext uri="{FF2B5EF4-FFF2-40B4-BE49-F238E27FC236}">
                <a16:creationId xmlns:a16="http://schemas.microsoft.com/office/drawing/2014/main" id="{2FDA3344-BE00-4C7A-81BF-2CE7918A696F}"/>
              </a:ext>
            </a:extLst>
          </p:cNvPr>
          <p:cNvSpPr>
            <a:spLocks xmlns:a="http://schemas.openxmlformats.org/drawingml/2006/main" noGrp="1"/>
          </p:cNvSpPr>
          <p:nvPr>
            <p:ph type="pic" idx="5"/>
          </p:nvPr>
        </p:nvSpPr>
        <p:spPr>
          <a:xfrm xmlns:a="http://schemas.openxmlformats.org/drawingml/2006/main">
            <a:off x="3170100" y="228600"/>
            <a:ext cx="2803800" cy="3636300"/>
          </a:xfrm>
          <a:prstGeom xmlns:a="http://schemas.openxmlformats.org/drawingml/2006/main" prst="roundRect">
            <a:avLst>
              <a:gd name="adj" fmla="val 1542"/>
            </a:avLst>
          </a:prstGeom>
          <a:noFill xmlns:a="http://schemas.openxmlformats.org/drawingml/2006/main"/>
          <a:ln xmlns:a="http://schemas.openxmlformats.org/drawingml/2006/main">
            <a:noFill/>
          </a:ln>
        </p:spPr>
      </p:sp>
      <p:sp>
        <p:nvSpPr>
          <p:cNvPr id="294" name="Google Shape;294;p48">
            <a:extLst xmlns:a="http://schemas.openxmlformats.org/drawingml/2006/main">
              <a:ext uri="{FF2B5EF4-FFF2-40B4-BE49-F238E27FC236}">
                <a16:creationId xmlns:a16="http://schemas.microsoft.com/office/drawing/2014/main" id="{58D0C7DA-D1C4-4F9D-BA27-5866059DF3FD}"/>
              </a:ext>
            </a:extLst>
          </p:cNvPr>
          <p:cNvSpPr>
            <a:spLocks xmlns:a="http://schemas.openxmlformats.org/drawingml/2006/main" noGrp="1"/>
          </p:cNvSpPr>
          <p:nvPr>
            <p:ph type="pic" idx="6"/>
          </p:nvPr>
        </p:nvSpPr>
        <p:spPr>
          <a:xfrm xmlns:a="http://schemas.openxmlformats.org/drawingml/2006/main">
            <a:off x="6108250" y="228600"/>
            <a:ext cx="2803800" cy="3636300"/>
          </a:xfrm>
          <a:prstGeom xmlns:a="http://schemas.openxmlformats.org/drawingml/2006/main" prst="roundRect">
            <a:avLst>
              <a:gd name="adj" fmla="val 1542"/>
            </a:avLst>
          </a:prstGeom>
          <a:noFill xmlns:a="http://schemas.openxmlformats.org/drawingml/2006/main"/>
          <a:ln xmlns:a="http://schemas.openxmlformats.org/drawingml/2006/main">
            <a:noFill/>
          </a:ln>
        </p:spPr>
      </p:sp>
      <p:pic>
        <p:nvPicPr>
          <p:cNvPr id="302" name="Google Shape;295;p48"/>
          <p:cNvPicPr>
            <a:picLocks xmlns:a="http://schemas.openxmlformats.org/drawingml/2006/main" noChangeAspect="1"/>
          </p:cNvPicPr>
          <p:nvPr/>
        </p:nvPicPr>
        <p:blipFill>
          <a:blip xmlns:r="http://schemas.openxmlformats.org/officeDocument/2006/relationships" xmlns:a="http://schemas.openxmlformats.org/drawingml/2006/main" r:embed="R63ef265a0f9d48d0">
            <a:alphaModFix/>
          </a:blip>
          <a:stretch xmlns:a="http://schemas.openxmlformats.org/drawingml/2006/main">
            <a:fillRect l="0" t="0" r="0" b="0"/>
          </a:stretch>
        </p:blipFill>
        <p:spPr>
          <a:xfrm xmlns:a="http://schemas.openxmlformats.org/drawingml/2006/main">
            <a:off x="228600" y="4836074"/>
            <a:ext cx="153925" cy="153925"/>
          </a:xfrm>
          <a:prstGeom xmlns:a="http://schemas.openxmlformats.org/drawingml/2006/main" prst="rect">
            <a:avLst/>
          </a:prstGeom>
          <a:ln xmlns:a="http://schemas.openxmlformats.org/drawingml/2006/main">
            <a:noFill/>
          </a:ln>
        </p:spPr>
      </p:pic>
    </p:spTree>
  </p:cSld>
</p:sldLayout>
</file>

<file path=ppt/slideLayouts/slideLayout48.xml><?xml version="1.0" encoding="utf-8"?>
<p:sldLayout xmlns:p="http://schemas.openxmlformats.org/presentationml/2006/main" matchingName="Content - 4 cards a">
  <p:cSld name="4 imgs + body">
    <p:bg>
      <p:bgPr>
        <a:solidFill xmlns:a="http://schemas.openxmlformats.org/drawingml/2006/main">
          <a:schemeClr val="lt1"/>
        </a:solidFill>
      </p:bgPr>
    </p:bg>
    <p:spTree>
      <p:nvGrpSpPr>
        <p:cNvPr id="1" name=""/>
        <p:cNvGrpSpPr/>
        <p:nvPr/>
      </p:nvGrpSpPr>
      <p:grpSpPr>
        <a:xfrm xmlns:a="http://schemas.openxmlformats.org/drawingml/2006/main"/>
      </p:grpSpPr>
      <p:sp>
        <p:nvSpPr>
          <p:cNvPr id="297" name="Google Shape;297;p49">
            <a:extLst xmlns:a="http://schemas.openxmlformats.org/drawingml/2006/main">
              <a:ext uri="{FF2B5EF4-FFF2-40B4-BE49-F238E27FC236}">
                <a16:creationId xmlns:a16="http://schemas.microsoft.com/office/drawing/2014/main" id="{58429561-81C4-4055-BBD6-7C29ECAE4613}"/>
              </a:ext>
            </a:extLst>
          </p:cNvPr>
          <p:cNvSpPr>
            <a:spLocks xmlns:a="http://schemas.openxmlformats.org/drawingml/2006/main" noGrp="1"/>
          </p:cNvSpPr>
          <p:nvPr>
            <p:ph type="pic" idx="2"/>
          </p:nvPr>
        </p:nvSpPr>
        <p:spPr>
          <a:xfrm xmlns:a="http://schemas.openxmlformats.org/drawingml/2006/main">
            <a:off x="228600" y="228600"/>
            <a:ext cx="2092200" cy="3636600"/>
          </a:xfrm>
          <a:prstGeom xmlns:a="http://schemas.openxmlformats.org/drawingml/2006/main" prst="roundRect">
            <a:avLst>
              <a:gd name="adj" fmla="val 3132"/>
            </a:avLst>
          </a:prstGeom>
          <a:noFill xmlns:a="http://schemas.openxmlformats.org/drawingml/2006/main"/>
          <a:ln xmlns:a="http://schemas.openxmlformats.org/drawingml/2006/main">
            <a:noFill/>
          </a:ln>
        </p:spPr>
      </p:sp>
      <p:sp>
        <p:nvSpPr>
          <p:cNvPr id="298" name="Google Shape;298;p49">
            <a:extLst xmlns:a="http://schemas.openxmlformats.org/drawingml/2006/main">
              <a:ext uri="{FF2B5EF4-FFF2-40B4-BE49-F238E27FC236}">
                <a16:creationId xmlns:a16="http://schemas.microsoft.com/office/drawing/2014/main" id="{D3AE9A8A-4CFF-4B75-8503-A481F067FC08}"/>
              </a:ext>
            </a:extLst>
          </p:cNvPr>
          <p:cNvSpPr>
            <a:spLocks xmlns:a="http://schemas.openxmlformats.org/drawingml/2006/main" noGrp="1"/>
          </p:cNvSpPr>
          <p:nvPr>
            <p:ph type="body" idx="1"/>
          </p:nvPr>
        </p:nvSpPr>
        <p:spPr>
          <a:xfrm xmlns:a="http://schemas.openxmlformats.org/drawingml/2006/main">
            <a:off x="201327" y="3996251"/>
            <a:ext cx="2116800" cy="659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spAutoFit/>
          </a:bodyPr>
          <a:lstStyle xmlns:a="http://schemas.openxmlformats.org/drawingml/2006/main">
            <a:lvl1pPr marL="457200" indent="-228600" algn="l">
              <a:lnSpc>
                <a:spcPct val="110000"/>
              </a:lnSpc>
              <a:spcBef>
                <a:spcPts val="0"/>
              </a:spcBef>
              <a:spcAft>
                <a:spcPts val="0"/>
              </a:spcAft>
              <a:buClr>
                <a:schemeClr val="dk1"/>
              </a:buClr>
              <a:buSzPts val="750"/>
              <a:buFont typeface="Arial"/>
              <a:buNone/>
              <a:defRPr sz="750">
                <a:solidFill>
                  <a:schemeClr val="dk1"/>
                </a:solidFill>
              </a:defRPr>
            </a:lvl1pPr>
            <a:lvl2pPr marL="914400" indent="-228600" algn="l">
              <a:lnSpc>
                <a:spcPct val="90000"/>
              </a:lnSpc>
              <a:spcBef>
                <a:spcPts val="1200"/>
              </a:spcBef>
              <a:spcAft>
                <a:spcPts val="0"/>
              </a:spcAft>
              <a:buClr>
                <a:schemeClr val="dk1"/>
              </a:buClr>
              <a:buSzPts val="525"/>
              <a:buNone/>
              <a:defRPr sz="525"/>
            </a:lvl2pPr>
            <a:lvl3pPr marL="1371600" indent="-228600" algn="l">
              <a:lnSpc>
                <a:spcPct val="90000"/>
              </a:lnSpc>
              <a:spcBef>
                <a:spcPts val="1200"/>
              </a:spcBef>
              <a:spcAft>
                <a:spcPts val="0"/>
              </a:spcAft>
              <a:buClr>
                <a:schemeClr val="dk1"/>
              </a:buClr>
              <a:buSzPts val="450"/>
              <a:buNone/>
              <a:defRPr sz="450"/>
            </a:lvl3pPr>
            <a:lvl4pPr marL="1828800" indent="-228600" algn="l">
              <a:lnSpc>
                <a:spcPct val="90000"/>
              </a:lnSpc>
              <a:spcBef>
                <a:spcPts val="1200"/>
              </a:spcBef>
              <a:spcAft>
                <a:spcPts val="0"/>
              </a:spcAft>
              <a:buClr>
                <a:schemeClr val="dk1"/>
              </a:buClr>
              <a:buSzPts val="375"/>
              <a:buNone/>
              <a:defRPr sz="375"/>
            </a:lvl4pPr>
            <a:lvl5pPr marL="2286000" indent="-228600" algn="l">
              <a:lnSpc>
                <a:spcPct val="90000"/>
              </a:lnSpc>
              <a:spcBef>
                <a:spcPts val="1200"/>
              </a:spcBef>
              <a:spcAft>
                <a:spcPts val="0"/>
              </a:spcAft>
              <a:buClr>
                <a:schemeClr val="dk1"/>
              </a:buClr>
              <a:buSzPts val="375"/>
              <a:buNone/>
              <a:defRPr sz="375"/>
            </a:lvl5pPr>
            <a:lvl6pPr marL="2743200" indent="-228600" algn="l">
              <a:lnSpc>
                <a:spcPct val="90000"/>
              </a:lnSpc>
              <a:spcBef>
                <a:spcPts val="1200"/>
              </a:spcBef>
              <a:spcAft>
                <a:spcPts val="0"/>
              </a:spcAft>
              <a:buClr>
                <a:schemeClr val="dk1"/>
              </a:buClr>
              <a:buSzPts val="375"/>
              <a:buNone/>
              <a:defRPr sz="375"/>
            </a:lvl6pPr>
            <a:lvl7pPr marL="3200400" indent="-228600" algn="l">
              <a:lnSpc>
                <a:spcPct val="90000"/>
              </a:lnSpc>
              <a:spcBef>
                <a:spcPts val="1200"/>
              </a:spcBef>
              <a:spcAft>
                <a:spcPts val="0"/>
              </a:spcAft>
              <a:buClr>
                <a:schemeClr val="dk1"/>
              </a:buClr>
              <a:buSzPts val="375"/>
              <a:buNone/>
              <a:defRPr sz="375"/>
            </a:lvl7pPr>
            <a:lvl8pPr marL="3657600" indent="-228600" algn="l">
              <a:lnSpc>
                <a:spcPct val="90000"/>
              </a:lnSpc>
              <a:spcBef>
                <a:spcPts val="1200"/>
              </a:spcBef>
              <a:spcAft>
                <a:spcPts val="0"/>
              </a:spcAft>
              <a:buClr>
                <a:schemeClr val="dk1"/>
              </a:buClr>
              <a:buSzPts val="375"/>
              <a:buNone/>
              <a:defRPr sz="375"/>
            </a:lvl8pPr>
            <a:lvl9pPr marL="4114800" indent="-228600" algn="l">
              <a:lnSpc>
                <a:spcPct val="90000"/>
              </a:lnSpc>
              <a:spcBef>
                <a:spcPts val="1200"/>
              </a:spcBef>
              <a:spcAft>
                <a:spcPts val="1200"/>
              </a:spcAft>
              <a:buClr>
                <a:schemeClr val="dk1"/>
              </a:buClr>
              <a:buSzPts val="375"/>
              <a:buNone/>
              <a:defRPr sz="375"/>
            </a:lvl9pPr>
          </a:lstStyle>
          <a:p xmlns:a="http://schemas.openxmlformats.org/drawingml/2006/main"/>
        </p:txBody>
      </p:sp>
      <p:sp>
        <p:nvSpPr>
          <p:cNvPr id="299" name="Google Shape;299;p49">
            <a:extLst xmlns:a="http://schemas.openxmlformats.org/drawingml/2006/main">
              <a:ext uri="{FF2B5EF4-FFF2-40B4-BE49-F238E27FC236}">
                <a16:creationId xmlns:a16="http://schemas.microsoft.com/office/drawing/2014/main" id="{9808FB25-661B-4F5B-9DAC-54BEF1ABE3D3}"/>
              </a:ext>
            </a:extLst>
          </p:cNvPr>
          <p:cNvSpPr>
            <a:spLocks xmlns:a="http://schemas.openxmlformats.org/drawingml/2006/main" noGrp="1"/>
          </p:cNvSpPr>
          <p:nvPr>
            <p:ph type="body" idx="3"/>
          </p:nvPr>
        </p:nvSpPr>
        <p:spPr>
          <a:xfrm xmlns:a="http://schemas.openxmlformats.org/drawingml/2006/main">
            <a:off x="2412640" y="3996251"/>
            <a:ext cx="2116800" cy="659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spAutoFit/>
          </a:bodyPr>
          <a:lstStyle xmlns:a="http://schemas.openxmlformats.org/drawingml/2006/main">
            <a:lvl1pPr marL="457200" indent="-228600" algn="l">
              <a:lnSpc>
                <a:spcPct val="110000"/>
              </a:lnSpc>
              <a:spcBef>
                <a:spcPts val="0"/>
              </a:spcBef>
              <a:spcAft>
                <a:spcPts val="0"/>
              </a:spcAft>
              <a:buClr>
                <a:schemeClr val="dk1"/>
              </a:buClr>
              <a:buSzPts val="750"/>
              <a:buFont typeface="Arial"/>
              <a:buNone/>
              <a:defRPr sz="750">
                <a:solidFill>
                  <a:schemeClr val="dk1"/>
                </a:solidFill>
              </a:defRPr>
            </a:lvl1pPr>
            <a:lvl2pPr marL="914400" indent="-228600" algn="l">
              <a:lnSpc>
                <a:spcPct val="90000"/>
              </a:lnSpc>
              <a:spcBef>
                <a:spcPts val="1200"/>
              </a:spcBef>
              <a:spcAft>
                <a:spcPts val="0"/>
              </a:spcAft>
              <a:buClr>
                <a:schemeClr val="dk1"/>
              </a:buClr>
              <a:buSzPts val="525"/>
              <a:buNone/>
              <a:defRPr sz="525"/>
            </a:lvl2pPr>
            <a:lvl3pPr marL="1371600" indent="-228600" algn="l">
              <a:lnSpc>
                <a:spcPct val="90000"/>
              </a:lnSpc>
              <a:spcBef>
                <a:spcPts val="1200"/>
              </a:spcBef>
              <a:spcAft>
                <a:spcPts val="0"/>
              </a:spcAft>
              <a:buClr>
                <a:schemeClr val="dk1"/>
              </a:buClr>
              <a:buSzPts val="450"/>
              <a:buNone/>
              <a:defRPr sz="450"/>
            </a:lvl3pPr>
            <a:lvl4pPr marL="1828800" indent="-228600" algn="l">
              <a:lnSpc>
                <a:spcPct val="90000"/>
              </a:lnSpc>
              <a:spcBef>
                <a:spcPts val="1200"/>
              </a:spcBef>
              <a:spcAft>
                <a:spcPts val="0"/>
              </a:spcAft>
              <a:buClr>
                <a:schemeClr val="dk1"/>
              </a:buClr>
              <a:buSzPts val="375"/>
              <a:buNone/>
              <a:defRPr sz="375"/>
            </a:lvl4pPr>
            <a:lvl5pPr marL="2286000" indent="-228600" algn="l">
              <a:lnSpc>
                <a:spcPct val="90000"/>
              </a:lnSpc>
              <a:spcBef>
                <a:spcPts val="1200"/>
              </a:spcBef>
              <a:spcAft>
                <a:spcPts val="0"/>
              </a:spcAft>
              <a:buClr>
                <a:schemeClr val="dk1"/>
              </a:buClr>
              <a:buSzPts val="375"/>
              <a:buNone/>
              <a:defRPr sz="375"/>
            </a:lvl5pPr>
            <a:lvl6pPr marL="2743200" indent="-228600" algn="l">
              <a:lnSpc>
                <a:spcPct val="90000"/>
              </a:lnSpc>
              <a:spcBef>
                <a:spcPts val="1200"/>
              </a:spcBef>
              <a:spcAft>
                <a:spcPts val="0"/>
              </a:spcAft>
              <a:buClr>
                <a:schemeClr val="dk1"/>
              </a:buClr>
              <a:buSzPts val="375"/>
              <a:buNone/>
              <a:defRPr sz="375"/>
            </a:lvl6pPr>
            <a:lvl7pPr marL="3200400" indent="-228600" algn="l">
              <a:lnSpc>
                <a:spcPct val="90000"/>
              </a:lnSpc>
              <a:spcBef>
                <a:spcPts val="1200"/>
              </a:spcBef>
              <a:spcAft>
                <a:spcPts val="0"/>
              </a:spcAft>
              <a:buClr>
                <a:schemeClr val="dk1"/>
              </a:buClr>
              <a:buSzPts val="375"/>
              <a:buNone/>
              <a:defRPr sz="375"/>
            </a:lvl7pPr>
            <a:lvl8pPr marL="3657600" indent="-228600" algn="l">
              <a:lnSpc>
                <a:spcPct val="90000"/>
              </a:lnSpc>
              <a:spcBef>
                <a:spcPts val="1200"/>
              </a:spcBef>
              <a:spcAft>
                <a:spcPts val="0"/>
              </a:spcAft>
              <a:buClr>
                <a:schemeClr val="dk1"/>
              </a:buClr>
              <a:buSzPts val="375"/>
              <a:buNone/>
              <a:defRPr sz="375"/>
            </a:lvl8pPr>
            <a:lvl9pPr marL="4114800" indent="-228600" algn="l">
              <a:lnSpc>
                <a:spcPct val="90000"/>
              </a:lnSpc>
              <a:spcBef>
                <a:spcPts val="1200"/>
              </a:spcBef>
              <a:spcAft>
                <a:spcPts val="1200"/>
              </a:spcAft>
              <a:buClr>
                <a:schemeClr val="dk1"/>
              </a:buClr>
              <a:buSzPts val="375"/>
              <a:buNone/>
              <a:defRPr sz="375"/>
            </a:lvl9pPr>
          </a:lstStyle>
          <a:p xmlns:a="http://schemas.openxmlformats.org/drawingml/2006/main"/>
        </p:txBody>
      </p:sp>
      <p:sp>
        <p:nvSpPr>
          <p:cNvPr id="300" name="Google Shape;300;p49">
            <a:extLst xmlns:a="http://schemas.openxmlformats.org/drawingml/2006/main">
              <a:ext uri="{FF2B5EF4-FFF2-40B4-BE49-F238E27FC236}">
                <a16:creationId xmlns:a16="http://schemas.microsoft.com/office/drawing/2014/main" id="{FD0CFD3B-D470-4CE0-9119-90743BFA298A}"/>
              </a:ext>
            </a:extLst>
          </p:cNvPr>
          <p:cNvSpPr>
            <a:spLocks xmlns:a="http://schemas.openxmlformats.org/drawingml/2006/main" noGrp="1"/>
          </p:cNvSpPr>
          <p:nvPr>
            <p:ph type="body" idx="4"/>
          </p:nvPr>
        </p:nvSpPr>
        <p:spPr>
          <a:xfrm xmlns:a="http://schemas.openxmlformats.org/drawingml/2006/main">
            <a:off x="4623953" y="3996251"/>
            <a:ext cx="2116800" cy="659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spAutoFit/>
          </a:bodyPr>
          <a:lstStyle xmlns:a="http://schemas.openxmlformats.org/drawingml/2006/main">
            <a:lvl1pPr marL="457200" indent="-228600" algn="l">
              <a:lnSpc>
                <a:spcPct val="110000"/>
              </a:lnSpc>
              <a:spcBef>
                <a:spcPts val="0"/>
              </a:spcBef>
              <a:spcAft>
                <a:spcPts val="0"/>
              </a:spcAft>
              <a:buClr>
                <a:schemeClr val="dk1"/>
              </a:buClr>
              <a:buSzPts val="750"/>
              <a:buFont typeface="Arial"/>
              <a:buNone/>
              <a:defRPr sz="750">
                <a:solidFill>
                  <a:schemeClr val="dk1"/>
                </a:solidFill>
              </a:defRPr>
            </a:lvl1pPr>
            <a:lvl2pPr marL="914400" indent="-228600" algn="l">
              <a:lnSpc>
                <a:spcPct val="90000"/>
              </a:lnSpc>
              <a:spcBef>
                <a:spcPts val="1200"/>
              </a:spcBef>
              <a:spcAft>
                <a:spcPts val="0"/>
              </a:spcAft>
              <a:buClr>
                <a:schemeClr val="dk1"/>
              </a:buClr>
              <a:buSzPts val="525"/>
              <a:buNone/>
              <a:defRPr sz="525"/>
            </a:lvl2pPr>
            <a:lvl3pPr marL="1371600" indent="-228600" algn="l">
              <a:lnSpc>
                <a:spcPct val="90000"/>
              </a:lnSpc>
              <a:spcBef>
                <a:spcPts val="1200"/>
              </a:spcBef>
              <a:spcAft>
                <a:spcPts val="0"/>
              </a:spcAft>
              <a:buClr>
                <a:schemeClr val="dk1"/>
              </a:buClr>
              <a:buSzPts val="450"/>
              <a:buNone/>
              <a:defRPr sz="450"/>
            </a:lvl3pPr>
            <a:lvl4pPr marL="1828800" indent="-228600" algn="l">
              <a:lnSpc>
                <a:spcPct val="90000"/>
              </a:lnSpc>
              <a:spcBef>
                <a:spcPts val="1200"/>
              </a:spcBef>
              <a:spcAft>
                <a:spcPts val="0"/>
              </a:spcAft>
              <a:buClr>
                <a:schemeClr val="dk1"/>
              </a:buClr>
              <a:buSzPts val="375"/>
              <a:buNone/>
              <a:defRPr sz="375"/>
            </a:lvl4pPr>
            <a:lvl5pPr marL="2286000" indent="-228600" algn="l">
              <a:lnSpc>
                <a:spcPct val="90000"/>
              </a:lnSpc>
              <a:spcBef>
                <a:spcPts val="1200"/>
              </a:spcBef>
              <a:spcAft>
                <a:spcPts val="0"/>
              </a:spcAft>
              <a:buClr>
                <a:schemeClr val="dk1"/>
              </a:buClr>
              <a:buSzPts val="375"/>
              <a:buNone/>
              <a:defRPr sz="375"/>
            </a:lvl5pPr>
            <a:lvl6pPr marL="2743200" indent="-228600" algn="l">
              <a:lnSpc>
                <a:spcPct val="90000"/>
              </a:lnSpc>
              <a:spcBef>
                <a:spcPts val="1200"/>
              </a:spcBef>
              <a:spcAft>
                <a:spcPts val="0"/>
              </a:spcAft>
              <a:buClr>
                <a:schemeClr val="dk1"/>
              </a:buClr>
              <a:buSzPts val="375"/>
              <a:buNone/>
              <a:defRPr sz="375"/>
            </a:lvl6pPr>
            <a:lvl7pPr marL="3200400" indent="-228600" algn="l">
              <a:lnSpc>
                <a:spcPct val="90000"/>
              </a:lnSpc>
              <a:spcBef>
                <a:spcPts val="1200"/>
              </a:spcBef>
              <a:spcAft>
                <a:spcPts val="0"/>
              </a:spcAft>
              <a:buClr>
                <a:schemeClr val="dk1"/>
              </a:buClr>
              <a:buSzPts val="375"/>
              <a:buNone/>
              <a:defRPr sz="375"/>
            </a:lvl7pPr>
            <a:lvl8pPr marL="3657600" indent="-228600" algn="l">
              <a:lnSpc>
                <a:spcPct val="90000"/>
              </a:lnSpc>
              <a:spcBef>
                <a:spcPts val="1200"/>
              </a:spcBef>
              <a:spcAft>
                <a:spcPts val="0"/>
              </a:spcAft>
              <a:buClr>
                <a:schemeClr val="dk1"/>
              </a:buClr>
              <a:buSzPts val="375"/>
              <a:buNone/>
              <a:defRPr sz="375"/>
            </a:lvl8pPr>
            <a:lvl9pPr marL="4114800" indent="-228600" algn="l">
              <a:lnSpc>
                <a:spcPct val="90000"/>
              </a:lnSpc>
              <a:spcBef>
                <a:spcPts val="1200"/>
              </a:spcBef>
              <a:spcAft>
                <a:spcPts val="1200"/>
              </a:spcAft>
              <a:buClr>
                <a:schemeClr val="dk1"/>
              </a:buClr>
              <a:buSzPts val="375"/>
              <a:buNone/>
              <a:defRPr sz="375"/>
            </a:lvl9pPr>
          </a:lstStyle>
          <a:p xmlns:a="http://schemas.openxmlformats.org/drawingml/2006/main"/>
        </p:txBody>
      </p:sp>
      <p:sp>
        <p:nvSpPr>
          <p:cNvPr id="301" name="Google Shape;301;p49">
            <a:extLst xmlns:a="http://schemas.openxmlformats.org/drawingml/2006/main">
              <a:ext uri="{FF2B5EF4-FFF2-40B4-BE49-F238E27FC236}">
                <a16:creationId xmlns:a16="http://schemas.microsoft.com/office/drawing/2014/main" id="{24C6048D-0005-46B6-B99B-206EAB8A13CA}"/>
              </a:ext>
            </a:extLst>
          </p:cNvPr>
          <p:cNvSpPr>
            <a:spLocks xmlns:a="http://schemas.openxmlformats.org/drawingml/2006/main" noGrp="1"/>
          </p:cNvSpPr>
          <p:nvPr>
            <p:ph type="body" idx="5"/>
          </p:nvPr>
        </p:nvSpPr>
        <p:spPr>
          <a:xfrm xmlns:a="http://schemas.openxmlformats.org/drawingml/2006/main">
            <a:off x="6835266" y="3996251"/>
            <a:ext cx="2116800" cy="659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spAutoFit/>
          </a:bodyPr>
          <a:lstStyle xmlns:a="http://schemas.openxmlformats.org/drawingml/2006/main">
            <a:lvl1pPr marL="457200" indent="-228600" algn="l">
              <a:lnSpc>
                <a:spcPct val="110000"/>
              </a:lnSpc>
              <a:spcBef>
                <a:spcPts val="0"/>
              </a:spcBef>
              <a:spcAft>
                <a:spcPts val="0"/>
              </a:spcAft>
              <a:buClr>
                <a:schemeClr val="dk1"/>
              </a:buClr>
              <a:buSzPts val="750"/>
              <a:buFont typeface="Arial"/>
              <a:buNone/>
              <a:defRPr sz="750">
                <a:solidFill>
                  <a:schemeClr val="dk1"/>
                </a:solidFill>
              </a:defRPr>
            </a:lvl1pPr>
            <a:lvl2pPr marL="914400" indent="-228600" algn="l">
              <a:lnSpc>
                <a:spcPct val="90000"/>
              </a:lnSpc>
              <a:spcBef>
                <a:spcPts val="1200"/>
              </a:spcBef>
              <a:spcAft>
                <a:spcPts val="0"/>
              </a:spcAft>
              <a:buClr>
                <a:schemeClr val="dk1"/>
              </a:buClr>
              <a:buSzPts val="525"/>
              <a:buNone/>
              <a:defRPr sz="525"/>
            </a:lvl2pPr>
            <a:lvl3pPr marL="1371600" indent="-228600" algn="l">
              <a:lnSpc>
                <a:spcPct val="90000"/>
              </a:lnSpc>
              <a:spcBef>
                <a:spcPts val="1200"/>
              </a:spcBef>
              <a:spcAft>
                <a:spcPts val="0"/>
              </a:spcAft>
              <a:buClr>
                <a:schemeClr val="dk1"/>
              </a:buClr>
              <a:buSzPts val="450"/>
              <a:buNone/>
              <a:defRPr sz="450"/>
            </a:lvl3pPr>
            <a:lvl4pPr marL="1828800" indent="-228600" algn="l">
              <a:lnSpc>
                <a:spcPct val="90000"/>
              </a:lnSpc>
              <a:spcBef>
                <a:spcPts val="1200"/>
              </a:spcBef>
              <a:spcAft>
                <a:spcPts val="0"/>
              </a:spcAft>
              <a:buClr>
                <a:schemeClr val="dk1"/>
              </a:buClr>
              <a:buSzPts val="375"/>
              <a:buNone/>
              <a:defRPr sz="375"/>
            </a:lvl4pPr>
            <a:lvl5pPr marL="2286000" indent="-228600" algn="l">
              <a:lnSpc>
                <a:spcPct val="90000"/>
              </a:lnSpc>
              <a:spcBef>
                <a:spcPts val="1200"/>
              </a:spcBef>
              <a:spcAft>
                <a:spcPts val="0"/>
              </a:spcAft>
              <a:buClr>
                <a:schemeClr val="dk1"/>
              </a:buClr>
              <a:buSzPts val="375"/>
              <a:buNone/>
              <a:defRPr sz="375"/>
            </a:lvl5pPr>
            <a:lvl6pPr marL="2743200" indent="-228600" algn="l">
              <a:lnSpc>
                <a:spcPct val="90000"/>
              </a:lnSpc>
              <a:spcBef>
                <a:spcPts val="1200"/>
              </a:spcBef>
              <a:spcAft>
                <a:spcPts val="0"/>
              </a:spcAft>
              <a:buClr>
                <a:schemeClr val="dk1"/>
              </a:buClr>
              <a:buSzPts val="375"/>
              <a:buNone/>
              <a:defRPr sz="375"/>
            </a:lvl6pPr>
            <a:lvl7pPr marL="3200400" indent="-228600" algn="l">
              <a:lnSpc>
                <a:spcPct val="90000"/>
              </a:lnSpc>
              <a:spcBef>
                <a:spcPts val="1200"/>
              </a:spcBef>
              <a:spcAft>
                <a:spcPts val="0"/>
              </a:spcAft>
              <a:buClr>
                <a:schemeClr val="dk1"/>
              </a:buClr>
              <a:buSzPts val="375"/>
              <a:buNone/>
              <a:defRPr sz="375"/>
            </a:lvl7pPr>
            <a:lvl8pPr marL="3657600" indent="-228600" algn="l">
              <a:lnSpc>
                <a:spcPct val="90000"/>
              </a:lnSpc>
              <a:spcBef>
                <a:spcPts val="1200"/>
              </a:spcBef>
              <a:spcAft>
                <a:spcPts val="0"/>
              </a:spcAft>
              <a:buClr>
                <a:schemeClr val="dk1"/>
              </a:buClr>
              <a:buSzPts val="375"/>
              <a:buNone/>
              <a:defRPr sz="375"/>
            </a:lvl8pPr>
            <a:lvl9pPr marL="4114800" indent="-228600" algn="l">
              <a:lnSpc>
                <a:spcPct val="90000"/>
              </a:lnSpc>
              <a:spcBef>
                <a:spcPts val="1200"/>
              </a:spcBef>
              <a:spcAft>
                <a:spcPts val="1200"/>
              </a:spcAft>
              <a:buClr>
                <a:schemeClr val="dk1"/>
              </a:buClr>
              <a:buSzPts val="375"/>
              <a:buNone/>
              <a:defRPr sz="375"/>
            </a:lvl9pPr>
          </a:lstStyle>
          <a:p xmlns:a="http://schemas.openxmlformats.org/drawingml/2006/main"/>
        </p:txBody>
      </p:sp>
      <p:sp>
        <p:nvSpPr>
          <p:cNvPr id="302" name="Google Shape;302;p49">
            <a:extLst xmlns:a="http://schemas.openxmlformats.org/drawingml/2006/main">
              <a:ext uri="{FF2B5EF4-FFF2-40B4-BE49-F238E27FC236}">
                <a16:creationId xmlns:a16="http://schemas.microsoft.com/office/drawing/2014/main" id="{5DE564DE-B993-487E-B331-C6E3AEF20B61}"/>
              </a:ext>
            </a:extLst>
          </p:cNvPr>
          <p:cNvSpPr>
            <a:spLocks xmlns:a="http://schemas.openxmlformats.org/drawingml/2006/main" noGrp="1"/>
          </p:cNvSpPr>
          <p:nvPr>
            <p:ph type="pic" idx="6"/>
          </p:nvPr>
        </p:nvSpPr>
        <p:spPr>
          <a:xfrm xmlns:a="http://schemas.openxmlformats.org/drawingml/2006/main">
            <a:off x="2426834" y="228600"/>
            <a:ext cx="2092200" cy="3636600"/>
          </a:xfrm>
          <a:prstGeom xmlns:a="http://schemas.openxmlformats.org/drawingml/2006/main" prst="roundRect">
            <a:avLst>
              <a:gd name="adj" fmla="val 3132"/>
            </a:avLst>
          </a:prstGeom>
          <a:noFill xmlns:a="http://schemas.openxmlformats.org/drawingml/2006/main"/>
          <a:ln xmlns:a="http://schemas.openxmlformats.org/drawingml/2006/main">
            <a:noFill/>
          </a:ln>
        </p:spPr>
      </p:sp>
      <p:sp>
        <p:nvSpPr>
          <p:cNvPr id="303" name="Google Shape;303;p49">
            <a:extLst xmlns:a="http://schemas.openxmlformats.org/drawingml/2006/main">
              <a:ext uri="{FF2B5EF4-FFF2-40B4-BE49-F238E27FC236}">
                <a16:creationId xmlns:a16="http://schemas.microsoft.com/office/drawing/2014/main" id="{851DE35A-6E7D-477F-888B-7AE342DD1517}"/>
              </a:ext>
            </a:extLst>
          </p:cNvPr>
          <p:cNvSpPr>
            <a:spLocks xmlns:a="http://schemas.openxmlformats.org/drawingml/2006/main" noGrp="1"/>
          </p:cNvSpPr>
          <p:nvPr>
            <p:ph type="pic" idx="7"/>
          </p:nvPr>
        </p:nvSpPr>
        <p:spPr>
          <a:xfrm xmlns:a="http://schemas.openxmlformats.org/drawingml/2006/main">
            <a:off x="4625068" y="228600"/>
            <a:ext cx="2092200" cy="3636600"/>
          </a:xfrm>
          <a:prstGeom xmlns:a="http://schemas.openxmlformats.org/drawingml/2006/main" prst="roundRect">
            <a:avLst>
              <a:gd name="adj" fmla="val 3132"/>
            </a:avLst>
          </a:prstGeom>
          <a:noFill xmlns:a="http://schemas.openxmlformats.org/drawingml/2006/main"/>
          <a:ln xmlns:a="http://schemas.openxmlformats.org/drawingml/2006/main">
            <a:noFill/>
          </a:ln>
        </p:spPr>
      </p:sp>
      <p:sp>
        <p:nvSpPr>
          <p:cNvPr id="304" name="Google Shape;304;p49">
            <a:extLst xmlns:a="http://schemas.openxmlformats.org/drawingml/2006/main">
              <a:ext uri="{FF2B5EF4-FFF2-40B4-BE49-F238E27FC236}">
                <a16:creationId xmlns:a16="http://schemas.microsoft.com/office/drawing/2014/main" id="{E237D1B9-22DF-4BB1-8905-1E9630000B9E}"/>
              </a:ext>
            </a:extLst>
          </p:cNvPr>
          <p:cNvSpPr>
            <a:spLocks xmlns:a="http://schemas.openxmlformats.org/drawingml/2006/main" noGrp="1"/>
          </p:cNvSpPr>
          <p:nvPr>
            <p:ph type="pic" idx="8"/>
          </p:nvPr>
        </p:nvSpPr>
        <p:spPr>
          <a:xfrm xmlns:a="http://schemas.openxmlformats.org/drawingml/2006/main">
            <a:off x="6823301" y="228600"/>
            <a:ext cx="2092200" cy="3636600"/>
          </a:xfrm>
          <a:prstGeom xmlns:a="http://schemas.openxmlformats.org/drawingml/2006/main" prst="roundRect">
            <a:avLst>
              <a:gd name="adj" fmla="val 3132"/>
            </a:avLst>
          </a:prstGeom>
          <a:noFill xmlns:a="http://schemas.openxmlformats.org/drawingml/2006/main"/>
          <a:ln xmlns:a="http://schemas.openxmlformats.org/drawingml/2006/main">
            <a:noFill/>
          </a:ln>
        </p:spPr>
      </p:sp>
      <p:pic>
        <p:nvPicPr>
          <p:cNvPr id="314" name="Google Shape;305;p49"/>
          <p:cNvPicPr>
            <a:picLocks xmlns:a="http://schemas.openxmlformats.org/drawingml/2006/main" noChangeAspect="1"/>
          </p:cNvPicPr>
          <p:nvPr/>
        </p:nvPicPr>
        <p:blipFill>
          <a:blip xmlns:r="http://schemas.openxmlformats.org/officeDocument/2006/relationships" xmlns:a="http://schemas.openxmlformats.org/drawingml/2006/main" r:embed="R14572841262546b3">
            <a:alphaModFix/>
          </a:blip>
          <a:stretch xmlns:a="http://schemas.openxmlformats.org/drawingml/2006/main">
            <a:fillRect l="0" t="0" r="0" b="0"/>
          </a:stretch>
        </p:blipFill>
        <p:spPr>
          <a:xfrm xmlns:a="http://schemas.openxmlformats.org/drawingml/2006/main">
            <a:off x="228600" y="4836074"/>
            <a:ext cx="153925" cy="153925"/>
          </a:xfrm>
          <a:prstGeom xmlns:a="http://schemas.openxmlformats.org/drawingml/2006/main" prst="rect">
            <a:avLst/>
          </a:prstGeom>
          <a:ln xmlns:a="http://schemas.openxmlformats.org/drawingml/2006/main">
            <a:noFill/>
          </a:ln>
        </p:spPr>
      </p:pic>
    </p:spTree>
  </p:cSld>
</p:sldLayout>
</file>

<file path=ppt/slideLayouts/slideLayout49.xml><?xml version="1.0" encoding="utf-8"?>
<p:sldLayout xmlns:p="http://schemas.openxmlformats.org/presentationml/2006/main" matchingName="Content - 4 cards b">
  <p:cSld name="4 imgs + titles">
    <p:bg>
      <p:bgPr>
        <a:solidFill xmlns:a="http://schemas.openxmlformats.org/drawingml/2006/main">
          <a:schemeClr val="lt1"/>
        </a:solidFill>
      </p:bgPr>
    </p:bg>
    <p:spTree>
      <p:nvGrpSpPr>
        <p:cNvPr id="1" name=""/>
        <p:cNvGrpSpPr/>
        <p:nvPr/>
      </p:nvGrpSpPr>
      <p:grpSpPr>
        <a:xfrm xmlns:a="http://schemas.openxmlformats.org/drawingml/2006/main"/>
      </p:grpSpPr>
      <p:sp>
        <p:nvSpPr>
          <p:cNvPr id="307" name="Google Shape;307;p50">
            <a:extLst xmlns:a="http://schemas.openxmlformats.org/drawingml/2006/main">
              <a:ext uri="{FF2B5EF4-FFF2-40B4-BE49-F238E27FC236}">
                <a16:creationId xmlns:a16="http://schemas.microsoft.com/office/drawing/2014/main" id="{A7382FEE-6F9E-435B-8BAE-46C0D5DEB112}"/>
              </a:ext>
            </a:extLst>
          </p:cNvPr>
          <p:cNvSpPr>
            <a:spLocks xmlns:a="http://schemas.openxmlformats.org/drawingml/2006/main" noGrp="1"/>
          </p:cNvSpPr>
          <p:nvPr>
            <p:ph type="body" idx="1"/>
          </p:nvPr>
        </p:nvSpPr>
        <p:spPr>
          <a:xfrm xmlns:a="http://schemas.openxmlformats.org/drawingml/2006/main">
            <a:off x="201327" y="3996251"/>
            <a:ext cx="2116800" cy="426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spAutoFit/>
          </a:bodyPr>
          <a:lstStyle xmlns:a="http://schemas.openxmlformats.org/drawingml/2006/main">
            <a:lvl1pPr marL="457200" indent="-228600" algn="l">
              <a:lnSpc>
                <a:spcPct val="90000"/>
              </a:lnSpc>
              <a:spcBef>
                <a:spcPts val="300"/>
              </a:spcBef>
              <a:spcAft>
                <a:spcPts val="0"/>
              </a:spcAft>
              <a:buClr>
                <a:schemeClr val="dk1"/>
              </a:buClr>
              <a:buSzPts val="1275"/>
              <a:buFont typeface="Arial"/>
              <a:buNone/>
              <a:defRPr sz="1275">
                <a:solidFill>
                  <a:schemeClr val="dk1"/>
                </a:solidFill>
              </a:defRPr>
            </a:lvl1pPr>
            <a:lvl2pPr marL="914400" indent="-228600" algn="l">
              <a:lnSpc>
                <a:spcPct val="90000"/>
              </a:lnSpc>
              <a:spcBef>
                <a:spcPts val="1200"/>
              </a:spcBef>
              <a:spcAft>
                <a:spcPts val="0"/>
              </a:spcAft>
              <a:buClr>
                <a:schemeClr val="dk1"/>
              </a:buClr>
              <a:buSzPts val="525"/>
              <a:buNone/>
              <a:defRPr sz="525"/>
            </a:lvl2pPr>
            <a:lvl3pPr marL="1371600" indent="-228600" algn="l">
              <a:lnSpc>
                <a:spcPct val="90000"/>
              </a:lnSpc>
              <a:spcBef>
                <a:spcPts val="1200"/>
              </a:spcBef>
              <a:spcAft>
                <a:spcPts val="0"/>
              </a:spcAft>
              <a:buClr>
                <a:schemeClr val="dk1"/>
              </a:buClr>
              <a:buSzPts val="450"/>
              <a:buNone/>
              <a:defRPr sz="450"/>
            </a:lvl3pPr>
            <a:lvl4pPr marL="1828800" indent="-228600" algn="l">
              <a:lnSpc>
                <a:spcPct val="90000"/>
              </a:lnSpc>
              <a:spcBef>
                <a:spcPts val="1200"/>
              </a:spcBef>
              <a:spcAft>
                <a:spcPts val="0"/>
              </a:spcAft>
              <a:buClr>
                <a:schemeClr val="dk1"/>
              </a:buClr>
              <a:buSzPts val="375"/>
              <a:buNone/>
              <a:defRPr sz="375"/>
            </a:lvl4pPr>
            <a:lvl5pPr marL="2286000" indent="-228600" algn="l">
              <a:lnSpc>
                <a:spcPct val="90000"/>
              </a:lnSpc>
              <a:spcBef>
                <a:spcPts val="1200"/>
              </a:spcBef>
              <a:spcAft>
                <a:spcPts val="0"/>
              </a:spcAft>
              <a:buClr>
                <a:schemeClr val="dk1"/>
              </a:buClr>
              <a:buSzPts val="375"/>
              <a:buNone/>
              <a:defRPr sz="375"/>
            </a:lvl5pPr>
            <a:lvl6pPr marL="2743200" indent="-228600" algn="l">
              <a:lnSpc>
                <a:spcPct val="90000"/>
              </a:lnSpc>
              <a:spcBef>
                <a:spcPts val="1200"/>
              </a:spcBef>
              <a:spcAft>
                <a:spcPts val="0"/>
              </a:spcAft>
              <a:buClr>
                <a:schemeClr val="dk1"/>
              </a:buClr>
              <a:buSzPts val="375"/>
              <a:buNone/>
              <a:defRPr sz="375"/>
            </a:lvl6pPr>
            <a:lvl7pPr marL="3200400" indent="-228600" algn="l">
              <a:lnSpc>
                <a:spcPct val="90000"/>
              </a:lnSpc>
              <a:spcBef>
                <a:spcPts val="1200"/>
              </a:spcBef>
              <a:spcAft>
                <a:spcPts val="0"/>
              </a:spcAft>
              <a:buClr>
                <a:schemeClr val="dk1"/>
              </a:buClr>
              <a:buSzPts val="375"/>
              <a:buNone/>
              <a:defRPr sz="375"/>
            </a:lvl7pPr>
            <a:lvl8pPr marL="3657600" indent="-228600" algn="l">
              <a:lnSpc>
                <a:spcPct val="90000"/>
              </a:lnSpc>
              <a:spcBef>
                <a:spcPts val="1200"/>
              </a:spcBef>
              <a:spcAft>
                <a:spcPts val="0"/>
              </a:spcAft>
              <a:buClr>
                <a:schemeClr val="dk1"/>
              </a:buClr>
              <a:buSzPts val="375"/>
              <a:buNone/>
              <a:defRPr sz="375"/>
            </a:lvl8pPr>
            <a:lvl9pPr marL="4114800" indent="-228600" algn="l">
              <a:lnSpc>
                <a:spcPct val="90000"/>
              </a:lnSpc>
              <a:spcBef>
                <a:spcPts val="1200"/>
              </a:spcBef>
              <a:spcAft>
                <a:spcPts val="1200"/>
              </a:spcAft>
              <a:buClr>
                <a:schemeClr val="dk1"/>
              </a:buClr>
              <a:buSzPts val="375"/>
              <a:buNone/>
              <a:defRPr sz="375"/>
            </a:lvl9pPr>
          </a:lstStyle>
          <a:p xmlns:a="http://schemas.openxmlformats.org/drawingml/2006/main"/>
        </p:txBody>
      </p:sp>
      <p:sp>
        <p:nvSpPr>
          <p:cNvPr id="308" name="Google Shape;308;p50">
            <a:extLst xmlns:a="http://schemas.openxmlformats.org/drawingml/2006/main">
              <a:ext uri="{FF2B5EF4-FFF2-40B4-BE49-F238E27FC236}">
                <a16:creationId xmlns:a16="http://schemas.microsoft.com/office/drawing/2014/main" id="{473B7CB2-4A9C-48B5-9F68-E0D175A8AD16}"/>
              </a:ext>
            </a:extLst>
          </p:cNvPr>
          <p:cNvSpPr>
            <a:spLocks xmlns:a="http://schemas.openxmlformats.org/drawingml/2006/main" noGrp="1"/>
          </p:cNvSpPr>
          <p:nvPr>
            <p:ph type="body" idx="2"/>
          </p:nvPr>
        </p:nvSpPr>
        <p:spPr>
          <a:xfrm xmlns:a="http://schemas.openxmlformats.org/drawingml/2006/main">
            <a:off x="2412640" y="3996251"/>
            <a:ext cx="2116800" cy="426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spAutoFit/>
          </a:bodyPr>
          <a:lstStyle xmlns:a="http://schemas.openxmlformats.org/drawingml/2006/main">
            <a:lvl1pPr marL="457200" indent="-228600" algn="l">
              <a:lnSpc>
                <a:spcPct val="90000"/>
              </a:lnSpc>
              <a:spcBef>
                <a:spcPts val="300"/>
              </a:spcBef>
              <a:spcAft>
                <a:spcPts val="0"/>
              </a:spcAft>
              <a:buClr>
                <a:schemeClr val="dk1"/>
              </a:buClr>
              <a:buSzPts val="1275"/>
              <a:buFont typeface="Arial"/>
              <a:buNone/>
              <a:defRPr sz="1275">
                <a:solidFill>
                  <a:schemeClr val="dk1"/>
                </a:solidFill>
              </a:defRPr>
            </a:lvl1pPr>
            <a:lvl2pPr marL="914400" indent="-228600" algn="l">
              <a:lnSpc>
                <a:spcPct val="90000"/>
              </a:lnSpc>
              <a:spcBef>
                <a:spcPts val="1200"/>
              </a:spcBef>
              <a:spcAft>
                <a:spcPts val="0"/>
              </a:spcAft>
              <a:buClr>
                <a:schemeClr val="dk1"/>
              </a:buClr>
              <a:buSzPts val="525"/>
              <a:buNone/>
              <a:defRPr sz="525"/>
            </a:lvl2pPr>
            <a:lvl3pPr marL="1371600" indent="-228600" algn="l">
              <a:lnSpc>
                <a:spcPct val="90000"/>
              </a:lnSpc>
              <a:spcBef>
                <a:spcPts val="1200"/>
              </a:spcBef>
              <a:spcAft>
                <a:spcPts val="0"/>
              </a:spcAft>
              <a:buClr>
                <a:schemeClr val="dk1"/>
              </a:buClr>
              <a:buSzPts val="450"/>
              <a:buNone/>
              <a:defRPr sz="450"/>
            </a:lvl3pPr>
            <a:lvl4pPr marL="1828800" indent="-228600" algn="l">
              <a:lnSpc>
                <a:spcPct val="90000"/>
              </a:lnSpc>
              <a:spcBef>
                <a:spcPts val="1200"/>
              </a:spcBef>
              <a:spcAft>
                <a:spcPts val="0"/>
              </a:spcAft>
              <a:buClr>
                <a:schemeClr val="dk1"/>
              </a:buClr>
              <a:buSzPts val="375"/>
              <a:buNone/>
              <a:defRPr sz="375"/>
            </a:lvl4pPr>
            <a:lvl5pPr marL="2286000" indent="-228600" algn="l">
              <a:lnSpc>
                <a:spcPct val="90000"/>
              </a:lnSpc>
              <a:spcBef>
                <a:spcPts val="1200"/>
              </a:spcBef>
              <a:spcAft>
                <a:spcPts val="0"/>
              </a:spcAft>
              <a:buClr>
                <a:schemeClr val="dk1"/>
              </a:buClr>
              <a:buSzPts val="375"/>
              <a:buNone/>
              <a:defRPr sz="375"/>
            </a:lvl5pPr>
            <a:lvl6pPr marL="2743200" indent="-228600" algn="l">
              <a:lnSpc>
                <a:spcPct val="90000"/>
              </a:lnSpc>
              <a:spcBef>
                <a:spcPts val="1200"/>
              </a:spcBef>
              <a:spcAft>
                <a:spcPts val="0"/>
              </a:spcAft>
              <a:buClr>
                <a:schemeClr val="dk1"/>
              </a:buClr>
              <a:buSzPts val="375"/>
              <a:buNone/>
              <a:defRPr sz="375"/>
            </a:lvl6pPr>
            <a:lvl7pPr marL="3200400" indent="-228600" algn="l">
              <a:lnSpc>
                <a:spcPct val="90000"/>
              </a:lnSpc>
              <a:spcBef>
                <a:spcPts val="1200"/>
              </a:spcBef>
              <a:spcAft>
                <a:spcPts val="0"/>
              </a:spcAft>
              <a:buClr>
                <a:schemeClr val="dk1"/>
              </a:buClr>
              <a:buSzPts val="375"/>
              <a:buNone/>
              <a:defRPr sz="375"/>
            </a:lvl7pPr>
            <a:lvl8pPr marL="3657600" indent="-228600" algn="l">
              <a:lnSpc>
                <a:spcPct val="90000"/>
              </a:lnSpc>
              <a:spcBef>
                <a:spcPts val="1200"/>
              </a:spcBef>
              <a:spcAft>
                <a:spcPts val="0"/>
              </a:spcAft>
              <a:buClr>
                <a:schemeClr val="dk1"/>
              </a:buClr>
              <a:buSzPts val="375"/>
              <a:buNone/>
              <a:defRPr sz="375"/>
            </a:lvl8pPr>
            <a:lvl9pPr marL="4114800" indent="-228600" algn="l">
              <a:lnSpc>
                <a:spcPct val="90000"/>
              </a:lnSpc>
              <a:spcBef>
                <a:spcPts val="1200"/>
              </a:spcBef>
              <a:spcAft>
                <a:spcPts val="1200"/>
              </a:spcAft>
              <a:buClr>
                <a:schemeClr val="dk1"/>
              </a:buClr>
              <a:buSzPts val="375"/>
              <a:buNone/>
              <a:defRPr sz="375"/>
            </a:lvl9pPr>
          </a:lstStyle>
          <a:p xmlns:a="http://schemas.openxmlformats.org/drawingml/2006/main"/>
        </p:txBody>
      </p:sp>
      <p:sp>
        <p:nvSpPr>
          <p:cNvPr id="309" name="Google Shape;309;p50">
            <a:extLst xmlns:a="http://schemas.openxmlformats.org/drawingml/2006/main">
              <a:ext uri="{FF2B5EF4-FFF2-40B4-BE49-F238E27FC236}">
                <a16:creationId xmlns:a16="http://schemas.microsoft.com/office/drawing/2014/main" id="{B61186C5-A4EC-4445-8376-C0EDA36AF763}"/>
              </a:ext>
            </a:extLst>
          </p:cNvPr>
          <p:cNvSpPr>
            <a:spLocks xmlns:a="http://schemas.openxmlformats.org/drawingml/2006/main" noGrp="1"/>
          </p:cNvSpPr>
          <p:nvPr>
            <p:ph type="body" idx="3"/>
          </p:nvPr>
        </p:nvSpPr>
        <p:spPr>
          <a:xfrm xmlns:a="http://schemas.openxmlformats.org/drawingml/2006/main">
            <a:off x="4623953" y="3996251"/>
            <a:ext cx="2116800" cy="426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spAutoFit/>
          </a:bodyPr>
          <a:lstStyle xmlns:a="http://schemas.openxmlformats.org/drawingml/2006/main">
            <a:lvl1pPr marL="457200" indent="-228600" algn="l">
              <a:lnSpc>
                <a:spcPct val="90000"/>
              </a:lnSpc>
              <a:spcBef>
                <a:spcPts val="300"/>
              </a:spcBef>
              <a:spcAft>
                <a:spcPts val="0"/>
              </a:spcAft>
              <a:buClr>
                <a:schemeClr val="dk1"/>
              </a:buClr>
              <a:buSzPts val="1275"/>
              <a:buFont typeface="Arial"/>
              <a:buNone/>
              <a:defRPr sz="1275">
                <a:solidFill>
                  <a:schemeClr val="dk1"/>
                </a:solidFill>
              </a:defRPr>
            </a:lvl1pPr>
            <a:lvl2pPr marL="914400" indent="-228600" algn="l">
              <a:lnSpc>
                <a:spcPct val="90000"/>
              </a:lnSpc>
              <a:spcBef>
                <a:spcPts val="1200"/>
              </a:spcBef>
              <a:spcAft>
                <a:spcPts val="0"/>
              </a:spcAft>
              <a:buClr>
                <a:schemeClr val="dk1"/>
              </a:buClr>
              <a:buSzPts val="525"/>
              <a:buNone/>
              <a:defRPr sz="525"/>
            </a:lvl2pPr>
            <a:lvl3pPr marL="1371600" indent="-228600" algn="l">
              <a:lnSpc>
                <a:spcPct val="90000"/>
              </a:lnSpc>
              <a:spcBef>
                <a:spcPts val="1200"/>
              </a:spcBef>
              <a:spcAft>
                <a:spcPts val="0"/>
              </a:spcAft>
              <a:buClr>
                <a:schemeClr val="dk1"/>
              </a:buClr>
              <a:buSzPts val="450"/>
              <a:buNone/>
              <a:defRPr sz="450"/>
            </a:lvl3pPr>
            <a:lvl4pPr marL="1828800" indent="-228600" algn="l">
              <a:lnSpc>
                <a:spcPct val="90000"/>
              </a:lnSpc>
              <a:spcBef>
                <a:spcPts val="1200"/>
              </a:spcBef>
              <a:spcAft>
                <a:spcPts val="0"/>
              </a:spcAft>
              <a:buClr>
                <a:schemeClr val="dk1"/>
              </a:buClr>
              <a:buSzPts val="375"/>
              <a:buNone/>
              <a:defRPr sz="375"/>
            </a:lvl4pPr>
            <a:lvl5pPr marL="2286000" indent="-228600" algn="l">
              <a:lnSpc>
                <a:spcPct val="90000"/>
              </a:lnSpc>
              <a:spcBef>
                <a:spcPts val="1200"/>
              </a:spcBef>
              <a:spcAft>
                <a:spcPts val="0"/>
              </a:spcAft>
              <a:buClr>
                <a:schemeClr val="dk1"/>
              </a:buClr>
              <a:buSzPts val="375"/>
              <a:buNone/>
              <a:defRPr sz="375"/>
            </a:lvl5pPr>
            <a:lvl6pPr marL="2743200" indent="-228600" algn="l">
              <a:lnSpc>
                <a:spcPct val="90000"/>
              </a:lnSpc>
              <a:spcBef>
                <a:spcPts val="1200"/>
              </a:spcBef>
              <a:spcAft>
                <a:spcPts val="0"/>
              </a:spcAft>
              <a:buClr>
                <a:schemeClr val="dk1"/>
              </a:buClr>
              <a:buSzPts val="375"/>
              <a:buNone/>
              <a:defRPr sz="375"/>
            </a:lvl6pPr>
            <a:lvl7pPr marL="3200400" indent="-228600" algn="l">
              <a:lnSpc>
                <a:spcPct val="90000"/>
              </a:lnSpc>
              <a:spcBef>
                <a:spcPts val="1200"/>
              </a:spcBef>
              <a:spcAft>
                <a:spcPts val="0"/>
              </a:spcAft>
              <a:buClr>
                <a:schemeClr val="dk1"/>
              </a:buClr>
              <a:buSzPts val="375"/>
              <a:buNone/>
              <a:defRPr sz="375"/>
            </a:lvl7pPr>
            <a:lvl8pPr marL="3657600" indent="-228600" algn="l">
              <a:lnSpc>
                <a:spcPct val="90000"/>
              </a:lnSpc>
              <a:spcBef>
                <a:spcPts val="1200"/>
              </a:spcBef>
              <a:spcAft>
                <a:spcPts val="0"/>
              </a:spcAft>
              <a:buClr>
                <a:schemeClr val="dk1"/>
              </a:buClr>
              <a:buSzPts val="375"/>
              <a:buNone/>
              <a:defRPr sz="375"/>
            </a:lvl8pPr>
            <a:lvl9pPr marL="4114800" indent="-228600" algn="l">
              <a:lnSpc>
                <a:spcPct val="90000"/>
              </a:lnSpc>
              <a:spcBef>
                <a:spcPts val="1200"/>
              </a:spcBef>
              <a:spcAft>
                <a:spcPts val="1200"/>
              </a:spcAft>
              <a:buClr>
                <a:schemeClr val="dk1"/>
              </a:buClr>
              <a:buSzPts val="375"/>
              <a:buNone/>
              <a:defRPr sz="375"/>
            </a:lvl9pPr>
          </a:lstStyle>
          <a:p xmlns:a="http://schemas.openxmlformats.org/drawingml/2006/main"/>
        </p:txBody>
      </p:sp>
      <p:sp>
        <p:nvSpPr>
          <p:cNvPr id="310" name="Google Shape;310;p50">
            <a:extLst xmlns:a="http://schemas.openxmlformats.org/drawingml/2006/main">
              <a:ext uri="{FF2B5EF4-FFF2-40B4-BE49-F238E27FC236}">
                <a16:creationId xmlns:a16="http://schemas.microsoft.com/office/drawing/2014/main" id="{ECFF3E9F-FB25-4BEE-98FD-52DDFEBAE6C1}"/>
              </a:ext>
            </a:extLst>
          </p:cNvPr>
          <p:cNvSpPr>
            <a:spLocks xmlns:a="http://schemas.openxmlformats.org/drawingml/2006/main" noGrp="1"/>
          </p:cNvSpPr>
          <p:nvPr>
            <p:ph type="body" idx="4"/>
          </p:nvPr>
        </p:nvSpPr>
        <p:spPr>
          <a:xfrm xmlns:a="http://schemas.openxmlformats.org/drawingml/2006/main">
            <a:off x="6835266" y="3996251"/>
            <a:ext cx="2116800" cy="426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spAutoFit/>
          </a:bodyPr>
          <a:lstStyle xmlns:a="http://schemas.openxmlformats.org/drawingml/2006/main">
            <a:lvl1pPr marL="457200" indent="-228600" algn="l">
              <a:lnSpc>
                <a:spcPct val="90000"/>
              </a:lnSpc>
              <a:spcBef>
                <a:spcPts val="300"/>
              </a:spcBef>
              <a:spcAft>
                <a:spcPts val="0"/>
              </a:spcAft>
              <a:buClr>
                <a:schemeClr val="dk1"/>
              </a:buClr>
              <a:buSzPts val="1275"/>
              <a:buFont typeface="Arial"/>
              <a:buNone/>
              <a:defRPr sz="1275">
                <a:solidFill>
                  <a:schemeClr val="dk1"/>
                </a:solidFill>
              </a:defRPr>
            </a:lvl1pPr>
            <a:lvl2pPr marL="914400" indent="-228600" algn="l">
              <a:lnSpc>
                <a:spcPct val="90000"/>
              </a:lnSpc>
              <a:spcBef>
                <a:spcPts val="1200"/>
              </a:spcBef>
              <a:spcAft>
                <a:spcPts val="0"/>
              </a:spcAft>
              <a:buClr>
                <a:schemeClr val="dk1"/>
              </a:buClr>
              <a:buSzPts val="525"/>
              <a:buNone/>
              <a:defRPr sz="525"/>
            </a:lvl2pPr>
            <a:lvl3pPr marL="1371600" indent="-228600" algn="l">
              <a:lnSpc>
                <a:spcPct val="90000"/>
              </a:lnSpc>
              <a:spcBef>
                <a:spcPts val="1200"/>
              </a:spcBef>
              <a:spcAft>
                <a:spcPts val="0"/>
              </a:spcAft>
              <a:buClr>
                <a:schemeClr val="dk1"/>
              </a:buClr>
              <a:buSzPts val="450"/>
              <a:buNone/>
              <a:defRPr sz="450"/>
            </a:lvl3pPr>
            <a:lvl4pPr marL="1828800" indent="-228600" algn="l">
              <a:lnSpc>
                <a:spcPct val="90000"/>
              </a:lnSpc>
              <a:spcBef>
                <a:spcPts val="1200"/>
              </a:spcBef>
              <a:spcAft>
                <a:spcPts val="0"/>
              </a:spcAft>
              <a:buClr>
                <a:schemeClr val="dk1"/>
              </a:buClr>
              <a:buSzPts val="375"/>
              <a:buNone/>
              <a:defRPr sz="375"/>
            </a:lvl4pPr>
            <a:lvl5pPr marL="2286000" indent="-228600" algn="l">
              <a:lnSpc>
                <a:spcPct val="90000"/>
              </a:lnSpc>
              <a:spcBef>
                <a:spcPts val="1200"/>
              </a:spcBef>
              <a:spcAft>
                <a:spcPts val="0"/>
              </a:spcAft>
              <a:buClr>
                <a:schemeClr val="dk1"/>
              </a:buClr>
              <a:buSzPts val="375"/>
              <a:buNone/>
              <a:defRPr sz="375"/>
            </a:lvl5pPr>
            <a:lvl6pPr marL="2743200" indent="-228600" algn="l">
              <a:lnSpc>
                <a:spcPct val="90000"/>
              </a:lnSpc>
              <a:spcBef>
                <a:spcPts val="1200"/>
              </a:spcBef>
              <a:spcAft>
                <a:spcPts val="0"/>
              </a:spcAft>
              <a:buClr>
                <a:schemeClr val="dk1"/>
              </a:buClr>
              <a:buSzPts val="375"/>
              <a:buNone/>
              <a:defRPr sz="375"/>
            </a:lvl6pPr>
            <a:lvl7pPr marL="3200400" indent="-228600" algn="l">
              <a:lnSpc>
                <a:spcPct val="90000"/>
              </a:lnSpc>
              <a:spcBef>
                <a:spcPts val="1200"/>
              </a:spcBef>
              <a:spcAft>
                <a:spcPts val="0"/>
              </a:spcAft>
              <a:buClr>
                <a:schemeClr val="dk1"/>
              </a:buClr>
              <a:buSzPts val="375"/>
              <a:buNone/>
              <a:defRPr sz="375"/>
            </a:lvl7pPr>
            <a:lvl8pPr marL="3657600" indent="-228600" algn="l">
              <a:lnSpc>
                <a:spcPct val="90000"/>
              </a:lnSpc>
              <a:spcBef>
                <a:spcPts val="1200"/>
              </a:spcBef>
              <a:spcAft>
                <a:spcPts val="0"/>
              </a:spcAft>
              <a:buClr>
                <a:schemeClr val="dk1"/>
              </a:buClr>
              <a:buSzPts val="375"/>
              <a:buNone/>
              <a:defRPr sz="375"/>
            </a:lvl8pPr>
            <a:lvl9pPr marL="4114800" indent="-228600" algn="l">
              <a:lnSpc>
                <a:spcPct val="90000"/>
              </a:lnSpc>
              <a:spcBef>
                <a:spcPts val="1200"/>
              </a:spcBef>
              <a:spcAft>
                <a:spcPts val="1200"/>
              </a:spcAft>
              <a:buClr>
                <a:schemeClr val="dk1"/>
              </a:buClr>
              <a:buSzPts val="375"/>
              <a:buNone/>
              <a:defRPr sz="375"/>
            </a:lvl9pPr>
          </a:lstStyle>
          <a:p xmlns:a="http://schemas.openxmlformats.org/drawingml/2006/main"/>
        </p:txBody>
      </p:sp>
      <p:sp>
        <p:nvSpPr>
          <p:cNvPr id="311" name="Google Shape;311;p50">
            <a:extLst xmlns:a="http://schemas.openxmlformats.org/drawingml/2006/main">
              <a:ext uri="{FF2B5EF4-FFF2-40B4-BE49-F238E27FC236}">
                <a16:creationId xmlns:a16="http://schemas.microsoft.com/office/drawing/2014/main" id="{CF0FC7AC-D2D2-43C5-9731-621C320447CB}"/>
              </a:ext>
            </a:extLst>
          </p:cNvPr>
          <p:cNvSpPr>
            <a:spLocks xmlns:a="http://schemas.openxmlformats.org/drawingml/2006/main" noGrp="1"/>
          </p:cNvSpPr>
          <p:nvPr>
            <p:ph type="pic" idx="5"/>
          </p:nvPr>
        </p:nvSpPr>
        <p:spPr>
          <a:xfrm xmlns:a="http://schemas.openxmlformats.org/drawingml/2006/main">
            <a:off x="228600" y="228600"/>
            <a:ext cx="2091900" cy="3636600"/>
          </a:xfrm>
          <a:prstGeom xmlns:a="http://schemas.openxmlformats.org/drawingml/2006/main" prst="roundRect">
            <a:avLst>
              <a:gd name="adj" fmla="val 3132"/>
            </a:avLst>
          </a:prstGeom>
          <a:noFill xmlns:a="http://schemas.openxmlformats.org/drawingml/2006/main"/>
          <a:ln xmlns:a="http://schemas.openxmlformats.org/drawingml/2006/main">
            <a:noFill/>
          </a:ln>
        </p:spPr>
      </p:sp>
      <p:sp>
        <p:nvSpPr>
          <p:cNvPr id="312" name="Google Shape;312;p50">
            <a:extLst xmlns:a="http://schemas.openxmlformats.org/drawingml/2006/main">
              <a:ext uri="{FF2B5EF4-FFF2-40B4-BE49-F238E27FC236}">
                <a16:creationId xmlns:a16="http://schemas.microsoft.com/office/drawing/2014/main" id="{DD3419B2-4D4E-4927-A850-D8D2956DD1D4}"/>
              </a:ext>
            </a:extLst>
          </p:cNvPr>
          <p:cNvSpPr>
            <a:spLocks xmlns:a="http://schemas.openxmlformats.org/drawingml/2006/main" noGrp="1"/>
          </p:cNvSpPr>
          <p:nvPr>
            <p:ph type="pic" idx="6"/>
          </p:nvPr>
        </p:nvSpPr>
        <p:spPr>
          <a:xfrm xmlns:a="http://schemas.openxmlformats.org/drawingml/2006/main">
            <a:off x="2426794" y="228600"/>
            <a:ext cx="2091900" cy="3636600"/>
          </a:xfrm>
          <a:prstGeom xmlns:a="http://schemas.openxmlformats.org/drawingml/2006/main" prst="roundRect">
            <a:avLst>
              <a:gd name="adj" fmla="val 3132"/>
            </a:avLst>
          </a:prstGeom>
          <a:noFill xmlns:a="http://schemas.openxmlformats.org/drawingml/2006/main"/>
          <a:ln xmlns:a="http://schemas.openxmlformats.org/drawingml/2006/main">
            <a:noFill/>
          </a:ln>
        </p:spPr>
      </p:sp>
      <p:sp>
        <p:nvSpPr>
          <p:cNvPr id="313" name="Google Shape;313;p50">
            <a:extLst xmlns:a="http://schemas.openxmlformats.org/drawingml/2006/main">
              <a:ext uri="{FF2B5EF4-FFF2-40B4-BE49-F238E27FC236}">
                <a16:creationId xmlns:a16="http://schemas.microsoft.com/office/drawing/2014/main" id="{E0266BD1-2FAE-4743-A0D3-3599EA1D9F22}"/>
              </a:ext>
            </a:extLst>
          </p:cNvPr>
          <p:cNvSpPr>
            <a:spLocks xmlns:a="http://schemas.openxmlformats.org/drawingml/2006/main" noGrp="1"/>
          </p:cNvSpPr>
          <p:nvPr>
            <p:ph type="pic" idx="7"/>
          </p:nvPr>
        </p:nvSpPr>
        <p:spPr>
          <a:xfrm xmlns:a="http://schemas.openxmlformats.org/drawingml/2006/main">
            <a:off x="4624988" y="228600"/>
            <a:ext cx="2091900" cy="3636600"/>
          </a:xfrm>
          <a:prstGeom xmlns:a="http://schemas.openxmlformats.org/drawingml/2006/main" prst="roundRect">
            <a:avLst>
              <a:gd name="adj" fmla="val 3132"/>
            </a:avLst>
          </a:prstGeom>
          <a:noFill xmlns:a="http://schemas.openxmlformats.org/drawingml/2006/main"/>
          <a:ln xmlns:a="http://schemas.openxmlformats.org/drawingml/2006/main">
            <a:noFill/>
          </a:ln>
        </p:spPr>
      </p:sp>
      <p:sp>
        <p:nvSpPr>
          <p:cNvPr id="314" name="Google Shape;314;p50">
            <a:extLst xmlns:a="http://schemas.openxmlformats.org/drawingml/2006/main">
              <a:ext uri="{FF2B5EF4-FFF2-40B4-BE49-F238E27FC236}">
                <a16:creationId xmlns:a16="http://schemas.microsoft.com/office/drawing/2014/main" id="{6CA5DA36-B38A-4A60-994C-F58F162897A5}"/>
              </a:ext>
            </a:extLst>
          </p:cNvPr>
          <p:cNvSpPr>
            <a:spLocks xmlns:a="http://schemas.openxmlformats.org/drawingml/2006/main" noGrp="1"/>
          </p:cNvSpPr>
          <p:nvPr>
            <p:ph type="pic" idx="8"/>
          </p:nvPr>
        </p:nvSpPr>
        <p:spPr>
          <a:xfrm xmlns:a="http://schemas.openxmlformats.org/drawingml/2006/main">
            <a:off x="6823182" y="228600"/>
            <a:ext cx="2091900" cy="3636600"/>
          </a:xfrm>
          <a:prstGeom xmlns:a="http://schemas.openxmlformats.org/drawingml/2006/main" prst="roundRect">
            <a:avLst>
              <a:gd name="adj" fmla="val 3132"/>
            </a:avLst>
          </a:prstGeom>
          <a:noFill xmlns:a="http://schemas.openxmlformats.org/drawingml/2006/main"/>
          <a:ln xmlns:a="http://schemas.openxmlformats.org/drawingml/2006/main">
            <a:noFill/>
          </a:ln>
        </p:spPr>
      </p:sp>
      <p:pic>
        <p:nvPicPr>
          <p:cNvPr id="324" name="Google Shape;315;p50"/>
          <p:cNvPicPr>
            <a:picLocks xmlns:a="http://schemas.openxmlformats.org/drawingml/2006/main" noChangeAspect="1"/>
          </p:cNvPicPr>
          <p:nvPr/>
        </p:nvPicPr>
        <p:blipFill>
          <a:blip xmlns:r="http://schemas.openxmlformats.org/officeDocument/2006/relationships" xmlns:a="http://schemas.openxmlformats.org/drawingml/2006/main" r:embed="R6b68dc3c5b864570">
            <a:alphaModFix/>
          </a:blip>
          <a:stretch xmlns:a="http://schemas.openxmlformats.org/drawingml/2006/main">
            <a:fillRect l="0" t="0" r="0" b="0"/>
          </a:stretch>
        </p:blipFill>
        <p:spPr>
          <a:xfrm xmlns:a="http://schemas.openxmlformats.org/drawingml/2006/main">
            <a:off x="228600" y="4836074"/>
            <a:ext cx="153925" cy="153925"/>
          </a:xfrm>
          <a:prstGeom xmlns:a="http://schemas.openxmlformats.org/drawingml/2006/main" prst="rect">
            <a:avLst/>
          </a:prstGeom>
          <a:ln xmlns:a="http://schemas.openxmlformats.org/drawingml/2006/main">
            <a:noFill/>
          </a:ln>
        </p:spPr>
      </p:pic>
    </p:spTree>
  </p:cSld>
</p:sldLayout>
</file>

<file path=ppt/slideLayouts/slideLayout50.xml><?xml version="1.0" encoding="utf-8"?>
<p:sldLayout xmlns:p="http://schemas.openxmlformats.org/presentationml/2006/main" matchingName="Content - 8 cards">
  <p:cSld name="8 imgs grid + body">
    <p:bg>
      <p:bgPr>
        <a:solidFill xmlns:a="http://schemas.openxmlformats.org/drawingml/2006/main">
          <a:schemeClr val="lt1"/>
        </a:solidFill>
      </p:bgPr>
    </p:bg>
    <p:spTree>
      <p:nvGrpSpPr>
        <p:cNvPr id="1" name=""/>
        <p:cNvGrpSpPr/>
        <p:nvPr/>
      </p:nvGrpSpPr>
      <p:grpSpPr>
        <a:xfrm xmlns:a="http://schemas.openxmlformats.org/drawingml/2006/main"/>
      </p:grpSpPr>
      <p:sp>
        <p:nvSpPr>
          <p:cNvPr id="317" name="Google Shape;317;p51">
            <a:extLst xmlns:a="http://schemas.openxmlformats.org/drawingml/2006/main">
              <a:ext uri="{FF2B5EF4-FFF2-40B4-BE49-F238E27FC236}">
                <a16:creationId xmlns:a16="http://schemas.microsoft.com/office/drawing/2014/main" id="{B762CAD1-82EF-4C66-86FB-880763831C3D}"/>
              </a:ext>
            </a:extLst>
          </p:cNvPr>
          <p:cNvSpPr>
            <a:spLocks xmlns:a="http://schemas.openxmlformats.org/drawingml/2006/main" noGrp="1"/>
          </p:cNvSpPr>
          <p:nvPr>
            <p:ph type="body" idx="1"/>
          </p:nvPr>
        </p:nvSpPr>
        <p:spPr>
          <a:xfrm xmlns:a="http://schemas.openxmlformats.org/drawingml/2006/main">
            <a:off x="210187" y="1824138"/>
            <a:ext cx="2097600" cy="532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spAutoFit/>
          </a:bodyPr>
          <a:lstStyle xmlns:a="http://schemas.openxmlformats.org/drawingml/2006/main">
            <a:lvl1pPr marL="457200" indent="-228600" algn="l">
              <a:lnSpc>
                <a:spcPct val="110000"/>
              </a:lnSpc>
              <a:spcBef>
                <a:spcPts val="0"/>
              </a:spcBef>
              <a:spcAft>
                <a:spcPts val="0"/>
              </a:spcAft>
              <a:buClr>
                <a:schemeClr val="dk1"/>
              </a:buClr>
              <a:buSzPts val="750"/>
              <a:buFont typeface="Arial"/>
              <a:buNone/>
              <a:defRPr sz="750">
                <a:solidFill>
                  <a:schemeClr val="dk1"/>
                </a:solidFill>
              </a:defRPr>
            </a:lvl1pPr>
            <a:lvl2pPr marL="914400" indent="-228600" algn="l">
              <a:lnSpc>
                <a:spcPct val="90000"/>
              </a:lnSpc>
              <a:spcBef>
                <a:spcPts val="1200"/>
              </a:spcBef>
              <a:spcAft>
                <a:spcPts val="0"/>
              </a:spcAft>
              <a:buClr>
                <a:schemeClr val="dk1"/>
              </a:buClr>
              <a:buSzPts val="525"/>
              <a:buNone/>
              <a:defRPr sz="525"/>
            </a:lvl2pPr>
            <a:lvl3pPr marL="1371600" indent="-228600" algn="l">
              <a:lnSpc>
                <a:spcPct val="90000"/>
              </a:lnSpc>
              <a:spcBef>
                <a:spcPts val="1200"/>
              </a:spcBef>
              <a:spcAft>
                <a:spcPts val="0"/>
              </a:spcAft>
              <a:buClr>
                <a:schemeClr val="dk1"/>
              </a:buClr>
              <a:buSzPts val="450"/>
              <a:buNone/>
              <a:defRPr sz="450"/>
            </a:lvl3pPr>
            <a:lvl4pPr marL="1828800" indent="-228600" algn="l">
              <a:lnSpc>
                <a:spcPct val="90000"/>
              </a:lnSpc>
              <a:spcBef>
                <a:spcPts val="1200"/>
              </a:spcBef>
              <a:spcAft>
                <a:spcPts val="0"/>
              </a:spcAft>
              <a:buClr>
                <a:schemeClr val="dk1"/>
              </a:buClr>
              <a:buSzPts val="375"/>
              <a:buNone/>
              <a:defRPr sz="375"/>
            </a:lvl4pPr>
            <a:lvl5pPr marL="2286000" indent="-228600" algn="l">
              <a:lnSpc>
                <a:spcPct val="90000"/>
              </a:lnSpc>
              <a:spcBef>
                <a:spcPts val="1200"/>
              </a:spcBef>
              <a:spcAft>
                <a:spcPts val="0"/>
              </a:spcAft>
              <a:buClr>
                <a:schemeClr val="dk1"/>
              </a:buClr>
              <a:buSzPts val="375"/>
              <a:buNone/>
              <a:defRPr sz="375"/>
            </a:lvl5pPr>
            <a:lvl6pPr marL="2743200" indent="-228600" algn="l">
              <a:lnSpc>
                <a:spcPct val="90000"/>
              </a:lnSpc>
              <a:spcBef>
                <a:spcPts val="1200"/>
              </a:spcBef>
              <a:spcAft>
                <a:spcPts val="0"/>
              </a:spcAft>
              <a:buClr>
                <a:schemeClr val="dk1"/>
              </a:buClr>
              <a:buSzPts val="375"/>
              <a:buNone/>
              <a:defRPr sz="375"/>
            </a:lvl6pPr>
            <a:lvl7pPr marL="3200400" indent="-228600" algn="l">
              <a:lnSpc>
                <a:spcPct val="90000"/>
              </a:lnSpc>
              <a:spcBef>
                <a:spcPts val="1200"/>
              </a:spcBef>
              <a:spcAft>
                <a:spcPts val="0"/>
              </a:spcAft>
              <a:buClr>
                <a:schemeClr val="dk1"/>
              </a:buClr>
              <a:buSzPts val="375"/>
              <a:buNone/>
              <a:defRPr sz="375"/>
            </a:lvl7pPr>
            <a:lvl8pPr marL="3657600" indent="-228600" algn="l">
              <a:lnSpc>
                <a:spcPct val="90000"/>
              </a:lnSpc>
              <a:spcBef>
                <a:spcPts val="1200"/>
              </a:spcBef>
              <a:spcAft>
                <a:spcPts val="0"/>
              </a:spcAft>
              <a:buClr>
                <a:schemeClr val="dk1"/>
              </a:buClr>
              <a:buSzPts val="375"/>
              <a:buNone/>
              <a:defRPr sz="375"/>
            </a:lvl8pPr>
            <a:lvl9pPr marL="4114800" indent="-228600" algn="l">
              <a:lnSpc>
                <a:spcPct val="90000"/>
              </a:lnSpc>
              <a:spcBef>
                <a:spcPts val="1200"/>
              </a:spcBef>
              <a:spcAft>
                <a:spcPts val="1200"/>
              </a:spcAft>
              <a:buClr>
                <a:schemeClr val="dk1"/>
              </a:buClr>
              <a:buSzPts val="375"/>
              <a:buNone/>
              <a:defRPr sz="375"/>
            </a:lvl9pPr>
          </a:lstStyle>
          <a:p xmlns:a="http://schemas.openxmlformats.org/drawingml/2006/main"/>
        </p:txBody>
      </p:sp>
      <p:sp>
        <p:nvSpPr>
          <p:cNvPr id="318" name="Google Shape;318;p51">
            <a:extLst xmlns:a="http://schemas.openxmlformats.org/drawingml/2006/main">
              <a:ext uri="{FF2B5EF4-FFF2-40B4-BE49-F238E27FC236}">
                <a16:creationId xmlns:a16="http://schemas.microsoft.com/office/drawing/2014/main" id="{4A6BF6C1-B682-4173-B6FB-82F619A81764}"/>
              </a:ext>
            </a:extLst>
          </p:cNvPr>
          <p:cNvSpPr>
            <a:spLocks xmlns:a="http://schemas.openxmlformats.org/drawingml/2006/main" noGrp="1"/>
          </p:cNvSpPr>
          <p:nvPr>
            <p:ph type="body" idx="2"/>
          </p:nvPr>
        </p:nvSpPr>
        <p:spPr>
          <a:xfrm xmlns:a="http://schemas.openxmlformats.org/drawingml/2006/main">
            <a:off x="2420801" y="1824138"/>
            <a:ext cx="2097600" cy="532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spAutoFit/>
          </a:bodyPr>
          <a:lstStyle xmlns:a="http://schemas.openxmlformats.org/drawingml/2006/main">
            <a:lvl1pPr marL="457200" indent="-228600" algn="l">
              <a:lnSpc>
                <a:spcPct val="110000"/>
              </a:lnSpc>
              <a:spcBef>
                <a:spcPts val="0"/>
              </a:spcBef>
              <a:spcAft>
                <a:spcPts val="0"/>
              </a:spcAft>
              <a:buClr>
                <a:schemeClr val="dk1"/>
              </a:buClr>
              <a:buSzPts val="750"/>
              <a:buFont typeface="Arial"/>
              <a:buNone/>
              <a:defRPr sz="750">
                <a:solidFill>
                  <a:schemeClr val="dk1"/>
                </a:solidFill>
              </a:defRPr>
            </a:lvl1pPr>
            <a:lvl2pPr marL="914400" indent="-228600" algn="l">
              <a:lnSpc>
                <a:spcPct val="90000"/>
              </a:lnSpc>
              <a:spcBef>
                <a:spcPts val="1200"/>
              </a:spcBef>
              <a:spcAft>
                <a:spcPts val="0"/>
              </a:spcAft>
              <a:buClr>
                <a:schemeClr val="dk1"/>
              </a:buClr>
              <a:buSzPts val="525"/>
              <a:buNone/>
              <a:defRPr sz="525"/>
            </a:lvl2pPr>
            <a:lvl3pPr marL="1371600" indent="-228600" algn="l">
              <a:lnSpc>
                <a:spcPct val="90000"/>
              </a:lnSpc>
              <a:spcBef>
                <a:spcPts val="1200"/>
              </a:spcBef>
              <a:spcAft>
                <a:spcPts val="0"/>
              </a:spcAft>
              <a:buClr>
                <a:schemeClr val="dk1"/>
              </a:buClr>
              <a:buSzPts val="450"/>
              <a:buNone/>
              <a:defRPr sz="450"/>
            </a:lvl3pPr>
            <a:lvl4pPr marL="1828800" indent="-228600" algn="l">
              <a:lnSpc>
                <a:spcPct val="90000"/>
              </a:lnSpc>
              <a:spcBef>
                <a:spcPts val="1200"/>
              </a:spcBef>
              <a:spcAft>
                <a:spcPts val="0"/>
              </a:spcAft>
              <a:buClr>
                <a:schemeClr val="dk1"/>
              </a:buClr>
              <a:buSzPts val="375"/>
              <a:buNone/>
              <a:defRPr sz="375"/>
            </a:lvl4pPr>
            <a:lvl5pPr marL="2286000" indent="-228600" algn="l">
              <a:lnSpc>
                <a:spcPct val="90000"/>
              </a:lnSpc>
              <a:spcBef>
                <a:spcPts val="1200"/>
              </a:spcBef>
              <a:spcAft>
                <a:spcPts val="0"/>
              </a:spcAft>
              <a:buClr>
                <a:schemeClr val="dk1"/>
              </a:buClr>
              <a:buSzPts val="375"/>
              <a:buNone/>
              <a:defRPr sz="375"/>
            </a:lvl5pPr>
            <a:lvl6pPr marL="2743200" indent="-228600" algn="l">
              <a:lnSpc>
                <a:spcPct val="90000"/>
              </a:lnSpc>
              <a:spcBef>
                <a:spcPts val="1200"/>
              </a:spcBef>
              <a:spcAft>
                <a:spcPts val="0"/>
              </a:spcAft>
              <a:buClr>
                <a:schemeClr val="dk1"/>
              </a:buClr>
              <a:buSzPts val="375"/>
              <a:buNone/>
              <a:defRPr sz="375"/>
            </a:lvl6pPr>
            <a:lvl7pPr marL="3200400" indent="-228600" algn="l">
              <a:lnSpc>
                <a:spcPct val="90000"/>
              </a:lnSpc>
              <a:spcBef>
                <a:spcPts val="1200"/>
              </a:spcBef>
              <a:spcAft>
                <a:spcPts val="0"/>
              </a:spcAft>
              <a:buClr>
                <a:schemeClr val="dk1"/>
              </a:buClr>
              <a:buSzPts val="375"/>
              <a:buNone/>
              <a:defRPr sz="375"/>
            </a:lvl7pPr>
            <a:lvl8pPr marL="3657600" indent="-228600" algn="l">
              <a:lnSpc>
                <a:spcPct val="90000"/>
              </a:lnSpc>
              <a:spcBef>
                <a:spcPts val="1200"/>
              </a:spcBef>
              <a:spcAft>
                <a:spcPts val="0"/>
              </a:spcAft>
              <a:buClr>
                <a:schemeClr val="dk1"/>
              </a:buClr>
              <a:buSzPts val="375"/>
              <a:buNone/>
              <a:defRPr sz="375"/>
            </a:lvl8pPr>
            <a:lvl9pPr marL="4114800" indent="-228600" algn="l">
              <a:lnSpc>
                <a:spcPct val="90000"/>
              </a:lnSpc>
              <a:spcBef>
                <a:spcPts val="1200"/>
              </a:spcBef>
              <a:spcAft>
                <a:spcPts val="1200"/>
              </a:spcAft>
              <a:buClr>
                <a:schemeClr val="dk1"/>
              </a:buClr>
              <a:buSzPts val="375"/>
              <a:buNone/>
              <a:defRPr sz="375"/>
            </a:lvl9pPr>
          </a:lstStyle>
          <a:p xmlns:a="http://schemas.openxmlformats.org/drawingml/2006/main"/>
        </p:txBody>
      </p:sp>
      <p:sp>
        <p:nvSpPr>
          <p:cNvPr id="319" name="Google Shape;319;p51">
            <a:extLst xmlns:a="http://schemas.openxmlformats.org/drawingml/2006/main">
              <a:ext uri="{FF2B5EF4-FFF2-40B4-BE49-F238E27FC236}">
                <a16:creationId xmlns:a16="http://schemas.microsoft.com/office/drawing/2014/main" id="{FE28EE46-9528-4893-97A0-632AD7D70345}"/>
              </a:ext>
            </a:extLst>
          </p:cNvPr>
          <p:cNvSpPr>
            <a:spLocks xmlns:a="http://schemas.openxmlformats.org/drawingml/2006/main" noGrp="1"/>
          </p:cNvSpPr>
          <p:nvPr>
            <p:ph type="body" idx="3"/>
          </p:nvPr>
        </p:nvSpPr>
        <p:spPr>
          <a:xfrm xmlns:a="http://schemas.openxmlformats.org/drawingml/2006/main">
            <a:off x="4631414" y="1824138"/>
            <a:ext cx="2097600" cy="532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spAutoFit/>
          </a:bodyPr>
          <a:lstStyle xmlns:a="http://schemas.openxmlformats.org/drawingml/2006/main">
            <a:lvl1pPr marL="457200" indent="-228600" algn="l">
              <a:lnSpc>
                <a:spcPct val="110000"/>
              </a:lnSpc>
              <a:spcBef>
                <a:spcPts val="0"/>
              </a:spcBef>
              <a:spcAft>
                <a:spcPts val="0"/>
              </a:spcAft>
              <a:buClr>
                <a:schemeClr val="dk1"/>
              </a:buClr>
              <a:buSzPts val="750"/>
              <a:buFont typeface="Arial"/>
              <a:buNone/>
              <a:defRPr sz="750">
                <a:solidFill>
                  <a:schemeClr val="dk1"/>
                </a:solidFill>
              </a:defRPr>
            </a:lvl1pPr>
            <a:lvl2pPr marL="914400" indent="-228600" algn="l">
              <a:lnSpc>
                <a:spcPct val="90000"/>
              </a:lnSpc>
              <a:spcBef>
                <a:spcPts val="1200"/>
              </a:spcBef>
              <a:spcAft>
                <a:spcPts val="0"/>
              </a:spcAft>
              <a:buClr>
                <a:schemeClr val="dk1"/>
              </a:buClr>
              <a:buSzPts val="525"/>
              <a:buNone/>
              <a:defRPr sz="525"/>
            </a:lvl2pPr>
            <a:lvl3pPr marL="1371600" indent="-228600" algn="l">
              <a:lnSpc>
                <a:spcPct val="90000"/>
              </a:lnSpc>
              <a:spcBef>
                <a:spcPts val="1200"/>
              </a:spcBef>
              <a:spcAft>
                <a:spcPts val="0"/>
              </a:spcAft>
              <a:buClr>
                <a:schemeClr val="dk1"/>
              </a:buClr>
              <a:buSzPts val="450"/>
              <a:buNone/>
              <a:defRPr sz="450"/>
            </a:lvl3pPr>
            <a:lvl4pPr marL="1828800" indent="-228600" algn="l">
              <a:lnSpc>
                <a:spcPct val="90000"/>
              </a:lnSpc>
              <a:spcBef>
                <a:spcPts val="1200"/>
              </a:spcBef>
              <a:spcAft>
                <a:spcPts val="0"/>
              </a:spcAft>
              <a:buClr>
                <a:schemeClr val="dk1"/>
              </a:buClr>
              <a:buSzPts val="375"/>
              <a:buNone/>
              <a:defRPr sz="375"/>
            </a:lvl4pPr>
            <a:lvl5pPr marL="2286000" indent="-228600" algn="l">
              <a:lnSpc>
                <a:spcPct val="90000"/>
              </a:lnSpc>
              <a:spcBef>
                <a:spcPts val="1200"/>
              </a:spcBef>
              <a:spcAft>
                <a:spcPts val="0"/>
              </a:spcAft>
              <a:buClr>
                <a:schemeClr val="dk1"/>
              </a:buClr>
              <a:buSzPts val="375"/>
              <a:buNone/>
              <a:defRPr sz="375"/>
            </a:lvl5pPr>
            <a:lvl6pPr marL="2743200" indent="-228600" algn="l">
              <a:lnSpc>
                <a:spcPct val="90000"/>
              </a:lnSpc>
              <a:spcBef>
                <a:spcPts val="1200"/>
              </a:spcBef>
              <a:spcAft>
                <a:spcPts val="0"/>
              </a:spcAft>
              <a:buClr>
                <a:schemeClr val="dk1"/>
              </a:buClr>
              <a:buSzPts val="375"/>
              <a:buNone/>
              <a:defRPr sz="375"/>
            </a:lvl6pPr>
            <a:lvl7pPr marL="3200400" indent="-228600" algn="l">
              <a:lnSpc>
                <a:spcPct val="90000"/>
              </a:lnSpc>
              <a:spcBef>
                <a:spcPts val="1200"/>
              </a:spcBef>
              <a:spcAft>
                <a:spcPts val="0"/>
              </a:spcAft>
              <a:buClr>
                <a:schemeClr val="dk1"/>
              </a:buClr>
              <a:buSzPts val="375"/>
              <a:buNone/>
              <a:defRPr sz="375"/>
            </a:lvl7pPr>
            <a:lvl8pPr marL="3657600" indent="-228600" algn="l">
              <a:lnSpc>
                <a:spcPct val="90000"/>
              </a:lnSpc>
              <a:spcBef>
                <a:spcPts val="1200"/>
              </a:spcBef>
              <a:spcAft>
                <a:spcPts val="0"/>
              </a:spcAft>
              <a:buClr>
                <a:schemeClr val="dk1"/>
              </a:buClr>
              <a:buSzPts val="375"/>
              <a:buNone/>
              <a:defRPr sz="375"/>
            </a:lvl8pPr>
            <a:lvl9pPr marL="4114800" indent="-228600" algn="l">
              <a:lnSpc>
                <a:spcPct val="90000"/>
              </a:lnSpc>
              <a:spcBef>
                <a:spcPts val="1200"/>
              </a:spcBef>
              <a:spcAft>
                <a:spcPts val="1200"/>
              </a:spcAft>
              <a:buClr>
                <a:schemeClr val="dk1"/>
              </a:buClr>
              <a:buSzPts val="375"/>
              <a:buNone/>
              <a:defRPr sz="375"/>
            </a:lvl9pPr>
          </a:lstStyle>
          <a:p xmlns:a="http://schemas.openxmlformats.org/drawingml/2006/main"/>
        </p:txBody>
      </p:sp>
      <p:sp>
        <p:nvSpPr>
          <p:cNvPr id="320" name="Google Shape;320;p51">
            <a:extLst xmlns:a="http://schemas.openxmlformats.org/drawingml/2006/main">
              <a:ext uri="{FF2B5EF4-FFF2-40B4-BE49-F238E27FC236}">
                <a16:creationId xmlns:a16="http://schemas.microsoft.com/office/drawing/2014/main" id="{0F059629-E357-48CD-BED0-22970149DBEB}"/>
              </a:ext>
            </a:extLst>
          </p:cNvPr>
          <p:cNvSpPr>
            <a:spLocks xmlns:a="http://schemas.openxmlformats.org/drawingml/2006/main" noGrp="1"/>
          </p:cNvSpPr>
          <p:nvPr>
            <p:ph type="body" idx="4"/>
          </p:nvPr>
        </p:nvSpPr>
        <p:spPr>
          <a:xfrm xmlns:a="http://schemas.openxmlformats.org/drawingml/2006/main">
            <a:off x="6842028" y="1824138"/>
            <a:ext cx="2097600" cy="532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spAutoFit/>
          </a:bodyPr>
          <a:lstStyle xmlns:a="http://schemas.openxmlformats.org/drawingml/2006/main">
            <a:lvl1pPr marL="457200" indent="-228600" algn="l">
              <a:lnSpc>
                <a:spcPct val="110000"/>
              </a:lnSpc>
              <a:spcBef>
                <a:spcPts val="0"/>
              </a:spcBef>
              <a:spcAft>
                <a:spcPts val="0"/>
              </a:spcAft>
              <a:buClr>
                <a:schemeClr val="dk1"/>
              </a:buClr>
              <a:buSzPts val="750"/>
              <a:buFont typeface="Arial"/>
              <a:buNone/>
              <a:defRPr sz="750">
                <a:solidFill>
                  <a:schemeClr val="dk1"/>
                </a:solidFill>
              </a:defRPr>
            </a:lvl1pPr>
            <a:lvl2pPr marL="914400" indent="-228600" algn="l">
              <a:lnSpc>
                <a:spcPct val="90000"/>
              </a:lnSpc>
              <a:spcBef>
                <a:spcPts val="1200"/>
              </a:spcBef>
              <a:spcAft>
                <a:spcPts val="0"/>
              </a:spcAft>
              <a:buClr>
                <a:schemeClr val="dk1"/>
              </a:buClr>
              <a:buSzPts val="525"/>
              <a:buNone/>
              <a:defRPr sz="525"/>
            </a:lvl2pPr>
            <a:lvl3pPr marL="1371600" indent="-228600" algn="l">
              <a:lnSpc>
                <a:spcPct val="90000"/>
              </a:lnSpc>
              <a:spcBef>
                <a:spcPts val="1200"/>
              </a:spcBef>
              <a:spcAft>
                <a:spcPts val="0"/>
              </a:spcAft>
              <a:buClr>
                <a:schemeClr val="dk1"/>
              </a:buClr>
              <a:buSzPts val="450"/>
              <a:buNone/>
              <a:defRPr sz="450"/>
            </a:lvl3pPr>
            <a:lvl4pPr marL="1828800" indent="-228600" algn="l">
              <a:lnSpc>
                <a:spcPct val="90000"/>
              </a:lnSpc>
              <a:spcBef>
                <a:spcPts val="1200"/>
              </a:spcBef>
              <a:spcAft>
                <a:spcPts val="0"/>
              </a:spcAft>
              <a:buClr>
                <a:schemeClr val="dk1"/>
              </a:buClr>
              <a:buSzPts val="375"/>
              <a:buNone/>
              <a:defRPr sz="375"/>
            </a:lvl4pPr>
            <a:lvl5pPr marL="2286000" indent="-228600" algn="l">
              <a:lnSpc>
                <a:spcPct val="90000"/>
              </a:lnSpc>
              <a:spcBef>
                <a:spcPts val="1200"/>
              </a:spcBef>
              <a:spcAft>
                <a:spcPts val="0"/>
              </a:spcAft>
              <a:buClr>
                <a:schemeClr val="dk1"/>
              </a:buClr>
              <a:buSzPts val="375"/>
              <a:buNone/>
              <a:defRPr sz="375"/>
            </a:lvl5pPr>
            <a:lvl6pPr marL="2743200" indent="-228600" algn="l">
              <a:lnSpc>
                <a:spcPct val="90000"/>
              </a:lnSpc>
              <a:spcBef>
                <a:spcPts val="1200"/>
              </a:spcBef>
              <a:spcAft>
                <a:spcPts val="0"/>
              </a:spcAft>
              <a:buClr>
                <a:schemeClr val="dk1"/>
              </a:buClr>
              <a:buSzPts val="375"/>
              <a:buNone/>
              <a:defRPr sz="375"/>
            </a:lvl6pPr>
            <a:lvl7pPr marL="3200400" indent="-228600" algn="l">
              <a:lnSpc>
                <a:spcPct val="90000"/>
              </a:lnSpc>
              <a:spcBef>
                <a:spcPts val="1200"/>
              </a:spcBef>
              <a:spcAft>
                <a:spcPts val="0"/>
              </a:spcAft>
              <a:buClr>
                <a:schemeClr val="dk1"/>
              </a:buClr>
              <a:buSzPts val="375"/>
              <a:buNone/>
              <a:defRPr sz="375"/>
            </a:lvl7pPr>
            <a:lvl8pPr marL="3657600" indent="-228600" algn="l">
              <a:lnSpc>
                <a:spcPct val="90000"/>
              </a:lnSpc>
              <a:spcBef>
                <a:spcPts val="1200"/>
              </a:spcBef>
              <a:spcAft>
                <a:spcPts val="0"/>
              </a:spcAft>
              <a:buClr>
                <a:schemeClr val="dk1"/>
              </a:buClr>
              <a:buSzPts val="375"/>
              <a:buNone/>
              <a:defRPr sz="375"/>
            </a:lvl8pPr>
            <a:lvl9pPr marL="4114800" indent="-228600" algn="l">
              <a:lnSpc>
                <a:spcPct val="90000"/>
              </a:lnSpc>
              <a:spcBef>
                <a:spcPts val="1200"/>
              </a:spcBef>
              <a:spcAft>
                <a:spcPts val="1200"/>
              </a:spcAft>
              <a:buClr>
                <a:schemeClr val="dk1"/>
              </a:buClr>
              <a:buSzPts val="375"/>
              <a:buNone/>
              <a:defRPr sz="375"/>
            </a:lvl9pPr>
          </a:lstStyle>
          <a:p xmlns:a="http://schemas.openxmlformats.org/drawingml/2006/main"/>
        </p:txBody>
      </p:sp>
      <p:sp>
        <p:nvSpPr>
          <p:cNvPr id="321" name="Google Shape;321;p51">
            <a:extLst xmlns:a="http://schemas.openxmlformats.org/drawingml/2006/main">
              <a:ext uri="{FF2B5EF4-FFF2-40B4-BE49-F238E27FC236}">
                <a16:creationId xmlns:a16="http://schemas.microsoft.com/office/drawing/2014/main" id="{F5ABAB4E-59FF-4FE3-B9E5-59975250B4AF}"/>
              </a:ext>
            </a:extLst>
          </p:cNvPr>
          <p:cNvSpPr>
            <a:spLocks xmlns:a="http://schemas.openxmlformats.org/drawingml/2006/main" noGrp="1"/>
          </p:cNvSpPr>
          <p:nvPr>
            <p:ph type="body" idx="5"/>
          </p:nvPr>
        </p:nvSpPr>
        <p:spPr>
          <a:xfrm xmlns:a="http://schemas.openxmlformats.org/drawingml/2006/main">
            <a:off x="210187" y="4266887"/>
            <a:ext cx="2097600" cy="532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spAutoFit/>
          </a:bodyPr>
          <a:lstStyle xmlns:a="http://schemas.openxmlformats.org/drawingml/2006/main">
            <a:lvl1pPr marL="457200" indent="-228600" algn="l">
              <a:lnSpc>
                <a:spcPct val="110000"/>
              </a:lnSpc>
              <a:spcBef>
                <a:spcPts val="0"/>
              </a:spcBef>
              <a:spcAft>
                <a:spcPts val="0"/>
              </a:spcAft>
              <a:buClr>
                <a:schemeClr val="dk1"/>
              </a:buClr>
              <a:buSzPts val="750"/>
              <a:buFont typeface="Arial"/>
              <a:buNone/>
              <a:defRPr sz="750">
                <a:solidFill>
                  <a:schemeClr val="dk1"/>
                </a:solidFill>
              </a:defRPr>
            </a:lvl1pPr>
            <a:lvl2pPr marL="914400" indent="-228600" algn="l">
              <a:lnSpc>
                <a:spcPct val="90000"/>
              </a:lnSpc>
              <a:spcBef>
                <a:spcPts val="1200"/>
              </a:spcBef>
              <a:spcAft>
                <a:spcPts val="0"/>
              </a:spcAft>
              <a:buClr>
                <a:schemeClr val="dk1"/>
              </a:buClr>
              <a:buSzPts val="525"/>
              <a:buNone/>
              <a:defRPr sz="525"/>
            </a:lvl2pPr>
            <a:lvl3pPr marL="1371600" indent="-228600" algn="l">
              <a:lnSpc>
                <a:spcPct val="90000"/>
              </a:lnSpc>
              <a:spcBef>
                <a:spcPts val="1200"/>
              </a:spcBef>
              <a:spcAft>
                <a:spcPts val="0"/>
              </a:spcAft>
              <a:buClr>
                <a:schemeClr val="dk1"/>
              </a:buClr>
              <a:buSzPts val="450"/>
              <a:buNone/>
              <a:defRPr sz="450"/>
            </a:lvl3pPr>
            <a:lvl4pPr marL="1828800" indent="-228600" algn="l">
              <a:lnSpc>
                <a:spcPct val="90000"/>
              </a:lnSpc>
              <a:spcBef>
                <a:spcPts val="1200"/>
              </a:spcBef>
              <a:spcAft>
                <a:spcPts val="0"/>
              </a:spcAft>
              <a:buClr>
                <a:schemeClr val="dk1"/>
              </a:buClr>
              <a:buSzPts val="375"/>
              <a:buNone/>
              <a:defRPr sz="375"/>
            </a:lvl4pPr>
            <a:lvl5pPr marL="2286000" indent="-228600" algn="l">
              <a:lnSpc>
                <a:spcPct val="90000"/>
              </a:lnSpc>
              <a:spcBef>
                <a:spcPts val="1200"/>
              </a:spcBef>
              <a:spcAft>
                <a:spcPts val="0"/>
              </a:spcAft>
              <a:buClr>
                <a:schemeClr val="dk1"/>
              </a:buClr>
              <a:buSzPts val="375"/>
              <a:buNone/>
              <a:defRPr sz="375"/>
            </a:lvl5pPr>
            <a:lvl6pPr marL="2743200" indent="-228600" algn="l">
              <a:lnSpc>
                <a:spcPct val="90000"/>
              </a:lnSpc>
              <a:spcBef>
                <a:spcPts val="1200"/>
              </a:spcBef>
              <a:spcAft>
                <a:spcPts val="0"/>
              </a:spcAft>
              <a:buClr>
                <a:schemeClr val="dk1"/>
              </a:buClr>
              <a:buSzPts val="375"/>
              <a:buNone/>
              <a:defRPr sz="375"/>
            </a:lvl6pPr>
            <a:lvl7pPr marL="3200400" indent="-228600" algn="l">
              <a:lnSpc>
                <a:spcPct val="90000"/>
              </a:lnSpc>
              <a:spcBef>
                <a:spcPts val="1200"/>
              </a:spcBef>
              <a:spcAft>
                <a:spcPts val="0"/>
              </a:spcAft>
              <a:buClr>
                <a:schemeClr val="dk1"/>
              </a:buClr>
              <a:buSzPts val="375"/>
              <a:buNone/>
              <a:defRPr sz="375"/>
            </a:lvl7pPr>
            <a:lvl8pPr marL="3657600" indent="-228600" algn="l">
              <a:lnSpc>
                <a:spcPct val="90000"/>
              </a:lnSpc>
              <a:spcBef>
                <a:spcPts val="1200"/>
              </a:spcBef>
              <a:spcAft>
                <a:spcPts val="0"/>
              </a:spcAft>
              <a:buClr>
                <a:schemeClr val="dk1"/>
              </a:buClr>
              <a:buSzPts val="375"/>
              <a:buNone/>
              <a:defRPr sz="375"/>
            </a:lvl8pPr>
            <a:lvl9pPr marL="4114800" indent="-228600" algn="l">
              <a:lnSpc>
                <a:spcPct val="90000"/>
              </a:lnSpc>
              <a:spcBef>
                <a:spcPts val="1200"/>
              </a:spcBef>
              <a:spcAft>
                <a:spcPts val="1200"/>
              </a:spcAft>
              <a:buClr>
                <a:schemeClr val="dk1"/>
              </a:buClr>
              <a:buSzPts val="375"/>
              <a:buNone/>
              <a:defRPr sz="375"/>
            </a:lvl9pPr>
          </a:lstStyle>
          <a:p xmlns:a="http://schemas.openxmlformats.org/drawingml/2006/main"/>
        </p:txBody>
      </p:sp>
      <p:sp>
        <p:nvSpPr>
          <p:cNvPr id="322" name="Google Shape;322;p51">
            <a:extLst xmlns:a="http://schemas.openxmlformats.org/drawingml/2006/main">
              <a:ext uri="{FF2B5EF4-FFF2-40B4-BE49-F238E27FC236}">
                <a16:creationId xmlns:a16="http://schemas.microsoft.com/office/drawing/2014/main" id="{C7F700F4-A3B0-4135-8D70-9B899129BA63}"/>
              </a:ext>
            </a:extLst>
          </p:cNvPr>
          <p:cNvSpPr>
            <a:spLocks xmlns:a="http://schemas.openxmlformats.org/drawingml/2006/main" noGrp="1"/>
          </p:cNvSpPr>
          <p:nvPr>
            <p:ph type="body" idx="6"/>
          </p:nvPr>
        </p:nvSpPr>
        <p:spPr>
          <a:xfrm xmlns:a="http://schemas.openxmlformats.org/drawingml/2006/main">
            <a:off x="2420801" y="4266887"/>
            <a:ext cx="2097600" cy="532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spAutoFit/>
          </a:bodyPr>
          <a:lstStyle xmlns:a="http://schemas.openxmlformats.org/drawingml/2006/main">
            <a:lvl1pPr marL="457200" indent="-228600" algn="l">
              <a:lnSpc>
                <a:spcPct val="110000"/>
              </a:lnSpc>
              <a:spcBef>
                <a:spcPts val="0"/>
              </a:spcBef>
              <a:spcAft>
                <a:spcPts val="0"/>
              </a:spcAft>
              <a:buClr>
                <a:schemeClr val="dk1"/>
              </a:buClr>
              <a:buSzPts val="750"/>
              <a:buFont typeface="Arial"/>
              <a:buNone/>
              <a:defRPr sz="750">
                <a:solidFill>
                  <a:schemeClr val="dk1"/>
                </a:solidFill>
              </a:defRPr>
            </a:lvl1pPr>
            <a:lvl2pPr marL="914400" indent="-228600" algn="l">
              <a:lnSpc>
                <a:spcPct val="90000"/>
              </a:lnSpc>
              <a:spcBef>
                <a:spcPts val="1200"/>
              </a:spcBef>
              <a:spcAft>
                <a:spcPts val="0"/>
              </a:spcAft>
              <a:buClr>
                <a:schemeClr val="dk1"/>
              </a:buClr>
              <a:buSzPts val="525"/>
              <a:buNone/>
              <a:defRPr sz="525"/>
            </a:lvl2pPr>
            <a:lvl3pPr marL="1371600" indent="-228600" algn="l">
              <a:lnSpc>
                <a:spcPct val="90000"/>
              </a:lnSpc>
              <a:spcBef>
                <a:spcPts val="1200"/>
              </a:spcBef>
              <a:spcAft>
                <a:spcPts val="0"/>
              </a:spcAft>
              <a:buClr>
                <a:schemeClr val="dk1"/>
              </a:buClr>
              <a:buSzPts val="450"/>
              <a:buNone/>
              <a:defRPr sz="450"/>
            </a:lvl3pPr>
            <a:lvl4pPr marL="1828800" indent="-228600" algn="l">
              <a:lnSpc>
                <a:spcPct val="90000"/>
              </a:lnSpc>
              <a:spcBef>
                <a:spcPts val="1200"/>
              </a:spcBef>
              <a:spcAft>
                <a:spcPts val="0"/>
              </a:spcAft>
              <a:buClr>
                <a:schemeClr val="dk1"/>
              </a:buClr>
              <a:buSzPts val="375"/>
              <a:buNone/>
              <a:defRPr sz="375"/>
            </a:lvl4pPr>
            <a:lvl5pPr marL="2286000" indent="-228600" algn="l">
              <a:lnSpc>
                <a:spcPct val="90000"/>
              </a:lnSpc>
              <a:spcBef>
                <a:spcPts val="1200"/>
              </a:spcBef>
              <a:spcAft>
                <a:spcPts val="0"/>
              </a:spcAft>
              <a:buClr>
                <a:schemeClr val="dk1"/>
              </a:buClr>
              <a:buSzPts val="375"/>
              <a:buNone/>
              <a:defRPr sz="375"/>
            </a:lvl5pPr>
            <a:lvl6pPr marL="2743200" indent="-228600" algn="l">
              <a:lnSpc>
                <a:spcPct val="90000"/>
              </a:lnSpc>
              <a:spcBef>
                <a:spcPts val="1200"/>
              </a:spcBef>
              <a:spcAft>
                <a:spcPts val="0"/>
              </a:spcAft>
              <a:buClr>
                <a:schemeClr val="dk1"/>
              </a:buClr>
              <a:buSzPts val="375"/>
              <a:buNone/>
              <a:defRPr sz="375"/>
            </a:lvl6pPr>
            <a:lvl7pPr marL="3200400" indent="-228600" algn="l">
              <a:lnSpc>
                <a:spcPct val="90000"/>
              </a:lnSpc>
              <a:spcBef>
                <a:spcPts val="1200"/>
              </a:spcBef>
              <a:spcAft>
                <a:spcPts val="0"/>
              </a:spcAft>
              <a:buClr>
                <a:schemeClr val="dk1"/>
              </a:buClr>
              <a:buSzPts val="375"/>
              <a:buNone/>
              <a:defRPr sz="375"/>
            </a:lvl7pPr>
            <a:lvl8pPr marL="3657600" indent="-228600" algn="l">
              <a:lnSpc>
                <a:spcPct val="90000"/>
              </a:lnSpc>
              <a:spcBef>
                <a:spcPts val="1200"/>
              </a:spcBef>
              <a:spcAft>
                <a:spcPts val="0"/>
              </a:spcAft>
              <a:buClr>
                <a:schemeClr val="dk1"/>
              </a:buClr>
              <a:buSzPts val="375"/>
              <a:buNone/>
              <a:defRPr sz="375"/>
            </a:lvl8pPr>
            <a:lvl9pPr marL="4114800" indent="-228600" algn="l">
              <a:lnSpc>
                <a:spcPct val="90000"/>
              </a:lnSpc>
              <a:spcBef>
                <a:spcPts val="1200"/>
              </a:spcBef>
              <a:spcAft>
                <a:spcPts val="1200"/>
              </a:spcAft>
              <a:buClr>
                <a:schemeClr val="dk1"/>
              </a:buClr>
              <a:buSzPts val="375"/>
              <a:buNone/>
              <a:defRPr sz="375"/>
            </a:lvl9pPr>
          </a:lstStyle>
          <a:p xmlns:a="http://schemas.openxmlformats.org/drawingml/2006/main"/>
        </p:txBody>
      </p:sp>
      <p:sp>
        <p:nvSpPr>
          <p:cNvPr id="323" name="Google Shape;323;p51">
            <a:extLst xmlns:a="http://schemas.openxmlformats.org/drawingml/2006/main">
              <a:ext uri="{FF2B5EF4-FFF2-40B4-BE49-F238E27FC236}">
                <a16:creationId xmlns:a16="http://schemas.microsoft.com/office/drawing/2014/main" id="{8D8D1BAC-9407-4D18-85BC-6FD39C489AE0}"/>
              </a:ext>
            </a:extLst>
          </p:cNvPr>
          <p:cNvSpPr>
            <a:spLocks xmlns:a="http://schemas.openxmlformats.org/drawingml/2006/main" noGrp="1"/>
          </p:cNvSpPr>
          <p:nvPr>
            <p:ph type="body" idx="7"/>
          </p:nvPr>
        </p:nvSpPr>
        <p:spPr>
          <a:xfrm xmlns:a="http://schemas.openxmlformats.org/drawingml/2006/main">
            <a:off x="4631414" y="4266887"/>
            <a:ext cx="2097600" cy="532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spAutoFit/>
          </a:bodyPr>
          <a:lstStyle xmlns:a="http://schemas.openxmlformats.org/drawingml/2006/main">
            <a:lvl1pPr marL="457200" indent="-228600" algn="l">
              <a:lnSpc>
                <a:spcPct val="110000"/>
              </a:lnSpc>
              <a:spcBef>
                <a:spcPts val="0"/>
              </a:spcBef>
              <a:spcAft>
                <a:spcPts val="0"/>
              </a:spcAft>
              <a:buClr>
                <a:schemeClr val="dk1"/>
              </a:buClr>
              <a:buSzPts val="750"/>
              <a:buFont typeface="Arial"/>
              <a:buNone/>
              <a:defRPr sz="750">
                <a:solidFill>
                  <a:schemeClr val="dk1"/>
                </a:solidFill>
              </a:defRPr>
            </a:lvl1pPr>
            <a:lvl2pPr marL="914400" indent="-228600" algn="l">
              <a:lnSpc>
                <a:spcPct val="90000"/>
              </a:lnSpc>
              <a:spcBef>
                <a:spcPts val="1200"/>
              </a:spcBef>
              <a:spcAft>
                <a:spcPts val="0"/>
              </a:spcAft>
              <a:buClr>
                <a:schemeClr val="dk1"/>
              </a:buClr>
              <a:buSzPts val="525"/>
              <a:buNone/>
              <a:defRPr sz="525"/>
            </a:lvl2pPr>
            <a:lvl3pPr marL="1371600" indent="-228600" algn="l">
              <a:lnSpc>
                <a:spcPct val="90000"/>
              </a:lnSpc>
              <a:spcBef>
                <a:spcPts val="1200"/>
              </a:spcBef>
              <a:spcAft>
                <a:spcPts val="0"/>
              </a:spcAft>
              <a:buClr>
                <a:schemeClr val="dk1"/>
              </a:buClr>
              <a:buSzPts val="450"/>
              <a:buNone/>
              <a:defRPr sz="450"/>
            </a:lvl3pPr>
            <a:lvl4pPr marL="1828800" indent="-228600" algn="l">
              <a:lnSpc>
                <a:spcPct val="90000"/>
              </a:lnSpc>
              <a:spcBef>
                <a:spcPts val="1200"/>
              </a:spcBef>
              <a:spcAft>
                <a:spcPts val="0"/>
              </a:spcAft>
              <a:buClr>
                <a:schemeClr val="dk1"/>
              </a:buClr>
              <a:buSzPts val="375"/>
              <a:buNone/>
              <a:defRPr sz="375"/>
            </a:lvl4pPr>
            <a:lvl5pPr marL="2286000" indent="-228600" algn="l">
              <a:lnSpc>
                <a:spcPct val="90000"/>
              </a:lnSpc>
              <a:spcBef>
                <a:spcPts val="1200"/>
              </a:spcBef>
              <a:spcAft>
                <a:spcPts val="0"/>
              </a:spcAft>
              <a:buClr>
                <a:schemeClr val="dk1"/>
              </a:buClr>
              <a:buSzPts val="375"/>
              <a:buNone/>
              <a:defRPr sz="375"/>
            </a:lvl5pPr>
            <a:lvl6pPr marL="2743200" indent="-228600" algn="l">
              <a:lnSpc>
                <a:spcPct val="90000"/>
              </a:lnSpc>
              <a:spcBef>
                <a:spcPts val="1200"/>
              </a:spcBef>
              <a:spcAft>
                <a:spcPts val="0"/>
              </a:spcAft>
              <a:buClr>
                <a:schemeClr val="dk1"/>
              </a:buClr>
              <a:buSzPts val="375"/>
              <a:buNone/>
              <a:defRPr sz="375"/>
            </a:lvl6pPr>
            <a:lvl7pPr marL="3200400" indent="-228600" algn="l">
              <a:lnSpc>
                <a:spcPct val="90000"/>
              </a:lnSpc>
              <a:spcBef>
                <a:spcPts val="1200"/>
              </a:spcBef>
              <a:spcAft>
                <a:spcPts val="0"/>
              </a:spcAft>
              <a:buClr>
                <a:schemeClr val="dk1"/>
              </a:buClr>
              <a:buSzPts val="375"/>
              <a:buNone/>
              <a:defRPr sz="375"/>
            </a:lvl7pPr>
            <a:lvl8pPr marL="3657600" indent="-228600" algn="l">
              <a:lnSpc>
                <a:spcPct val="90000"/>
              </a:lnSpc>
              <a:spcBef>
                <a:spcPts val="1200"/>
              </a:spcBef>
              <a:spcAft>
                <a:spcPts val="0"/>
              </a:spcAft>
              <a:buClr>
                <a:schemeClr val="dk1"/>
              </a:buClr>
              <a:buSzPts val="375"/>
              <a:buNone/>
              <a:defRPr sz="375"/>
            </a:lvl8pPr>
            <a:lvl9pPr marL="4114800" indent="-228600" algn="l">
              <a:lnSpc>
                <a:spcPct val="90000"/>
              </a:lnSpc>
              <a:spcBef>
                <a:spcPts val="1200"/>
              </a:spcBef>
              <a:spcAft>
                <a:spcPts val="1200"/>
              </a:spcAft>
              <a:buClr>
                <a:schemeClr val="dk1"/>
              </a:buClr>
              <a:buSzPts val="375"/>
              <a:buNone/>
              <a:defRPr sz="375"/>
            </a:lvl9pPr>
          </a:lstStyle>
          <a:p xmlns:a="http://schemas.openxmlformats.org/drawingml/2006/main"/>
        </p:txBody>
      </p:sp>
      <p:sp>
        <p:nvSpPr>
          <p:cNvPr id="324" name="Google Shape;324;p51">
            <a:extLst xmlns:a="http://schemas.openxmlformats.org/drawingml/2006/main">
              <a:ext uri="{FF2B5EF4-FFF2-40B4-BE49-F238E27FC236}">
                <a16:creationId xmlns:a16="http://schemas.microsoft.com/office/drawing/2014/main" id="{CBFBEC95-005A-4C5A-9CA2-A24CFE91007C}"/>
              </a:ext>
            </a:extLst>
          </p:cNvPr>
          <p:cNvSpPr>
            <a:spLocks xmlns:a="http://schemas.openxmlformats.org/drawingml/2006/main" noGrp="1"/>
          </p:cNvSpPr>
          <p:nvPr>
            <p:ph type="body" idx="8"/>
          </p:nvPr>
        </p:nvSpPr>
        <p:spPr>
          <a:xfrm xmlns:a="http://schemas.openxmlformats.org/drawingml/2006/main">
            <a:off x="6842028" y="4266887"/>
            <a:ext cx="2097600" cy="532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spAutoFit/>
          </a:bodyPr>
          <a:lstStyle xmlns:a="http://schemas.openxmlformats.org/drawingml/2006/main">
            <a:lvl1pPr marL="457200" indent="-228600" algn="l">
              <a:lnSpc>
                <a:spcPct val="110000"/>
              </a:lnSpc>
              <a:spcBef>
                <a:spcPts val="0"/>
              </a:spcBef>
              <a:spcAft>
                <a:spcPts val="0"/>
              </a:spcAft>
              <a:buClr>
                <a:schemeClr val="dk1"/>
              </a:buClr>
              <a:buSzPts val="750"/>
              <a:buFont typeface="Arial"/>
              <a:buNone/>
              <a:defRPr sz="750">
                <a:solidFill>
                  <a:schemeClr val="dk1"/>
                </a:solidFill>
              </a:defRPr>
            </a:lvl1pPr>
            <a:lvl2pPr marL="914400" indent="-228600" algn="l">
              <a:lnSpc>
                <a:spcPct val="90000"/>
              </a:lnSpc>
              <a:spcBef>
                <a:spcPts val="1200"/>
              </a:spcBef>
              <a:spcAft>
                <a:spcPts val="0"/>
              </a:spcAft>
              <a:buClr>
                <a:schemeClr val="dk1"/>
              </a:buClr>
              <a:buSzPts val="525"/>
              <a:buNone/>
              <a:defRPr sz="525"/>
            </a:lvl2pPr>
            <a:lvl3pPr marL="1371600" indent="-228600" algn="l">
              <a:lnSpc>
                <a:spcPct val="90000"/>
              </a:lnSpc>
              <a:spcBef>
                <a:spcPts val="1200"/>
              </a:spcBef>
              <a:spcAft>
                <a:spcPts val="0"/>
              </a:spcAft>
              <a:buClr>
                <a:schemeClr val="dk1"/>
              </a:buClr>
              <a:buSzPts val="450"/>
              <a:buNone/>
              <a:defRPr sz="450"/>
            </a:lvl3pPr>
            <a:lvl4pPr marL="1828800" indent="-228600" algn="l">
              <a:lnSpc>
                <a:spcPct val="90000"/>
              </a:lnSpc>
              <a:spcBef>
                <a:spcPts val="1200"/>
              </a:spcBef>
              <a:spcAft>
                <a:spcPts val="0"/>
              </a:spcAft>
              <a:buClr>
                <a:schemeClr val="dk1"/>
              </a:buClr>
              <a:buSzPts val="375"/>
              <a:buNone/>
              <a:defRPr sz="375"/>
            </a:lvl4pPr>
            <a:lvl5pPr marL="2286000" indent="-228600" algn="l">
              <a:lnSpc>
                <a:spcPct val="90000"/>
              </a:lnSpc>
              <a:spcBef>
                <a:spcPts val="1200"/>
              </a:spcBef>
              <a:spcAft>
                <a:spcPts val="0"/>
              </a:spcAft>
              <a:buClr>
                <a:schemeClr val="dk1"/>
              </a:buClr>
              <a:buSzPts val="375"/>
              <a:buNone/>
              <a:defRPr sz="375"/>
            </a:lvl5pPr>
            <a:lvl6pPr marL="2743200" indent="-228600" algn="l">
              <a:lnSpc>
                <a:spcPct val="90000"/>
              </a:lnSpc>
              <a:spcBef>
                <a:spcPts val="1200"/>
              </a:spcBef>
              <a:spcAft>
                <a:spcPts val="0"/>
              </a:spcAft>
              <a:buClr>
                <a:schemeClr val="dk1"/>
              </a:buClr>
              <a:buSzPts val="375"/>
              <a:buNone/>
              <a:defRPr sz="375"/>
            </a:lvl6pPr>
            <a:lvl7pPr marL="3200400" indent="-228600" algn="l">
              <a:lnSpc>
                <a:spcPct val="90000"/>
              </a:lnSpc>
              <a:spcBef>
                <a:spcPts val="1200"/>
              </a:spcBef>
              <a:spcAft>
                <a:spcPts val="0"/>
              </a:spcAft>
              <a:buClr>
                <a:schemeClr val="dk1"/>
              </a:buClr>
              <a:buSzPts val="375"/>
              <a:buNone/>
              <a:defRPr sz="375"/>
            </a:lvl7pPr>
            <a:lvl8pPr marL="3657600" indent="-228600" algn="l">
              <a:lnSpc>
                <a:spcPct val="90000"/>
              </a:lnSpc>
              <a:spcBef>
                <a:spcPts val="1200"/>
              </a:spcBef>
              <a:spcAft>
                <a:spcPts val="0"/>
              </a:spcAft>
              <a:buClr>
                <a:schemeClr val="dk1"/>
              </a:buClr>
              <a:buSzPts val="375"/>
              <a:buNone/>
              <a:defRPr sz="375"/>
            </a:lvl8pPr>
            <a:lvl9pPr marL="4114800" indent="-228600" algn="l">
              <a:lnSpc>
                <a:spcPct val="90000"/>
              </a:lnSpc>
              <a:spcBef>
                <a:spcPts val="1200"/>
              </a:spcBef>
              <a:spcAft>
                <a:spcPts val="1200"/>
              </a:spcAft>
              <a:buClr>
                <a:schemeClr val="dk1"/>
              </a:buClr>
              <a:buSzPts val="375"/>
              <a:buNone/>
              <a:defRPr sz="375"/>
            </a:lvl9pPr>
          </a:lstStyle>
          <a:p xmlns:a="http://schemas.openxmlformats.org/drawingml/2006/main"/>
        </p:txBody>
      </p:sp>
      <p:sp>
        <p:nvSpPr>
          <p:cNvPr id="325" name="Google Shape;325;p51">
            <a:extLst xmlns:a="http://schemas.openxmlformats.org/drawingml/2006/main">
              <a:ext uri="{FF2B5EF4-FFF2-40B4-BE49-F238E27FC236}">
                <a16:creationId xmlns:a16="http://schemas.microsoft.com/office/drawing/2014/main" id="{519BE686-29CE-4390-B2DD-097CA06EA08F}"/>
              </a:ext>
            </a:extLst>
          </p:cNvPr>
          <p:cNvSpPr>
            <a:spLocks xmlns:a="http://schemas.openxmlformats.org/drawingml/2006/main" noGrp="1"/>
          </p:cNvSpPr>
          <p:nvPr>
            <p:ph type="pic" idx="9"/>
          </p:nvPr>
        </p:nvSpPr>
        <p:spPr>
          <a:xfrm xmlns:a="http://schemas.openxmlformats.org/drawingml/2006/main">
            <a:off x="228600" y="228600"/>
            <a:ext cx="2092200" cy="1464300"/>
          </a:xfrm>
          <a:prstGeom xmlns:a="http://schemas.openxmlformats.org/drawingml/2006/main" prst="roundRect">
            <a:avLst>
              <a:gd name="adj" fmla="val 3132"/>
            </a:avLst>
          </a:prstGeom>
          <a:noFill xmlns:a="http://schemas.openxmlformats.org/drawingml/2006/main"/>
          <a:ln xmlns:a="http://schemas.openxmlformats.org/drawingml/2006/main">
            <a:noFill/>
          </a:ln>
        </p:spPr>
      </p:sp>
      <p:sp>
        <p:nvSpPr>
          <p:cNvPr id="326" name="Google Shape;326;p51">
            <a:extLst xmlns:a="http://schemas.openxmlformats.org/drawingml/2006/main">
              <a:ext uri="{FF2B5EF4-FFF2-40B4-BE49-F238E27FC236}">
                <a16:creationId xmlns:a16="http://schemas.microsoft.com/office/drawing/2014/main" id="{60B5A8C6-DC2E-41E8-B8F7-3007E8DA5851}"/>
              </a:ext>
            </a:extLst>
          </p:cNvPr>
          <p:cNvSpPr>
            <a:spLocks xmlns:a="http://schemas.openxmlformats.org/drawingml/2006/main" noGrp="1"/>
          </p:cNvSpPr>
          <p:nvPr>
            <p:ph type="pic" idx="13"/>
          </p:nvPr>
        </p:nvSpPr>
        <p:spPr>
          <a:xfrm xmlns:a="http://schemas.openxmlformats.org/drawingml/2006/main">
            <a:off x="2426833" y="228600"/>
            <a:ext cx="2092200" cy="1464300"/>
          </a:xfrm>
          <a:prstGeom xmlns:a="http://schemas.openxmlformats.org/drawingml/2006/main" prst="roundRect">
            <a:avLst>
              <a:gd name="adj" fmla="val 3132"/>
            </a:avLst>
          </a:prstGeom>
          <a:noFill xmlns:a="http://schemas.openxmlformats.org/drawingml/2006/main"/>
          <a:ln xmlns:a="http://schemas.openxmlformats.org/drawingml/2006/main">
            <a:noFill/>
          </a:ln>
        </p:spPr>
      </p:sp>
      <p:sp>
        <p:nvSpPr>
          <p:cNvPr id="327" name="Google Shape;327;p51">
            <a:extLst xmlns:a="http://schemas.openxmlformats.org/drawingml/2006/main">
              <a:ext uri="{FF2B5EF4-FFF2-40B4-BE49-F238E27FC236}">
                <a16:creationId xmlns:a16="http://schemas.microsoft.com/office/drawing/2014/main" id="{006FB2E8-EFDF-4F9F-AF1E-D02555CAF557}"/>
              </a:ext>
            </a:extLst>
          </p:cNvPr>
          <p:cNvSpPr>
            <a:spLocks xmlns:a="http://schemas.openxmlformats.org/drawingml/2006/main" noGrp="1"/>
          </p:cNvSpPr>
          <p:nvPr>
            <p:ph type="pic" idx="14"/>
          </p:nvPr>
        </p:nvSpPr>
        <p:spPr>
          <a:xfrm xmlns:a="http://schemas.openxmlformats.org/drawingml/2006/main">
            <a:off x="4625067" y="228600"/>
            <a:ext cx="2092200" cy="1464300"/>
          </a:xfrm>
          <a:prstGeom xmlns:a="http://schemas.openxmlformats.org/drawingml/2006/main" prst="roundRect">
            <a:avLst>
              <a:gd name="adj" fmla="val 3132"/>
            </a:avLst>
          </a:prstGeom>
          <a:noFill xmlns:a="http://schemas.openxmlformats.org/drawingml/2006/main"/>
          <a:ln xmlns:a="http://schemas.openxmlformats.org/drawingml/2006/main">
            <a:noFill/>
          </a:ln>
        </p:spPr>
      </p:sp>
      <p:sp>
        <p:nvSpPr>
          <p:cNvPr id="328" name="Google Shape;328;p51">
            <a:extLst xmlns:a="http://schemas.openxmlformats.org/drawingml/2006/main">
              <a:ext uri="{FF2B5EF4-FFF2-40B4-BE49-F238E27FC236}">
                <a16:creationId xmlns:a16="http://schemas.microsoft.com/office/drawing/2014/main" id="{7A835A27-2042-4589-A403-C2FD3EFDE33A}"/>
              </a:ext>
            </a:extLst>
          </p:cNvPr>
          <p:cNvSpPr>
            <a:spLocks xmlns:a="http://schemas.openxmlformats.org/drawingml/2006/main" noGrp="1"/>
          </p:cNvSpPr>
          <p:nvPr>
            <p:ph type="pic" idx="15"/>
          </p:nvPr>
        </p:nvSpPr>
        <p:spPr>
          <a:xfrm xmlns:a="http://schemas.openxmlformats.org/drawingml/2006/main">
            <a:off x="6823300" y="228600"/>
            <a:ext cx="2092200" cy="1464300"/>
          </a:xfrm>
          <a:prstGeom xmlns:a="http://schemas.openxmlformats.org/drawingml/2006/main" prst="roundRect">
            <a:avLst>
              <a:gd name="adj" fmla="val 3132"/>
            </a:avLst>
          </a:prstGeom>
          <a:noFill xmlns:a="http://schemas.openxmlformats.org/drawingml/2006/main"/>
          <a:ln xmlns:a="http://schemas.openxmlformats.org/drawingml/2006/main">
            <a:noFill/>
          </a:ln>
        </p:spPr>
      </p:sp>
      <p:sp>
        <p:nvSpPr>
          <p:cNvPr id="329" name="Google Shape;329;p51">
            <a:extLst xmlns:a="http://schemas.openxmlformats.org/drawingml/2006/main">
              <a:ext uri="{FF2B5EF4-FFF2-40B4-BE49-F238E27FC236}">
                <a16:creationId xmlns:a16="http://schemas.microsoft.com/office/drawing/2014/main" id="{1D3FCB76-62AE-4660-A838-E8B5DEC31346}"/>
              </a:ext>
            </a:extLst>
          </p:cNvPr>
          <p:cNvSpPr>
            <a:spLocks xmlns:a="http://schemas.openxmlformats.org/drawingml/2006/main" noGrp="1"/>
          </p:cNvSpPr>
          <p:nvPr>
            <p:ph type="pic" idx="16"/>
          </p:nvPr>
        </p:nvSpPr>
        <p:spPr>
          <a:xfrm xmlns:a="http://schemas.openxmlformats.org/drawingml/2006/main">
            <a:off x="228600" y="2624325"/>
            <a:ext cx="2092200" cy="1464300"/>
          </a:xfrm>
          <a:prstGeom xmlns:a="http://schemas.openxmlformats.org/drawingml/2006/main" prst="roundRect">
            <a:avLst>
              <a:gd name="adj" fmla="val 3132"/>
            </a:avLst>
          </a:prstGeom>
          <a:noFill xmlns:a="http://schemas.openxmlformats.org/drawingml/2006/main"/>
          <a:ln xmlns:a="http://schemas.openxmlformats.org/drawingml/2006/main">
            <a:noFill/>
          </a:ln>
        </p:spPr>
      </p:sp>
      <p:sp>
        <p:nvSpPr>
          <p:cNvPr id="330" name="Google Shape;330;p51">
            <a:extLst xmlns:a="http://schemas.openxmlformats.org/drawingml/2006/main">
              <a:ext uri="{FF2B5EF4-FFF2-40B4-BE49-F238E27FC236}">
                <a16:creationId xmlns:a16="http://schemas.microsoft.com/office/drawing/2014/main" id="{54D5D9E1-FDBD-44D9-B919-E2B5AA886F9D}"/>
              </a:ext>
            </a:extLst>
          </p:cNvPr>
          <p:cNvSpPr>
            <a:spLocks xmlns:a="http://schemas.openxmlformats.org/drawingml/2006/main" noGrp="1"/>
          </p:cNvSpPr>
          <p:nvPr>
            <p:ph type="pic" idx="17"/>
          </p:nvPr>
        </p:nvSpPr>
        <p:spPr>
          <a:xfrm xmlns:a="http://schemas.openxmlformats.org/drawingml/2006/main">
            <a:off x="2426833" y="2624325"/>
            <a:ext cx="2092200" cy="1464300"/>
          </a:xfrm>
          <a:prstGeom xmlns:a="http://schemas.openxmlformats.org/drawingml/2006/main" prst="roundRect">
            <a:avLst>
              <a:gd name="adj" fmla="val 3132"/>
            </a:avLst>
          </a:prstGeom>
          <a:noFill xmlns:a="http://schemas.openxmlformats.org/drawingml/2006/main"/>
          <a:ln xmlns:a="http://schemas.openxmlformats.org/drawingml/2006/main">
            <a:noFill/>
          </a:ln>
        </p:spPr>
      </p:sp>
      <p:sp>
        <p:nvSpPr>
          <p:cNvPr id="331" name="Google Shape;331;p51">
            <a:extLst xmlns:a="http://schemas.openxmlformats.org/drawingml/2006/main">
              <a:ext uri="{FF2B5EF4-FFF2-40B4-BE49-F238E27FC236}">
                <a16:creationId xmlns:a16="http://schemas.microsoft.com/office/drawing/2014/main" id="{0067DF9A-34C3-43EE-B4A2-01FA99126329}"/>
              </a:ext>
            </a:extLst>
          </p:cNvPr>
          <p:cNvSpPr>
            <a:spLocks xmlns:a="http://schemas.openxmlformats.org/drawingml/2006/main" noGrp="1"/>
          </p:cNvSpPr>
          <p:nvPr>
            <p:ph type="pic" idx="18"/>
          </p:nvPr>
        </p:nvSpPr>
        <p:spPr>
          <a:xfrm xmlns:a="http://schemas.openxmlformats.org/drawingml/2006/main">
            <a:off x="4625067" y="2624325"/>
            <a:ext cx="2092200" cy="1464300"/>
          </a:xfrm>
          <a:prstGeom xmlns:a="http://schemas.openxmlformats.org/drawingml/2006/main" prst="roundRect">
            <a:avLst>
              <a:gd name="adj" fmla="val 3132"/>
            </a:avLst>
          </a:prstGeom>
          <a:noFill xmlns:a="http://schemas.openxmlformats.org/drawingml/2006/main"/>
          <a:ln xmlns:a="http://schemas.openxmlformats.org/drawingml/2006/main">
            <a:noFill/>
          </a:ln>
        </p:spPr>
      </p:sp>
      <p:sp>
        <p:nvSpPr>
          <p:cNvPr id="332" name="Google Shape;332;p51">
            <a:extLst xmlns:a="http://schemas.openxmlformats.org/drawingml/2006/main">
              <a:ext uri="{FF2B5EF4-FFF2-40B4-BE49-F238E27FC236}">
                <a16:creationId xmlns:a16="http://schemas.microsoft.com/office/drawing/2014/main" id="{9BDAA7FD-CDBD-49F8-9C98-F7E73BEFF7E8}"/>
              </a:ext>
            </a:extLst>
          </p:cNvPr>
          <p:cNvSpPr>
            <a:spLocks xmlns:a="http://schemas.openxmlformats.org/drawingml/2006/main" noGrp="1"/>
          </p:cNvSpPr>
          <p:nvPr>
            <p:ph type="pic" idx="19"/>
          </p:nvPr>
        </p:nvSpPr>
        <p:spPr>
          <a:xfrm xmlns:a="http://schemas.openxmlformats.org/drawingml/2006/main">
            <a:off x="6823300" y="2624325"/>
            <a:ext cx="2092200" cy="1464300"/>
          </a:xfrm>
          <a:prstGeom xmlns:a="http://schemas.openxmlformats.org/drawingml/2006/main" prst="roundRect">
            <a:avLst>
              <a:gd name="adj" fmla="val 3132"/>
            </a:avLst>
          </a:prstGeom>
          <a:noFill xmlns:a="http://schemas.openxmlformats.org/drawingml/2006/main"/>
          <a:ln xmlns:a="http://schemas.openxmlformats.org/drawingml/2006/main">
            <a:noFill/>
          </a:ln>
        </p:spPr>
      </p:sp>
      <p:pic>
        <p:nvPicPr>
          <p:cNvPr id="350" name="Google Shape;333;p51"/>
          <p:cNvPicPr>
            <a:picLocks xmlns:a="http://schemas.openxmlformats.org/drawingml/2006/main" noChangeAspect="1"/>
          </p:cNvPicPr>
          <p:nvPr/>
        </p:nvPicPr>
        <p:blipFill>
          <a:blip xmlns:r="http://schemas.openxmlformats.org/officeDocument/2006/relationships" xmlns:a="http://schemas.openxmlformats.org/drawingml/2006/main" r:embed="R55dfcb42caef44b9">
            <a:alphaModFix/>
          </a:blip>
          <a:stretch xmlns:a="http://schemas.openxmlformats.org/drawingml/2006/main">
            <a:fillRect l="0" t="0" r="0" b="0"/>
          </a:stretch>
        </p:blipFill>
        <p:spPr>
          <a:xfrm xmlns:a="http://schemas.openxmlformats.org/drawingml/2006/main">
            <a:off x="228600" y="4836074"/>
            <a:ext cx="153925" cy="153925"/>
          </a:xfrm>
          <a:prstGeom xmlns:a="http://schemas.openxmlformats.org/drawingml/2006/main" prst="rect">
            <a:avLst/>
          </a:prstGeom>
          <a:ln xmlns:a="http://schemas.openxmlformats.org/drawingml/2006/main">
            <a:noFill/>
          </a:ln>
        </p:spPr>
      </p:pic>
    </p:spTree>
  </p:cSld>
</p:sldLayout>
</file>

<file path=ppt/slideLayouts/slideLayout51.xml><?xml version="1.0" encoding="utf-8"?>
<p:sldLayout xmlns:p="http://schemas.openxmlformats.org/presentationml/2006/main" showMasterSp="0" matchingName="Data viz 1">
  <p:cSld name="Process 2 – Light">
    <p:bg>
      <p:bgPr>
        <a:solidFill xmlns:a="http://schemas.openxmlformats.org/drawingml/2006/main">
          <a:schemeClr val="lt1"/>
        </a:solidFill>
      </p:bgPr>
    </p:bg>
    <p:spTree>
      <p:nvGrpSpPr>
        <p:cNvPr id="1" name=""/>
        <p:cNvGrpSpPr/>
        <p:nvPr/>
      </p:nvGrpSpPr>
      <p:grpSpPr>
        <a:xfrm xmlns:a="http://schemas.openxmlformats.org/drawingml/2006/main"/>
      </p:grpSpPr>
      <p:sp>
        <p:nvSpPr>
          <p:cNvPr id="335" name="Google Shape;335;p52">
            <a:extLst xmlns:a="http://schemas.openxmlformats.org/drawingml/2006/main">
              <a:ext uri="{FF2B5EF4-FFF2-40B4-BE49-F238E27FC236}">
                <a16:creationId xmlns:a16="http://schemas.microsoft.com/office/drawing/2014/main" id="{BE822180-696C-4E91-9958-D8B7CDF5F7AF}"/>
              </a:ext>
            </a:extLst>
          </p:cNvPr>
          <p:cNvSpPr>
            <a:spLocks xmlns:a="http://schemas.openxmlformats.org/drawingml/2006/main" noGrp="1"/>
          </p:cNvSpPr>
          <p:nvPr>
            <p:ph type="title" idx="0"/>
          </p:nvPr>
        </p:nvSpPr>
        <p:spPr>
          <a:xfrm xmlns:a="http://schemas.openxmlformats.org/drawingml/2006/main">
            <a:off x="201377" y="295836"/>
            <a:ext cx="5124000" cy="346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300" tIns="17150" rIns="34300" bIns="17150" anchor="t">
            <a:noAutofit/>
          </a:bodyPr>
          <a:lstStyle xmlns:a="http://schemas.openxmlformats.org/drawingml/2006/main">
            <a:lvl1pPr algn="l">
              <a:lnSpc>
                <a:spcPct val="90000"/>
              </a:lnSpc>
              <a:spcBef>
                <a:spcPts val="0"/>
              </a:spcBef>
              <a:spcAft>
                <a:spcPts val="0"/>
              </a:spcAft>
              <a:buClr>
                <a:schemeClr val="dk1"/>
              </a:buClr>
              <a:buSzPts val="2250"/>
              <a:buFont typeface="Helvetica Neue"/>
              <a:buNone/>
              <a:defRPr sz="2250" b="0">
                <a:solidFill>
                  <a:schemeClr val="dk1"/>
                </a:solidFill>
              </a:defRPr>
            </a:lvl1pPr>
            <a:lvl2pPr>
              <a:spcBef>
                <a:spcPts val="0"/>
              </a:spcBef>
              <a:spcAft>
                <a:spcPts val="0"/>
              </a:spcAft>
              <a:buSzPts val="500"/>
              <a:buNone/>
              <a:defRPr sz="700"/>
            </a:lvl2pPr>
            <a:lvl3pPr>
              <a:spcBef>
                <a:spcPts val="0"/>
              </a:spcBef>
              <a:spcAft>
                <a:spcPts val="0"/>
              </a:spcAft>
              <a:buSzPts val="500"/>
              <a:buNone/>
              <a:defRPr sz="700"/>
            </a:lvl3pPr>
            <a:lvl4pPr>
              <a:spcBef>
                <a:spcPts val="0"/>
              </a:spcBef>
              <a:spcAft>
                <a:spcPts val="0"/>
              </a:spcAft>
              <a:buSzPts val="500"/>
              <a:buNone/>
              <a:defRPr sz="700"/>
            </a:lvl4pPr>
            <a:lvl5pPr>
              <a:spcBef>
                <a:spcPts val="0"/>
              </a:spcBef>
              <a:spcAft>
                <a:spcPts val="0"/>
              </a:spcAft>
              <a:buSzPts val="500"/>
              <a:buNone/>
              <a:defRPr sz="700"/>
            </a:lvl5pPr>
            <a:lvl6pPr>
              <a:spcBef>
                <a:spcPts val="0"/>
              </a:spcBef>
              <a:spcAft>
                <a:spcPts val="0"/>
              </a:spcAft>
              <a:buSzPts val="500"/>
              <a:buNone/>
              <a:defRPr sz="700"/>
            </a:lvl6pPr>
            <a:lvl7pPr>
              <a:spcBef>
                <a:spcPts val="0"/>
              </a:spcBef>
              <a:spcAft>
                <a:spcPts val="0"/>
              </a:spcAft>
              <a:buSzPts val="500"/>
              <a:buNone/>
              <a:defRPr sz="700"/>
            </a:lvl7pPr>
            <a:lvl8pPr>
              <a:spcBef>
                <a:spcPts val="0"/>
              </a:spcBef>
              <a:spcAft>
                <a:spcPts val="0"/>
              </a:spcAft>
              <a:buSzPts val="500"/>
              <a:buNone/>
              <a:defRPr sz="700"/>
            </a:lvl8pPr>
            <a:lvl9pPr>
              <a:spcBef>
                <a:spcPts val="0"/>
              </a:spcBef>
              <a:spcAft>
                <a:spcPts val="0"/>
              </a:spcAft>
              <a:buSzPts val="500"/>
              <a:buNone/>
              <a:defRPr sz="700"/>
            </a:lvl9pPr>
          </a:lstStyle>
          <a:p xmlns:a="http://schemas.openxmlformats.org/drawingml/2006/main"/>
        </p:txBody>
      </p:sp>
      <p:sp>
        <p:nvSpPr>
          <p:cNvPr id="336" name="Google Shape;336;p52">
            <a:extLst xmlns:a="http://schemas.openxmlformats.org/drawingml/2006/main">
              <a:ext uri="{FF2B5EF4-FFF2-40B4-BE49-F238E27FC236}">
                <a16:creationId xmlns:a16="http://schemas.microsoft.com/office/drawing/2014/main" id="{CA3FD411-F649-4D1B-B9C8-8D800B50D3ED}"/>
              </a:ext>
            </a:extLst>
          </p:cNvPr>
          <p:cNvSpPr>
            <a:spLocks xmlns:a="http://schemas.openxmlformats.org/drawingml/2006/main" noGrp="1"/>
          </p:cNvSpPr>
          <p:nvPr>
            <p:ph type="body" idx="1"/>
          </p:nvPr>
        </p:nvSpPr>
        <p:spPr>
          <a:xfrm xmlns:a="http://schemas.openxmlformats.org/drawingml/2006/main">
            <a:off x="201378" y="164051"/>
            <a:ext cx="1948050" cy="160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300" tIns="17150" rIns="34300" bIns="17150" anchor="t">
            <a:noAutofit/>
          </a:bodyPr>
          <a:lstStyle xmlns:a="http://schemas.openxmlformats.org/drawingml/2006/main">
            <a:lvl1pPr marL="457200" indent="-228600" algn="l">
              <a:lnSpc>
                <a:spcPct val="90000"/>
              </a:lnSpc>
              <a:spcBef>
                <a:spcPts val="400"/>
              </a:spcBef>
              <a:spcAft>
                <a:spcPts val="0"/>
              </a:spcAft>
              <a:buClr>
                <a:schemeClr val="dk2"/>
              </a:buClr>
              <a:buSzPts val="750"/>
              <a:buFont typeface="Arial"/>
              <a:buNone/>
              <a:defRPr sz="750">
                <a:solidFill>
                  <a:schemeClr val="dk2"/>
                </a:solidFill>
              </a:defRPr>
            </a:lvl1pPr>
            <a:lvl2pPr marL="914400" indent="-273050" algn="l">
              <a:lnSpc>
                <a:spcPct val="90000"/>
              </a:lnSpc>
              <a:spcBef>
                <a:spcPts val="1200"/>
              </a:spcBef>
              <a:spcAft>
                <a:spcPts val="0"/>
              </a:spcAft>
              <a:buClr>
                <a:schemeClr val="lt1"/>
              </a:buClr>
              <a:buSzPts val="700"/>
              <a:buChar char="○"/>
              <a:defRPr sz="700"/>
            </a:lvl2pPr>
            <a:lvl3pPr marL="1371600" indent="-273050" algn="l">
              <a:lnSpc>
                <a:spcPct val="90000"/>
              </a:lnSpc>
              <a:spcBef>
                <a:spcPts val="1200"/>
              </a:spcBef>
              <a:spcAft>
                <a:spcPts val="0"/>
              </a:spcAft>
              <a:buClr>
                <a:schemeClr val="lt1"/>
              </a:buClr>
              <a:buSzPts val="700"/>
              <a:buChar char="■"/>
              <a:defRPr sz="700"/>
            </a:lvl3pPr>
            <a:lvl4pPr marL="1828800" indent="-273050" algn="l">
              <a:lnSpc>
                <a:spcPct val="90000"/>
              </a:lnSpc>
              <a:spcBef>
                <a:spcPts val="1200"/>
              </a:spcBef>
              <a:spcAft>
                <a:spcPts val="0"/>
              </a:spcAft>
              <a:buClr>
                <a:schemeClr val="lt1"/>
              </a:buClr>
              <a:buSzPts val="700"/>
              <a:buChar char="●"/>
              <a:defRPr sz="700"/>
            </a:lvl4pPr>
            <a:lvl5pPr marL="2286000" indent="-273050" algn="l">
              <a:lnSpc>
                <a:spcPct val="90000"/>
              </a:lnSpc>
              <a:spcBef>
                <a:spcPts val="1200"/>
              </a:spcBef>
              <a:spcAft>
                <a:spcPts val="0"/>
              </a:spcAft>
              <a:buClr>
                <a:schemeClr val="lt1"/>
              </a:buClr>
              <a:buSzPts val="700"/>
              <a:buChar char="○"/>
              <a:defRPr sz="700"/>
            </a:lvl5pPr>
            <a:lvl6pPr marL="2743200" indent="-273050" algn="l">
              <a:lnSpc>
                <a:spcPct val="90000"/>
              </a:lnSpc>
              <a:spcBef>
                <a:spcPts val="1200"/>
              </a:spcBef>
              <a:spcAft>
                <a:spcPts val="0"/>
              </a:spcAft>
              <a:buClr>
                <a:schemeClr val="dk1"/>
              </a:buClr>
              <a:buSzPts val="700"/>
              <a:buChar char="■"/>
              <a:defRPr sz="700"/>
            </a:lvl6pPr>
            <a:lvl7pPr marL="3200400" indent="-273050" algn="l">
              <a:lnSpc>
                <a:spcPct val="90000"/>
              </a:lnSpc>
              <a:spcBef>
                <a:spcPts val="1200"/>
              </a:spcBef>
              <a:spcAft>
                <a:spcPts val="0"/>
              </a:spcAft>
              <a:buClr>
                <a:schemeClr val="dk1"/>
              </a:buClr>
              <a:buSzPts val="700"/>
              <a:buChar char="●"/>
              <a:defRPr sz="700"/>
            </a:lvl7pPr>
            <a:lvl8pPr marL="3657600" indent="-273050" algn="l">
              <a:lnSpc>
                <a:spcPct val="90000"/>
              </a:lnSpc>
              <a:spcBef>
                <a:spcPts val="1200"/>
              </a:spcBef>
              <a:spcAft>
                <a:spcPts val="0"/>
              </a:spcAft>
              <a:buClr>
                <a:schemeClr val="dk1"/>
              </a:buClr>
              <a:buSzPts val="700"/>
              <a:buChar char="○"/>
              <a:defRPr sz="700"/>
            </a:lvl8pPr>
            <a:lvl9pPr marL="4114800" indent="-273050" algn="l">
              <a:lnSpc>
                <a:spcPct val="90000"/>
              </a:lnSpc>
              <a:spcBef>
                <a:spcPts val="1200"/>
              </a:spcBef>
              <a:spcAft>
                <a:spcPts val="1200"/>
              </a:spcAft>
              <a:buClr>
                <a:schemeClr val="dk1"/>
              </a:buClr>
              <a:buSzPts val="700"/>
              <a:buChar char="■"/>
              <a:defRPr sz="700"/>
            </a:lvl9pPr>
          </a:lstStyle>
          <a:p xmlns:a="http://schemas.openxmlformats.org/drawingml/2006/main"/>
        </p:txBody>
      </p:sp>
      <p:sp>
        <p:nvSpPr>
          <p:cNvPr id="337" name="Google Shape;337;p52">
            <a:extLst xmlns:a="http://schemas.openxmlformats.org/drawingml/2006/main">
              <a:ext uri="{FF2B5EF4-FFF2-40B4-BE49-F238E27FC236}">
                <a16:creationId xmlns:a16="http://schemas.microsoft.com/office/drawing/2014/main" id="{88C14C5C-9DD4-41D9-8F34-3E3D57BCE90C}"/>
              </a:ext>
            </a:extLst>
          </p:cNvPr>
          <p:cNvSpPr>
            <a:spLocks xmlns:a="http://schemas.openxmlformats.org/drawingml/2006/main" noGrp="1"/>
          </p:cNvSpPr>
          <p:nvPr>
            <p:ph type="body" idx="2"/>
          </p:nvPr>
        </p:nvSpPr>
        <p:spPr>
          <a:xfrm xmlns:a="http://schemas.openxmlformats.org/drawingml/2006/main">
            <a:off x="201378" y="2532303"/>
            <a:ext cx="2832300" cy="355050"/>
          </a:xfrm>
          <a:prstGeom xmlns:a="http://schemas.openxmlformats.org/drawingml/2006/main" prst="roundRect">
            <a:avLst>
              <a:gd name="adj" fmla="val 50000"/>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34300" tIns="17150" rIns="34300" bIns="17150" anchor="ctr">
            <a:normAutofit/>
          </a:bodyPr>
          <a:lstStyle xmlns:a="http://schemas.openxmlformats.org/drawingml/2006/main">
            <a:lvl1pPr marL="457200" indent="-228600" algn="ctr">
              <a:lnSpc>
                <a:spcPct val="90000"/>
              </a:lnSpc>
              <a:spcBef>
                <a:spcPts val="400"/>
              </a:spcBef>
              <a:spcAft>
                <a:spcPts val="0"/>
              </a:spcAft>
              <a:buClr>
                <a:srgbClr val="FFFFFF"/>
              </a:buClr>
              <a:buSzPts val="900"/>
              <a:buNone/>
              <a:defRPr sz="900" b="0">
                <a:solidFill>
                  <a:srgbClr val="FFFFFF"/>
                </a:solidFill>
              </a:defRPr>
            </a:lvl1pPr>
            <a:lvl2pPr marL="914400" indent="-273050" algn="l">
              <a:lnSpc>
                <a:spcPct val="90000"/>
              </a:lnSpc>
              <a:spcBef>
                <a:spcPts val="1200"/>
              </a:spcBef>
              <a:spcAft>
                <a:spcPts val="0"/>
              </a:spcAft>
              <a:buClr>
                <a:schemeClr val="lt1"/>
              </a:buClr>
              <a:buSzPts val="700"/>
              <a:buChar char="○"/>
              <a:defRPr sz="900"/>
            </a:lvl2pPr>
            <a:lvl3pPr marL="1371600" indent="-273050" algn="l">
              <a:lnSpc>
                <a:spcPct val="90000"/>
              </a:lnSpc>
              <a:spcBef>
                <a:spcPts val="1200"/>
              </a:spcBef>
              <a:spcAft>
                <a:spcPts val="0"/>
              </a:spcAft>
              <a:buClr>
                <a:schemeClr val="lt1"/>
              </a:buClr>
              <a:buSzPts val="700"/>
              <a:buChar char="■"/>
              <a:defRPr sz="800"/>
            </a:lvl3pPr>
            <a:lvl4pPr marL="1828800" indent="-273050" algn="l">
              <a:lnSpc>
                <a:spcPct val="90000"/>
              </a:lnSpc>
              <a:spcBef>
                <a:spcPts val="1200"/>
              </a:spcBef>
              <a:spcAft>
                <a:spcPts val="0"/>
              </a:spcAft>
              <a:buClr>
                <a:schemeClr val="lt1"/>
              </a:buClr>
              <a:buSzPts val="700"/>
              <a:buChar char="●"/>
              <a:defRPr sz="700"/>
            </a:lvl4pPr>
            <a:lvl5pPr marL="2286000" indent="-273050" algn="l">
              <a:lnSpc>
                <a:spcPct val="90000"/>
              </a:lnSpc>
              <a:spcBef>
                <a:spcPts val="1200"/>
              </a:spcBef>
              <a:spcAft>
                <a:spcPts val="0"/>
              </a:spcAft>
              <a:buClr>
                <a:schemeClr val="lt1"/>
              </a:buClr>
              <a:buSzPts val="700"/>
              <a:buChar char="○"/>
              <a:defRPr sz="700"/>
            </a:lvl5pPr>
            <a:lvl6pPr marL="2743200" indent="-273050" algn="l">
              <a:lnSpc>
                <a:spcPct val="90000"/>
              </a:lnSpc>
              <a:spcBef>
                <a:spcPts val="1200"/>
              </a:spcBef>
              <a:spcAft>
                <a:spcPts val="0"/>
              </a:spcAft>
              <a:buClr>
                <a:schemeClr val="dk1"/>
              </a:buClr>
              <a:buSzPts val="700"/>
              <a:buChar char="■"/>
              <a:defRPr sz="700"/>
            </a:lvl6pPr>
            <a:lvl7pPr marL="3200400" indent="-273050" algn="l">
              <a:lnSpc>
                <a:spcPct val="90000"/>
              </a:lnSpc>
              <a:spcBef>
                <a:spcPts val="1200"/>
              </a:spcBef>
              <a:spcAft>
                <a:spcPts val="0"/>
              </a:spcAft>
              <a:buClr>
                <a:schemeClr val="dk1"/>
              </a:buClr>
              <a:buSzPts val="700"/>
              <a:buChar char="●"/>
              <a:defRPr sz="700"/>
            </a:lvl7pPr>
            <a:lvl8pPr marL="3657600" indent="-273050" algn="l">
              <a:lnSpc>
                <a:spcPct val="90000"/>
              </a:lnSpc>
              <a:spcBef>
                <a:spcPts val="1200"/>
              </a:spcBef>
              <a:spcAft>
                <a:spcPts val="0"/>
              </a:spcAft>
              <a:buClr>
                <a:schemeClr val="dk1"/>
              </a:buClr>
              <a:buSzPts val="700"/>
              <a:buChar char="○"/>
              <a:defRPr sz="700"/>
            </a:lvl8pPr>
            <a:lvl9pPr marL="4114800" indent="-273050" algn="l">
              <a:lnSpc>
                <a:spcPct val="90000"/>
              </a:lnSpc>
              <a:spcBef>
                <a:spcPts val="1200"/>
              </a:spcBef>
              <a:spcAft>
                <a:spcPts val="1200"/>
              </a:spcAft>
              <a:buClr>
                <a:schemeClr val="dk1"/>
              </a:buClr>
              <a:buSzPts val="700"/>
              <a:buChar char="■"/>
              <a:defRPr sz="700"/>
            </a:lvl9pPr>
          </a:lstStyle>
          <a:p xmlns:a="http://schemas.openxmlformats.org/drawingml/2006/main"/>
        </p:txBody>
      </p:sp>
      <p:sp>
        <p:nvSpPr>
          <p:cNvPr id="338" name="Google Shape;338;p52">
            <a:extLst xmlns:a="http://schemas.openxmlformats.org/drawingml/2006/main">
              <a:ext uri="{FF2B5EF4-FFF2-40B4-BE49-F238E27FC236}">
                <a16:creationId xmlns:a16="http://schemas.microsoft.com/office/drawing/2014/main" id="{A2540A94-3160-403E-89F5-93FCCB4AC0FB}"/>
              </a:ext>
            </a:extLst>
          </p:cNvPr>
          <p:cNvSpPr>
            <a:spLocks xmlns:a="http://schemas.openxmlformats.org/drawingml/2006/main" noGrp="1"/>
          </p:cNvSpPr>
          <p:nvPr>
            <p:ph type="body" idx="3"/>
          </p:nvPr>
        </p:nvSpPr>
        <p:spPr>
          <a:xfrm xmlns:a="http://schemas.openxmlformats.org/drawingml/2006/main">
            <a:off x="3050281" y="2532303"/>
            <a:ext cx="762900" cy="355050"/>
          </a:xfrm>
          <a:prstGeom xmlns:a="http://schemas.openxmlformats.org/drawingml/2006/main" prst="roundRect">
            <a:avLst>
              <a:gd name="adj" fmla="val 50000"/>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34300" tIns="17150" rIns="34300" bIns="17150" anchor="ctr">
            <a:normAutofit/>
          </a:bodyPr>
          <a:lstStyle xmlns:a="http://schemas.openxmlformats.org/drawingml/2006/main">
            <a:lvl1pPr marL="457200" indent="-228600" algn="ctr">
              <a:lnSpc>
                <a:spcPct val="90000"/>
              </a:lnSpc>
              <a:spcBef>
                <a:spcPts val="400"/>
              </a:spcBef>
              <a:spcAft>
                <a:spcPts val="0"/>
              </a:spcAft>
              <a:buClr>
                <a:srgbClr val="FFFFFF"/>
              </a:buClr>
              <a:buSzPts val="900"/>
              <a:buNone/>
              <a:defRPr sz="900" b="0">
                <a:solidFill>
                  <a:srgbClr val="FFFFFF"/>
                </a:solidFill>
              </a:defRPr>
            </a:lvl1pPr>
            <a:lvl2pPr marL="914400" indent="-273050" algn="l">
              <a:lnSpc>
                <a:spcPct val="90000"/>
              </a:lnSpc>
              <a:spcBef>
                <a:spcPts val="1200"/>
              </a:spcBef>
              <a:spcAft>
                <a:spcPts val="0"/>
              </a:spcAft>
              <a:buClr>
                <a:schemeClr val="lt1"/>
              </a:buClr>
              <a:buSzPts val="700"/>
              <a:buChar char="○"/>
              <a:defRPr sz="900"/>
            </a:lvl2pPr>
            <a:lvl3pPr marL="1371600" indent="-273050" algn="l">
              <a:lnSpc>
                <a:spcPct val="90000"/>
              </a:lnSpc>
              <a:spcBef>
                <a:spcPts val="1200"/>
              </a:spcBef>
              <a:spcAft>
                <a:spcPts val="0"/>
              </a:spcAft>
              <a:buClr>
                <a:schemeClr val="lt1"/>
              </a:buClr>
              <a:buSzPts val="700"/>
              <a:buChar char="■"/>
              <a:defRPr sz="800"/>
            </a:lvl3pPr>
            <a:lvl4pPr marL="1828800" indent="-273050" algn="l">
              <a:lnSpc>
                <a:spcPct val="90000"/>
              </a:lnSpc>
              <a:spcBef>
                <a:spcPts val="1200"/>
              </a:spcBef>
              <a:spcAft>
                <a:spcPts val="0"/>
              </a:spcAft>
              <a:buClr>
                <a:schemeClr val="lt1"/>
              </a:buClr>
              <a:buSzPts val="700"/>
              <a:buChar char="●"/>
              <a:defRPr sz="700"/>
            </a:lvl4pPr>
            <a:lvl5pPr marL="2286000" indent="-273050" algn="l">
              <a:lnSpc>
                <a:spcPct val="90000"/>
              </a:lnSpc>
              <a:spcBef>
                <a:spcPts val="1200"/>
              </a:spcBef>
              <a:spcAft>
                <a:spcPts val="0"/>
              </a:spcAft>
              <a:buClr>
                <a:schemeClr val="lt1"/>
              </a:buClr>
              <a:buSzPts val="700"/>
              <a:buChar char="○"/>
              <a:defRPr sz="700"/>
            </a:lvl5pPr>
            <a:lvl6pPr marL="2743200" indent="-273050" algn="l">
              <a:lnSpc>
                <a:spcPct val="90000"/>
              </a:lnSpc>
              <a:spcBef>
                <a:spcPts val="1200"/>
              </a:spcBef>
              <a:spcAft>
                <a:spcPts val="0"/>
              </a:spcAft>
              <a:buClr>
                <a:schemeClr val="dk1"/>
              </a:buClr>
              <a:buSzPts val="700"/>
              <a:buChar char="■"/>
              <a:defRPr sz="700"/>
            </a:lvl6pPr>
            <a:lvl7pPr marL="3200400" indent="-273050" algn="l">
              <a:lnSpc>
                <a:spcPct val="90000"/>
              </a:lnSpc>
              <a:spcBef>
                <a:spcPts val="1200"/>
              </a:spcBef>
              <a:spcAft>
                <a:spcPts val="0"/>
              </a:spcAft>
              <a:buClr>
                <a:schemeClr val="dk1"/>
              </a:buClr>
              <a:buSzPts val="700"/>
              <a:buChar char="●"/>
              <a:defRPr sz="700"/>
            </a:lvl7pPr>
            <a:lvl8pPr marL="3657600" indent="-273050" algn="l">
              <a:lnSpc>
                <a:spcPct val="90000"/>
              </a:lnSpc>
              <a:spcBef>
                <a:spcPts val="1200"/>
              </a:spcBef>
              <a:spcAft>
                <a:spcPts val="0"/>
              </a:spcAft>
              <a:buClr>
                <a:schemeClr val="dk1"/>
              </a:buClr>
              <a:buSzPts val="700"/>
              <a:buChar char="○"/>
              <a:defRPr sz="700"/>
            </a:lvl8pPr>
            <a:lvl9pPr marL="4114800" indent="-273050" algn="l">
              <a:lnSpc>
                <a:spcPct val="90000"/>
              </a:lnSpc>
              <a:spcBef>
                <a:spcPts val="1200"/>
              </a:spcBef>
              <a:spcAft>
                <a:spcPts val="1200"/>
              </a:spcAft>
              <a:buClr>
                <a:schemeClr val="dk1"/>
              </a:buClr>
              <a:buSzPts val="700"/>
              <a:buChar char="■"/>
              <a:defRPr sz="700"/>
            </a:lvl9pPr>
          </a:lstStyle>
          <a:p xmlns:a="http://schemas.openxmlformats.org/drawingml/2006/main"/>
        </p:txBody>
      </p:sp>
      <p:sp>
        <p:nvSpPr>
          <p:cNvPr id="339" name="Google Shape;339;p52">
            <a:extLst xmlns:a="http://schemas.openxmlformats.org/drawingml/2006/main">
              <a:ext uri="{FF2B5EF4-FFF2-40B4-BE49-F238E27FC236}">
                <a16:creationId xmlns:a16="http://schemas.microsoft.com/office/drawing/2014/main" id="{4ABF5BCD-E5D4-43A3-8282-BFBBB8F6395C}"/>
              </a:ext>
            </a:extLst>
          </p:cNvPr>
          <p:cNvSpPr>
            <a:spLocks xmlns:a="http://schemas.openxmlformats.org/drawingml/2006/main" noGrp="1"/>
          </p:cNvSpPr>
          <p:nvPr>
            <p:ph type="body" idx="4"/>
          </p:nvPr>
        </p:nvSpPr>
        <p:spPr>
          <a:xfrm xmlns:a="http://schemas.openxmlformats.org/drawingml/2006/main">
            <a:off x="3830568" y="2532303"/>
            <a:ext cx="762900" cy="355050"/>
          </a:xfrm>
          <a:prstGeom xmlns:a="http://schemas.openxmlformats.org/drawingml/2006/main" prst="roundRect">
            <a:avLst>
              <a:gd name="adj" fmla="val 50000"/>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34300" tIns="17150" rIns="34300" bIns="17150" anchor="ctr">
            <a:normAutofit/>
          </a:bodyPr>
          <a:lstStyle xmlns:a="http://schemas.openxmlformats.org/drawingml/2006/main">
            <a:lvl1pPr marL="457200" indent="-228600" algn="ctr">
              <a:lnSpc>
                <a:spcPct val="90000"/>
              </a:lnSpc>
              <a:spcBef>
                <a:spcPts val="400"/>
              </a:spcBef>
              <a:spcAft>
                <a:spcPts val="0"/>
              </a:spcAft>
              <a:buClr>
                <a:srgbClr val="FFFFFF"/>
              </a:buClr>
              <a:buSzPts val="900"/>
              <a:buNone/>
              <a:defRPr sz="900" b="0">
                <a:solidFill>
                  <a:srgbClr val="FFFFFF"/>
                </a:solidFill>
              </a:defRPr>
            </a:lvl1pPr>
            <a:lvl2pPr marL="914400" indent="-273050" algn="l">
              <a:lnSpc>
                <a:spcPct val="90000"/>
              </a:lnSpc>
              <a:spcBef>
                <a:spcPts val="1200"/>
              </a:spcBef>
              <a:spcAft>
                <a:spcPts val="0"/>
              </a:spcAft>
              <a:buClr>
                <a:schemeClr val="lt1"/>
              </a:buClr>
              <a:buSzPts val="700"/>
              <a:buChar char="○"/>
              <a:defRPr sz="900"/>
            </a:lvl2pPr>
            <a:lvl3pPr marL="1371600" indent="-273050" algn="l">
              <a:lnSpc>
                <a:spcPct val="90000"/>
              </a:lnSpc>
              <a:spcBef>
                <a:spcPts val="1200"/>
              </a:spcBef>
              <a:spcAft>
                <a:spcPts val="0"/>
              </a:spcAft>
              <a:buClr>
                <a:schemeClr val="lt1"/>
              </a:buClr>
              <a:buSzPts val="700"/>
              <a:buChar char="■"/>
              <a:defRPr sz="800"/>
            </a:lvl3pPr>
            <a:lvl4pPr marL="1828800" indent="-273050" algn="l">
              <a:lnSpc>
                <a:spcPct val="90000"/>
              </a:lnSpc>
              <a:spcBef>
                <a:spcPts val="1200"/>
              </a:spcBef>
              <a:spcAft>
                <a:spcPts val="0"/>
              </a:spcAft>
              <a:buClr>
                <a:schemeClr val="lt1"/>
              </a:buClr>
              <a:buSzPts val="700"/>
              <a:buChar char="●"/>
              <a:defRPr sz="700"/>
            </a:lvl4pPr>
            <a:lvl5pPr marL="2286000" indent="-273050" algn="l">
              <a:lnSpc>
                <a:spcPct val="90000"/>
              </a:lnSpc>
              <a:spcBef>
                <a:spcPts val="1200"/>
              </a:spcBef>
              <a:spcAft>
                <a:spcPts val="0"/>
              </a:spcAft>
              <a:buClr>
                <a:schemeClr val="lt1"/>
              </a:buClr>
              <a:buSzPts val="700"/>
              <a:buChar char="○"/>
              <a:defRPr sz="700"/>
            </a:lvl5pPr>
            <a:lvl6pPr marL="2743200" indent="-273050" algn="l">
              <a:lnSpc>
                <a:spcPct val="90000"/>
              </a:lnSpc>
              <a:spcBef>
                <a:spcPts val="1200"/>
              </a:spcBef>
              <a:spcAft>
                <a:spcPts val="0"/>
              </a:spcAft>
              <a:buClr>
                <a:schemeClr val="dk1"/>
              </a:buClr>
              <a:buSzPts val="700"/>
              <a:buChar char="■"/>
              <a:defRPr sz="700"/>
            </a:lvl6pPr>
            <a:lvl7pPr marL="3200400" indent="-273050" algn="l">
              <a:lnSpc>
                <a:spcPct val="90000"/>
              </a:lnSpc>
              <a:spcBef>
                <a:spcPts val="1200"/>
              </a:spcBef>
              <a:spcAft>
                <a:spcPts val="0"/>
              </a:spcAft>
              <a:buClr>
                <a:schemeClr val="dk1"/>
              </a:buClr>
              <a:buSzPts val="700"/>
              <a:buChar char="●"/>
              <a:defRPr sz="700"/>
            </a:lvl7pPr>
            <a:lvl8pPr marL="3657600" indent="-273050" algn="l">
              <a:lnSpc>
                <a:spcPct val="90000"/>
              </a:lnSpc>
              <a:spcBef>
                <a:spcPts val="1200"/>
              </a:spcBef>
              <a:spcAft>
                <a:spcPts val="0"/>
              </a:spcAft>
              <a:buClr>
                <a:schemeClr val="dk1"/>
              </a:buClr>
              <a:buSzPts val="700"/>
              <a:buChar char="○"/>
              <a:defRPr sz="700"/>
            </a:lvl8pPr>
            <a:lvl9pPr marL="4114800" indent="-273050" algn="l">
              <a:lnSpc>
                <a:spcPct val="90000"/>
              </a:lnSpc>
              <a:spcBef>
                <a:spcPts val="1200"/>
              </a:spcBef>
              <a:spcAft>
                <a:spcPts val="1200"/>
              </a:spcAft>
              <a:buClr>
                <a:schemeClr val="dk1"/>
              </a:buClr>
              <a:buSzPts val="700"/>
              <a:buChar char="■"/>
              <a:defRPr sz="700"/>
            </a:lvl9pPr>
          </a:lstStyle>
          <a:p xmlns:a="http://schemas.openxmlformats.org/drawingml/2006/main"/>
        </p:txBody>
      </p:sp>
      <p:sp>
        <p:nvSpPr>
          <p:cNvPr id="340" name="Google Shape;340;p52">
            <a:extLst xmlns:a="http://schemas.openxmlformats.org/drawingml/2006/main">
              <a:ext uri="{FF2B5EF4-FFF2-40B4-BE49-F238E27FC236}">
                <a16:creationId xmlns:a16="http://schemas.microsoft.com/office/drawing/2014/main" id="{B7373833-4793-47EF-A822-B3053B4A4442}"/>
              </a:ext>
            </a:extLst>
          </p:cNvPr>
          <p:cNvSpPr>
            <a:spLocks xmlns:a="http://schemas.openxmlformats.org/drawingml/2006/main" noGrp="1"/>
          </p:cNvSpPr>
          <p:nvPr>
            <p:ph type="body" idx="5"/>
          </p:nvPr>
        </p:nvSpPr>
        <p:spPr>
          <a:xfrm xmlns:a="http://schemas.openxmlformats.org/drawingml/2006/main">
            <a:off x="4610855" y="2532303"/>
            <a:ext cx="2104350" cy="355050"/>
          </a:xfrm>
          <a:prstGeom xmlns:a="http://schemas.openxmlformats.org/drawingml/2006/main" prst="roundRect">
            <a:avLst>
              <a:gd name="adj" fmla="val 50000"/>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34300" tIns="17150" rIns="34300" bIns="17150" anchor="ctr">
            <a:normAutofit/>
          </a:bodyPr>
          <a:lstStyle xmlns:a="http://schemas.openxmlformats.org/drawingml/2006/main">
            <a:lvl1pPr marL="457200" indent="-228600" algn="ctr">
              <a:lnSpc>
                <a:spcPct val="90000"/>
              </a:lnSpc>
              <a:spcBef>
                <a:spcPts val="400"/>
              </a:spcBef>
              <a:spcAft>
                <a:spcPts val="0"/>
              </a:spcAft>
              <a:buClr>
                <a:srgbClr val="FFFFFF"/>
              </a:buClr>
              <a:buSzPts val="900"/>
              <a:buNone/>
              <a:defRPr sz="900" b="0">
                <a:solidFill>
                  <a:srgbClr val="FFFFFF"/>
                </a:solidFill>
              </a:defRPr>
            </a:lvl1pPr>
            <a:lvl2pPr marL="914400" indent="-273050" algn="l">
              <a:lnSpc>
                <a:spcPct val="90000"/>
              </a:lnSpc>
              <a:spcBef>
                <a:spcPts val="1200"/>
              </a:spcBef>
              <a:spcAft>
                <a:spcPts val="0"/>
              </a:spcAft>
              <a:buClr>
                <a:schemeClr val="lt1"/>
              </a:buClr>
              <a:buSzPts val="700"/>
              <a:buChar char="○"/>
              <a:defRPr sz="900"/>
            </a:lvl2pPr>
            <a:lvl3pPr marL="1371600" indent="-273050" algn="l">
              <a:lnSpc>
                <a:spcPct val="90000"/>
              </a:lnSpc>
              <a:spcBef>
                <a:spcPts val="1200"/>
              </a:spcBef>
              <a:spcAft>
                <a:spcPts val="0"/>
              </a:spcAft>
              <a:buClr>
                <a:schemeClr val="lt1"/>
              </a:buClr>
              <a:buSzPts val="700"/>
              <a:buChar char="■"/>
              <a:defRPr sz="800"/>
            </a:lvl3pPr>
            <a:lvl4pPr marL="1828800" indent="-273050" algn="l">
              <a:lnSpc>
                <a:spcPct val="90000"/>
              </a:lnSpc>
              <a:spcBef>
                <a:spcPts val="1200"/>
              </a:spcBef>
              <a:spcAft>
                <a:spcPts val="0"/>
              </a:spcAft>
              <a:buClr>
                <a:schemeClr val="lt1"/>
              </a:buClr>
              <a:buSzPts val="700"/>
              <a:buChar char="●"/>
              <a:defRPr sz="700"/>
            </a:lvl4pPr>
            <a:lvl5pPr marL="2286000" indent="-273050" algn="l">
              <a:lnSpc>
                <a:spcPct val="90000"/>
              </a:lnSpc>
              <a:spcBef>
                <a:spcPts val="1200"/>
              </a:spcBef>
              <a:spcAft>
                <a:spcPts val="0"/>
              </a:spcAft>
              <a:buClr>
                <a:schemeClr val="lt1"/>
              </a:buClr>
              <a:buSzPts val="700"/>
              <a:buChar char="○"/>
              <a:defRPr sz="700"/>
            </a:lvl5pPr>
            <a:lvl6pPr marL="2743200" indent="-273050" algn="l">
              <a:lnSpc>
                <a:spcPct val="90000"/>
              </a:lnSpc>
              <a:spcBef>
                <a:spcPts val="1200"/>
              </a:spcBef>
              <a:spcAft>
                <a:spcPts val="0"/>
              </a:spcAft>
              <a:buClr>
                <a:schemeClr val="dk1"/>
              </a:buClr>
              <a:buSzPts val="700"/>
              <a:buChar char="■"/>
              <a:defRPr sz="700"/>
            </a:lvl6pPr>
            <a:lvl7pPr marL="3200400" indent="-273050" algn="l">
              <a:lnSpc>
                <a:spcPct val="90000"/>
              </a:lnSpc>
              <a:spcBef>
                <a:spcPts val="1200"/>
              </a:spcBef>
              <a:spcAft>
                <a:spcPts val="0"/>
              </a:spcAft>
              <a:buClr>
                <a:schemeClr val="dk1"/>
              </a:buClr>
              <a:buSzPts val="700"/>
              <a:buChar char="●"/>
              <a:defRPr sz="700"/>
            </a:lvl7pPr>
            <a:lvl8pPr marL="3657600" indent="-273050" algn="l">
              <a:lnSpc>
                <a:spcPct val="90000"/>
              </a:lnSpc>
              <a:spcBef>
                <a:spcPts val="1200"/>
              </a:spcBef>
              <a:spcAft>
                <a:spcPts val="0"/>
              </a:spcAft>
              <a:buClr>
                <a:schemeClr val="dk1"/>
              </a:buClr>
              <a:buSzPts val="700"/>
              <a:buChar char="○"/>
              <a:defRPr sz="700"/>
            </a:lvl8pPr>
            <a:lvl9pPr marL="4114800" indent="-273050" algn="l">
              <a:lnSpc>
                <a:spcPct val="90000"/>
              </a:lnSpc>
              <a:spcBef>
                <a:spcPts val="1200"/>
              </a:spcBef>
              <a:spcAft>
                <a:spcPts val="1200"/>
              </a:spcAft>
              <a:buClr>
                <a:schemeClr val="dk1"/>
              </a:buClr>
              <a:buSzPts val="700"/>
              <a:buChar char="■"/>
              <a:defRPr sz="700"/>
            </a:lvl9pPr>
          </a:lstStyle>
          <a:p xmlns:a="http://schemas.openxmlformats.org/drawingml/2006/main"/>
        </p:txBody>
      </p:sp>
      <p:sp>
        <p:nvSpPr>
          <p:cNvPr id="341" name="Google Shape;341;p52">
            <a:extLst xmlns:a="http://schemas.openxmlformats.org/drawingml/2006/main">
              <a:ext uri="{FF2B5EF4-FFF2-40B4-BE49-F238E27FC236}">
                <a16:creationId xmlns:a16="http://schemas.microsoft.com/office/drawing/2014/main" id="{C4DD4764-0B8C-47B2-A89A-5EC26C2D8053}"/>
              </a:ext>
            </a:extLst>
          </p:cNvPr>
          <p:cNvSpPr>
            <a:spLocks xmlns:a="http://schemas.openxmlformats.org/drawingml/2006/main" noGrp="1"/>
          </p:cNvSpPr>
          <p:nvPr>
            <p:ph type="body" idx="6"/>
          </p:nvPr>
        </p:nvSpPr>
        <p:spPr>
          <a:xfrm xmlns:a="http://schemas.openxmlformats.org/drawingml/2006/main">
            <a:off x="6732554" y="2532303"/>
            <a:ext cx="2210100" cy="355050"/>
          </a:xfrm>
          <a:prstGeom xmlns:a="http://schemas.openxmlformats.org/drawingml/2006/main" prst="roundRect">
            <a:avLst>
              <a:gd name="adj" fmla="val 50000"/>
            </a:avLst>
          </a:prstGeom>
          <a:gradFill xmlns:a="http://schemas.openxmlformats.org/drawingml/2006/main">
            <a:gsLst>
              <a:gs pos="0">
                <a:srgbClr val="91969C"/>
              </a:gs>
              <a:gs pos="2755">
                <a:srgbClr val="91969C"/>
              </a:gs>
              <a:gs pos="99681">
                <a:srgbClr val="6F7278"/>
              </a:gs>
              <a:gs pos="100000">
                <a:srgbClr val="6F7278"/>
              </a:gs>
            </a:gsLst>
            <a:lin ang="16200000" scaled="0"/>
          </a:gradFill>
          <a:ln xmlns:a="http://schemas.openxmlformats.org/drawingml/2006/main">
            <a:noFill/>
          </a:ln>
        </p:spPr>
        <p:txBody>
          <a:bodyPr xmlns:a="http://schemas.openxmlformats.org/drawingml/2006/main" spcFirstLastPara="1" wrap="square" lIns="34300" tIns="17150" rIns="34300" bIns="17150" anchor="ctr">
            <a:normAutofit/>
          </a:bodyPr>
          <a:lstStyle xmlns:a="http://schemas.openxmlformats.org/drawingml/2006/main">
            <a:lvl1pPr marL="457200" indent="-228600" algn="ctr">
              <a:lnSpc>
                <a:spcPct val="90000"/>
              </a:lnSpc>
              <a:spcBef>
                <a:spcPts val="400"/>
              </a:spcBef>
              <a:spcAft>
                <a:spcPts val="0"/>
              </a:spcAft>
              <a:buClr>
                <a:srgbClr val="FFFFFF"/>
              </a:buClr>
              <a:buSzPts val="900"/>
              <a:buNone/>
              <a:defRPr sz="900" b="0">
                <a:solidFill>
                  <a:srgbClr val="FFFFFF"/>
                </a:solidFill>
              </a:defRPr>
            </a:lvl1pPr>
            <a:lvl2pPr marL="914400" indent="-273050" algn="l">
              <a:lnSpc>
                <a:spcPct val="90000"/>
              </a:lnSpc>
              <a:spcBef>
                <a:spcPts val="1200"/>
              </a:spcBef>
              <a:spcAft>
                <a:spcPts val="0"/>
              </a:spcAft>
              <a:buClr>
                <a:schemeClr val="lt1"/>
              </a:buClr>
              <a:buSzPts val="700"/>
              <a:buChar char="○"/>
              <a:defRPr sz="900"/>
            </a:lvl2pPr>
            <a:lvl3pPr marL="1371600" indent="-273050" algn="l">
              <a:lnSpc>
                <a:spcPct val="90000"/>
              </a:lnSpc>
              <a:spcBef>
                <a:spcPts val="1200"/>
              </a:spcBef>
              <a:spcAft>
                <a:spcPts val="0"/>
              </a:spcAft>
              <a:buClr>
                <a:schemeClr val="lt1"/>
              </a:buClr>
              <a:buSzPts val="700"/>
              <a:buChar char="■"/>
              <a:defRPr sz="800"/>
            </a:lvl3pPr>
            <a:lvl4pPr marL="1828800" indent="-273050" algn="l">
              <a:lnSpc>
                <a:spcPct val="90000"/>
              </a:lnSpc>
              <a:spcBef>
                <a:spcPts val="1200"/>
              </a:spcBef>
              <a:spcAft>
                <a:spcPts val="0"/>
              </a:spcAft>
              <a:buClr>
                <a:schemeClr val="lt1"/>
              </a:buClr>
              <a:buSzPts val="700"/>
              <a:buChar char="●"/>
              <a:defRPr sz="700"/>
            </a:lvl4pPr>
            <a:lvl5pPr marL="2286000" indent="-273050" algn="l">
              <a:lnSpc>
                <a:spcPct val="90000"/>
              </a:lnSpc>
              <a:spcBef>
                <a:spcPts val="1200"/>
              </a:spcBef>
              <a:spcAft>
                <a:spcPts val="0"/>
              </a:spcAft>
              <a:buClr>
                <a:schemeClr val="lt1"/>
              </a:buClr>
              <a:buSzPts val="700"/>
              <a:buChar char="○"/>
              <a:defRPr sz="700"/>
            </a:lvl5pPr>
            <a:lvl6pPr marL="2743200" indent="-273050" algn="l">
              <a:lnSpc>
                <a:spcPct val="90000"/>
              </a:lnSpc>
              <a:spcBef>
                <a:spcPts val="1200"/>
              </a:spcBef>
              <a:spcAft>
                <a:spcPts val="0"/>
              </a:spcAft>
              <a:buClr>
                <a:schemeClr val="dk1"/>
              </a:buClr>
              <a:buSzPts val="700"/>
              <a:buChar char="■"/>
              <a:defRPr sz="700"/>
            </a:lvl6pPr>
            <a:lvl7pPr marL="3200400" indent="-273050" algn="l">
              <a:lnSpc>
                <a:spcPct val="90000"/>
              </a:lnSpc>
              <a:spcBef>
                <a:spcPts val="1200"/>
              </a:spcBef>
              <a:spcAft>
                <a:spcPts val="0"/>
              </a:spcAft>
              <a:buClr>
                <a:schemeClr val="dk1"/>
              </a:buClr>
              <a:buSzPts val="700"/>
              <a:buChar char="●"/>
              <a:defRPr sz="700"/>
            </a:lvl7pPr>
            <a:lvl8pPr marL="3657600" indent="-273050" algn="l">
              <a:lnSpc>
                <a:spcPct val="90000"/>
              </a:lnSpc>
              <a:spcBef>
                <a:spcPts val="1200"/>
              </a:spcBef>
              <a:spcAft>
                <a:spcPts val="0"/>
              </a:spcAft>
              <a:buClr>
                <a:schemeClr val="dk1"/>
              </a:buClr>
              <a:buSzPts val="700"/>
              <a:buChar char="○"/>
              <a:defRPr sz="700"/>
            </a:lvl8pPr>
            <a:lvl9pPr marL="4114800" indent="-273050" algn="l">
              <a:lnSpc>
                <a:spcPct val="90000"/>
              </a:lnSpc>
              <a:spcBef>
                <a:spcPts val="1200"/>
              </a:spcBef>
              <a:spcAft>
                <a:spcPts val="1200"/>
              </a:spcAft>
              <a:buClr>
                <a:schemeClr val="dk1"/>
              </a:buClr>
              <a:buSzPts val="700"/>
              <a:buChar char="■"/>
              <a:defRPr sz="700"/>
            </a:lvl9pPr>
          </a:lstStyle>
          <a:p xmlns:a="http://schemas.openxmlformats.org/drawingml/2006/main"/>
        </p:txBody>
      </p:sp>
      <p:sp>
        <p:nvSpPr>
          <p:cNvPr id="342" name="Google Shape;342;p52">
            <a:extLst xmlns:a="http://schemas.openxmlformats.org/drawingml/2006/main">
              <a:ext uri="{FF2B5EF4-FFF2-40B4-BE49-F238E27FC236}">
                <a16:creationId xmlns:a16="http://schemas.microsoft.com/office/drawing/2014/main" id="{FA075190-2071-4CCC-9180-0607A37D3FB8}"/>
              </a:ext>
            </a:extLst>
          </p:cNvPr>
          <p:cNvSpPr>
            <a:spLocks xmlns:a="http://schemas.openxmlformats.org/drawingml/2006/main" noGrp="1"/>
          </p:cNvSpPr>
          <p:nvPr>
            <p:ph type="body" idx="7"/>
          </p:nvPr>
        </p:nvSpPr>
        <p:spPr>
          <a:xfrm xmlns:a="http://schemas.openxmlformats.org/drawingml/2006/main">
            <a:off x="201378" y="2367140"/>
            <a:ext cx="405000" cy="129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300" tIns="17150" rIns="34300" bIns="17150" anchor="t">
            <a:spAutoFit/>
          </a:bodyPr>
          <a:lstStyle xmlns:a="http://schemas.openxmlformats.org/drawingml/2006/main">
            <a:lvl1pPr marL="457200" indent="-228600" algn="l">
              <a:lnSpc>
                <a:spcPct val="90000"/>
              </a:lnSpc>
              <a:spcBef>
                <a:spcPts val="400"/>
              </a:spcBef>
              <a:spcAft>
                <a:spcPts val="0"/>
              </a:spcAft>
              <a:buClr>
                <a:srgbClr val="000000"/>
              </a:buClr>
              <a:buSzPts val="600"/>
              <a:buNone/>
              <a:defRPr sz="600" b="0">
                <a:solidFill>
                  <a:srgbClr val="000000"/>
                </a:solidFill>
              </a:defRPr>
            </a:lvl1pPr>
            <a:lvl2pPr marL="914400" indent="-273050" algn="l">
              <a:lnSpc>
                <a:spcPct val="90000"/>
              </a:lnSpc>
              <a:spcBef>
                <a:spcPts val="1200"/>
              </a:spcBef>
              <a:spcAft>
                <a:spcPts val="0"/>
              </a:spcAft>
              <a:buClr>
                <a:schemeClr val="lt1"/>
              </a:buClr>
              <a:buSzPts val="700"/>
              <a:buChar char="○"/>
              <a:defRPr sz="900"/>
            </a:lvl2pPr>
            <a:lvl3pPr marL="1371600" indent="-273050" algn="l">
              <a:lnSpc>
                <a:spcPct val="90000"/>
              </a:lnSpc>
              <a:spcBef>
                <a:spcPts val="1200"/>
              </a:spcBef>
              <a:spcAft>
                <a:spcPts val="0"/>
              </a:spcAft>
              <a:buClr>
                <a:schemeClr val="lt1"/>
              </a:buClr>
              <a:buSzPts val="700"/>
              <a:buChar char="■"/>
              <a:defRPr sz="800"/>
            </a:lvl3pPr>
            <a:lvl4pPr marL="1828800" indent="-273050" algn="l">
              <a:lnSpc>
                <a:spcPct val="90000"/>
              </a:lnSpc>
              <a:spcBef>
                <a:spcPts val="1200"/>
              </a:spcBef>
              <a:spcAft>
                <a:spcPts val="0"/>
              </a:spcAft>
              <a:buClr>
                <a:schemeClr val="lt1"/>
              </a:buClr>
              <a:buSzPts val="700"/>
              <a:buChar char="●"/>
              <a:defRPr sz="700"/>
            </a:lvl4pPr>
            <a:lvl5pPr marL="2286000" indent="-273050" algn="l">
              <a:lnSpc>
                <a:spcPct val="90000"/>
              </a:lnSpc>
              <a:spcBef>
                <a:spcPts val="1200"/>
              </a:spcBef>
              <a:spcAft>
                <a:spcPts val="0"/>
              </a:spcAft>
              <a:buClr>
                <a:schemeClr val="lt1"/>
              </a:buClr>
              <a:buSzPts val="700"/>
              <a:buChar char="○"/>
              <a:defRPr sz="700"/>
            </a:lvl5pPr>
            <a:lvl6pPr marL="2743200" indent="-273050" algn="l">
              <a:lnSpc>
                <a:spcPct val="90000"/>
              </a:lnSpc>
              <a:spcBef>
                <a:spcPts val="1200"/>
              </a:spcBef>
              <a:spcAft>
                <a:spcPts val="0"/>
              </a:spcAft>
              <a:buClr>
                <a:schemeClr val="dk1"/>
              </a:buClr>
              <a:buSzPts val="700"/>
              <a:buChar char="■"/>
              <a:defRPr sz="700"/>
            </a:lvl6pPr>
            <a:lvl7pPr marL="3200400" indent="-273050" algn="l">
              <a:lnSpc>
                <a:spcPct val="90000"/>
              </a:lnSpc>
              <a:spcBef>
                <a:spcPts val="1200"/>
              </a:spcBef>
              <a:spcAft>
                <a:spcPts val="0"/>
              </a:spcAft>
              <a:buClr>
                <a:schemeClr val="dk1"/>
              </a:buClr>
              <a:buSzPts val="700"/>
              <a:buChar char="●"/>
              <a:defRPr sz="700"/>
            </a:lvl7pPr>
            <a:lvl8pPr marL="3657600" indent="-273050" algn="l">
              <a:lnSpc>
                <a:spcPct val="90000"/>
              </a:lnSpc>
              <a:spcBef>
                <a:spcPts val="1200"/>
              </a:spcBef>
              <a:spcAft>
                <a:spcPts val="0"/>
              </a:spcAft>
              <a:buClr>
                <a:schemeClr val="dk1"/>
              </a:buClr>
              <a:buSzPts val="700"/>
              <a:buChar char="○"/>
              <a:defRPr sz="700"/>
            </a:lvl8pPr>
            <a:lvl9pPr marL="4114800" indent="-273050" algn="l">
              <a:lnSpc>
                <a:spcPct val="90000"/>
              </a:lnSpc>
              <a:spcBef>
                <a:spcPts val="1200"/>
              </a:spcBef>
              <a:spcAft>
                <a:spcPts val="1200"/>
              </a:spcAft>
              <a:buClr>
                <a:schemeClr val="dk1"/>
              </a:buClr>
              <a:buSzPts val="700"/>
              <a:buChar char="■"/>
              <a:defRPr sz="700"/>
            </a:lvl9pPr>
          </a:lstStyle>
          <a:p xmlns:a="http://schemas.openxmlformats.org/drawingml/2006/main"/>
        </p:txBody>
      </p:sp>
      <p:sp>
        <p:nvSpPr>
          <p:cNvPr id="343" name="Google Shape;343;p52">
            <a:extLst xmlns:a="http://schemas.openxmlformats.org/drawingml/2006/main">
              <a:ext uri="{FF2B5EF4-FFF2-40B4-BE49-F238E27FC236}">
                <a16:creationId xmlns:a16="http://schemas.microsoft.com/office/drawing/2014/main" id="{ED01FCEA-468E-4CD5-A79E-323DE56DE427}"/>
              </a:ext>
            </a:extLst>
          </p:cNvPr>
          <p:cNvSpPr>
            <a:spLocks xmlns:a="http://schemas.openxmlformats.org/drawingml/2006/main" noGrp="1"/>
          </p:cNvSpPr>
          <p:nvPr>
            <p:ph type="body" idx="8"/>
          </p:nvPr>
        </p:nvSpPr>
        <p:spPr>
          <a:xfrm xmlns:a="http://schemas.openxmlformats.org/drawingml/2006/main">
            <a:off x="3053030" y="2367140"/>
            <a:ext cx="405000" cy="129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300" tIns="17150" rIns="34300" bIns="17150" anchor="t">
            <a:spAutoFit/>
          </a:bodyPr>
          <a:lstStyle xmlns:a="http://schemas.openxmlformats.org/drawingml/2006/main">
            <a:lvl1pPr marL="457200" indent="-228600" algn="ctr">
              <a:lnSpc>
                <a:spcPct val="90000"/>
              </a:lnSpc>
              <a:spcBef>
                <a:spcPts val="400"/>
              </a:spcBef>
              <a:spcAft>
                <a:spcPts val="0"/>
              </a:spcAft>
              <a:buClr>
                <a:srgbClr val="000000"/>
              </a:buClr>
              <a:buSzPts val="600"/>
              <a:buNone/>
              <a:defRPr sz="600" b="0">
                <a:solidFill>
                  <a:srgbClr val="000000"/>
                </a:solidFill>
              </a:defRPr>
            </a:lvl1pPr>
            <a:lvl2pPr marL="914400" indent="-273050" algn="l">
              <a:lnSpc>
                <a:spcPct val="90000"/>
              </a:lnSpc>
              <a:spcBef>
                <a:spcPts val="1200"/>
              </a:spcBef>
              <a:spcAft>
                <a:spcPts val="0"/>
              </a:spcAft>
              <a:buClr>
                <a:schemeClr val="lt1"/>
              </a:buClr>
              <a:buSzPts val="700"/>
              <a:buChar char="○"/>
              <a:defRPr sz="900"/>
            </a:lvl2pPr>
            <a:lvl3pPr marL="1371600" indent="-273050" algn="l">
              <a:lnSpc>
                <a:spcPct val="90000"/>
              </a:lnSpc>
              <a:spcBef>
                <a:spcPts val="1200"/>
              </a:spcBef>
              <a:spcAft>
                <a:spcPts val="0"/>
              </a:spcAft>
              <a:buClr>
                <a:schemeClr val="lt1"/>
              </a:buClr>
              <a:buSzPts val="700"/>
              <a:buChar char="■"/>
              <a:defRPr sz="800"/>
            </a:lvl3pPr>
            <a:lvl4pPr marL="1828800" indent="-273050" algn="l">
              <a:lnSpc>
                <a:spcPct val="90000"/>
              </a:lnSpc>
              <a:spcBef>
                <a:spcPts val="1200"/>
              </a:spcBef>
              <a:spcAft>
                <a:spcPts val="0"/>
              </a:spcAft>
              <a:buClr>
                <a:schemeClr val="lt1"/>
              </a:buClr>
              <a:buSzPts val="700"/>
              <a:buChar char="●"/>
              <a:defRPr sz="700"/>
            </a:lvl4pPr>
            <a:lvl5pPr marL="2286000" indent="-273050" algn="l">
              <a:lnSpc>
                <a:spcPct val="90000"/>
              </a:lnSpc>
              <a:spcBef>
                <a:spcPts val="1200"/>
              </a:spcBef>
              <a:spcAft>
                <a:spcPts val="0"/>
              </a:spcAft>
              <a:buClr>
                <a:schemeClr val="lt1"/>
              </a:buClr>
              <a:buSzPts val="700"/>
              <a:buChar char="○"/>
              <a:defRPr sz="700"/>
            </a:lvl5pPr>
            <a:lvl6pPr marL="2743200" indent="-273050" algn="l">
              <a:lnSpc>
                <a:spcPct val="90000"/>
              </a:lnSpc>
              <a:spcBef>
                <a:spcPts val="1200"/>
              </a:spcBef>
              <a:spcAft>
                <a:spcPts val="0"/>
              </a:spcAft>
              <a:buClr>
                <a:schemeClr val="dk1"/>
              </a:buClr>
              <a:buSzPts val="700"/>
              <a:buChar char="■"/>
              <a:defRPr sz="700"/>
            </a:lvl6pPr>
            <a:lvl7pPr marL="3200400" indent="-273050" algn="l">
              <a:lnSpc>
                <a:spcPct val="90000"/>
              </a:lnSpc>
              <a:spcBef>
                <a:spcPts val="1200"/>
              </a:spcBef>
              <a:spcAft>
                <a:spcPts val="0"/>
              </a:spcAft>
              <a:buClr>
                <a:schemeClr val="dk1"/>
              </a:buClr>
              <a:buSzPts val="700"/>
              <a:buChar char="●"/>
              <a:defRPr sz="700"/>
            </a:lvl7pPr>
            <a:lvl8pPr marL="3657600" indent="-273050" algn="l">
              <a:lnSpc>
                <a:spcPct val="90000"/>
              </a:lnSpc>
              <a:spcBef>
                <a:spcPts val="1200"/>
              </a:spcBef>
              <a:spcAft>
                <a:spcPts val="0"/>
              </a:spcAft>
              <a:buClr>
                <a:schemeClr val="dk1"/>
              </a:buClr>
              <a:buSzPts val="700"/>
              <a:buChar char="○"/>
              <a:defRPr sz="700"/>
            </a:lvl8pPr>
            <a:lvl9pPr marL="4114800" indent="-273050" algn="l">
              <a:lnSpc>
                <a:spcPct val="90000"/>
              </a:lnSpc>
              <a:spcBef>
                <a:spcPts val="1200"/>
              </a:spcBef>
              <a:spcAft>
                <a:spcPts val="1200"/>
              </a:spcAft>
              <a:buClr>
                <a:schemeClr val="dk1"/>
              </a:buClr>
              <a:buSzPts val="700"/>
              <a:buChar char="■"/>
              <a:defRPr sz="700"/>
            </a:lvl9pPr>
          </a:lstStyle>
          <a:p xmlns:a="http://schemas.openxmlformats.org/drawingml/2006/main"/>
        </p:txBody>
      </p:sp>
      <p:sp>
        <p:nvSpPr>
          <p:cNvPr id="344" name="Google Shape;344;p52">
            <a:extLst xmlns:a="http://schemas.openxmlformats.org/drawingml/2006/main">
              <a:ext uri="{FF2B5EF4-FFF2-40B4-BE49-F238E27FC236}">
                <a16:creationId xmlns:a16="http://schemas.microsoft.com/office/drawing/2014/main" id="{A78D170D-BDB3-4CB0-ACA8-A4CBD5A47C14}"/>
              </a:ext>
            </a:extLst>
          </p:cNvPr>
          <p:cNvSpPr>
            <a:spLocks xmlns:a="http://schemas.openxmlformats.org/drawingml/2006/main" noGrp="1"/>
          </p:cNvSpPr>
          <p:nvPr>
            <p:ph type="body" idx="9"/>
          </p:nvPr>
        </p:nvSpPr>
        <p:spPr>
          <a:xfrm xmlns:a="http://schemas.openxmlformats.org/drawingml/2006/main">
            <a:off x="5792532" y="2367140"/>
            <a:ext cx="405000" cy="129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300" tIns="17150" rIns="34300" bIns="17150" anchor="t">
            <a:spAutoFit/>
          </a:bodyPr>
          <a:lstStyle xmlns:a="http://schemas.openxmlformats.org/drawingml/2006/main">
            <a:lvl1pPr marL="457200" indent="-228600" algn="ctr">
              <a:lnSpc>
                <a:spcPct val="90000"/>
              </a:lnSpc>
              <a:spcBef>
                <a:spcPts val="400"/>
              </a:spcBef>
              <a:spcAft>
                <a:spcPts val="0"/>
              </a:spcAft>
              <a:buClr>
                <a:srgbClr val="000000"/>
              </a:buClr>
              <a:buSzPts val="600"/>
              <a:buNone/>
              <a:defRPr sz="600" b="0">
                <a:solidFill>
                  <a:srgbClr val="000000"/>
                </a:solidFill>
              </a:defRPr>
            </a:lvl1pPr>
            <a:lvl2pPr marL="914400" indent="-273050" algn="l">
              <a:lnSpc>
                <a:spcPct val="90000"/>
              </a:lnSpc>
              <a:spcBef>
                <a:spcPts val="1200"/>
              </a:spcBef>
              <a:spcAft>
                <a:spcPts val="0"/>
              </a:spcAft>
              <a:buClr>
                <a:schemeClr val="lt1"/>
              </a:buClr>
              <a:buSzPts val="700"/>
              <a:buChar char="○"/>
              <a:defRPr sz="900"/>
            </a:lvl2pPr>
            <a:lvl3pPr marL="1371600" indent="-273050" algn="l">
              <a:lnSpc>
                <a:spcPct val="90000"/>
              </a:lnSpc>
              <a:spcBef>
                <a:spcPts val="1200"/>
              </a:spcBef>
              <a:spcAft>
                <a:spcPts val="0"/>
              </a:spcAft>
              <a:buClr>
                <a:schemeClr val="lt1"/>
              </a:buClr>
              <a:buSzPts val="700"/>
              <a:buChar char="■"/>
              <a:defRPr sz="800"/>
            </a:lvl3pPr>
            <a:lvl4pPr marL="1828800" indent="-273050" algn="l">
              <a:lnSpc>
                <a:spcPct val="90000"/>
              </a:lnSpc>
              <a:spcBef>
                <a:spcPts val="1200"/>
              </a:spcBef>
              <a:spcAft>
                <a:spcPts val="0"/>
              </a:spcAft>
              <a:buClr>
                <a:schemeClr val="lt1"/>
              </a:buClr>
              <a:buSzPts val="700"/>
              <a:buChar char="●"/>
              <a:defRPr sz="700"/>
            </a:lvl4pPr>
            <a:lvl5pPr marL="2286000" indent="-273050" algn="l">
              <a:lnSpc>
                <a:spcPct val="90000"/>
              </a:lnSpc>
              <a:spcBef>
                <a:spcPts val="1200"/>
              </a:spcBef>
              <a:spcAft>
                <a:spcPts val="0"/>
              </a:spcAft>
              <a:buClr>
                <a:schemeClr val="lt1"/>
              </a:buClr>
              <a:buSzPts val="700"/>
              <a:buChar char="○"/>
              <a:defRPr sz="700"/>
            </a:lvl5pPr>
            <a:lvl6pPr marL="2743200" indent="-273050" algn="l">
              <a:lnSpc>
                <a:spcPct val="90000"/>
              </a:lnSpc>
              <a:spcBef>
                <a:spcPts val="1200"/>
              </a:spcBef>
              <a:spcAft>
                <a:spcPts val="0"/>
              </a:spcAft>
              <a:buClr>
                <a:schemeClr val="dk1"/>
              </a:buClr>
              <a:buSzPts val="700"/>
              <a:buChar char="■"/>
              <a:defRPr sz="700"/>
            </a:lvl6pPr>
            <a:lvl7pPr marL="3200400" indent="-273050" algn="l">
              <a:lnSpc>
                <a:spcPct val="90000"/>
              </a:lnSpc>
              <a:spcBef>
                <a:spcPts val="1200"/>
              </a:spcBef>
              <a:spcAft>
                <a:spcPts val="0"/>
              </a:spcAft>
              <a:buClr>
                <a:schemeClr val="dk1"/>
              </a:buClr>
              <a:buSzPts val="700"/>
              <a:buChar char="●"/>
              <a:defRPr sz="700"/>
            </a:lvl7pPr>
            <a:lvl8pPr marL="3657600" indent="-273050" algn="l">
              <a:lnSpc>
                <a:spcPct val="90000"/>
              </a:lnSpc>
              <a:spcBef>
                <a:spcPts val="1200"/>
              </a:spcBef>
              <a:spcAft>
                <a:spcPts val="0"/>
              </a:spcAft>
              <a:buClr>
                <a:schemeClr val="dk1"/>
              </a:buClr>
              <a:buSzPts val="700"/>
              <a:buChar char="○"/>
              <a:defRPr sz="700"/>
            </a:lvl8pPr>
            <a:lvl9pPr marL="4114800" indent="-273050" algn="l">
              <a:lnSpc>
                <a:spcPct val="90000"/>
              </a:lnSpc>
              <a:spcBef>
                <a:spcPts val="1200"/>
              </a:spcBef>
              <a:spcAft>
                <a:spcPts val="1200"/>
              </a:spcAft>
              <a:buClr>
                <a:schemeClr val="dk1"/>
              </a:buClr>
              <a:buSzPts val="700"/>
              <a:buChar char="■"/>
              <a:defRPr sz="700"/>
            </a:lvl9pPr>
          </a:lstStyle>
          <a:p xmlns:a="http://schemas.openxmlformats.org/drawingml/2006/main"/>
        </p:txBody>
      </p:sp>
      <p:sp>
        <p:nvSpPr>
          <p:cNvPr id="345" name="Google Shape;345;p52">
            <a:extLst xmlns:a="http://schemas.openxmlformats.org/drawingml/2006/main">
              <a:ext uri="{FF2B5EF4-FFF2-40B4-BE49-F238E27FC236}">
                <a16:creationId xmlns:a16="http://schemas.microsoft.com/office/drawing/2014/main" id="{B2151B20-F700-4B3B-9A49-61DFDDFE7B66}"/>
              </a:ext>
            </a:extLst>
          </p:cNvPr>
          <p:cNvSpPr>
            <a:spLocks xmlns:a="http://schemas.openxmlformats.org/drawingml/2006/main" noGrp="1"/>
          </p:cNvSpPr>
          <p:nvPr>
            <p:ph type="body" idx="13"/>
          </p:nvPr>
        </p:nvSpPr>
        <p:spPr>
          <a:xfrm xmlns:a="http://schemas.openxmlformats.org/drawingml/2006/main">
            <a:off x="8500119" y="2367140"/>
            <a:ext cx="405000" cy="129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300" tIns="17150" rIns="34300" bIns="17150" anchor="t">
            <a:spAutoFit/>
          </a:bodyPr>
          <a:lstStyle xmlns:a="http://schemas.openxmlformats.org/drawingml/2006/main">
            <a:lvl1pPr marL="457200" indent="-228600" algn="r">
              <a:lnSpc>
                <a:spcPct val="90000"/>
              </a:lnSpc>
              <a:spcBef>
                <a:spcPts val="400"/>
              </a:spcBef>
              <a:spcAft>
                <a:spcPts val="0"/>
              </a:spcAft>
              <a:buClr>
                <a:srgbClr val="000000"/>
              </a:buClr>
              <a:buSzPts val="600"/>
              <a:buNone/>
              <a:defRPr sz="600" b="0">
                <a:solidFill>
                  <a:srgbClr val="000000"/>
                </a:solidFill>
              </a:defRPr>
            </a:lvl1pPr>
            <a:lvl2pPr marL="914400" indent="-273050" algn="l">
              <a:lnSpc>
                <a:spcPct val="90000"/>
              </a:lnSpc>
              <a:spcBef>
                <a:spcPts val="1200"/>
              </a:spcBef>
              <a:spcAft>
                <a:spcPts val="0"/>
              </a:spcAft>
              <a:buClr>
                <a:schemeClr val="lt1"/>
              </a:buClr>
              <a:buSzPts val="700"/>
              <a:buChar char="○"/>
              <a:defRPr sz="900"/>
            </a:lvl2pPr>
            <a:lvl3pPr marL="1371600" indent="-273050" algn="l">
              <a:lnSpc>
                <a:spcPct val="90000"/>
              </a:lnSpc>
              <a:spcBef>
                <a:spcPts val="1200"/>
              </a:spcBef>
              <a:spcAft>
                <a:spcPts val="0"/>
              </a:spcAft>
              <a:buClr>
                <a:schemeClr val="lt1"/>
              </a:buClr>
              <a:buSzPts val="700"/>
              <a:buChar char="■"/>
              <a:defRPr sz="800"/>
            </a:lvl3pPr>
            <a:lvl4pPr marL="1828800" indent="-273050" algn="l">
              <a:lnSpc>
                <a:spcPct val="90000"/>
              </a:lnSpc>
              <a:spcBef>
                <a:spcPts val="1200"/>
              </a:spcBef>
              <a:spcAft>
                <a:spcPts val="0"/>
              </a:spcAft>
              <a:buClr>
                <a:schemeClr val="lt1"/>
              </a:buClr>
              <a:buSzPts val="700"/>
              <a:buChar char="●"/>
              <a:defRPr sz="700"/>
            </a:lvl4pPr>
            <a:lvl5pPr marL="2286000" indent="-273050" algn="l">
              <a:lnSpc>
                <a:spcPct val="90000"/>
              </a:lnSpc>
              <a:spcBef>
                <a:spcPts val="1200"/>
              </a:spcBef>
              <a:spcAft>
                <a:spcPts val="0"/>
              </a:spcAft>
              <a:buClr>
                <a:schemeClr val="lt1"/>
              </a:buClr>
              <a:buSzPts val="700"/>
              <a:buChar char="○"/>
              <a:defRPr sz="700"/>
            </a:lvl5pPr>
            <a:lvl6pPr marL="2743200" indent="-273050" algn="l">
              <a:lnSpc>
                <a:spcPct val="90000"/>
              </a:lnSpc>
              <a:spcBef>
                <a:spcPts val="1200"/>
              </a:spcBef>
              <a:spcAft>
                <a:spcPts val="0"/>
              </a:spcAft>
              <a:buClr>
                <a:schemeClr val="dk1"/>
              </a:buClr>
              <a:buSzPts val="700"/>
              <a:buChar char="■"/>
              <a:defRPr sz="700"/>
            </a:lvl6pPr>
            <a:lvl7pPr marL="3200400" indent="-273050" algn="l">
              <a:lnSpc>
                <a:spcPct val="90000"/>
              </a:lnSpc>
              <a:spcBef>
                <a:spcPts val="1200"/>
              </a:spcBef>
              <a:spcAft>
                <a:spcPts val="0"/>
              </a:spcAft>
              <a:buClr>
                <a:schemeClr val="dk1"/>
              </a:buClr>
              <a:buSzPts val="700"/>
              <a:buChar char="●"/>
              <a:defRPr sz="700"/>
            </a:lvl7pPr>
            <a:lvl8pPr marL="3657600" indent="-273050" algn="l">
              <a:lnSpc>
                <a:spcPct val="90000"/>
              </a:lnSpc>
              <a:spcBef>
                <a:spcPts val="1200"/>
              </a:spcBef>
              <a:spcAft>
                <a:spcPts val="0"/>
              </a:spcAft>
              <a:buClr>
                <a:schemeClr val="dk1"/>
              </a:buClr>
              <a:buSzPts val="700"/>
              <a:buChar char="○"/>
              <a:defRPr sz="700"/>
            </a:lvl8pPr>
            <a:lvl9pPr marL="4114800" indent="-273050" algn="l">
              <a:lnSpc>
                <a:spcPct val="90000"/>
              </a:lnSpc>
              <a:spcBef>
                <a:spcPts val="1200"/>
              </a:spcBef>
              <a:spcAft>
                <a:spcPts val="1200"/>
              </a:spcAft>
              <a:buClr>
                <a:schemeClr val="dk1"/>
              </a:buClr>
              <a:buSzPts val="700"/>
              <a:buChar char="■"/>
              <a:defRPr sz="700"/>
            </a:lvl9pPr>
          </a:lstStyle>
          <a:p xmlns:a="http://schemas.openxmlformats.org/drawingml/2006/main"/>
        </p:txBody>
      </p:sp>
      <p:sp>
        <p:nvSpPr>
          <p:cNvPr id="346" name="Google Shape;346;p52">
            <a:extLst xmlns:a="http://schemas.openxmlformats.org/drawingml/2006/main">
              <a:ext uri="{FF2B5EF4-FFF2-40B4-BE49-F238E27FC236}">
                <a16:creationId xmlns:a16="http://schemas.microsoft.com/office/drawing/2014/main" id="{C6A95AE7-2EE6-4080-861B-1A75EDEE6397}"/>
              </a:ext>
            </a:extLst>
          </p:cNvPr>
          <p:cNvSpPr>
            <a:spLocks xmlns:a="http://schemas.openxmlformats.org/drawingml/2006/main" noGrp="1"/>
          </p:cNvSpPr>
          <p:nvPr>
            <p:ph type="body" idx="14"/>
          </p:nvPr>
        </p:nvSpPr>
        <p:spPr>
          <a:xfrm xmlns:a="http://schemas.openxmlformats.org/drawingml/2006/main">
            <a:off x="6473869" y="2930429"/>
            <a:ext cx="405000" cy="129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300" tIns="17150" rIns="34300" bIns="17150" anchor="t">
            <a:spAutoFit/>
          </a:bodyPr>
          <a:lstStyle xmlns:a="http://schemas.openxmlformats.org/drawingml/2006/main">
            <a:lvl1pPr marL="457200" indent="-228600" algn="ctr">
              <a:lnSpc>
                <a:spcPct val="90000"/>
              </a:lnSpc>
              <a:spcBef>
                <a:spcPts val="400"/>
              </a:spcBef>
              <a:spcAft>
                <a:spcPts val="0"/>
              </a:spcAft>
              <a:buClr>
                <a:schemeClr val="dk1"/>
              </a:buClr>
              <a:buSzPts val="600"/>
              <a:buNone/>
              <a:defRPr sz="600" b="0">
                <a:solidFill>
                  <a:schemeClr val="dk1"/>
                </a:solidFill>
              </a:defRPr>
            </a:lvl1pPr>
            <a:lvl2pPr marL="914400" indent="-273050" algn="l">
              <a:lnSpc>
                <a:spcPct val="90000"/>
              </a:lnSpc>
              <a:spcBef>
                <a:spcPts val="1200"/>
              </a:spcBef>
              <a:spcAft>
                <a:spcPts val="0"/>
              </a:spcAft>
              <a:buClr>
                <a:schemeClr val="lt1"/>
              </a:buClr>
              <a:buSzPts val="700"/>
              <a:buChar char="○"/>
              <a:defRPr sz="900"/>
            </a:lvl2pPr>
            <a:lvl3pPr marL="1371600" indent="-273050" algn="l">
              <a:lnSpc>
                <a:spcPct val="90000"/>
              </a:lnSpc>
              <a:spcBef>
                <a:spcPts val="1200"/>
              </a:spcBef>
              <a:spcAft>
                <a:spcPts val="0"/>
              </a:spcAft>
              <a:buClr>
                <a:schemeClr val="lt1"/>
              </a:buClr>
              <a:buSzPts val="700"/>
              <a:buChar char="■"/>
              <a:defRPr sz="800"/>
            </a:lvl3pPr>
            <a:lvl4pPr marL="1828800" indent="-273050" algn="l">
              <a:lnSpc>
                <a:spcPct val="90000"/>
              </a:lnSpc>
              <a:spcBef>
                <a:spcPts val="1200"/>
              </a:spcBef>
              <a:spcAft>
                <a:spcPts val="0"/>
              </a:spcAft>
              <a:buClr>
                <a:schemeClr val="lt1"/>
              </a:buClr>
              <a:buSzPts val="700"/>
              <a:buChar char="●"/>
              <a:defRPr sz="700"/>
            </a:lvl4pPr>
            <a:lvl5pPr marL="2286000" indent="-273050" algn="l">
              <a:lnSpc>
                <a:spcPct val="90000"/>
              </a:lnSpc>
              <a:spcBef>
                <a:spcPts val="1200"/>
              </a:spcBef>
              <a:spcAft>
                <a:spcPts val="0"/>
              </a:spcAft>
              <a:buClr>
                <a:schemeClr val="lt1"/>
              </a:buClr>
              <a:buSzPts val="700"/>
              <a:buChar char="○"/>
              <a:defRPr sz="700"/>
            </a:lvl5pPr>
            <a:lvl6pPr marL="2743200" indent="-273050" algn="l">
              <a:lnSpc>
                <a:spcPct val="90000"/>
              </a:lnSpc>
              <a:spcBef>
                <a:spcPts val="1200"/>
              </a:spcBef>
              <a:spcAft>
                <a:spcPts val="0"/>
              </a:spcAft>
              <a:buClr>
                <a:schemeClr val="dk1"/>
              </a:buClr>
              <a:buSzPts val="700"/>
              <a:buChar char="■"/>
              <a:defRPr sz="700"/>
            </a:lvl6pPr>
            <a:lvl7pPr marL="3200400" indent="-273050" algn="l">
              <a:lnSpc>
                <a:spcPct val="90000"/>
              </a:lnSpc>
              <a:spcBef>
                <a:spcPts val="1200"/>
              </a:spcBef>
              <a:spcAft>
                <a:spcPts val="0"/>
              </a:spcAft>
              <a:buClr>
                <a:schemeClr val="dk1"/>
              </a:buClr>
              <a:buSzPts val="700"/>
              <a:buChar char="●"/>
              <a:defRPr sz="700"/>
            </a:lvl7pPr>
            <a:lvl8pPr marL="3657600" indent="-273050" algn="l">
              <a:lnSpc>
                <a:spcPct val="90000"/>
              </a:lnSpc>
              <a:spcBef>
                <a:spcPts val="1200"/>
              </a:spcBef>
              <a:spcAft>
                <a:spcPts val="0"/>
              </a:spcAft>
              <a:buClr>
                <a:schemeClr val="dk1"/>
              </a:buClr>
              <a:buSzPts val="700"/>
              <a:buChar char="○"/>
              <a:defRPr sz="700"/>
            </a:lvl8pPr>
            <a:lvl9pPr marL="4114800" indent="-273050" algn="l">
              <a:lnSpc>
                <a:spcPct val="90000"/>
              </a:lnSpc>
              <a:spcBef>
                <a:spcPts val="1200"/>
              </a:spcBef>
              <a:spcAft>
                <a:spcPts val="1200"/>
              </a:spcAft>
              <a:buClr>
                <a:schemeClr val="dk1"/>
              </a:buClr>
              <a:buSzPts val="700"/>
              <a:buChar char="■"/>
              <a:defRPr sz="700"/>
            </a:lvl9pPr>
          </a:lstStyle>
          <a:p xmlns:a="http://schemas.openxmlformats.org/drawingml/2006/main"/>
        </p:txBody>
      </p:sp>
      <p:pic>
        <p:nvPicPr>
          <p:cNvPr id="360" name="Google Shape;347;p52"/>
          <p:cNvPicPr>
            <a:picLocks xmlns:a="http://schemas.openxmlformats.org/drawingml/2006/main" noChangeAspect="1"/>
          </p:cNvPicPr>
          <p:nvPr/>
        </p:nvPicPr>
        <p:blipFill>
          <a:blip xmlns:r="http://schemas.openxmlformats.org/officeDocument/2006/relationships" xmlns:a="http://schemas.openxmlformats.org/drawingml/2006/main" r:embed="R3dbe19241d214926">
            <a:alphaModFix/>
          </a:blip>
          <a:stretch xmlns:a="http://schemas.openxmlformats.org/drawingml/2006/main">
            <a:fillRect l="0" t="0" r="0" b="0"/>
          </a:stretch>
        </p:blipFill>
        <p:spPr>
          <a:xfrm xmlns:a="http://schemas.openxmlformats.org/drawingml/2006/main">
            <a:off x="228600" y="4836074"/>
            <a:ext cx="153925" cy="153925"/>
          </a:xfrm>
          <a:prstGeom xmlns:a="http://schemas.openxmlformats.org/drawingml/2006/main" prst="rect">
            <a:avLst/>
          </a:prstGeom>
          <a:ln xmlns:a="http://schemas.openxmlformats.org/drawingml/2006/main">
            <a:noFill/>
          </a:ln>
        </p:spPr>
      </p:pic>
    </p:spTree>
  </p:cSld>
</p:sldLayout>
</file>

<file path=ppt/slideLayouts/slideLayout52.xml><?xml version="1.0" encoding="utf-8"?>
<p:sldLayout xmlns:p="http://schemas.openxmlformats.org/presentationml/2006/main" showMasterSp="0" matchingName="Data viz 2">
  <p:cSld name="Results 3 – Light">
    <p:bg>
      <p:bgPr>
        <a:solidFill xmlns:a="http://schemas.openxmlformats.org/drawingml/2006/main">
          <a:schemeClr val="lt1"/>
        </a:solidFill>
      </p:bgPr>
    </p:bg>
    <p:spTree>
      <p:nvGrpSpPr>
        <p:cNvPr id="1" name=""/>
        <p:cNvGrpSpPr/>
        <p:nvPr/>
      </p:nvGrpSpPr>
      <p:grpSpPr>
        <a:xfrm xmlns:a="http://schemas.openxmlformats.org/drawingml/2006/main"/>
      </p:grpSpPr>
      <p:sp>
        <p:nvSpPr>
          <p:cNvPr id="349" name="Google Shape;349;p53">
            <a:extLst xmlns:a="http://schemas.openxmlformats.org/drawingml/2006/main">
              <a:ext uri="{FF2B5EF4-FFF2-40B4-BE49-F238E27FC236}">
                <a16:creationId xmlns:a16="http://schemas.microsoft.com/office/drawing/2014/main" id="{6061D65A-CFF3-4E08-A1A9-E360A65D28FF}"/>
              </a:ext>
            </a:extLst>
          </p:cNvPr>
          <p:cNvSpPr>
            <a:spLocks xmlns:a="http://schemas.openxmlformats.org/drawingml/2006/main" noGrp="1"/>
          </p:cNvSpPr>
          <p:nvPr>
            <p:ph type="title" idx="0"/>
          </p:nvPr>
        </p:nvSpPr>
        <p:spPr>
          <a:xfrm xmlns:a="http://schemas.openxmlformats.org/drawingml/2006/main">
            <a:off x="201377" y="295836"/>
            <a:ext cx="5191650" cy="346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300" tIns="17150" rIns="34300" bIns="17150" anchor="t">
            <a:noAutofit/>
          </a:bodyPr>
          <a:lstStyle xmlns:a="http://schemas.openxmlformats.org/drawingml/2006/main">
            <a:lvl1pPr algn="l">
              <a:lnSpc>
                <a:spcPct val="90000"/>
              </a:lnSpc>
              <a:spcBef>
                <a:spcPts val="0"/>
              </a:spcBef>
              <a:spcAft>
                <a:spcPts val="0"/>
              </a:spcAft>
              <a:buClr>
                <a:schemeClr val="dk1"/>
              </a:buClr>
              <a:buSzPts val="2250"/>
              <a:buFont typeface="Helvetica Neue"/>
              <a:buNone/>
              <a:defRPr sz="2250" b="0">
                <a:solidFill>
                  <a:schemeClr val="dk1"/>
                </a:solidFill>
              </a:defRPr>
            </a:lvl1pPr>
            <a:lvl2pPr>
              <a:spcBef>
                <a:spcPts val="0"/>
              </a:spcBef>
              <a:spcAft>
                <a:spcPts val="0"/>
              </a:spcAft>
              <a:buSzPts val="500"/>
              <a:buNone/>
              <a:defRPr sz="700"/>
            </a:lvl2pPr>
            <a:lvl3pPr>
              <a:spcBef>
                <a:spcPts val="0"/>
              </a:spcBef>
              <a:spcAft>
                <a:spcPts val="0"/>
              </a:spcAft>
              <a:buSzPts val="500"/>
              <a:buNone/>
              <a:defRPr sz="700"/>
            </a:lvl3pPr>
            <a:lvl4pPr>
              <a:spcBef>
                <a:spcPts val="0"/>
              </a:spcBef>
              <a:spcAft>
                <a:spcPts val="0"/>
              </a:spcAft>
              <a:buSzPts val="500"/>
              <a:buNone/>
              <a:defRPr sz="700"/>
            </a:lvl4pPr>
            <a:lvl5pPr>
              <a:spcBef>
                <a:spcPts val="0"/>
              </a:spcBef>
              <a:spcAft>
                <a:spcPts val="0"/>
              </a:spcAft>
              <a:buSzPts val="500"/>
              <a:buNone/>
              <a:defRPr sz="700"/>
            </a:lvl5pPr>
            <a:lvl6pPr>
              <a:spcBef>
                <a:spcPts val="0"/>
              </a:spcBef>
              <a:spcAft>
                <a:spcPts val="0"/>
              </a:spcAft>
              <a:buSzPts val="500"/>
              <a:buNone/>
              <a:defRPr sz="700"/>
            </a:lvl6pPr>
            <a:lvl7pPr>
              <a:spcBef>
                <a:spcPts val="0"/>
              </a:spcBef>
              <a:spcAft>
                <a:spcPts val="0"/>
              </a:spcAft>
              <a:buSzPts val="500"/>
              <a:buNone/>
              <a:defRPr sz="700"/>
            </a:lvl7pPr>
            <a:lvl8pPr>
              <a:spcBef>
                <a:spcPts val="0"/>
              </a:spcBef>
              <a:spcAft>
                <a:spcPts val="0"/>
              </a:spcAft>
              <a:buSzPts val="500"/>
              <a:buNone/>
              <a:defRPr sz="700"/>
            </a:lvl8pPr>
            <a:lvl9pPr>
              <a:spcBef>
                <a:spcPts val="0"/>
              </a:spcBef>
              <a:spcAft>
                <a:spcPts val="0"/>
              </a:spcAft>
              <a:buSzPts val="500"/>
              <a:buNone/>
              <a:defRPr sz="700"/>
            </a:lvl9pPr>
          </a:lstStyle>
          <a:p xmlns:a="http://schemas.openxmlformats.org/drawingml/2006/main"/>
        </p:txBody>
      </p:sp>
      <p:sp>
        <p:nvSpPr>
          <p:cNvPr id="350" name="Google Shape;350;p53">
            <a:extLst xmlns:a="http://schemas.openxmlformats.org/drawingml/2006/main">
              <a:ext uri="{FF2B5EF4-FFF2-40B4-BE49-F238E27FC236}">
                <a16:creationId xmlns:a16="http://schemas.microsoft.com/office/drawing/2014/main" id="{3D9354BC-6A06-4BAD-8E5D-115485EF90E9}"/>
              </a:ext>
            </a:extLst>
          </p:cNvPr>
          <p:cNvSpPr>
            <a:spLocks xmlns:a="http://schemas.openxmlformats.org/drawingml/2006/main" noGrp="1"/>
          </p:cNvSpPr>
          <p:nvPr>
            <p:ph type="body" idx="1"/>
          </p:nvPr>
        </p:nvSpPr>
        <p:spPr>
          <a:xfrm xmlns:a="http://schemas.openxmlformats.org/drawingml/2006/main">
            <a:off x="201378" y="164051"/>
            <a:ext cx="1948050" cy="160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300" tIns="17150" rIns="34300" bIns="17150" anchor="t">
            <a:noAutofit/>
          </a:bodyPr>
          <a:lstStyle xmlns:a="http://schemas.openxmlformats.org/drawingml/2006/main">
            <a:lvl1pPr marL="457200" indent="-228600" algn="l">
              <a:lnSpc>
                <a:spcPct val="90000"/>
              </a:lnSpc>
              <a:spcBef>
                <a:spcPts val="400"/>
              </a:spcBef>
              <a:spcAft>
                <a:spcPts val="0"/>
              </a:spcAft>
              <a:buClr>
                <a:schemeClr val="dk2"/>
              </a:buClr>
              <a:buSzPts val="750"/>
              <a:buFont typeface="Arial"/>
              <a:buNone/>
              <a:defRPr sz="750">
                <a:solidFill>
                  <a:schemeClr val="dk2"/>
                </a:solidFill>
              </a:defRPr>
            </a:lvl1pPr>
            <a:lvl2pPr marL="914400" indent="-273050" algn="l">
              <a:lnSpc>
                <a:spcPct val="90000"/>
              </a:lnSpc>
              <a:spcBef>
                <a:spcPts val="1200"/>
              </a:spcBef>
              <a:spcAft>
                <a:spcPts val="0"/>
              </a:spcAft>
              <a:buClr>
                <a:schemeClr val="lt1"/>
              </a:buClr>
              <a:buSzPts val="700"/>
              <a:buChar char="○"/>
              <a:defRPr sz="900"/>
            </a:lvl2pPr>
            <a:lvl3pPr marL="1371600" indent="-273050" algn="l">
              <a:lnSpc>
                <a:spcPct val="90000"/>
              </a:lnSpc>
              <a:spcBef>
                <a:spcPts val="1200"/>
              </a:spcBef>
              <a:spcAft>
                <a:spcPts val="0"/>
              </a:spcAft>
              <a:buClr>
                <a:schemeClr val="lt1"/>
              </a:buClr>
              <a:buSzPts val="700"/>
              <a:buChar char="■"/>
              <a:defRPr sz="800"/>
            </a:lvl3pPr>
            <a:lvl4pPr marL="1828800" indent="-273050" algn="l">
              <a:lnSpc>
                <a:spcPct val="90000"/>
              </a:lnSpc>
              <a:spcBef>
                <a:spcPts val="1200"/>
              </a:spcBef>
              <a:spcAft>
                <a:spcPts val="0"/>
              </a:spcAft>
              <a:buClr>
                <a:schemeClr val="lt1"/>
              </a:buClr>
              <a:buSzPts val="700"/>
              <a:buChar char="●"/>
              <a:defRPr sz="700"/>
            </a:lvl4pPr>
            <a:lvl5pPr marL="2286000" indent="-273050" algn="l">
              <a:lnSpc>
                <a:spcPct val="90000"/>
              </a:lnSpc>
              <a:spcBef>
                <a:spcPts val="1200"/>
              </a:spcBef>
              <a:spcAft>
                <a:spcPts val="0"/>
              </a:spcAft>
              <a:buClr>
                <a:schemeClr val="lt1"/>
              </a:buClr>
              <a:buSzPts val="700"/>
              <a:buChar char="○"/>
              <a:defRPr sz="700"/>
            </a:lvl5pPr>
            <a:lvl6pPr marL="2743200" indent="-273050" algn="l">
              <a:lnSpc>
                <a:spcPct val="90000"/>
              </a:lnSpc>
              <a:spcBef>
                <a:spcPts val="1200"/>
              </a:spcBef>
              <a:spcAft>
                <a:spcPts val="0"/>
              </a:spcAft>
              <a:buClr>
                <a:schemeClr val="dk1"/>
              </a:buClr>
              <a:buSzPts val="700"/>
              <a:buChar char="■"/>
              <a:defRPr sz="700"/>
            </a:lvl6pPr>
            <a:lvl7pPr marL="3200400" indent="-273050" algn="l">
              <a:lnSpc>
                <a:spcPct val="90000"/>
              </a:lnSpc>
              <a:spcBef>
                <a:spcPts val="1200"/>
              </a:spcBef>
              <a:spcAft>
                <a:spcPts val="0"/>
              </a:spcAft>
              <a:buClr>
                <a:schemeClr val="dk1"/>
              </a:buClr>
              <a:buSzPts val="700"/>
              <a:buChar char="●"/>
              <a:defRPr sz="700"/>
            </a:lvl7pPr>
            <a:lvl8pPr marL="3657600" indent="-273050" algn="l">
              <a:lnSpc>
                <a:spcPct val="90000"/>
              </a:lnSpc>
              <a:spcBef>
                <a:spcPts val="1200"/>
              </a:spcBef>
              <a:spcAft>
                <a:spcPts val="0"/>
              </a:spcAft>
              <a:buClr>
                <a:schemeClr val="dk1"/>
              </a:buClr>
              <a:buSzPts val="700"/>
              <a:buChar char="○"/>
              <a:defRPr sz="700"/>
            </a:lvl8pPr>
            <a:lvl9pPr marL="4114800" indent="-273050" algn="l">
              <a:lnSpc>
                <a:spcPct val="90000"/>
              </a:lnSpc>
              <a:spcBef>
                <a:spcPts val="1200"/>
              </a:spcBef>
              <a:spcAft>
                <a:spcPts val="1200"/>
              </a:spcAft>
              <a:buClr>
                <a:schemeClr val="dk1"/>
              </a:buClr>
              <a:buSzPts val="700"/>
              <a:buChar char="■"/>
              <a:defRPr sz="700"/>
            </a:lvl9pPr>
          </a:lstStyle>
          <a:p xmlns:a="http://schemas.openxmlformats.org/drawingml/2006/main"/>
        </p:txBody>
      </p:sp>
      <p:sp>
        <p:nvSpPr>
          <p:cNvPr id="351" name="Google Shape;351;p53">
            <a:extLst xmlns:a="http://schemas.openxmlformats.org/drawingml/2006/main">
              <a:ext uri="{FF2B5EF4-FFF2-40B4-BE49-F238E27FC236}">
                <a16:creationId xmlns:a16="http://schemas.microsoft.com/office/drawing/2014/main" id="{26348069-BE24-44FF-822A-62BE7AB59F8F}"/>
              </a:ext>
            </a:extLst>
          </p:cNvPr>
          <p:cNvSpPr>
            <a:spLocks xmlns:a="http://schemas.openxmlformats.org/drawingml/2006/main" noGrp="1"/>
          </p:cNvSpPr>
          <p:nvPr>
            <p:ph type="body" idx="2"/>
          </p:nvPr>
        </p:nvSpPr>
        <p:spPr>
          <a:xfrm xmlns:a="http://schemas.openxmlformats.org/drawingml/2006/main">
            <a:off x="228600" y="2896950"/>
            <a:ext cx="2807100" cy="1870200"/>
          </a:xfrm>
          <a:prstGeom xmlns:a="http://schemas.openxmlformats.org/drawingml/2006/main" prst="roundRect">
            <a:avLst>
              <a:gd name="adj" fmla="val 2728"/>
            </a:avLst>
          </a:prstGeom>
          <a:solidFill xmlns:a="http://schemas.openxmlformats.org/drawingml/2006/main">
            <a:schemeClr val="dk1"/>
          </a:solidFill>
          <a:ln xmlns:a="http://schemas.openxmlformats.org/drawingml/2006/main">
            <a:noFill/>
          </a:ln>
        </p:spPr>
        <p:txBody>
          <a:bodyPr xmlns:a="http://schemas.openxmlformats.org/drawingml/2006/main" spcFirstLastPara="1" wrap="square" lIns="34300" tIns="17150" rIns="34300" bIns="17150" anchor="ctr">
            <a:normAutofit/>
          </a:bodyPr>
          <a:lstStyle xmlns:a="http://schemas.openxmlformats.org/drawingml/2006/main">
            <a:lvl1pPr marL="457200" indent="-228600" algn="ctr">
              <a:lnSpc>
                <a:spcPct val="90000"/>
              </a:lnSpc>
              <a:spcBef>
                <a:spcPts val="400"/>
              </a:spcBef>
              <a:spcAft>
                <a:spcPts val="0"/>
              </a:spcAft>
              <a:buClr>
                <a:schemeClr val="lt1"/>
              </a:buClr>
              <a:buSzPts val="1800"/>
              <a:buFont typeface="Arial"/>
              <a:buNone/>
              <a:defRPr sz="1800">
                <a:solidFill>
                  <a:schemeClr val="lt1"/>
                </a:solidFill>
              </a:defRPr>
            </a:lvl1pPr>
            <a:lvl2pPr marL="914400" indent="-273050" algn="l">
              <a:lnSpc>
                <a:spcPct val="90000"/>
              </a:lnSpc>
              <a:spcBef>
                <a:spcPts val="1200"/>
              </a:spcBef>
              <a:spcAft>
                <a:spcPts val="0"/>
              </a:spcAft>
              <a:buClr>
                <a:schemeClr val="lt1"/>
              </a:buClr>
              <a:buSzPts val="700"/>
              <a:buChar char="○"/>
              <a:defRPr sz="900"/>
            </a:lvl2pPr>
            <a:lvl3pPr marL="1371600" indent="-273050" algn="l">
              <a:lnSpc>
                <a:spcPct val="90000"/>
              </a:lnSpc>
              <a:spcBef>
                <a:spcPts val="1200"/>
              </a:spcBef>
              <a:spcAft>
                <a:spcPts val="0"/>
              </a:spcAft>
              <a:buClr>
                <a:schemeClr val="lt1"/>
              </a:buClr>
              <a:buSzPts val="700"/>
              <a:buChar char="■"/>
              <a:defRPr sz="800"/>
            </a:lvl3pPr>
            <a:lvl4pPr marL="1828800" indent="-273050" algn="l">
              <a:lnSpc>
                <a:spcPct val="90000"/>
              </a:lnSpc>
              <a:spcBef>
                <a:spcPts val="1200"/>
              </a:spcBef>
              <a:spcAft>
                <a:spcPts val="0"/>
              </a:spcAft>
              <a:buClr>
                <a:schemeClr val="lt1"/>
              </a:buClr>
              <a:buSzPts val="700"/>
              <a:buChar char="●"/>
              <a:defRPr sz="700"/>
            </a:lvl4pPr>
            <a:lvl5pPr marL="2286000" indent="-273050" algn="l">
              <a:lnSpc>
                <a:spcPct val="90000"/>
              </a:lnSpc>
              <a:spcBef>
                <a:spcPts val="1200"/>
              </a:spcBef>
              <a:spcAft>
                <a:spcPts val="0"/>
              </a:spcAft>
              <a:buClr>
                <a:schemeClr val="lt1"/>
              </a:buClr>
              <a:buSzPts val="700"/>
              <a:buChar char="○"/>
              <a:defRPr sz="700"/>
            </a:lvl5pPr>
            <a:lvl6pPr marL="2743200" indent="-273050" algn="l">
              <a:lnSpc>
                <a:spcPct val="90000"/>
              </a:lnSpc>
              <a:spcBef>
                <a:spcPts val="1200"/>
              </a:spcBef>
              <a:spcAft>
                <a:spcPts val="0"/>
              </a:spcAft>
              <a:buClr>
                <a:schemeClr val="dk1"/>
              </a:buClr>
              <a:buSzPts val="700"/>
              <a:buChar char="■"/>
              <a:defRPr sz="700"/>
            </a:lvl6pPr>
            <a:lvl7pPr marL="3200400" indent="-273050" algn="l">
              <a:lnSpc>
                <a:spcPct val="90000"/>
              </a:lnSpc>
              <a:spcBef>
                <a:spcPts val="1200"/>
              </a:spcBef>
              <a:spcAft>
                <a:spcPts val="0"/>
              </a:spcAft>
              <a:buClr>
                <a:schemeClr val="dk1"/>
              </a:buClr>
              <a:buSzPts val="700"/>
              <a:buChar char="●"/>
              <a:defRPr sz="700"/>
            </a:lvl7pPr>
            <a:lvl8pPr marL="3657600" indent="-273050" algn="l">
              <a:lnSpc>
                <a:spcPct val="90000"/>
              </a:lnSpc>
              <a:spcBef>
                <a:spcPts val="1200"/>
              </a:spcBef>
              <a:spcAft>
                <a:spcPts val="0"/>
              </a:spcAft>
              <a:buClr>
                <a:schemeClr val="dk1"/>
              </a:buClr>
              <a:buSzPts val="700"/>
              <a:buChar char="○"/>
              <a:defRPr sz="700"/>
            </a:lvl8pPr>
            <a:lvl9pPr marL="4114800" indent="-273050" algn="l">
              <a:lnSpc>
                <a:spcPct val="90000"/>
              </a:lnSpc>
              <a:spcBef>
                <a:spcPts val="1200"/>
              </a:spcBef>
              <a:spcAft>
                <a:spcPts val="1200"/>
              </a:spcAft>
              <a:buClr>
                <a:schemeClr val="dk1"/>
              </a:buClr>
              <a:buSzPts val="700"/>
              <a:buChar char="■"/>
              <a:defRPr sz="700"/>
            </a:lvl9pPr>
          </a:lstStyle>
          <a:p xmlns:a="http://schemas.openxmlformats.org/drawingml/2006/main"/>
        </p:txBody>
      </p:sp>
      <p:sp>
        <p:nvSpPr>
          <p:cNvPr id="352" name="Google Shape;352;p53">
            <a:extLst xmlns:a="http://schemas.openxmlformats.org/drawingml/2006/main">
              <a:ext uri="{FF2B5EF4-FFF2-40B4-BE49-F238E27FC236}">
                <a16:creationId xmlns:a16="http://schemas.microsoft.com/office/drawing/2014/main" id="{285DC693-F63B-4984-B452-E50A9C9908C4}"/>
              </a:ext>
            </a:extLst>
          </p:cNvPr>
          <p:cNvSpPr>
            <a:spLocks xmlns:a="http://schemas.openxmlformats.org/drawingml/2006/main" noGrp="1"/>
          </p:cNvSpPr>
          <p:nvPr>
            <p:ph type="body" idx="3"/>
          </p:nvPr>
        </p:nvSpPr>
        <p:spPr>
          <a:xfrm xmlns:a="http://schemas.openxmlformats.org/drawingml/2006/main">
            <a:off x="296561" y="3192266"/>
            <a:ext cx="601950" cy="122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300" tIns="17150" rIns="34300" bIns="17150" anchor="t">
            <a:spAutoFit/>
          </a:bodyPr>
          <a:lstStyle xmlns:a="http://schemas.openxmlformats.org/drawingml/2006/main">
            <a:lvl1pPr marL="457200" indent="-228600" algn="l">
              <a:lnSpc>
                <a:spcPct val="120000"/>
              </a:lnSpc>
              <a:spcBef>
                <a:spcPts val="0"/>
              </a:spcBef>
              <a:spcAft>
                <a:spcPts val="0"/>
              </a:spcAft>
              <a:buClr>
                <a:schemeClr val="lt1"/>
              </a:buClr>
              <a:buSzPts val="600"/>
              <a:buFont typeface="Arial"/>
              <a:buNone/>
              <a:defRPr sz="600">
                <a:solidFill>
                  <a:schemeClr val="lt1"/>
                </a:solidFill>
              </a:defRPr>
            </a:lvl1pPr>
            <a:lvl2pPr marL="914400" indent="-273050" algn="l">
              <a:lnSpc>
                <a:spcPct val="90000"/>
              </a:lnSpc>
              <a:spcBef>
                <a:spcPts val="1200"/>
              </a:spcBef>
              <a:spcAft>
                <a:spcPts val="0"/>
              </a:spcAft>
              <a:buClr>
                <a:schemeClr val="lt1"/>
              </a:buClr>
              <a:buSzPts val="700"/>
              <a:buChar char="○"/>
              <a:defRPr sz="900"/>
            </a:lvl2pPr>
            <a:lvl3pPr marL="1371600" indent="-273050" algn="l">
              <a:lnSpc>
                <a:spcPct val="90000"/>
              </a:lnSpc>
              <a:spcBef>
                <a:spcPts val="1200"/>
              </a:spcBef>
              <a:spcAft>
                <a:spcPts val="0"/>
              </a:spcAft>
              <a:buClr>
                <a:schemeClr val="lt1"/>
              </a:buClr>
              <a:buSzPts val="700"/>
              <a:buChar char="■"/>
              <a:defRPr sz="800"/>
            </a:lvl3pPr>
            <a:lvl4pPr marL="1828800" indent="-273050" algn="l">
              <a:lnSpc>
                <a:spcPct val="90000"/>
              </a:lnSpc>
              <a:spcBef>
                <a:spcPts val="1200"/>
              </a:spcBef>
              <a:spcAft>
                <a:spcPts val="0"/>
              </a:spcAft>
              <a:buClr>
                <a:schemeClr val="lt1"/>
              </a:buClr>
              <a:buSzPts val="700"/>
              <a:buChar char="●"/>
              <a:defRPr sz="700"/>
            </a:lvl4pPr>
            <a:lvl5pPr marL="2286000" indent="-273050" algn="l">
              <a:lnSpc>
                <a:spcPct val="90000"/>
              </a:lnSpc>
              <a:spcBef>
                <a:spcPts val="1200"/>
              </a:spcBef>
              <a:spcAft>
                <a:spcPts val="0"/>
              </a:spcAft>
              <a:buClr>
                <a:schemeClr val="lt1"/>
              </a:buClr>
              <a:buSzPts val="700"/>
              <a:buChar char="○"/>
              <a:defRPr sz="700"/>
            </a:lvl5pPr>
            <a:lvl6pPr marL="2743200" indent="-273050" algn="l">
              <a:lnSpc>
                <a:spcPct val="90000"/>
              </a:lnSpc>
              <a:spcBef>
                <a:spcPts val="1200"/>
              </a:spcBef>
              <a:spcAft>
                <a:spcPts val="0"/>
              </a:spcAft>
              <a:buClr>
                <a:schemeClr val="dk1"/>
              </a:buClr>
              <a:buSzPts val="700"/>
              <a:buChar char="■"/>
              <a:defRPr sz="700"/>
            </a:lvl6pPr>
            <a:lvl7pPr marL="3200400" indent="-273050" algn="l">
              <a:lnSpc>
                <a:spcPct val="90000"/>
              </a:lnSpc>
              <a:spcBef>
                <a:spcPts val="1200"/>
              </a:spcBef>
              <a:spcAft>
                <a:spcPts val="0"/>
              </a:spcAft>
              <a:buClr>
                <a:schemeClr val="dk1"/>
              </a:buClr>
              <a:buSzPts val="700"/>
              <a:buChar char="●"/>
              <a:defRPr sz="700"/>
            </a:lvl7pPr>
            <a:lvl8pPr marL="3657600" indent="-273050" algn="l">
              <a:lnSpc>
                <a:spcPct val="90000"/>
              </a:lnSpc>
              <a:spcBef>
                <a:spcPts val="1200"/>
              </a:spcBef>
              <a:spcAft>
                <a:spcPts val="0"/>
              </a:spcAft>
              <a:buClr>
                <a:schemeClr val="dk1"/>
              </a:buClr>
              <a:buSzPts val="700"/>
              <a:buChar char="○"/>
              <a:defRPr sz="700"/>
            </a:lvl8pPr>
            <a:lvl9pPr marL="4114800" indent="-273050" algn="l">
              <a:lnSpc>
                <a:spcPct val="90000"/>
              </a:lnSpc>
              <a:spcBef>
                <a:spcPts val="1200"/>
              </a:spcBef>
              <a:spcAft>
                <a:spcPts val="1200"/>
              </a:spcAft>
              <a:buClr>
                <a:schemeClr val="dk1"/>
              </a:buClr>
              <a:buSzPts val="700"/>
              <a:buChar char="■"/>
              <a:defRPr sz="700"/>
            </a:lvl9pPr>
          </a:lstStyle>
          <a:p xmlns:a="http://schemas.openxmlformats.org/drawingml/2006/main"/>
        </p:txBody>
      </p:sp>
      <p:sp>
        <p:nvSpPr>
          <p:cNvPr id="353" name="Google Shape;353;p53">
            <a:extLst xmlns:a="http://schemas.openxmlformats.org/drawingml/2006/main">
              <a:ext uri="{FF2B5EF4-FFF2-40B4-BE49-F238E27FC236}">
                <a16:creationId xmlns:a16="http://schemas.microsoft.com/office/drawing/2014/main" id="{A62EF345-B709-43B4-BF39-095899EC898C}"/>
              </a:ext>
            </a:extLst>
          </p:cNvPr>
          <p:cNvSpPr>
            <a:spLocks xmlns:a="http://schemas.openxmlformats.org/drawingml/2006/main" noGrp="1"/>
          </p:cNvSpPr>
          <p:nvPr>
            <p:ph type="body" idx="4"/>
          </p:nvPr>
        </p:nvSpPr>
        <p:spPr>
          <a:xfrm xmlns:a="http://schemas.openxmlformats.org/drawingml/2006/main">
            <a:off x="3172975" y="2896950"/>
            <a:ext cx="2807100" cy="1870200"/>
          </a:xfrm>
          <a:prstGeom xmlns:a="http://schemas.openxmlformats.org/drawingml/2006/main" prst="roundRect">
            <a:avLst>
              <a:gd name="adj" fmla="val 2728"/>
            </a:avLst>
          </a:prstGeom>
          <a:solidFill xmlns:a="http://schemas.openxmlformats.org/drawingml/2006/main">
            <a:schemeClr val="dk1"/>
          </a:solidFill>
          <a:ln xmlns:a="http://schemas.openxmlformats.org/drawingml/2006/main">
            <a:noFill/>
          </a:ln>
        </p:spPr>
        <p:txBody>
          <a:bodyPr xmlns:a="http://schemas.openxmlformats.org/drawingml/2006/main" spcFirstLastPara="1" wrap="square" lIns="34300" tIns="17150" rIns="34300" bIns="17150" anchor="ctr">
            <a:normAutofit/>
          </a:bodyPr>
          <a:lstStyle xmlns:a="http://schemas.openxmlformats.org/drawingml/2006/main">
            <a:lvl1pPr marL="457200" indent="-228600" algn="ctr">
              <a:lnSpc>
                <a:spcPct val="90000"/>
              </a:lnSpc>
              <a:spcBef>
                <a:spcPts val="400"/>
              </a:spcBef>
              <a:spcAft>
                <a:spcPts val="0"/>
              </a:spcAft>
              <a:buClr>
                <a:schemeClr val="lt1"/>
              </a:buClr>
              <a:buSzPts val="1800"/>
              <a:buFont typeface="Arial"/>
              <a:buNone/>
              <a:defRPr sz="1800">
                <a:solidFill>
                  <a:schemeClr val="lt1"/>
                </a:solidFill>
              </a:defRPr>
            </a:lvl1pPr>
            <a:lvl2pPr marL="914400" indent="-273050" algn="l">
              <a:lnSpc>
                <a:spcPct val="90000"/>
              </a:lnSpc>
              <a:spcBef>
                <a:spcPts val="1200"/>
              </a:spcBef>
              <a:spcAft>
                <a:spcPts val="0"/>
              </a:spcAft>
              <a:buClr>
                <a:schemeClr val="lt1"/>
              </a:buClr>
              <a:buSzPts val="700"/>
              <a:buChar char="○"/>
              <a:defRPr sz="900"/>
            </a:lvl2pPr>
            <a:lvl3pPr marL="1371600" indent="-273050" algn="l">
              <a:lnSpc>
                <a:spcPct val="90000"/>
              </a:lnSpc>
              <a:spcBef>
                <a:spcPts val="1200"/>
              </a:spcBef>
              <a:spcAft>
                <a:spcPts val="0"/>
              </a:spcAft>
              <a:buClr>
                <a:schemeClr val="lt1"/>
              </a:buClr>
              <a:buSzPts val="700"/>
              <a:buChar char="■"/>
              <a:defRPr sz="800"/>
            </a:lvl3pPr>
            <a:lvl4pPr marL="1828800" indent="-273050" algn="l">
              <a:lnSpc>
                <a:spcPct val="90000"/>
              </a:lnSpc>
              <a:spcBef>
                <a:spcPts val="1200"/>
              </a:spcBef>
              <a:spcAft>
                <a:spcPts val="0"/>
              </a:spcAft>
              <a:buClr>
                <a:schemeClr val="lt1"/>
              </a:buClr>
              <a:buSzPts val="700"/>
              <a:buChar char="●"/>
              <a:defRPr sz="700"/>
            </a:lvl4pPr>
            <a:lvl5pPr marL="2286000" indent="-273050" algn="l">
              <a:lnSpc>
                <a:spcPct val="90000"/>
              </a:lnSpc>
              <a:spcBef>
                <a:spcPts val="1200"/>
              </a:spcBef>
              <a:spcAft>
                <a:spcPts val="0"/>
              </a:spcAft>
              <a:buClr>
                <a:schemeClr val="lt1"/>
              </a:buClr>
              <a:buSzPts val="700"/>
              <a:buChar char="○"/>
              <a:defRPr sz="700"/>
            </a:lvl5pPr>
            <a:lvl6pPr marL="2743200" indent="-273050" algn="l">
              <a:lnSpc>
                <a:spcPct val="90000"/>
              </a:lnSpc>
              <a:spcBef>
                <a:spcPts val="1200"/>
              </a:spcBef>
              <a:spcAft>
                <a:spcPts val="0"/>
              </a:spcAft>
              <a:buClr>
                <a:schemeClr val="dk1"/>
              </a:buClr>
              <a:buSzPts val="700"/>
              <a:buChar char="■"/>
              <a:defRPr sz="700"/>
            </a:lvl6pPr>
            <a:lvl7pPr marL="3200400" indent="-273050" algn="l">
              <a:lnSpc>
                <a:spcPct val="90000"/>
              </a:lnSpc>
              <a:spcBef>
                <a:spcPts val="1200"/>
              </a:spcBef>
              <a:spcAft>
                <a:spcPts val="0"/>
              </a:spcAft>
              <a:buClr>
                <a:schemeClr val="dk1"/>
              </a:buClr>
              <a:buSzPts val="700"/>
              <a:buChar char="●"/>
              <a:defRPr sz="700"/>
            </a:lvl7pPr>
            <a:lvl8pPr marL="3657600" indent="-273050" algn="l">
              <a:lnSpc>
                <a:spcPct val="90000"/>
              </a:lnSpc>
              <a:spcBef>
                <a:spcPts val="1200"/>
              </a:spcBef>
              <a:spcAft>
                <a:spcPts val="0"/>
              </a:spcAft>
              <a:buClr>
                <a:schemeClr val="dk1"/>
              </a:buClr>
              <a:buSzPts val="700"/>
              <a:buChar char="○"/>
              <a:defRPr sz="700"/>
            </a:lvl8pPr>
            <a:lvl9pPr marL="4114800" indent="-273050" algn="l">
              <a:lnSpc>
                <a:spcPct val="90000"/>
              </a:lnSpc>
              <a:spcBef>
                <a:spcPts val="1200"/>
              </a:spcBef>
              <a:spcAft>
                <a:spcPts val="1200"/>
              </a:spcAft>
              <a:buClr>
                <a:schemeClr val="dk1"/>
              </a:buClr>
              <a:buSzPts val="700"/>
              <a:buChar char="■"/>
              <a:defRPr sz="700"/>
            </a:lvl9pPr>
          </a:lstStyle>
          <a:p xmlns:a="http://schemas.openxmlformats.org/drawingml/2006/main"/>
        </p:txBody>
      </p:sp>
      <p:sp>
        <p:nvSpPr>
          <p:cNvPr id="354" name="Google Shape;354;p53">
            <a:extLst xmlns:a="http://schemas.openxmlformats.org/drawingml/2006/main">
              <a:ext uri="{FF2B5EF4-FFF2-40B4-BE49-F238E27FC236}">
                <a16:creationId xmlns:a16="http://schemas.microsoft.com/office/drawing/2014/main" id="{57E5399D-F10E-44B8-9CB9-9F37AAD4AC36}"/>
              </a:ext>
            </a:extLst>
          </p:cNvPr>
          <p:cNvSpPr>
            <a:spLocks xmlns:a="http://schemas.openxmlformats.org/drawingml/2006/main" noGrp="1"/>
          </p:cNvSpPr>
          <p:nvPr>
            <p:ph type="body" idx="5"/>
          </p:nvPr>
        </p:nvSpPr>
        <p:spPr>
          <a:xfrm xmlns:a="http://schemas.openxmlformats.org/drawingml/2006/main">
            <a:off x="6108375" y="2896950"/>
            <a:ext cx="2807100" cy="1870200"/>
          </a:xfrm>
          <a:prstGeom xmlns:a="http://schemas.openxmlformats.org/drawingml/2006/main" prst="roundRect">
            <a:avLst>
              <a:gd name="adj" fmla="val 2728"/>
            </a:avLst>
          </a:prstGeom>
          <a:solidFill xmlns:a="http://schemas.openxmlformats.org/drawingml/2006/main">
            <a:schemeClr val="dk1"/>
          </a:solidFill>
          <a:ln xmlns:a="http://schemas.openxmlformats.org/drawingml/2006/main">
            <a:noFill/>
          </a:ln>
        </p:spPr>
        <p:txBody>
          <a:bodyPr xmlns:a="http://schemas.openxmlformats.org/drawingml/2006/main" spcFirstLastPara="1" wrap="square" lIns="34300" tIns="17150" rIns="34300" bIns="17150" anchor="ctr">
            <a:normAutofit/>
          </a:bodyPr>
          <a:lstStyle xmlns:a="http://schemas.openxmlformats.org/drawingml/2006/main">
            <a:lvl1pPr marL="457200" indent="-228600" algn="ctr">
              <a:lnSpc>
                <a:spcPct val="90000"/>
              </a:lnSpc>
              <a:spcBef>
                <a:spcPts val="400"/>
              </a:spcBef>
              <a:spcAft>
                <a:spcPts val="0"/>
              </a:spcAft>
              <a:buClr>
                <a:schemeClr val="lt1"/>
              </a:buClr>
              <a:buSzPts val="1800"/>
              <a:buFont typeface="Arial"/>
              <a:buNone/>
              <a:defRPr sz="1800">
                <a:solidFill>
                  <a:schemeClr val="lt1"/>
                </a:solidFill>
              </a:defRPr>
            </a:lvl1pPr>
            <a:lvl2pPr marL="914400" indent="-273050" algn="l">
              <a:lnSpc>
                <a:spcPct val="90000"/>
              </a:lnSpc>
              <a:spcBef>
                <a:spcPts val="1200"/>
              </a:spcBef>
              <a:spcAft>
                <a:spcPts val="0"/>
              </a:spcAft>
              <a:buClr>
                <a:schemeClr val="lt1"/>
              </a:buClr>
              <a:buSzPts val="700"/>
              <a:buChar char="○"/>
              <a:defRPr sz="900"/>
            </a:lvl2pPr>
            <a:lvl3pPr marL="1371600" indent="-273050" algn="l">
              <a:lnSpc>
                <a:spcPct val="90000"/>
              </a:lnSpc>
              <a:spcBef>
                <a:spcPts val="1200"/>
              </a:spcBef>
              <a:spcAft>
                <a:spcPts val="0"/>
              </a:spcAft>
              <a:buClr>
                <a:schemeClr val="lt1"/>
              </a:buClr>
              <a:buSzPts val="700"/>
              <a:buChar char="■"/>
              <a:defRPr sz="800"/>
            </a:lvl3pPr>
            <a:lvl4pPr marL="1828800" indent="-273050" algn="l">
              <a:lnSpc>
                <a:spcPct val="90000"/>
              </a:lnSpc>
              <a:spcBef>
                <a:spcPts val="1200"/>
              </a:spcBef>
              <a:spcAft>
                <a:spcPts val="0"/>
              </a:spcAft>
              <a:buClr>
                <a:schemeClr val="lt1"/>
              </a:buClr>
              <a:buSzPts val="700"/>
              <a:buChar char="●"/>
              <a:defRPr sz="700"/>
            </a:lvl4pPr>
            <a:lvl5pPr marL="2286000" indent="-273050" algn="l">
              <a:lnSpc>
                <a:spcPct val="90000"/>
              </a:lnSpc>
              <a:spcBef>
                <a:spcPts val="1200"/>
              </a:spcBef>
              <a:spcAft>
                <a:spcPts val="0"/>
              </a:spcAft>
              <a:buClr>
                <a:schemeClr val="lt1"/>
              </a:buClr>
              <a:buSzPts val="700"/>
              <a:buChar char="○"/>
              <a:defRPr sz="700"/>
            </a:lvl5pPr>
            <a:lvl6pPr marL="2743200" indent="-273050" algn="l">
              <a:lnSpc>
                <a:spcPct val="90000"/>
              </a:lnSpc>
              <a:spcBef>
                <a:spcPts val="1200"/>
              </a:spcBef>
              <a:spcAft>
                <a:spcPts val="0"/>
              </a:spcAft>
              <a:buClr>
                <a:schemeClr val="dk1"/>
              </a:buClr>
              <a:buSzPts val="700"/>
              <a:buChar char="■"/>
              <a:defRPr sz="700"/>
            </a:lvl6pPr>
            <a:lvl7pPr marL="3200400" indent="-273050" algn="l">
              <a:lnSpc>
                <a:spcPct val="90000"/>
              </a:lnSpc>
              <a:spcBef>
                <a:spcPts val="1200"/>
              </a:spcBef>
              <a:spcAft>
                <a:spcPts val="0"/>
              </a:spcAft>
              <a:buClr>
                <a:schemeClr val="dk1"/>
              </a:buClr>
              <a:buSzPts val="700"/>
              <a:buChar char="●"/>
              <a:defRPr sz="700"/>
            </a:lvl7pPr>
            <a:lvl8pPr marL="3657600" indent="-273050" algn="l">
              <a:lnSpc>
                <a:spcPct val="90000"/>
              </a:lnSpc>
              <a:spcBef>
                <a:spcPts val="1200"/>
              </a:spcBef>
              <a:spcAft>
                <a:spcPts val="0"/>
              </a:spcAft>
              <a:buClr>
                <a:schemeClr val="dk1"/>
              </a:buClr>
              <a:buSzPts val="700"/>
              <a:buChar char="○"/>
              <a:defRPr sz="700"/>
            </a:lvl8pPr>
            <a:lvl9pPr marL="4114800" indent="-273050" algn="l">
              <a:lnSpc>
                <a:spcPct val="90000"/>
              </a:lnSpc>
              <a:spcBef>
                <a:spcPts val="1200"/>
              </a:spcBef>
              <a:spcAft>
                <a:spcPts val="1200"/>
              </a:spcAft>
              <a:buClr>
                <a:schemeClr val="dk1"/>
              </a:buClr>
              <a:buSzPts val="700"/>
              <a:buChar char="■"/>
              <a:defRPr sz="700"/>
            </a:lvl9pPr>
          </a:lstStyle>
          <a:p xmlns:a="http://schemas.openxmlformats.org/drawingml/2006/main"/>
        </p:txBody>
      </p:sp>
      <p:sp>
        <p:nvSpPr>
          <p:cNvPr id="355" name="Google Shape;355;p53">
            <a:extLst xmlns:a="http://schemas.openxmlformats.org/drawingml/2006/main">
              <a:ext uri="{FF2B5EF4-FFF2-40B4-BE49-F238E27FC236}">
                <a16:creationId xmlns:a16="http://schemas.microsoft.com/office/drawing/2014/main" id="{60137666-3BBC-46C1-9780-AD2FF16B6DCD}"/>
              </a:ext>
            </a:extLst>
          </p:cNvPr>
          <p:cNvSpPr>
            <a:spLocks xmlns:a="http://schemas.openxmlformats.org/drawingml/2006/main" noGrp="1"/>
          </p:cNvSpPr>
          <p:nvPr>
            <p:ph type="body" idx="6"/>
          </p:nvPr>
        </p:nvSpPr>
        <p:spPr>
          <a:xfrm xmlns:a="http://schemas.openxmlformats.org/drawingml/2006/main">
            <a:off x="3271021" y="3192266"/>
            <a:ext cx="601950" cy="122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300" tIns="17150" rIns="34300" bIns="17150" anchor="t">
            <a:spAutoFit/>
          </a:bodyPr>
          <a:lstStyle xmlns:a="http://schemas.openxmlformats.org/drawingml/2006/main">
            <a:lvl1pPr marL="457200" indent="-228600" algn="l">
              <a:lnSpc>
                <a:spcPct val="120000"/>
              </a:lnSpc>
              <a:spcBef>
                <a:spcPts val="0"/>
              </a:spcBef>
              <a:spcAft>
                <a:spcPts val="0"/>
              </a:spcAft>
              <a:buClr>
                <a:schemeClr val="lt1"/>
              </a:buClr>
              <a:buSzPts val="600"/>
              <a:buFont typeface="Arial"/>
              <a:buNone/>
              <a:defRPr sz="600">
                <a:solidFill>
                  <a:schemeClr val="lt1"/>
                </a:solidFill>
              </a:defRPr>
            </a:lvl1pPr>
            <a:lvl2pPr marL="914400" indent="-273050" algn="l">
              <a:lnSpc>
                <a:spcPct val="90000"/>
              </a:lnSpc>
              <a:spcBef>
                <a:spcPts val="1200"/>
              </a:spcBef>
              <a:spcAft>
                <a:spcPts val="0"/>
              </a:spcAft>
              <a:buClr>
                <a:schemeClr val="lt1"/>
              </a:buClr>
              <a:buSzPts val="700"/>
              <a:buChar char="○"/>
              <a:defRPr sz="900"/>
            </a:lvl2pPr>
            <a:lvl3pPr marL="1371600" indent="-273050" algn="l">
              <a:lnSpc>
                <a:spcPct val="90000"/>
              </a:lnSpc>
              <a:spcBef>
                <a:spcPts val="1200"/>
              </a:spcBef>
              <a:spcAft>
                <a:spcPts val="0"/>
              </a:spcAft>
              <a:buClr>
                <a:schemeClr val="lt1"/>
              </a:buClr>
              <a:buSzPts val="700"/>
              <a:buChar char="■"/>
              <a:defRPr sz="800"/>
            </a:lvl3pPr>
            <a:lvl4pPr marL="1828800" indent="-273050" algn="l">
              <a:lnSpc>
                <a:spcPct val="90000"/>
              </a:lnSpc>
              <a:spcBef>
                <a:spcPts val="1200"/>
              </a:spcBef>
              <a:spcAft>
                <a:spcPts val="0"/>
              </a:spcAft>
              <a:buClr>
                <a:schemeClr val="lt1"/>
              </a:buClr>
              <a:buSzPts val="700"/>
              <a:buChar char="●"/>
              <a:defRPr sz="700"/>
            </a:lvl4pPr>
            <a:lvl5pPr marL="2286000" indent="-273050" algn="l">
              <a:lnSpc>
                <a:spcPct val="90000"/>
              </a:lnSpc>
              <a:spcBef>
                <a:spcPts val="1200"/>
              </a:spcBef>
              <a:spcAft>
                <a:spcPts val="0"/>
              </a:spcAft>
              <a:buClr>
                <a:schemeClr val="lt1"/>
              </a:buClr>
              <a:buSzPts val="700"/>
              <a:buChar char="○"/>
              <a:defRPr sz="700"/>
            </a:lvl5pPr>
            <a:lvl6pPr marL="2743200" indent="-273050" algn="l">
              <a:lnSpc>
                <a:spcPct val="90000"/>
              </a:lnSpc>
              <a:spcBef>
                <a:spcPts val="1200"/>
              </a:spcBef>
              <a:spcAft>
                <a:spcPts val="0"/>
              </a:spcAft>
              <a:buClr>
                <a:schemeClr val="dk1"/>
              </a:buClr>
              <a:buSzPts val="700"/>
              <a:buChar char="■"/>
              <a:defRPr sz="700"/>
            </a:lvl6pPr>
            <a:lvl7pPr marL="3200400" indent="-273050" algn="l">
              <a:lnSpc>
                <a:spcPct val="90000"/>
              </a:lnSpc>
              <a:spcBef>
                <a:spcPts val="1200"/>
              </a:spcBef>
              <a:spcAft>
                <a:spcPts val="0"/>
              </a:spcAft>
              <a:buClr>
                <a:schemeClr val="dk1"/>
              </a:buClr>
              <a:buSzPts val="700"/>
              <a:buChar char="●"/>
              <a:defRPr sz="700"/>
            </a:lvl7pPr>
            <a:lvl8pPr marL="3657600" indent="-273050" algn="l">
              <a:lnSpc>
                <a:spcPct val="90000"/>
              </a:lnSpc>
              <a:spcBef>
                <a:spcPts val="1200"/>
              </a:spcBef>
              <a:spcAft>
                <a:spcPts val="0"/>
              </a:spcAft>
              <a:buClr>
                <a:schemeClr val="dk1"/>
              </a:buClr>
              <a:buSzPts val="700"/>
              <a:buChar char="○"/>
              <a:defRPr sz="700"/>
            </a:lvl8pPr>
            <a:lvl9pPr marL="4114800" indent="-273050" algn="l">
              <a:lnSpc>
                <a:spcPct val="90000"/>
              </a:lnSpc>
              <a:spcBef>
                <a:spcPts val="1200"/>
              </a:spcBef>
              <a:spcAft>
                <a:spcPts val="1200"/>
              </a:spcAft>
              <a:buClr>
                <a:schemeClr val="dk1"/>
              </a:buClr>
              <a:buSzPts val="700"/>
              <a:buChar char="■"/>
              <a:defRPr sz="700"/>
            </a:lvl9pPr>
          </a:lstStyle>
          <a:p xmlns:a="http://schemas.openxmlformats.org/drawingml/2006/main"/>
        </p:txBody>
      </p:sp>
      <p:sp>
        <p:nvSpPr>
          <p:cNvPr id="356" name="Google Shape;356;p53">
            <a:extLst xmlns:a="http://schemas.openxmlformats.org/drawingml/2006/main">
              <a:ext uri="{FF2B5EF4-FFF2-40B4-BE49-F238E27FC236}">
                <a16:creationId xmlns:a16="http://schemas.microsoft.com/office/drawing/2014/main" id="{C4407371-1817-4D1B-94E9-D5E8BEF35615}"/>
              </a:ext>
            </a:extLst>
          </p:cNvPr>
          <p:cNvSpPr>
            <a:spLocks xmlns:a="http://schemas.openxmlformats.org/drawingml/2006/main" noGrp="1"/>
          </p:cNvSpPr>
          <p:nvPr>
            <p:ph type="body" idx="7"/>
          </p:nvPr>
        </p:nvSpPr>
        <p:spPr>
          <a:xfrm xmlns:a="http://schemas.openxmlformats.org/drawingml/2006/main">
            <a:off x="6245481" y="3192266"/>
            <a:ext cx="601950" cy="122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300" tIns="17150" rIns="34300" bIns="17150" anchor="t">
            <a:spAutoFit/>
          </a:bodyPr>
          <a:lstStyle xmlns:a="http://schemas.openxmlformats.org/drawingml/2006/main">
            <a:lvl1pPr marL="457200" indent="-228600" algn="l">
              <a:lnSpc>
                <a:spcPct val="120000"/>
              </a:lnSpc>
              <a:spcBef>
                <a:spcPts val="0"/>
              </a:spcBef>
              <a:spcAft>
                <a:spcPts val="0"/>
              </a:spcAft>
              <a:buClr>
                <a:schemeClr val="lt1"/>
              </a:buClr>
              <a:buSzPts val="600"/>
              <a:buFont typeface="Arial"/>
              <a:buNone/>
              <a:defRPr sz="600">
                <a:solidFill>
                  <a:schemeClr val="lt1"/>
                </a:solidFill>
              </a:defRPr>
            </a:lvl1pPr>
            <a:lvl2pPr marL="914400" indent="-273050" algn="l">
              <a:lnSpc>
                <a:spcPct val="90000"/>
              </a:lnSpc>
              <a:spcBef>
                <a:spcPts val="1200"/>
              </a:spcBef>
              <a:spcAft>
                <a:spcPts val="0"/>
              </a:spcAft>
              <a:buClr>
                <a:schemeClr val="lt1"/>
              </a:buClr>
              <a:buSzPts val="700"/>
              <a:buChar char="○"/>
              <a:defRPr sz="900"/>
            </a:lvl2pPr>
            <a:lvl3pPr marL="1371600" indent="-273050" algn="l">
              <a:lnSpc>
                <a:spcPct val="90000"/>
              </a:lnSpc>
              <a:spcBef>
                <a:spcPts val="1200"/>
              </a:spcBef>
              <a:spcAft>
                <a:spcPts val="0"/>
              </a:spcAft>
              <a:buClr>
                <a:schemeClr val="lt1"/>
              </a:buClr>
              <a:buSzPts val="700"/>
              <a:buChar char="■"/>
              <a:defRPr sz="800"/>
            </a:lvl3pPr>
            <a:lvl4pPr marL="1828800" indent="-273050" algn="l">
              <a:lnSpc>
                <a:spcPct val="90000"/>
              </a:lnSpc>
              <a:spcBef>
                <a:spcPts val="1200"/>
              </a:spcBef>
              <a:spcAft>
                <a:spcPts val="0"/>
              </a:spcAft>
              <a:buClr>
                <a:schemeClr val="lt1"/>
              </a:buClr>
              <a:buSzPts val="700"/>
              <a:buChar char="●"/>
              <a:defRPr sz="700"/>
            </a:lvl4pPr>
            <a:lvl5pPr marL="2286000" indent="-273050" algn="l">
              <a:lnSpc>
                <a:spcPct val="90000"/>
              </a:lnSpc>
              <a:spcBef>
                <a:spcPts val="1200"/>
              </a:spcBef>
              <a:spcAft>
                <a:spcPts val="0"/>
              </a:spcAft>
              <a:buClr>
                <a:schemeClr val="lt1"/>
              </a:buClr>
              <a:buSzPts val="700"/>
              <a:buChar char="○"/>
              <a:defRPr sz="700"/>
            </a:lvl5pPr>
            <a:lvl6pPr marL="2743200" indent="-273050" algn="l">
              <a:lnSpc>
                <a:spcPct val="90000"/>
              </a:lnSpc>
              <a:spcBef>
                <a:spcPts val="1200"/>
              </a:spcBef>
              <a:spcAft>
                <a:spcPts val="0"/>
              </a:spcAft>
              <a:buClr>
                <a:schemeClr val="dk1"/>
              </a:buClr>
              <a:buSzPts val="700"/>
              <a:buChar char="■"/>
              <a:defRPr sz="700"/>
            </a:lvl6pPr>
            <a:lvl7pPr marL="3200400" indent="-273050" algn="l">
              <a:lnSpc>
                <a:spcPct val="90000"/>
              </a:lnSpc>
              <a:spcBef>
                <a:spcPts val="1200"/>
              </a:spcBef>
              <a:spcAft>
                <a:spcPts val="0"/>
              </a:spcAft>
              <a:buClr>
                <a:schemeClr val="dk1"/>
              </a:buClr>
              <a:buSzPts val="700"/>
              <a:buChar char="●"/>
              <a:defRPr sz="700"/>
            </a:lvl7pPr>
            <a:lvl8pPr marL="3657600" indent="-273050" algn="l">
              <a:lnSpc>
                <a:spcPct val="90000"/>
              </a:lnSpc>
              <a:spcBef>
                <a:spcPts val="1200"/>
              </a:spcBef>
              <a:spcAft>
                <a:spcPts val="0"/>
              </a:spcAft>
              <a:buClr>
                <a:schemeClr val="dk1"/>
              </a:buClr>
              <a:buSzPts val="700"/>
              <a:buChar char="○"/>
              <a:defRPr sz="700"/>
            </a:lvl8pPr>
            <a:lvl9pPr marL="4114800" indent="-273050" algn="l">
              <a:lnSpc>
                <a:spcPct val="90000"/>
              </a:lnSpc>
              <a:spcBef>
                <a:spcPts val="1200"/>
              </a:spcBef>
              <a:spcAft>
                <a:spcPts val="1200"/>
              </a:spcAft>
              <a:buClr>
                <a:schemeClr val="dk1"/>
              </a:buClr>
              <a:buSzPts val="700"/>
              <a:buChar char="■"/>
              <a:defRPr sz="700"/>
            </a:lvl9pPr>
          </a:lstStyle>
          <a:p xmlns:a="http://schemas.openxmlformats.org/drawingml/2006/main"/>
        </p:txBody>
      </p:sp>
      <p:pic>
        <p:nvPicPr>
          <p:cNvPr id="366" name="Google Shape;357;p53"/>
          <p:cNvPicPr>
            <a:picLocks xmlns:a="http://schemas.openxmlformats.org/drawingml/2006/main" noChangeAspect="1"/>
          </p:cNvPicPr>
          <p:nvPr/>
        </p:nvPicPr>
        <p:blipFill>
          <a:blip xmlns:r="http://schemas.openxmlformats.org/officeDocument/2006/relationships" xmlns:a="http://schemas.openxmlformats.org/drawingml/2006/main" r:embed="R3edceb064bb040b7">
            <a:alphaModFix/>
          </a:blip>
          <a:stretch xmlns:a="http://schemas.openxmlformats.org/drawingml/2006/main">
            <a:fillRect l="0" t="0" r="0" b="0"/>
          </a:stretch>
        </p:blipFill>
        <p:spPr>
          <a:xfrm xmlns:a="http://schemas.openxmlformats.org/drawingml/2006/main">
            <a:off x="228600" y="4836074"/>
            <a:ext cx="153925" cy="153925"/>
          </a:xfrm>
          <a:prstGeom xmlns:a="http://schemas.openxmlformats.org/drawingml/2006/main" prst="rect">
            <a:avLst/>
          </a:prstGeom>
          <a:ln xmlns:a="http://schemas.openxmlformats.org/drawingml/2006/main">
            <a:noFill/>
          </a:ln>
        </p:spPr>
      </p:pic>
    </p:spTree>
  </p:cSld>
</p:sldLayout>
</file>

<file path=ppt/slideLayouts/slideLayout53.xml><?xml version="1.0" encoding="utf-8"?>
<p:sldLayout xmlns:p="http://schemas.openxmlformats.org/presentationml/2006/main" showMasterSp="0" matchingName="Data viz 3">
  <p:cSld name="Results 4 – Light">
    <p:bg>
      <p:bgPr>
        <a:solidFill xmlns:a="http://schemas.openxmlformats.org/drawingml/2006/main">
          <a:schemeClr val="lt1"/>
        </a:solidFill>
      </p:bgPr>
    </p:bg>
    <p:spTree>
      <p:nvGrpSpPr>
        <p:cNvPr id="1" name=""/>
        <p:cNvGrpSpPr/>
        <p:nvPr/>
      </p:nvGrpSpPr>
      <p:grpSpPr>
        <a:xfrm xmlns:a="http://schemas.openxmlformats.org/drawingml/2006/main"/>
      </p:grpSpPr>
      <p:sp>
        <p:nvSpPr>
          <p:cNvPr id="359" name="Google Shape;359;p54">
            <a:extLst xmlns:a="http://schemas.openxmlformats.org/drawingml/2006/main">
              <a:ext uri="{FF2B5EF4-FFF2-40B4-BE49-F238E27FC236}">
                <a16:creationId xmlns:a16="http://schemas.microsoft.com/office/drawing/2014/main" id="{F09DDD6B-0F78-4C5E-8700-F6B5765CF22A}"/>
              </a:ext>
            </a:extLst>
          </p:cNvPr>
          <p:cNvSpPr>
            <a:spLocks xmlns:a="http://schemas.openxmlformats.org/drawingml/2006/main" noGrp="1"/>
          </p:cNvSpPr>
          <p:nvPr>
            <p:ph type="title" idx="0"/>
          </p:nvPr>
        </p:nvSpPr>
        <p:spPr>
          <a:xfrm xmlns:a="http://schemas.openxmlformats.org/drawingml/2006/main">
            <a:off x="201377" y="295836"/>
            <a:ext cx="5191650" cy="346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300" tIns="17150" rIns="34300" bIns="17150" anchor="t">
            <a:noAutofit/>
          </a:bodyPr>
          <a:lstStyle xmlns:a="http://schemas.openxmlformats.org/drawingml/2006/main">
            <a:lvl1pPr algn="l">
              <a:lnSpc>
                <a:spcPct val="90000"/>
              </a:lnSpc>
              <a:spcBef>
                <a:spcPts val="0"/>
              </a:spcBef>
              <a:spcAft>
                <a:spcPts val="0"/>
              </a:spcAft>
              <a:buClr>
                <a:schemeClr val="dk1"/>
              </a:buClr>
              <a:buSzPts val="2250"/>
              <a:buFont typeface="Helvetica Neue"/>
              <a:buNone/>
              <a:defRPr sz="2250" b="0">
                <a:solidFill>
                  <a:schemeClr val="dk1"/>
                </a:solidFill>
              </a:defRPr>
            </a:lvl1pPr>
            <a:lvl2pPr>
              <a:spcBef>
                <a:spcPts val="0"/>
              </a:spcBef>
              <a:spcAft>
                <a:spcPts val="0"/>
              </a:spcAft>
              <a:buSzPts val="500"/>
              <a:buNone/>
              <a:defRPr sz="700"/>
            </a:lvl2pPr>
            <a:lvl3pPr>
              <a:spcBef>
                <a:spcPts val="0"/>
              </a:spcBef>
              <a:spcAft>
                <a:spcPts val="0"/>
              </a:spcAft>
              <a:buSzPts val="500"/>
              <a:buNone/>
              <a:defRPr sz="700"/>
            </a:lvl3pPr>
            <a:lvl4pPr>
              <a:spcBef>
                <a:spcPts val="0"/>
              </a:spcBef>
              <a:spcAft>
                <a:spcPts val="0"/>
              </a:spcAft>
              <a:buSzPts val="500"/>
              <a:buNone/>
              <a:defRPr sz="700"/>
            </a:lvl4pPr>
            <a:lvl5pPr>
              <a:spcBef>
                <a:spcPts val="0"/>
              </a:spcBef>
              <a:spcAft>
                <a:spcPts val="0"/>
              </a:spcAft>
              <a:buSzPts val="500"/>
              <a:buNone/>
              <a:defRPr sz="700"/>
            </a:lvl5pPr>
            <a:lvl6pPr>
              <a:spcBef>
                <a:spcPts val="0"/>
              </a:spcBef>
              <a:spcAft>
                <a:spcPts val="0"/>
              </a:spcAft>
              <a:buSzPts val="500"/>
              <a:buNone/>
              <a:defRPr sz="700"/>
            </a:lvl6pPr>
            <a:lvl7pPr>
              <a:spcBef>
                <a:spcPts val="0"/>
              </a:spcBef>
              <a:spcAft>
                <a:spcPts val="0"/>
              </a:spcAft>
              <a:buSzPts val="500"/>
              <a:buNone/>
              <a:defRPr sz="700"/>
            </a:lvl7pPr>
            <a:lvl8pPr>
              <a:spcBef>
                <a:spcPts val="0"/>
              </a:spcBef>
              <a:spcAft>
                <a:spcPts val="0"/>
              </a:spcAft>
              <a:buSzPts val="500"/>
              <a:buNone/>
              <a:defRPr sz="700"/>
            </a:lvl8pPr>
            <a:lvl9pPr>
              <a:spcBef>
                <a:spcPts val="0"/>
              </a:spcBef>
              <a:spcAft>
                <a:spcPts val="0"/>
              </a:spcAft>
              <a:buSzPts val="500"/>
              <a:buNone/>
              <a:defRPr sz="700"/>
            </a:lvl9pPr>
          </a:lstStyle>
          <a:p xmlns:a="http://schemas.openxmlformats.org/drawingml/2006/main"/>
        </p:txBody>
      </p:sp>
      <p:sp>
        <p:nvSpPr>
          <p:cNvPr id="360" name="Google Shape;360;p54">
            <a:extLst xmlns:a="http://schemas.openxmlformats.org/drawingml/2006/main">
              <a:ext uri="{FF2B5EF4-FFF2-40B4-BE49-F238E27FC236}">
                <a16:creationId xmlns:a16="http://schemas.microsoft.com/office/drawing/2014/main" id="{1B53E4C7-E009-44BC-9958-286B2F183F1C}"/>
              </a:ext>
            </a:extLst>
          </p:cNvPr>
          <p:cNvSpPr>
            <a:spLocks xmlns:a="http://schemas.openxmlformats.org/drawingml/2006/main" noGrp="1"/>
          </p:cNvSpPr>
          <p:nvPr>
            <p:ph type="body" idx="1"/>
          </p:nvPr>
        </p:nvSpPr>
        <p:spPr>
          <a:xfrm xmlns:a="http://schemas.openxmlformats.org/drawingml/2006/main">
            <a:off x="201378" y="164051"/>
            <a:ext cx="1948050" cy="160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300" tIns="17150" rIns="34300" bIns="17150" anchor="t">
            <a:noAutofit/>
          </a:bodyPr>
          <a:lstStyle xmlns:a="http://schemas.openxmlformats.org/drawingml/2006/main">
            <a:lvl1pPr marL="457200" indent="-228600" algn="l">
              <a:lnSpc>
                <a:spcPct val="90000"/>
              </a:lnSpc>
              <a:spcBef>
                <a:spcPts val="400"/>
              </a:spcBef>
              <a:spcAft>
                <a:spcPts val="0"/>
              </a:spcAft>
              <a:buClr>
                <a:schemeClr val="dk2"/>
              </a:buClr>
              <a:buSzPts val="750"/>
              <a:buFont typeface="Arial"/>
              <a:buNone/>
              <a:defRPr sz="750">
                <a:solidFill>
                  <a:schemeClr val="dk2"/>
                </a:solidFill>
              </a:defRPr>
            </a:lvl1pPr>
            <a:lvl2pPr marL="914400" indent="-276225" algn="l">
              <a:lnSpc>
                <a:spcPct val="90000"/>
              </a:lnSpc>
              <a:spcBef>
                <a:spcPts val="1200"/>
              </a:spcBef>
              <a:spcAft>
                <a:spcPts val="0"/>
              </a:spcAft>
              <a:buClr>
                <a:schemeClr val="lt1"/>
              </a:buClr>
              <a:buSzPts val="750"/>
              <a:buChar char="○"/>
              <a:defRPr sz="750"/>
            </a:lvl2pPr>
            <a:lvl3pPr marL="1371600" indent="-276225" algn="l">
              <a:lnSpc>
                <a:spcPct val="90000"/>
              </a:lnSpc>
              <a:spcBef>
                <a:spcPts val="1200"/>
              </a:spcBef>
              <a:spcAft>
                <a:spcPts val="0"/>
              </a:spcAft>
              <a:buClr>
                <a:schemeClr val="lt1"/>
              </a:buClr>
              <a:buSzPts val="750"/>
              <a:buChar char="■"/>
              <a:defRPr sz="750"/>
            </a:lvl3pPr>
            <a:lvl4pPr marL="1828800" indent="-276225" algn="l">
              <a:lnSpc>
                <a:spcPct val="90000"/>
              </a:lnSpc>
              <a:spcBef>
                <a:spcPts val="1200"/>
              </a:spcBef>
              <a:spcAft>
                <a:spcPts val="0"/>
              </a:spcAft>
              <a:buClr>
                <a:schemeClr val="lt1"/>
              </a:buClr>
              <a:buSzPts val="750"/>
              <a:buChar char="●"/>
              <a:defRPr sz="750"/>
            </a:lvl4pPr>
            <a:lvl5pPr marL="2286000" indent="-276225" algn="l">
              <a:lnSpc>
                <a:spcPct val="90000"/>
              </a:lnSpc>
              <a:spcBef>
                <a:spcPts val="1200"/>
              </a:spcBef>
              <a:spcAft>
                <a:spcPts val="0"/>
              </a:spcAft>
              <a:buClr>
                <a:schemeClr val="lt1"/>
              </a:buClr>
              <a:buSzPts val="750"/>
              <a:buChar char="○"/>
              <a:defRPr sz="750"/>
            </a:lvl5pPr>
            <a:lvl6pPr marL="2743200" indent="-276225" algn="l">
              <a:lnSpc>
                <a:spcPct val="90000"/>
              </a:lnSpc>
              <a:spcBef>
                <a:spcPts val="1200"/>
              </a:spcBef>
              <a:spcAft>
                <a:spcPts val="0"/>
              </a:spcAft>
              <a:buClr>
                <a:schemeClr val="dk1"/>
              </a:buClr>
              <a:buSzPts val="750"/>
              <a:buChar char="■"/>
              <a:defRPr sz="750"/>
            </a:lvl6pPr>
            <a:lvl7pPr marL="3200400" indent="-276225" algn="l">
              <a:lnSpc>
                <a:spcPct val="90000"/>
              </a:lnSpc>
              <a:spcBef>
                <a:spcPts val="1200"/>
              </a:spcBef>
              <a:spcAft>
                <a:spcPts val="0"/>
              </a:spcAft>
              <a:buClr>
                <a:schemeClr val="dk1"/>
              </a:buClr>
              <a:buSzPts val="750"/>
              <a:buChar char="●"/>
              <a:defRPr sz="750"/>
            </a:lvl7pPr>
            <a:lvl8pPr marL="3657600" indent="-276225" algn="l">
              <a:lnSpc>
                <a:spcPct val="90000"/>
              </a:lnSpc>
              <a:spcBef>
                <a:spcPts val="1200"/>
              </a:spcBef>
              <a:spcAft>
                <a:spcPts val="0"/>
              </a:spcAft>
              <a:buClr>
                <a:schemeClr val="dk1"/>
              </a:buClr>
              <a:buSzPts val="750"/>
              <a:buChar char="○"/>
              <a:defRPr sz="750"/>
            </a:lvl8pPr>
            <a:lvl9pPr marL="4114800" indent="-276225" algn="l">
              <a:lnSpc>
                <a:spcPct val="90000"/>
              </a:lnSpc>
              <a:spcBef>
                <a:spcPts val="1200"/>
              </a:spcBef>
              <a:spcAft>
                <a:spcPts val="1200"/>
              </a:spcAft>
              <a:buClr>
                <a:schemeClr val="dk1"/>
              </a:buClr>
              <a:buSzPts val="750"/>
              <a:buChar char="■"/>
              <a:defRPr sz="750"/>
            </a:lvl9pPr>
          </a:lstStyle>
          <a:p xmlns:a="http://schemas.openxmlformats.org/drawingml/2006/main"/>
        </p:txBody>
      </p:sp>
      <p:sp>
        <p:nvSpPr>
          <p:cNvPr id="361" name="Google Shape;361;p54">
            <a:extLst xmlns:a="http://schemas.openxmlformats.org/drawingml/2006/main">
              <a:ext uri="{FF2B5EF4-FFF2-40B4-BE49-F238E27FC236}">
                <a16:creationId xmlns:a16="http://schemas.microsoft.com/office/drawing/2014/main" id="{D83D15BB-816F-47DE-9069-6B8883CF7111}"/>
              </a:ext>
            </a:extLst>
          </p:cNvPr>
          <p:cNvSpPr>
            <a:spLocks xmlns:a="http://schemas.openxmlformats.org/drawingml/2006/main" noGrp="1"/>
          </p:cNvSpPr>
          <p:nvPr>
            <p:ph type="body" idx="2"/>
          </p:nvPr>
        </p:nvSpPr>
        <p:spPr>
          <a:xfrm xmlns:a="http://schemas.openxmlformats.org/drawingml/2006/main">
            <a:off x="6135214" y="4103298"/>
            <a:ext cx="2807400" cy="850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300" tIns="17150" rIns="34300" bIns="17150" anchor="t">
            <a:spAutoFit/>
          </a:bodyPr>
          <a:lstStyle xmlns:a="http://schemas.openxmlformats.org/drawingml/2006/main">
            <a:lvl1pPr marL="457200" indent="-228600" algn="l">
              <a:lnSpc>
                <a:spcPct val="120000"/>
              </a:lnSpc>
              <a:spcBef>
                <a:spcPts val="0"/>
              </a:spcBef>
              <a:spcAft>
                <a:spcPts val="0"/>
              </a:spcAft>
              <a:buClr>
                <a:schemeClr val="dk1"/>
              </a:buClr>
              <a:buSzPts val="900"/>
              <a:buNone/>
              <a:defRPr sz="900">
                <a:solidFill>
                  <a:schemeClr val="dk1"/>
                </a:solidFill>
              </a:defRPr>
            </a:lvl1pPr>
            <a:lvl2pPr marL="914400" indent="-228600" algn="l">
              <a:lnSpc>
                <a:spcPct val="90000"/>
              </a:lnSpc>
              <a:spcBef>
                <a:spcPts val="1200"/>
              </a:spcBef>
              <a:spcAft>
                <a:spcPts val="0"/>
              </a:spcAft>
              <a:buClr>
                <a:schemeClr val="lt1"/>
              </a:buClr>
              <a:buSzPts val="800"/>
              <a:buNone/>
              <a:defRPr sz="800"/>
            </a:lvl2pPr>
            <a:lvl3pPr marL="1371600" indent="-228600" algn="l">
              <a:lnSpc>
                <a:spcPct val="90000"/>
              </a:lnSpc>
              <a:spcBef>
                <a:spcPts val="1200"/>
              </a:spcBef>
              <a:spcAft>
                <a:spcPts val="0"/>
              </a:spcAft>
              <a:buClr>
                <a:schemeClr val="lt1"/>
              </a:buClr>
              <a:buSzPts val="800"/>
              <a:buNone/>
              <a:defRPr sz="800"/>
            </a:lvl3pPr>
            <a:lvl4pPr marL="1828800" indent="-228600" algn="l">
              <a:lnSpc>
                <a:spcPct val="90000"/>
              </a:lnSpc>
              <a:spcBef>
                <a:spcPts val="1200"/>
              </a:spcBef>
              <a:spcAft>
                <a:spcPts val="0"/>
              </a:spcAft>
              <a:buClr>
                <a:schemeClr val="lt1"/>
              </a:buClr>
              <a:buSzPts val="800"/>
              <a:buNone/>
              <a:defRPr sz="800"/>
            </a:lvl4pPr>
            <a:lvl5pPr marL="2286000" indent="-228600" algn="l">
              <a:lnSpc>
                <a:spcPct val="90000"/>
              </a:lnSpc>
              <a:spcBef>
                <a:spcPts val="1200"/>
              </a:spcBef>
              <a:spcAft>
                <a:spcPts val="0"/>
              </a:spcAft>
              <a:buClr>
                <a:schemeClr val="lt1"/>
              </a:buClr>
              <a:buSzPts val="800"/>
              <a:buNone/>
              <a:defRPr sz="800"/>
            </a:lvl5pPr>
            <a:lvl6pPr marL="2743200" indent="-273050" algn="l">
              <a:lnSpc>
                <a:spcPct val="90000"/>
              </a:lnSpc>
              <a:spcBef>
                <a:spcPts val="1200"/>
              </a:spcBef>
              <a:spcAft>
                <a:spcPts val="0"/>
              </a:spcAft>
              <a:buClr>
                <a:schemeClr val="dk1"/>
              </a:buClr>
              <a:buSzPts val="700"/>
              <a:buChar char="■"/>
              <a:defRPr sz="700"/>
            </a:lvl6pPr>
            <a:lvl7pPr marL="3200400" indent="-273050" algn="l">
              <a:lnSpc>
                <a:spcPct val="90000"/>
              </a:lnSpc>
              <a:spcBef>
                <a:spcPts val="1200"/>
              </a:spcBef>
              <a:spcAft>
                <a:spcPts val="0"/>
              </a:spcAft>
              <a:buClr>
                <a:schemeClr val="dk1"/>
              </a:buClr>
              <a:buSzPts val="700"/>
              <a:buChar char="●"/>
              <a:defRPr sz="700"/>
            </a:lvl7pPr>
            <a:lvl8pPr marL="3657600" indent="-273050" algn="l">
              <a:lnSpc>
                <a:spcPct val="90000"/>
              </a:lnSpc>
              <a:spcBef>
                <a:spcPts val="1200"/>
              </a:spcBef>
              <a:spcAft>
                <a:spcPts val="0"/>
              </a:spcAft>
              <a:buClr>
                <a:schemeClr val="dk1"/>
              </a:buClr>
              <a:buSzPts val="700"/>
              <a:buChar char="○"/>
              <a:defRPr sz="700"/>
            </a:lvl8pPr>
            <a:lvl9pPr marL="4114800" indent="-273050" algn="l">
              <a:lnSpc>
                <a:spcPct val="90000"/>
              </a:lnSpc>
              <a:spcBef>
                <a:spcPts val="1200"/>
              </a:spcBef>
              <a:spcAft>
                <a:spcPts val="1200"/>
              </a:spcAft>
              <a:buClr>
                <a:schemeClr val="dk1"/>
              </a:buClr>
              <a:buSzPts val="700"/>
              <a:buChar char="■"/>
              <a:defRPr sz="700"/>
            </a:lvl9pPr>
          </a:lstStyle>
          <a:p xmlns:a="http://schemas.openxmlformats.org/drawingml/2006/main"/>
        </p:txBody>
      </p:sp>
      <p:sp>
        <p:nvSpPr>
          <p:cNvPr id="362" name="Google Shape;362;p54">
            <a:extLst xmlns:a="http://schemas.openxmlformats.org/drawingml/2006/main">
              <a:ext uri="{FF2B5EF4-FFF2-40B4-BE49-F238E27FC236}">
                <a16:creationId xmlns:a16="http://schemas.microsoft.com/office/drawing/2014/main" id="{289285E8-2C52-4565-B9A1-2F49B9C6B2CC}"/>
              </a:ext>
            </a:extLst>
          </p:cNvPr>
          <p:cNvSpPr>
            <a:spLocks xmlns:a="http://schemas.openxmlformats.org/drawingml/2006/main" noGrp="1"/>
          </p:cNvSpPr>
          <p:nvPr>
            <p:ph type="body" idx="3"/>
          </p:nvPr>
        </p:nvSpPr>
        <p:spPr>
          <a:xfrm xmlns:a="http://schemas.openxmlformats.org/drawingml/2006/main">
            <a:off x="296561" y="1372422"/>
            <a:ext cx="601950" cy="122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300" tIns="17150" rIns="34300" bIns="17150" anchor="t">
            <a:spAutoFit/>
          </a:bodyPr>
          <a:lstStyle xmlns:a="http://schemas.openxmlformats.org/drawingml/2006/main">
            <a:lvl1pPr marL="457200" indent="-228600" algn="l">
              <a:lnSpc>
                <a:spcPct val="120000"/>
              </a:lnSpc>
              <a:spcBef>
                <a:spcPts val="0"/>
              </a:spcBef>
              <a:spcAft>
                <a:spcPts val="0"/>
              </a:spcAft>
              <a:buClr>
                <a:schemeClr val="lt1"/>
              </a:buClr>
              <a:buSzPts val="600"/>
              <a:buFont typeface="Arial"/>
              <a:buNone/>
              <a:defRPr sz="600">
                <a:solidFill>
                  <a:schemeClr val="lt1"/>
                </a:solidFill>
              </a:defRPr>
            </a:lvl1pPr>
            <a:lvl2pPr marL="914400" indent="-273050" algn="l">
              <a:lnSpc>
                <a:spcPct val="90000"/>
              </a:lnSpc>
              <a:spcBef>
                <a:spcPts val="1200"/>
              </a:spcBef>
              <a:spcAft>
                <a:spcPts val="0"/>
              </a:spcAft>
              <a:buClr>
                <a:schemeClr val="lt1"/>
              </a:buClr>
              <a:buSzPts val="700"/>
              <a:buChar char="○"/>
              <a:defRPr sz="900"/>
            </a:lvl2pPr>
            <a:lvl3pPr marL="1371600" indent="-273050" algn="l">
              <a:lnSpc>
                <a:spcPct val="90000"/>
              </a:lnSpc>
              <a:spcBef>
                <a:spcPts val="1200"/>
              </a:spcBef>
              <a:spcAft>
                <a:spcPts val="0"/>
              </a:spcAft>
              <a:buClr>
                <a:schemeClr val="lt1"/>
              </a:buClr>
              <a:buSzPts val="700"/>
              <a:buChar char="■"/>
              <a:defRPr sz="800"/>
            </a:lvl3pPr>
            <a:lvl4pPr marL="1828800" indent="-273050" algn="l">
              <a:lnSpc>
                <a:spcPct val="90000"/>
              </a:lnSpc>
              <a:spcBef>
                <a:spcPts val="1200"/>
              </a:spcBef>
              <a:spcAft>
                <a:spcPts val="0"/>
              </a:spcAft>
              <a:buClr>
                <a:schemeClr val="lt1"/>
              </a:buClr>
              <a:buSzPts val="700"/>
              <a:buChar char="●"/>
              <a:defRPr sz="700"/>
            </a:lvl4pPr>
            <a:lvl5pPr marL="2286000" indent="-273050" algn="l">
              <a:lnSpc>
                <a:spcPct val="90000"/>
              </a:lnSpc>
              <a:spcBef>
                <a:spcPts val="1200"/>
              </a:spcBef>
              <a:spcAft>
                <a:spcPts val="0"/>
              </a:spcAft>
              <a:buClr>
                <a:schemeClr val="lt1"/>
              </a:buClr>
              <a:buSzPts val="700"/>
              <a:buChar char="○"/>
              <a:defRPr sz="700"/>
            </a:lvl5pPr>
            <a:lvl6pPr marL="2743200" indent="-273050" algn="l">
              <a:lnSpc>
                <a:spcPct val="90000"/>
              </a:lnSpc>
              <a:spcBef>
                <a:spcPts val="1200"/>
              </a:spcBef>
              <a:spcAft>
                <a:spcPts val="0"/>
              </a:spcAft>
              <a:buClr>
                <a:schemeClr val="dk1"/>
              </a:buClr>
              <a:buSzPts val="700"/>
              <a:buChar char="■"/>
              <a:defRPr sz="700"/>
            </a:lvl6pPr>
            <a:lvl7pPr marL="3200400" indent="-273050" algn="l">
              <a:lnSpc>
                <a:spcPct val="90000"/>
              </a:lnSpc>
              <a:spcBef>
                <a:spcPts val="1200"/>
              </a:spcBef>
              <a:spcAft>
                <a:spcPts val="0"/>
              </a:spcAft>
              <a:buClr>
                <a:schemeClr val="dk1"/>
              </a:buClr>
              <a:buSzPts val="700"/>
              <a:buChar char="●"/>
              <a:defRPr sz="700"/>
            </a:lvl7pPr>
            <a:lvl8pPr marL="3657600" indent="-273050" algn="l">
              <a:lnSpc>
                <a:spcPct val="90000"/>
              </a:lnSpc>
              <a:spcBef>
                <a:spcPts val="1200"/>
              </a:spcBef>
              <a:spcAft>
                <a:spcPts val="0"/>
              </a:spcAft>
              <a:buClr>
                <a:schemeClr val="dk1"/>
              </a:buClr>
              <a:buSzPts val="700"/>
              <a:buChar char="○"/>
              <a:defRPr sz="700"/>
            </a:lvl8pPr>
            <a:lvl9pPr marL="4114800" indent="-273050" algn="l">
              <a:lnSpc>
                <a:spcPct val="90000"/>
              </a:lnSpc>
              <a:spcBef>
                <a:spcPts val="1200"/>
              </a:spcBef>
              <a:spcAft>
                <a:spcPts val="1200"/>
              </a:spcAft>
              <a:buClr>
                <a:schemeClr val="dk1"/>
              </a:buClr>
              <a:buSzPts val="700"/>
              <a:buChar char="■"/>
              <a:defRPr sz="700"/>
            </a:lvl9pPr>
          </a:lstStyle>
          <a:p xmlns:a="http://schemas.openxmlformats.org/drawingml/2006/main"/>
        </p:txBody>
      </p:sp>
      <p:sp>
        <p:nvSpPr>
          <p:cNvPr id="363" name="Google Shape;363;p54">
            <a:extLst xmlns:a="http://schemas.openxmlformats.org/drawingml/2006/main">
              <a:ext uri="{FF2B5EF4-FFF2-40B4-BE49-F238E27FC236}">
                <a16:creationId xmlns:a16="http://schemas.microsoft.com/office/drawing/2014/main" id="{A3CB2BC7-0D3C-4A1A-B8D6-03ABF86B87B5}"/>
              </a:ext>
            </a:extLst>
          </p:cNvPr>
          <p:cNvSpPr>
            <a:spLocks xmlns:a="http://schemas.openxmlformats.org/drawingml/2006/main" noGrp="1"/>
          </p:cNvSpPr>
          <p:nvPr>
            <p:ph type="body" idx="4"/>
          </p:nvPr>
        </p:nvSpPr>
        <p:spPr>
          <a:xfrm xmlns:a="http://schemas.openxmlformats.org/drawingml/2006/main">
            <a:off x="228600" y="1168525"/>
            <a:ext cx="4279500" cy="3573300"/>
          </a:xfrm>
          <a:prstGeom xmlns:a="http://schemas.openxmlformats.org/drawingml/2006/main" prst="roundRect">
            <a:avLst>
              <a:gd name="adj" fmla="val 2728"/>
            </a:avLst>
          </a:prstGeom>
          <a:solidFill xmlns:a="http://schemas.openxmlformats.org/drawingml/2006/main">
            <a:schemeClr val="dk1"/>
          </a:solidFill>
          <a:ln xmlns:a="http://schemas.openxmlformats.org/drawingml/2006/main">
            <a:noFill/>
          </a:ln>
        </p:spPr>
        <p:txBody>
          <a:bodyPr xmlns:a="http://schemas.openxmlformats.org/drawingml/2006/main" spcFirstLastPara="1" wrap="square" lIns="34300" tIns="109725" rIns="34300" bIns="17150" anchor="t">
            <a:normAutofit/>
          </a:bodyPr>
          <a:lstStyle xmlns:a="http://schemas.openxmlformats.org/drawingml/2006/main">
            <a:lvl1pPr marL="457200" indent="-228600">
              <a:lnSpc>
                <a:spcPct val="90000"/>
              </a:lnSpc>
              <a:spcBef>
                <a:spcPts val="400"/>
              </a:spcBef>
              <a:spcAft>
                <a:spcPts val="0"/>
              </a:spcAft>
              <a:buClr>
                <a:schemeClr val="lt1"/>
              </a:buClr>
              <a:buSzPts val="1200"/>
              <a:buFont typeface="Arial"/>
              <a:buNone/>
              <a:defRPr sz="1200">
                <a:solidFill>
                  <a:schemeClr val="lt1"/>
                </a:solidFill>
              </a:defRPr>
            </a:lvl1pPr>
            <a:lvl2pPr marL="914400" indent="-304800">
              <a:lnSpc>
                <a:spcPct val="90000"/>
              </a:lnSpc>
              <a:spcBef>
                <a:spcPts val="1200"/>
              </a:spcBef>
              <a:spcAft>
                <a:spcPts val="0"/>
              </a:spcAft>
              <a:buClr>
                <a:schemeClr val="lt1"/>
              </a:buClr>
              <a:buSzPts val="1200"/>
              <a:buChar char="○"/>
              <a:defRPr sz="1200"/>
            </a:lvl2pPr>
            <a:lvl3pPr marL="1371600" indent="-304800">
              <a:lnSpc>
                <a:spcPct val="90000"/>
              </a:lnSpc>
              <a:spcBef>
                <a:spcPts val="1200"/>
              </a:spcBef>
              <a:spcAft>
                <a:spcPts val="0"/>
              </a:spcAft>
              <a:buClr>
                <a:schemeClr val="lt1"/>
              </a:buClr>
              <a:buSzPts val="1200"/>
              <a:buChar char="■"/>
              <a:defRPr sz="1200"/>
            </a:lvl3pPr>
            <a:lvl4pPr marL="1828800" indent="-304800">
              <a:lnSpc>
                <a:spcPct val="90000"/>
              </a:lnSpc>
              <a:spcBef>
                <a:spcPts val="1200"/>
              </a:spcBef>
              <a:spcAft>
                <a:spcPts val="0"/>
              </a:spcAft>
              <a:buClr>
                <a:schemeClr val="lt1"/>
              </a:buClr>
              <a:buSzPts val="1200"/>
              <a:buChar char="●"/>
              <a:defRPr sz="1200"/>
            </a:lvl4pPr>
            <a:lvl5pPr marL="2286000" indent="-304800">
              <a:lnSpc>
                <a:spcPct val="90000"/>
              </a:lnSpc>
              <a:spcBef>
                <a:spcPts val="1200"/>
              </a:spcBef>
              <a:spcAft>
                <a:spcPts val="0"/>
              </a:spcAft>
              <a:buClr>
                <a:schemeClr val="lt1"/>
              </a:buClr>
              <a:buSzPts val="1200"/>
              <a:buChar char="○"/>
              <a:defRPr sz="1200"/>
            </a:lvl5pPr>
            <a:lvl6pPr marL="2743200" indent="-304800">
              <a:lnSpc>
                <a:spcPct val="90000"/>
              </a:lnSpc>
              <a:spcBef>
                <a:spcPts val="1200"/>
              </a:spcBef>
              <a:spcAft>
                <a:spcPts val="0"/>
              </a:spcAft>
              <a:buClr>
                <a:schemeClr val="dk1"/>
              </a:buClr>
              <a:buSzPts val="1200"/>
              <a:buChar char="■"/>
              <a:defRPr sz="1200"/>
            </a:lvl6pPr>
            <a:lvl7pPr marL="3200400" indent="-304800">
              <a:lnSpc>
                <a:spcPct val="90000"/>
              </a:lnSpc>
              <a:spcBef>
                <a:spcPts val="1200"/>
              </a:spcBef>
              <a:spcAft>
                <a:spcPts val="0"/>
              </a:spcAft>
              <a:buClr>
                <a:schemeClr val="dk1"/>
              </a:buClr>
              <a:buSzPts val="1200"/>
              <a:buChar char="●"/>
              <a:defRPr sz="1200"/>
            </a:lvl7pPr>
            <a:lvl8pPr marL="3657600" indent="-304800">
              <a:lnSpc>
                <a:spcPct val="90000"/>
              </a:lnSpc>
              <a:spcBef>
                <a:spcPts val="1200"/>
              </a:spcBef>
              <a:spcAft>
                <a:spcPts val="0"/>
              </a:spcAft>
              <a:buClr>
                <a:schemeClr val="dk1"/>
              </a:buClr>
              <a:buSzPts val="1200"/>
              <a:buChar char="○"/>
              <a:defRPr sz="1200"/>
            </a:lvl8pPr>
            <a:lvl9pPr marL="4114800" indent="-304800">
              <a:lnSpc>
                <a:spcPct val="90000"/>
              </a:lnSpc>
              <a:spcBef>
                <a:spcPts val="1200"/>
              </a:spcBef>
              <a:spcAft>
                <a:spcPts val="1200"/>
              </a:spcAft>
              <a:buClr>
                <a:schemeClr val="dk1"/>
              </a:buClr>
              <a:buSzPts val="1200"/>
              <a:buChar char="■"/>
              <a:defRPr sz="1200"/>
            </a:lvl9pPr>
          </a:lstStyle>
          <a:p xmlns:a="http://schemas.openxmlformats.org/drawingml/2006/main"/>
        </p:txBody>
      </p:sp>
      <p:pic>
        <p:nvPicPr>
          <p:cNvPr id="370" name="Google Shape;364;p54"/>
          <p:cNvPicPr>
            <a:picLocks xmlns:a="http://schemas.openxmlformats.org/drawingml/2006/main" noChangeAspect="1"/>
          </p:cNvPicPr>
          <p:nvPr/>
        </p:nvPicPr>
        <p:blipFill>
          <a:blip xmlns:r="http://schemas.openxmlformats.org/officeDocument/2006/relationships" xmlns:a="http://schemas.openxmlformats.org/drawingml/2006/main" r:embed="Rbf305ef7abfa47f8">
            <a:alphaModFix/>
          </a:blip>
          <a:stretch xmlns:a="http://schemas.openxmlformats.org/drawingml/2006/main">
            <a:fillRect l="0" t="0" r="0" b="0"/>
          </a:stretch>
        </p:blipFill>
        <p:spPr>
          <a:xfrm xmlns:a="http://schemas.openxmlformats.org/drawingml/2006/main">
            <a:off x="228600" y="4836074"/>
            <a:ext cx="153925" cy="153925"/>
          </a:xfrm>
          <a:prstGeom xmlns:a="http://schemas.openxmlformats.org/drawingml/2006/main" prst="rect">
            <a:avLst/>
          </a:prstGeom>
          <a:ln xmlns:a="http://schemas.openxmlformats.org/drawingml/2006/main">
            <a:noFill/>
          </a:ln>
        </p:spPr>
      </p:pic>
    </p:spTree>
  </p:cSld>
</p:sldLayout>
</file>

<file path=ppt/slideLayouts/slideLayout54.xml><?xml version="1.0" encoding="utf-8"?>
<p:sldLayout xmlns:p="http://schemas.openxmlformats.org/presentationml/2006/main" matchingName="Data viz 4">
  <p:cSld name="18_Custom Layout_1">
    <p:bg>
      <p:bgPr>
        <a:solidFill xmlns:a="http://schemas.openxmlformats.org/drawingml/2006/main">
          <a:schemeClr val="lt1"/>
        </a:solidFill>
      </p:bgPr>
    </p:bg>
    <p:spTree>
      <p:nvGrpSpPr>
        <p:cNvPr id="1" name=""/>
        <p:cNvGrpSpPr/>
        <p:nvPr/>
      </p:nvGrpSpPr>
      <p:grpSpPr>
        <a:xfrm xmlns:a="http://schemas.openxmlformats.org/drawingml/2006/main"/>
      </p:grpSpPr>
      <p:sp>
        <p:nvSpPr>
          <p:cNvPr id="366" name="Google Shape;366;p55">
            <a:extLst xmlns:a="http://schemas.openxmlformats.org/drawingml/2006/main">
              <a:ext uri="{FF2B5EF4-FFF2-40B4-BE49-F238E27FC236}">
                <a16:creationId xmlns:a16="http://schemas.microsoft.com/office/drawing/2014/main" id="{C55F787E-75D9-473B-AD85-EBBB6FA35CA7}"/>
              </a:ext>
            </a:extLst>
          </p:cNvPr>
          <p:cNvSpPr>
            <a:spLocks xmlns:a="http://schemas.openxmlformats.org/drawingml/2006/main" noGrp="1"/>
          </p:cNvSpPr>
          <p:nvPr>
            <p:ph type="body" idx="1"/>
          </p:nvPr>
        </p:nvSpPr>
        <p:spPr>
          <a:xfrm xmlns:a="http://schemas.openxmlformats.org/drawingml/2006/main">
            <a:off x="201377" y="164051"/>
            <a:ext cx="2635800" cy="164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9050" tIns="19050" rIns="19050" bIns="19050" anchor="t">
            <a:spAutoFit/>
          </a:bodyPr>
          <a:lstStyle xmlns:a="http://schemas.openxmlformats.org/drawingml/2006/main">
            <a:lvl1pPr marL="457200" indent="-228600" algn="l">
              <a:lnSpc>
                <a:spcPct val="90000"/>
              </a:lnSpc>
              <a:spcBef>
                <a:spcPts val="400"/>
              </a:spcBef>
              <a:spcAft>
                <a:spcPts val="0"/>
              </a:spcAft>
              <a:buClr>
                <a:schemeClr val="dk2"/>
              </a:buClr>
              <a:buSzPts val="750"/>
              <a:buNone/>
              <a:defRPr sz="750" b="0" i="0" u="none" cap="none">
                <a:solidFill>
                  <a:schemeClr val="dk2"/>
                </a:solidFill>
              </a:defRPr>
            </a:lvl1pPr>
            <a:lvl2pPr marL="914400" indent="-273050" algn="l">
              <a:lnSpc>
                <a:spcPct val="90000"/>
              </a:lnSpc>
              <a:spcBef>
                <a:spcPts val="1200"/>
              </a:spcBef>
              <a:spcAft>
                <a:spcPts val="0"/>
              </a:spcAft>
              <a:buClr>
                <a:schemeClr val="lt1"/>
              </a:buClr>
              <a:buSzPts val="700"/>
              <a:buChar char="○"/>
              <a:defRPr sz="900"/>
            </a:lvl2pPr>
            <a:lvl3pPr marL="1371600" indent="-273050" algn="l">
              <a:lnSpc>
                <a:spcPct val="90000"/>
              </a:lnSpc>
              <a:spcBef>
                <a:spcPts val="1200"/>
              </a:spcBef>
              <a:spcAft>
                <a:spcPts val="0"/>
              </a:spcAft>
              <a:buClr>
                <a:schemeClr val="lt1"/>
              </a:buClr>
              <a:buSzPts val="700"/>
              <a:buChar char="■"/>
              <a:defRPr sz="800"/>
            </a:lvl3pPr>
            <a:lvl4pPr marL="1828800" indent="-273050" algn="l">
              <a:lnSpc>
                <a:spcPct val="90000"/>
              </a:lnSpc>
              <a:spcBef>
                <a:spcPts val="1200"/>
              </a:spcBef>
              <a:spcAft>
                <a:spcPts val="0"/>
              </a:spcAft>
              <a:buClr>
                <a:schemeClr val="lt1"/>
              </a:buClr>
              <a:buSzPts val="700"/>
              <a:buChar char="●"/>
              <a:defRPr sz="700"/>
            </a:lvl4pPr>
            <a:lvl5pPr marL="2286000" indent="-273050" algn="l">
              <a:lnSpc>
                <a:spcPct val="90000"/>
              </a:lnSpc>
              <a:spcBef>
                <a:spcPts val="1200"/>
              </a:spcBef>
              <a:spcAft>
                <a:spcPts val="0"/>
              </a:spcAft>
              <a:buClr>
                <a:schemeClr val="lt1"/>
              </a:buClr>
              <a:buSzPts val="700"/>
              <a:buChar char="○"/>
              <a:defRPr sz="700"/>
            </a:lvl5pPr>
            <a:lvl6pPr marL="2743200" indent="-273050" algn="l">
              <a:lnSpc>
                <a:spcPct val="90000"/>
              </a:lnSpc>
              <a:spcBef>
                <a:spcPts val="1200"/>
              </a:spcBef>
              <a:spcAft>
                <a:spcPts val="0"/>
              </a:spcAft>
              <a:buClr>
                <a:schemeClr val="dk1"/>
              </a:buClr>
              <a:buSzPts val="700"/>
              <a:buChar char="■"/>
              <a:defRPr sz="700"/>
            </a:lvl6pPr>
            <a:lvl7pPr marL="3200400" indent="-273050" algn="l">
              <a:lnSpc>
                <a:spcPct val="90000"/>
              </a:lnSpc>
              <a:spcBef>
                <a:spcPts val="1200"/>
              </a:spcBef>
              <a:spcAft>
                <a:spcPts val="0"/>
              </a:spcAft>
              <a:buClr>
                <a:schemeClr val="dk1"/>
              </a:buClr>
              <a:buSzPts val="700"/>
              <a:buChar char="●"/>
              <a:defRPr sz="700"/>
            </a:lvl7pPr>
            <a:lvl8pPr marL="3657600" indent="-273050" algn="l">
              <a:lnSpc>
                <a:spcPct val="90000"/>
              </a:lnSpc>
              <a:spcBef>
                <a:spcPts val="1200"/>
              </a:spcBef>
              <a:spcAft>
                <a:spcPts val="0"/>
              </a:spcAft>
              <a:buClr>
                <a:schemeClr val="dk1"/>
              </a:buClr>
              <a:buSzPts val="700"/>
              <a:buChar char="○"/>
              <a:defRPr sz="700"/>
            </a:lvl8pPr>
            <a:lvl9pPr marL="4114800" indent="-273050" algn="l">
              <a:lnSpc>
                <a:spcPct val="90000"/>
              </a:lnSpc>
              <a:spcBef>
                <a:spcPts val="1200"/>
              </a:spcBef>
              <a:spcAft>
                <a:spcPts val="1200"/>
              </a:spcAft>
              <a:buClr>
                <a:schemeClr val="dk1"/>
              </a:buClr>
              <a:buSzPts val="700"/>
              <a:buChar char="■"/>
              <a:defRPr sz="700"/>
            </a:lvl9pPr>
          </a:lstStyle>
          <a:p xmlns:a="http://schemas.openxmlformats.org/drawingml/2006/main"/>
        </p:txBody>
      </p:sp>
      <p:sp>
        <p:nvSpPr>
          <p:cNvPr id="367" name="Google Shape;367;p55">
            <a:extLst xmlns:a="http://schemas.openxmlformats.org/drawingml/2006/main">
              <a:ext uri="{FF2B5EF4-FFF2-40B4-BE49-F238E27FC236}">
                <a16:creationId xmlns:a16="http://schemas.microsoft.com/office/drawing/2014/main" id="{3E1E811F-722C-4A72-A4F5-0EF3B05CF317}"/>
              </a:ext>
            </a:extLst>
          </p:cNvPr>
          <p:cNvSpPr>
            <a:spLocks xmlns:a="http://schemas.openxmlformats.org/drawingml/2006/main" noGrp="1"/>
          </p:cNvSpPr>
          <p:nvPr/>
        </p:nvSpPr>
        <p:spPr>
          <a:xfrm xmlns:a="http://schemas.openxmlformats.org/drawingml/2006/main">
            <a:off x="228600" y="903275"/>
            <a:ext cx="4293000" cy="3802500"/>
          </a:xfrm>
          <a:prstGeom xmlns:a="http://schemas.openxmlformats.org/drawingml/2006/main" prst="roundRect">
            <a:avLst>
              <a:gd name="adj" fmla="val 2408"/>
            </a:avLst>
          </a:prstGeom>
          <a:solidFill xmlns:a="http://schemas.openxmlformats.org/drawingml/2006/main">
            <a:srgbClr val="F4F2E6"/>
          </a:solidFill>
          <a:ln xmlns:a="http://schemas.openxmlformats.org/drawingml/2006/main">
            <a:noFill/>
          </a:ln>
        </p:spPr>
        <p:txBody>
          <a:bodyPr xmlns:a="http://schemas.openxmlformats.org/drawingml/2006/main" spcFirstLastPara="1" wrap="square" lIns="19050" tIns="19050" rIns="19050" bIns="1905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FFFFFF"/>
              </a:buClr>
              <a:buSzPts val="1800"/>
              <a:buFont typeface="Helvetica Neue"/>
              <a:buNone/>
            </a:pPr>
            <a:r>
              <a:t/>
            </a:r>
            <a:endParaRPr sz="1800" b="0" i="0" u="none" cap="none">
              <a:solidFill>
                <a:srgbClr val="000000"/>
              </a:solidFill>
              <a:latin typeface="Helvetica Neue"/>
              <a:ea typeface="Helvetica Neue"/>
              <a:cs typeface="Helvetica Neue"/>
            </a:endParaRPr>
          </a:p>
        </p:txBody>
      </p:sp>
      <p:sp>
        <p:nvSpPr>
          <p:cNvPr id="368" name="Google Shape;368;p55">
            <a:extLst xmlns:a="http://schemas.openxmlformats.org/drawingml/2006/main">
              <a:ext uri="{FF2B5EF4-FFF2-40B4-BE49-F238E27FC236}">
                <a16:creationId xmlns:a16="http://schemas.microsoft.com/office/drawing/2014/main" id="{77ED757E-0D7F-4280-8BD0-C1D84653B1E7}"/>
              </a:ext>
            </a:extLst>
          </p:cNvPr>
          <p:cNvSpPr>
            <a:spLocks xmlns:a="http://schemas.openxmlformats.org/drawingml/2006/main" noGrp="1"/>
          </p:cNvSpPr>
          <p:nvPr/>
        </p:nvSpPr>
        <p:spPr>
          <a:xfrm xmlns:a="http://schemas.openxmlformats.org/drawingml/2006/main">
            <a:off x="4622226" y="903275"/>
            <a:ext cx="4293000" cy="3802500"/>
          </a:xfrm>
          <a:prstGeom xmlns:a="http://schemas.openxmlformats.org/drawingml/2006/main" prst="roundRect">
            <a:avLst>
              <a:gd name="adj" fmla="val 2360"/>
            </a:avLst>
          </a:prstGeom>
          <a:solidFill xmlns:a="http://schemas.openxmlformats.org/drawingml/2006/main">
            <a:srgbClr val="F4F2E6"/>
          </a:solidFill>
          <a:ln xmlns:a="http://schemas.openxmlformats.org/drawingml/2006/main">
            <a:noFill/>
          </a:ln>
        </p:spPr>
        <p:txBody>
          <a:bodyPr xmlns:a="http://schemas.openxmlformats.org/drawingml/2006/main" spcFirstLastPara="1" wrap="square" lIns="19050" tIns="19050" rIns="19050" bIns="1905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FFFFFF"/>
              </a:buClr>
              <a:buSzPts val="1800"/>
              <a:buFont typeface="Helvetica Neue"/>
              <a:buNone/>
            </a:pPr>
            <a:r>
              <a:t/>
            </a:r>
            <a:endParaRPr sz="1800" b="0" i="0" u="none" cap="none">
              <a:solidFill>
                <a:srgbClr val="000000"/>
              </a:solidFill>
              <a:latin typeface="Helvetica Neue"/>
              <a:ea typeface="Helvetica Neue"/>
              <a:cs typeface="Helvetica Neue"/>
            </a:endParaRPr>
          </a:p>
        </p:txBody>
      </p:sp>
      <p:sp>
        <p:nvSpPr>
          <p:cNvPr id="369" name="Google Shape;369;p55">
            <a:extLst xmlns:a="http://schemas.openxmlformats.org/drawingml/2006/main">
              <a:ext uri="{FF2B5EF4-FFF2-40B4-BE49-F238E27FC236}">
                <a16:creationId xmlns:a16="http://schemas.microsoft.com/office/drawing/2014/main" id="{1BF2BCCC-2325-4DD5-BB7F-E8987545E081}"/>
              </a:ext>
            </a:extLst>
          </p:cNvPr>
          <p:cNvSpPr>
            <a:spLocks xmlns:a="http://schemas.openxmlformats.org/drawingml/2006/main" noGrp="1"/>
          </p:cNvSpPr>
          <p:nvPr>
            <p:ph type="body" idx="2"/>
          </p:nvPr>
        </p:nvSpPr>
        <p:spPr>
          <a:xfrm xmlns:a="http://schemas.openxmlformats.org/drawingml/2006/main">
            <a:off x="347930" y="1057008"/>
            <a:ext cx="2471100" cy="177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9050" tIns="19050" rIns="19050" bIns="19050" anchor="t">
            <a:spAutoFit/>
          </a:bodyPr>
          <a:lstStyle xmlns:a="http://schemas.openxmlformats.org/drawingml/2006/main">
            <a:lvl1pPr marL="457200" indent="-228600" algn="l">
              <a:lnSpc>
                <a:spcPct val="90000"/>
              </a:lnSpc>
              <a:spcBef>
                <a:spcPts val="400"/>
              </a:spcBef>
              <a:spcAft>
                <a:spcPts val="0"/>
              </a:spcAft>
              <a:buClr>
                <a:schemeClr val="dk1"/>
              </a:buClr>
              <a:buSzPts val="800"/>
              <a:buNone/>
              <a:defRPr sz="800" b="0" i="0" u="none" cap="none">
                <a:solidFill>
                  <a:schemeClr val="dk1"/>
                </a:solidFill>
              </a:defRPr>
            </a:lvl1pPr>
            <a:lvl2pPr marL="914400" indent="-273050" algn="l">
              <a:lnSpc>
                <a:spcPct val="90000"/>
              </a:lnSpc>
              <a:spcBef>
                <a:spcPts val="1200"/>
              </a:spcBef>
              <a:spcAft>
                <a:spcPts val="0"/>
              </a:spcAft>
              <a:buClr>
                <a:schemeClr val="lt1"/>
              </a:buClr>
              <a:buSzPts val="700"/>
              <a:buChar char="○"/>
              <a:defRPr sz="900"/>
            </a:lvl2pPr>
            <a:lvl3pPr marL="1371600" indent="-273050" algn="l">
              <a:lnSpc>
                <a:spcPct val="90000"/>
              </a:lnSpc>
              <a:spcBef>
                <a:spcPts val="1200"/>
              </a:spcBef>
              <a:spcAft>
                <a:spcPts val="0"/>
              </a:spcAft>
              <a:buClr>
                <a:schemeClr val="lt1"/>
              </a:buClr>
              <a:buSzPts val="700"/>
              <a:buChar char="■"/>
              <a:defRPr sz="800"/>
            </a:lvl3pPr>
            <a:lvl4pPr marL="1828800" indent="-273050" algn="l">
              <a:lnSpc>
                <a:spcPct val="90000"/>
              </a:lnSpc>
              <a:spcBef>
                <a:spcPts val="1200"/>
              </a:spcBef>
              <a:spcAft>
                <a:spcPts val="0"/>
              </a:spcAft>
              <a:buClr>
                <a:schemeClr val="lt1"/>
              </a:buClr>
              <a:buSzPts val="700"/>
              <a:buChar char="●"/>
              <a:defRPr sz="700"/>
            </a:lvl4pPr>
            <a:lvl5pPr marL="2286000" indent="-273050" algn="l">
              <a:lnSpc>
                <a:spcPct val="90000"/>
              </a:lnSpc>
              <a:spcBef>
                <a:spcPts val="1200"/>
              </a:spcBef>
              <a:spcAft>
                <a:spcPts val="0"/>
              </a:spcAft>
              <a:buClr>
                <a:schemeClr val="lt1"/>
              </a:buClr>
              <a:buSzPts val="700"/>
              <a:buChar char="○"/>
              <a:defRPr sz="700"/>
            </a:lvl5pPr>
            <a:lvl6pPr marL="2743200" indent="-273050" algn="l">
              <a:lnSpc>
                <a:spcPct val="90000"/>
              </a:lnSpc>
              <a:spcBef>
                <a:spcPts val="1200"/>
              </a:spcBef>
              <a:spcAft>
                <a:spcPts val="0"/>
              </a:spcAft>
              <a:buClr>
                <a:schemeClr val="dk1"/>
              </a:buClr>
              <a:buSzPts val="700"/>
              <a:buChar char="■"/>
              <a:defRPr sz="700"/>
            </a:lvl6pPr>
            <a:lvl7pPr marL="3200400" indent="-273050" algn="l">
              <a:lnSpc>
                <a:spcPct val="90000"/>
              </a:lnSpc>
              <a:spcBef>
                <a:spcPts val="1200"/>
              </a:spcBef>
              <a:spcAft>
                <a:spcPts val="0"/>
              </a:spcAft>
              <a:buClr>
                <a:schemeClr val="dk1"/>
              </a:buClr>
              <a:buSzPts val="700"/>
              <a:buChar char="●"/>
              <a:defRPr sz="700"/>
            </a:lvl7pPr>
            <a:lvl8pPr marL="3657600" indent="-273050" algn="l">
              <a:lnSpc>
                <a:spcPct val="90000"/>
              </a:lnSpc>
              <a:spcBef>
                <a:spcPts val="1200"/>
              </a:spcBef>
              <a:spcAft>
                <a:spcPts val="0"/>
              </a:spcAft>
              <a:buClr>
                <a:schemeClr val="dk1"/>
              </a:buClr>
              <a:buSzPts val="700"/>
              <a:buChar char="○"/>
              <a:defRPr sz="700"/>
            </a:lvl8pPr>
            <a:lvl9pPr marL="4114800" indent="-273050" algn="l">
              <a:lnSpc>
                <a:spcPct val="90000"/>
              </a:lnSpc>
              <a:spcBef>
                <a:spcPts val="1200"/>
              </a:spcBef>
              <a:spcAft>
                <a:spcPts val="1200"/>
              </a:spcAft>
              <a:buClr>
                <a:schemeClr val="dk1"/>
              </a:buClr>
              <a:buSzPts val="700"/>
              <a:buChar char="■"/>
              <a:defRPr sz="700"/>
            </a:lvl9pPr>
          </a:lstStyle>
          <a:p xmlns:a="http://schemas.openxmlformats.org/drawingml/2006/main"/>
        </p:txBody>
      </p:sp>
      <p:sp>
        <p:nvSpPr>
          <p:cNvPr id="370" name="Google Shape;370;p55">
            <a:extLst xmlns:a="http://schemas.openxmlformats.org/drawingml/2006/main">
              <a:ext uri="{FF2B5EF4-FFF2-40B4-BE49-F238E27FC236}">
                <a16:creationId xmlns:a16="http://schemas.microsoft.com/office/drawing/2014/main" id="{36BBCA29-C1F7-4BCC-BFD9-8C1DC973C3A8}"/>
              </a:ext>
            </a:extLst>
          </p:cNvPr>
          <p:cNvSpPr>
            <a:spLocks xmlns:a="http://schemas.openxmlformats.org/drawingml/2006/main" noGrp="1"/>
          </p:cNvSpPr>
          <p:nvPr>
            <p:ph type="body" idx="3"/>
          </p:nvPr>
        </p:nvSpPr>
        <p:spPr>
          <a:xfrm xmlns:a="http://schemas.openxmlformats.org/drawingml/2006/main">
            <a:off x="4771001" y="1057008"/>
            <a:ext cx="2471100" cy="177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9050" tIns="19050" rIns="19050" bIns="19050" anchor="t">
            <a:spAutoFit/>
          </a:bodyPr>
          <a:lstStyle xmlns:a="http://schemas.openxmlformats.org/drawingml/2006/main">
            <a:lvl1pPr marL="457200" indent="-228600" algn="l">
              <a:lnSpc>
                <a:spcPct val="90000"/>
              </a:lnSpc>
              <a:spcBef>
                <a:spcPts val="400"/>
              </a:spcBef>
              <a:spcAft>
                <a:spcPts val="0"/>
              </a:spcAft>
              <a:buClr>
                <a:schemeClr val="dk1"/>
              </a:buClr>
              <a:buSzPts val="800"/>
              <a:buNone/>
              <a:defRPr sz="800" b="0" i="0" u="none" cap="none">
                <a:solidFill>
                  <a:schemeClr val="dk1"/>
                </a:solidFill>
              </a:defRPr>
            </a:lvl1pPr>
            <a:lvl2pPr marL="914400" indent="-273050" algn="l">
              <a:lnSpc>
                <a:spcPct val="90000"/>
              </a:lnSpc>
              <a:spcBef>
                <a:spcPts val="1200"/>
              </a:spcBef>
              <a:spcAft>
                <a:spcPts val="0"/>
              </a:spcAft>
              <a:buClr>
                <a:schemeClr val="lt1"/>
              </a:buClr>
              <a:buSzPts val="700"/>
              <a:buChar char="○"/>
              <a:defRPr sz="900"/>
            </a:lvl2pPr>
            <a:lvl3pPr marL="1371600" indent="-273050" algn="l">
              <a:lnSpc>
                <a:spcPct val="90000"/>
              </a:lnSpc>
              <a:spcBef>
                <a:spcPts val="1200"/>
              </a:spcBef>
              <a:spcAft>
                <a:spcPts val="0"/>
              </a:spcAft>
              <a:buClr>
                <a:schemeClr val="lt1"/>
              </a:buClr>
              <a:buSzPts val="700"/>
              <a:buChar char="■"/>
              <a:defRPr sz="800"/>
            </a:lvl3pPr>
            <a:lvl4pPr marL="1828800" indent="-273050" algn="l">
              <a:lnSpc>
                <a:spcPct val="90000"/>
              </a:lnSpc>
              <a:spcBef>
                <a:spcPts val="1200"/>
              </a:spcBef>
              <a:spcAft>
                <a:spcPts val="0"/>
              </a:spcAft>
              <a:buClr>
                <a:schemeClr val="lt1"/>
              </a:buClr>
              <a:buSzPts val="700"/>
              <a:buChar char="●"/>
              <a:defRPr sz="700"/>
            </a:lvl4pPr>
            <a:lvl5pPr marL="2286000" indent="-273050" algn="l">
              <a:lnSpc>
                <a:spcPct val="90000"/>
              </a:lnSpc>
              <a:spcBef>
                <a:spcPts val="1200"/>
              </a:spcBef>
              <a:spcAft>
                <a:spcPts val="0"/>
              </a:spcAft>
              <a:buClr>
                <a:schemeClr val="lt1"/>
              </a:buClr>
              <a:buSzPts val="700"/>
              <a:buChar char="○"/>
              <a:defRPr sz="700"/>
            </a:lvl5pPr>
            <a:lvl6pPr marL="2743200" indent="-273050" algn="l">
              <a:lnSpc>
                <a:spcPct val="90000"/>
              </a:lnSpc>
              <a:spcBef>
                <a:spcPts val="1200"/>
              </a:spcBef>
              <a:spcAft>
                <a:spcPts val="0"/>
              </a:spcAft>
              <a:buClr>
                <a:schemeClr val="dk1"/>
              </a:buClr>
              <a:buSzPts val="700"/>
              <a:buChar char="■"/>
              <a:defRPr sz="700"/>
            </a:lvl6pPr>
            <a:lvl7pPr marL="3200400" indent="-273050" algn="l">
              <a:lnSpc>
                <a:spcPct val="90000"/>
              </a:lnSpc>
              <a:spcBef>
                <a:spcPts val="1200"/>
              </a:spcBef>
              <a:spcAft>
                <a:spcPts val="0"/>
              </a:spcAft>
              <a:buClr>
                <a:schemeClr val="dk1"/>
              </a:buClr>
              <a:buSzPts val="700"/>
              <a:buChar char="●"/>
              <a:defRPr sz="700"/>
            </a:lvl7pPr>
            <a:lvl8pPr marL="3657600" indent="-273050" algn="l">
              <a:lnSpc>
                <a:spcPct val="90000"/>
              </a:lnSpc>
              <a:spcBef>
                <a:spcPts val="1200"/>
              </a:spcBef>
              <a:spcAft>
                <a:spcPts val="0"/>
              </a:spcAft>
              <a:buClr>
                <a:schemeClr val="dk1"/>
              </a:buClr>
              <a:buSzPts val="700"/>
              <a:buChar char="○"/>
              <a:defRPr sz="700"/>
            </a:lvl8pPr>
            <a:lvl9pPr marL="4114800" indent="-273050" algn="l">
              <a:lnSpc>
                <a:spcPct val="90000"/>
              </a:lnSpc>
              <a:spcBef>
                <a:spcPts val="1200"/>
              </a:spcBef>
              <a:spcAft>
                <a:spcPts val="1200"/>
              </a:spcAft>
              <a:buClr>
                <a:schemeClr val="dk1"/>
              </a:buClr>
              <a:buSzPts val="700"/>
              <a:buChar char="■"/>
              <a:defRPr sz="700"/>
            </a:lvl9pPr>
          </a:lstStyle>
          <a:p xmlns:a="http://schemas.openxmlformats.org/drawingml/2006/main"/>
        </p:txBody>
      </p:sp>
      <p:sp>
        <p:nvSpPr>
          <p:cNvPr id="371" name="Google Shape;371;p55">
            <a:extLst xmlns:a="http://schemas.openxmlformats.org/drawingml/2006/main">
              <a:ext uri="{FF2B5EF4-FFF2-40B4-BE49-F238E27FC236}">
                <a16:creationId xmlns:a16="http://schemas.microsoft.com/office/drawing/2014/main" id="{2DE87B96-55C0-4893-AB34-241773C615EE}"/>
              </a:ext>
            </a:extLst>
          </p:cNvPr>
          <p:cNvSpPr>
            <a:spLocks xmlns:a="http://schemas.openxmlformats.org/drawingml/2006/main" noGrp="1"/>
          </p:cNvSpPr>
          <p:nvPr>
            <p:ph type="sldNum" idx="12"/>
          </p:nvPr>
        </p:nvSpPr>
        <p:spPr>
          <a:xfrm xmlns:a="http://schemas.openxmlformats.org/drawingml/2006/main">
            <a:off x="8624850" y="5154425"/>
            <a:ext cx="442800" cy="91500"/>
          </a:xfrm>
          <a:prstGeom xmlns:a="http://schemas.openxmlformats.org/drawingml/2006/main" prst="rect">
            <a:avLst/>
          </a:prstGeom>
        </p:spPr>
        <p:txBody>
          <a:bodyPr xmlns:a="http://schemas.openxmlformats.org/drawingml/2006/main" spcFirstLastPara="1" wrap="square" lIns="0" tIns="0" rIns="0" bIns="0" anchor="ctr">
            <a:noAutofit/>
          </a:bodyPr>
          <a:lstStyle xmlns:a="http://schemas.openxmlformats.org/drawingml/2006/main">
            <a:lvl1pPr algn="r">
              <a:buNone/>
              <a:defRPr sz="600">
                <a:solidFill>
                  <a:schemeClr val="dk2"/>
                </a:solidFill>
                <a:latin typeface="Inter"/>
                <a:ea typeface="Inter"/>
                <a:cs typeface="Inter"/>
              </a:defRPr>
            </a:lvl1pPr>
            <a:lvl2pPr algn="r">
              <a:buNone/>
              <a:defRPr sz="600">
                <a:solidFill>
                  <a:schemeClr val="dk2"/>
                </a:solidFill>
                <a:latin typeface="Inter"/>
                <a:ea typeface="Inter"/>
                <a:cs typeface="Inter"/>
              </a:defRPr>
            </a:lvl2pPr>
            <a:lvl3pPr algn="r">
              <a:buNone/>
              <a:defRPr sz="600">
                <a:solidFill>
                  <a:schemeClr val="dk2"/>
                </a:solidFill>
                <a:latin typeface="Inter"/>
                <a:ea typeface="Inter"/>
                <a:cs typeface="Inter"/>
              </a:defRPr>
            </a:lvl3pPr>
            <a:lvl4pPr algn="r">
              <a:buNone/>
              <a:defRPr sz="600">
                <a:solidFill>
                  <a:schemeClr val="dk2"/>
                </a:solidFill>
                <a:latin typeface="Inter"/>
                <a:ea typeface="Inter"/>
                <a:cs typeface="Inter"/>
              </a:defRPr>
            </a:lvl4pPr>
            <a:lvl5pPr algn="r">
              <a:buNone/>
              <a:defRPr sz="600">
                <a:solidFill>
                  <a:schemeClr val="dk2"/>
                </a:solidFill>
                <a:latin typeface="Inter"/>
                <a:ea typeface="Inter"/>
                <a:cs typeface="Inter"/>
              </a:defRPr>
            </a:lvl5pPr>
            <a:lvl6pPr algn="r">
              <a:buNone/>
              <a:defRPr sz="600">
                <a:solidFill>
                  <a:schemeClr val="dk2"/>
                </a:solidFill>
                <a:latin typeface="Inter"/>
                <a:ea typeface="Inter"/>
                <a:cs typeface="Inter"/>
              </a:defRPr>
            </a:lvl6pPr>
            <a:lvl7pPr algn="r">
              <a:buNone/>
              <a:defRPr sz="600">
                <a:solidFill>
                  <a:schemeClr val="dk2"/>
                </a:solidFill>
                <a:latin typeface="Inter"/>
                <a:ea typeface="Inter"/>
                <a:cs typeface="Inter"/>
              </a:defRPr>
            </a:lvl7pPr>
            <a:lvl8pPr algn="r">
              <a:buNone/>
              <a:defRPr sz="600">
                <a:solidFill>
                  <a:schemeClr val="dk2"/>
                </a:solidFill>
                <a:latin typeface="Inter"/>
                <a:ea typeface="Inter"/>
                <a:cs typeface="Inter"/>
              </a:defRPr>
            </a:lvl8pPr>
            <a:lvl9pPr algn="r">
              <a:buNone/>
              <a:defRPr sz="600">
                <a:solidFill>
                  <a:schemeClr val="dk2"/>
                </a:solidFill>
                <a:latin typeface="Inter"/>
                <a:ea typeface="Inter"/>
                <a:cs typeface="Inter"/>
              </a:defRPr>
            </a:lvl9pPr>
          </a:lstStyle>
          <a:p xmlns:a="http://schemas.openxmlformats.org/drawingml/2006/main">
            <a:pPr marL="0" lvl="0" indent="0" algn="r">
              <a:spcBef>
                <a:spcPts val="0"/>
              </a:spcBef>
              <a:spcAft>
                <a:spcPts val="0"/>
              </a:spcAft>
              <a:buNone/>
            </a:pPr>
            <a:fld id="{00000000-1234-1234-1234-123412341234}" type="slidenum">
              <a:t>‹#›</a:t>
            </a:fld>
            <a:endParaRPr/>
          </a:p>
        </p:txBody>
      </p:sp>
      <p:sp>
        <p:nvSpPr>
          <p:cNvPr id="372" name="Google Shape;372;p55">
            <a:extLst xmlns:a="http://schemas.openxmlformats.org/drawingml/2006/main">
              <a:ext uri="{FF2B5EF4-FFF2-40B4-BE49-F238E27FC236}">
                <a16:creationId xmlns:a16="http://schemas.microsoft.com/office/drawing/2014/main" id="{634B714C-D56F-411A-8CE7-C67AB4CAFD9C}"/>
              </a:ext>
            </a:extLst>
          </p:cNvPr>
          <p:cNvSpPr>
            <a:spLocks xmlns:a="http://schemas.openxmlformats.org/drawingml/2006/main" noGrp="1"/>
          </p:cNvSpPr>
          <p:nvPr>
            <p:ph type="title" idx="0"/>
          </p:nvPr>
        </p:nvSpPr>
        <p:spPr>
          <a:xfrm xmlns:a="http://schemas.openxmlformats.org/drawingml/2006/main">
            <a:off x="201377" y="295836"/>
            <a:ext cx="5191800" cy="346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300" tIns="17150" rIns="34300" bIns="17150" anchor="t">
            <a:noAutofit/>
          </a:bodyPr>
          <a:lstStyle xmlns:a="http://schemas.openxmlformats.org/drawingml/2006/main">
            <a:lvl1pPr algn="l">
              <a:lnSpc>
                <a:spcPct val="90000"/>
              </a:lnSpc>
              <a:spcBef>
                <a:spcPts val="0"/>
              </a:spcBef>
              <a:spcAft>
                <a:spcPts val="0"/>
              </a:spcAft>
              <a:buClr>
                <a:schemeClr val="dk1"/>
              </a:buClr>
              <a:buSzPts val="2250"/>
              <a:buFont typeface="Helvetica Neue"/>
              <a:buNone/>
              <a:defRPr sz="2250" b="0">
                <a:solidFill>
                  <a:schemeClr val="dk1"/>
                </a:solidFill>
              </a:defRPr>
            </a:lvl1pPr>
            <a:lvl2pPr>
              <a:spcBef>
                <a:spcPts val="0"/>
              </a:spcBef>
              <a:spcAft>
                <a:spcPts val="0"/>
              </a:spcAft>
              <a:buSzPts val="500"/>
              <a:buNone/>
              <a:defRPr sz="700"/>
            </a:lvl2pPr>
            <a:lvl3pPr>
              <a:spcBef>
                <a:spcPts val="0"/>
              </a:spcBef>
              <a:spcAft>
                <a:spcPts val="0"/>
              </a:spcAft>
              <a:buSzPts val="500"/>
              <a:buNone/>
              <a:defRPr sz="700"/>
            </a:lvl3pPr>
            <a:lvl4pPr>
              <a:spcBef>
                <a:spcPts val="0"/>
              </a:spcBef>
              <a:spcAft>
                <a:spcPts val="0"/>
              </a:spcAft>
              <a:buSzPts val="500"/>
              <a:buNone/>
              <a:defRPr sz="700"/>
            </a:lvl4pPr>
            <a:lvl5pPr>
              <a:spcBef>
                <a:spcPts val="0"/>
              </a:spcBef>
              <a:spcAft>
                <a:spcPts val="0"/>
              </a:spcAft>
              <a:buSzPts val="500"/>
              <a:buNone/>
              <a:defRPr sz="700"/>
            </a:lvl5pPr>
            <a:lvl6pPr>
              <a:spcBef>
                <a:spcPts val="0"/>
              </a:spcBef>
              <a:spcAft>
                <a:spcPts val="0"/>
              </a:spcAft>
              <a:buSzPts val="500"/>
              <a:buNone/>
              <a:defRPr sz="700"/>
            </a:lvl6pPr>
            <a:lvl7pPr>
              <a:spcBef>
                <a:spcPts val="0"/>
              </a:spcBef>
              <a:spcAft>
                <a:spcPts val="0"/>
              </a:spcAft>
              <a:buSzPts val="500"/>
              <a:buNone/>
              <a:defRPr sz="700"/>
            </a:lvl7pPr>
            <a:lvl8pPr>
              <a:spcBef>
                <a:spcPts val="0"/>
              </a:spcBef>
              <a:spcAft>
                <a:spcPts val="0"/>
              </a:spcAft>
              <a:buSzPts val="500"/>
              <a:buNone/>
              <a:defRPr sz="700"/>
            </a:lvl8pPr>
            <a:lvl9pPr>
              <a:spcBef>
                <a:spcPts val="0"/>
              </a:spcBef>
              <a:spcAft>
                <a:spcPts val="0"/>
              </a:spcAft>
              <a:buSzPts val="500"/>
              <a:buNone/>
              <a:defRPr sz="700"/>
            </a:lvl9pPr>
          </a:lstStyle>
          <a:p xmlns:a="http://schemas.openxmlformats.org/drawingml/2006/main"/>
        </p:txBody>
      </p:sp>
      <p:pic>
        <p:nvPicPr>
          <p:cNvPr id="381" name="Google Shape;373;p55"/>
          <p:cNvPicPr>
            <a:picLocks xmlns:a="http://schemas.openxmlformats.org/drawingml/2006/main" noChangeAspect="1"/>
          </p:cNvPicPr>
          <p:nvPr/>
        </p:nvPicPr>
        <p:blipFill>
          <a:blip xmlns:r="http://schemas.openxmlformats.org/officeDocument/2006/relationships" xmlns:a="http://schemas.openxmlformats.org/drawingml/2006/main" r:embed="R7c29334914ba41fd">
            <a:alphaModFix/>
          </a:blip>
          <a:stretch xmlns:a="http://schemas.openxmlformats.org/drawingml/2006/main">
            <a:fillRect l="0" t="0" r="0" b="0"/>
          </a:stretch>
        </p:blipFill>
        <p:spPr>
          <a:xfrm xmlns:a="http://schemas.openxmlformats.org/drawingml/2006/main">
            <a:off x="228600" y="4836074"/>
            <a:ext cx="153925" cy="153925"/>
          </a:xfrm>
          <a:prstGeom xmlns:a="http://schemas.openxmlformats.org/drawingml/2006/main" prst="rect">
            <a:avLst/>
          </a:prstGeom>
          <a:ln xmlns:a="http://schemas.openxmlformats.org/drawingml/2006/main">
            <a:noFill/>
          </a:ln>
        </p:spPr>
      </p:pic>
    </p:spTree>
  </p:cSld>
</p:sldLayout>
</file>

<file path=ppt/slideLayouts/slideLayout55.xml><?xml version="1.0" encoding="utf-8"?>
<p:sldLayout xmlns:p="http://schemas.openxmlformats.org/presentationml/2006/main" matchingName="Data viz 5">
  <p:cSld name="9_Custom Layout_1">
    <p:bg>
      <p:bgPr>
        <a:solidFill xmlns:a="http://schemas.openxmlformats.org/drawingml/2006/main">
          <a:schemeClr val="lt1"/>
        </a:solidFill>
      </p:bgPr>
    </p:bg>
    <p:spTree>
      <p:nvGrpSpPr>
        <p:cNvPr id="1" name=""/>
        <p:cNvGrpSpPr/>
        <p:nvPr/>
      </p:nvGrpSpPr>
      <p:grpSpPr>
        <a:xfrm xmlns:a="http://schemas.openxmlformats.org/drawingml/2006/main"/>
      </p:grpSpPr>
      <p:sp>
        <p:nvSpPr>
          <p:cNvPr id="375" name="Google Shape;375;p56">
            <a:extLst xmlns:a="http://schemas.openxmlformats.org/drawingml/2006/main">
              <a:ext uri="{FF2B5EF4-FFF2-40B4-BE49-F238E27FC236}">
                <a16:creationId xmlns:a16="http://schemas.microsoft.com/office/drawing/2014/main" id="{681DA01B-810B-4029-AD22-9C220851671A}"/>
              </a:ext>
            </a:extLst>
          </p:cNvPr>
          <p:cNvSpPr>
            <a:spLocks xmlns:a="http://schemas.openxmlformats.org/drawingml/2006/main" noGrp="1"/>
          </p:cNvSpPr>
          <p:nvPr>
            <p:ph type="title" idx="0"/>
          </p:nvPr>
        </p:nvSpPr>
        <p:spPr>
          <a:xfrm xmlns:a="http://schemas.openxmlformats.org/drawingml/2006/main">
            <a:off x="201377" y="295836"/>
            <a:ext cx="5191800" cy="346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300" tIns="17150" rIns="34300" bIns="17150" anchor="t">
            <a:noAutofit/>
          </a:bodyPr>
          <a:lstStyle xmlns:a="http://schemas.openxmlformats.org/drawingml/2006/main">
            <a:lvl1pPr algn="l">
              <a:lnSpc>
                <a:spcPct val="90000"/>
              </a:lnSpc>
              <a:spcBef>
                <a:spcPts val="0"/>
              </a:spcBef>
              <a:spcAft>
                <a:spcPts val="0"/>
              </a:spcAft>
              <a:buClr>
                <a:schemeClr val="dk1"/>
              </a:buClr>
              <a:buSzPts val="2250"/>
              <a:buFont typeface="Helvetica Neue"/>
              <a:buNone/>
              <a:defRPr sz="2250" b="0">
                <a:solidFill>
                  <a:schemeClr val="dk1"/>
                </a:solidFill>
              </a:defRPr>
            </a:lvl1pPr>
            <a:lvl2pPr>
              <a:spcBef>
                <a:spcPts val="0"/>
              </a:spcBef>
              <a:spcAft>
                <a:spcPts val="0"/>
              </a:spcAft>
              <a:buSzPts val="500"/>
              <a:buNone/>
              <a:defRPr sz="700"/>
            </a:lvl2pPr>
            <a:lvl3pPr>
              <a:spcBef>
                <a:spcPts val="0"/>
              </a:spcBef>
              <a:spcAft>
                <a:spcPts val="0"/>
              </a:spcAft>
              <a:buSzPts val="500"/>
              <a:buNone/>
              <a:defRPr sz="700"/>
            </a:lvl3pPr>
            <a:lvl4pPr>
              <a:spcBef>
                <a:spcPts val="0"/>
              </a:spcBef>
              <a:spcAft>
                <a:spcPts val="0"/>
              </a:spcAft>
              <a:buSzPts val="500"/>
              <a:buNone/>
              <a:defRPr sz="700"/>
            </a:lvl4pPr>
            <a:lvl5pPr>
              <a:spcBef>
                <a:spcPts val="0"/>
              </a:spcBef>
              <a:spcAft>
                <a:spcPts val="0"/>
              </a:spcAft>
              <a:buSzPts val="500"/>
              <a:buNone/>
              <a:defRPr sz="700"/>
            </a:lvl5pPr>
            <a:lvl6pPr>
              <a:spcBef>
                <a:spcPts val="0"/>
              </a:spcBef>
              <a:spcAft>
                <a:spcPts val="0"/>
              </a:spcAft>
              <a:buSzPts val="500"/>
              <a:buNone/>
              <a:defRPr sz="700"/>
            </a:lvl6pPr>
            <a:lvl7pPr>
              <a:spcBef>
                <a:spcPts val="0"/>
              </a:spcBef>
              <a:spcAft>
                <a:spcPts val="0"/>
              </a:spcAft>
              <a:buSzPts val="500"/>
              <a:buNone/>
              <a:defRPr sz="700"/>
            </a:lvl7pPr>
            <a:lvl8pPr>
              <a:spcBef>
                <a:spcPts val="0"/>
              </a:spcBef>
              <a:spcAft>
                <a:spcPts val="0"/>
              </a:spcAft>
              <a:buSzPts val="500"/>
              <a:buNone/>
              <a:defRPr sz="700"/>
            </a:lvl8pPr>
            <a:lvl9pPr>
              <a:spcBef>
                <a:spcPts val="0"/>
              </a:spcBef>
              <a:spcAft>
                <a:spcPts val="0"/>
              </a:spcAft>
              <a:buSzPts val="500"/>
              <a:buNone/>
              <a:defRPr sz="700"/>
            </a:lvl9pPr>
          </a:lstStyle>
          <a:p xmlns:a="http://schemas.openxmlformats.org/drawingml/2006/main"/>
        </p:txBody>
      </p:sp>
      <p:sp>
        <p:nvSpPr>
          <p:cNvPr id="376" name="Google Shape;376;p56">
            <a:extLst xmlns:a="http://schemas.openxmlformats.org/drawingml/2006/main">
              <a:ext uri="{FF2B5EF4-FFF2-40B4-BE49-F238E27FC236}">
                <a16:creationId xmlns:a16="http://schemas.microsoft.com/office/drawing/2014/main" id="{228E32B9-EB4D-4273-848E-111F7BFB5D47}"/>
              </a:ext>
            </a:extLst>
          </p:cNvPr>
          <p:cNvSpPr>
            <a:spLocks xmlns:a="http://schemas.openxmlformats.org/drawingml/2006/main" noGrp="1"/>
          </p:cNvSpPr>
          <p:nvPr/>
        </p:nvSpPr>
        <p:spPr>
          <a:xfrm xmlns:a="http://schemas.openxmlformats.org/drawingml/2006/main">
            <a:off x="228600" y="846125"/>
            <a:ext cx="8686800" cy="3867000"/>
          </a:xfrm>
          <a:prstGeom xmlns:a="http://schemas.openxmlformats.org/drawingml/2006/main" prst="roundRect">
            <a:avLst>
              <a:gd name="adj" fmla="val 2619"/>
            </a:avLst>
          </a:prstGeom>
          <a:solidFill xmlns:a="http://schemas.openxmlformats.org/drawingml/2006/main">
            <a:srgbClr val="F4F2E6"/>
          </a:solidFill>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ctr">
              <a:spcBef>
                <a:spcPts val="0"/>
              </a:spcBef>
              <a:spcAft>
                <a:spcPts val="0"/>
              </a:spcAft>
              <a:buNone/>
            </a:pPr>
            <a:r>
              <a:t/>
            </a:r>
            <a:endParaRPr>
              <a:latin typeface="Inter"/>
              <a:ea typeface="Inter"/>
              <a:cs typeface="Inter"/>
            </a:endParaRPr>
          </a:p>
        </p:txBody>
      </p:sp>
      <p:sp>
        <p:nvSpPr>
          <p:cNvPr id="377" name="Google Shape;377;p56">
            <a:extLst xmlns:a="http://schemas.openxmlformats.org/drawingml/2006/main">
              <a:ext uri="{FF2B5EF4-FFF2-40B4-BE49-F238E27FC236}">
                <a16:creationId xmlns:a16="http://schemas.microsoft.com/office/drawing/2014/main" id="{40219E0E-1F03-45D5-AC35-E42C6C3B46CE}"/>
              </a:ext>
            </a:extLst>
          </p:cNvPr>
          <p:cNvSpPr>
            <a:spLocks xmlns:a="http://schemas.openxmlformats.org/drawingml/2006/main" noGrp="1"/>
          </p:cNvSpPr>
          <p:nvPr>
            <p:ph type="body" idx="1"/>
          </p:nvPr>
        </p:nvSpPr>
        <p:spPr>
          <a:xfrm xmlns:a="http://schemas.openxmlformats.org/drawingml/2006/main">
            <a:off x="201377" y="164051"/>
            <a:ext cx="2635800" cy="164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9050" tIns="19050" rIns="19050" bIns="19050" anchor="t">
            <a:spAutoFit/>
          </a:bodyPr>
          <a:lstStyle xmlns:a="http://schemas.openxmlformats.org/drawingml/2006/main">
            <a:lvl1pPr marL="457200" indent="-228600" algn="l">
              <a:lnSpc>
                <a:spcPct val="90000"/>
              </a:lnSpc>
              <a:spcBef>
                <a:spcPts val="400"/>
              </a:spcBef>
              <a:spcAft>
                <a:spcPts val="0"/>
              </a:spcAft>
              <a:buClr>
                <a:schemeClr val="dk2"/>
              </a:buClr>
              <a:buSzPts val="750"/>
              <a:buNone/>
              <a:defRPr sz="750" b="0" i="0" u="none" cap="none">
                <a:solidFill>
                  <a:schemeClr val="dk2"/>
                </a:solidFill>
              </a:defRPr>
            </a:lvl1pPr>
            <a:lvl2pPr marL="914400" indent="-273050" algn="l">
              <a:lnSpc>
                <a:spcPct val="90000"/>
              </a:lnSpc>
              <a:spcBef>
                <a:spcPts val="1200"/>
              </a:spcBef>
              <a:spcAft>
                <a:spcPts val="0"/>
              </a:spcAft>
              <a:buClr>
                <a:schemeClr val="lt1"/>
              </a:buClr>
              <a:buSzPts val="700"/>
              <a:buChar char="○"/>
              <a:defRPr sz="900"/>
            </a:lvl2pPr>
            <a:lvl3pPr marL="1371600" indent="-273050" algn="l">
              <a:lnSpc>
                <a:spcPct val="90000"/>
              </a:lnSpc>
              <a:spcBef>
                <a:spcPts val="1200"/>
              </a:spcBef>
              <a:spcAft>
                <a:spcPts val="0"/>
              </a:spcAft>
              <a:buClr>
                <a:schemeClr val="lt1"/>
              </a:buClr>
              <a:buSzPts val="700"/>
              <a:buChar char="■"/>
              <a:defRPr sz="800"/>
            </a:lvl3pPr>
            <a:lvl4pPr marL="1828800" indent="-273050" algn="l">
              <a:lnSpc>
                <a:spcPct val="90000"/>
              </a:lnSpc>
              <a:spcBef>
                <a:spcPts val="1200"/>
              </a:spcBef>
              <a:spcAft>
                <a:spcPts val="0"/>
              </a:spcAft>
              <a:buClr>
                <a:schemeClr val="lt1"/>
              </a:buClr>
              <a:buSzPts val="700"/>
              <a:buChar char="●"/>
              <a:defRPr sz="700"/>
            </a:lvl4pPr>
            <a:lvl5pPr marL="2286000" indent="-273050" algn="l">
              <a:lnSpc>
                <a:spcPct val="90000"/>
              </a:lnSpc>
              <a:spcBef>
                <a:spcPts val="1200"/>
              </a:spcBef>
              <a:spcAft>
                <a:spcPts val="0"/>
              </a:spcAft>
              <a:buClr>
                <a:schemeClr val="lt1"/>
              </a:buClr>
              <a:buSzPts val="700"/>
              <a:buChar char="○"/>
              <a:defRPr sz="700"/>
            </a:lvl5pPr>
            <a:lvl6pPr marL="2743200" indent="-273050" algn="l">
              <a:lnSpc>
                <a:spcPct val="90000"/>
              </a:lnSpc>
              <a:spcBef>
                <a:spcPts val="1200"/>
              </a:spcBef>
              <a:spcAft>
                <a:spcPts val="0"/>
              </a:spcAft>
              <a:buClr>
                <a:schemeClr val="dk1"/>
              </a:buClr>
              <a:buSzPts val="700"/>
              <a:buChar char="■"/>
              <a:defRPr sz="700"/>
            </a:lvl6pPr>
            <a:lvl7pPr marL="3200400" indent="-273050" algn="l">
              <a:lnSpc>
                <a:spcPct val="90000"/>
              </a:lnSpc>
              <a:spcBef>
                <a:spcPts val="1200"/>
              </a:spcBef>
              <a:spcAft>
                <a:spcPts val="0"/>
              </a:spcAft>
              <a:buClr>
                <a:schemeClr val="dk1"/>
              </a:buClr>
              <a:buSzPts val="700"/>
              <a:buChar char="●"/>
              <a:defRPr sz="700"/>
            </a:lvl7pPr>
            <a:lvl8pPr marL="3657600" indent="-273050" algn="l">
              <a:lnSpc>
                <a:spcPct val="90000"/>
              </a:lnSpc>
              <a:spcBef>
                <a:spcPts val="1200"/>
              </a:spcBef>
              <a:spcAft>
                <a:spcPts val="0"/>
              </a:spcAft>
              <a:buClr>
                <a:schemeClr val="dk1"/>
              </a:buClr>
              <a:buSzPts val="700"/>
              <a:buChar char="○"/>
              <a:defRPr sz="700"/>
            </a:lvl8pPr>
            <a:lvl9pPr marL="4114800" indent="-273050" algn="l">
              <a:lnSpc>
                <a:spcPct val="90000"/>
              </a:lnSpc>
              <a:spcBef>
                <a:spcPts val="1200"/>
              </a:spcBef>
              <a:spcAft>
                <a:spcPts val="1200"/>
              </a:spcAft>
              <a:buClr>
                <a:schemeClr val="dk1"/>
              </a:buClr>
              <a:buSzPts val="700"/>
              <a:buChar char="■"/>
              <a:defRPr sz="700"/>
            </a:lvl9pPr>
          </a:lstStyle>
          <a:p xmlns:a="http://schemas.openxmlformats.org/drawingml/2006/main"/>
        </p:txBody>
      </p:sp>
      <p:pic>
        <p:nvPicPr>
          <p:cNvPr id="382" name="Google Shape;378;p56"/>
          <p:cNvPicPr>
            <a:picLocks xmlns:a="http://schemas.openxmlformats.org/drawingml/2006/main" noChangeAspect="1"/>
          </p:cNvPicPr>
          <p:nvPr/>
        </p:nvPicPr>
        <p:blipFill>
          <a:blip xmlns:r="http://schemas.openxmlformats.org/officeDocument/2006/relationships" xmlns:a="http://schemas.openxmlformats.org/drawingml/2006/main" r:embed="R89ebdf94887842bb">
            <a:alphaModFix/>
          </a:blip>
          <a:stretch xmlns:a="http://schemas.openxmlformats.org/drawingml/2006/main">
            <a:fillRect l="0" t="0" r="0" b="0"/>
          </a:stretch>
        </p:blipFill>
        <p:spPr>
          <a:xfrm xmlns:a="http://schemas.openxmlformats.org/drawingml/2006/main">
            <a:off x="228600" y="4836074"/>
            <a:ext cx="153925" cy="153925"/>
          </a:xfrm>
          <a:prstGeom xmlns:a="http://schemas.openxmlformats.org/drawingml/2006/main" prst="rect">
            <a:avLst/>
          </a:prstGeom>
          <a:ln xmlns:a="http://schemas.openxmlformats.org/drawingml/2006/main">
            <a:noFill/>
          </a:ln>
        </p:spPr>
      </p:pic>
    </p:spTree>
  </p:cSld>
</p:sldLayout>
</file>

<file path=ppt/slideLayouts/slideLayout56.xml><?xml version="1.0" encoding="utf-8"?>
<p:sldLayout xmlns:p="http://schemas.openxmlformats.org/presentationml/2006/main" matchingName="Data viz 6">
  <p:cSld name="20_Custom Layout_1">
    <p:bg>
      <p:bgPr>
        <a:solidFill xmlns:a="http://schemas.openxmlformats.org/drawingml/2006/main">
          <a:schemeClr val="lt1"/>
        </a:solidFill>
      </p:bgPr>
    </p:bg>
    <p:spTree>
      <p:nvGrpSpPr>
        <p:cNvPr id="1" name=""/>
        <p:cNvGrpSpPr/>
        <p:nvPr/>
      </p:nvGrpSpPr>
      <p:grpSpPr>
        <a:xfrm xmlns:a="http://schemas.openxmlformats.org/drawingml/2006/main"/>
      </p:grpSpPr>
      <p:sp>
        <p:nvSpPr>
          <p:cNvPr id="380" name="Google Shape;380;p57">
            <a:extLst xmlns:a="http://schemas.openxmlformats.org/drawingml/2006/main">
              <a:ext uri="{FF2B5EF4-FFF2-40B4-BE49-F238E27FC236}">
                <a16:creationId xmlns:a16="http://schemas.microsoft.com/office/drawing/2014/main" id="{9B36C133-9F43-49ED-BEE0-7211568BA4CB}"/>
              </a:ext>
            </a:extLst>
          </p:cNvPr>
          <p:cNvSpPr>
            <a:spLocks xmlns:a="http://schemas.openxmlformats.org/drawingml/2006/main" noGrp="1"/>
          </p:cNvSpPr>
          <p:nvPr>
            <p:ph type="body" idx="1"/>
          </p:nvPr>
        </p:nvSpPr>
        <p:spPr>
          <a:xfrm xmlns:a="http://schemas.openxmlformats.org/drawingml/2006/main">
            <a:off x="201375" y="3527825"/>
            <a:ext cx="2277000" cy="108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9050" tIns="19050" rIns="19050" bIns="19050" anchor="b">
            <a:noAutofit/>
          </a:bodyPr>
          <a:lstStyle xmlns:a="http://schemas.openxmlformats.org/drawingml/2006/main">
            <a:lvl1pPr marL="457200" indent="-279400" algn="l">
              <a:lnSpc>
                <a:spcPct val="90000"/>
              </a:lnSpc>
              <a:spcBef>
                <a:spcPts val="400"/>
              </a:spcBef>
              <a:spcAft>
                <a:spcPts val="0"/>
              </a:spcAft>
              <a:buClr>
                <a:schemeClr val="dk2"/>
              </a:buClr>
              <a:buSzPts val="800"/>
              <a:buChar char="●"/>
              <a:defRPr sz="800" b="0" i="0" u="none" cap="none">
                <a:solidFill>
                  <a:schemeClr val="dk2"/>
                </a:solidFill>
              </a:defRPr>
            </a:lvl1pPr>
            <a:lvl2pPr marL="914400" indent="-273050" algn="l">
              <a:lnSpc>
                <a:spcPct val="90000"/>
              </a:lnSpc>
              <a:spcBef>
                <a:spcPts val="1200"/>
              </a:spcBef>
              <a:spcAft>
                <a:spcPts val="0"/>
              </a:spcAft>
              <a:buClr>
                <a:schemeClr val="lt1"/>
              </a:buClr>
              <a:buSzPts val="700"/>
              <a:buChar char="○"/>
              <a:defRPr sz="900"/>
            </a:lvl2pPr>
            <a:lvl3pPr marL="1371600" indent="-273050" algn="l">
              <a:lnSpc>
                <a:spcPct val="90000"/>
              </a:lnSpc>
              <a:spcBef>
                <a:spcPts val="1200"/>
              </a:spcBef>
              <a:spcAft>
                <a:spcPts val="0"/>
              </a:spcAft>
              <a:buClr>
                <a:schemeClr val="lt1"/>
              </a:buClr>
              <a:buSzPts val="700"/>
              <a:buChar char="■"/>
              <a:defRPr sz="800"/>
            </a:lvl3pPr>
            <a:lvl4pPr marL="1828800" indent="-273050" algn="l">
              <a:lnSpc>
                <a:spcPct val="90000"/>
              </a:lnSpc>
              <a:spcBef>
                <a:spcPts val="1200"/>
              </a:spcBef>
              <a:spcAft>
                <a:spcPts val="0"/>
              </a:spcAft>
              <a:buClr>
                <a:schemeClr val="lt1"/>
              </a:buClr>
              <a:buSzPts val="700"/>
              <a:buChar char="●"/>
              <a:defRPr sz="700"/>
            </a:lvl4pPr>
            <a:lvl5pPr marL="2286000" indent="-273050" algn="l">
              <a:lnSpc>
                <a:spcPct val="90000"/>
              </a:lnSpc>
              <a:spcBef>
                <a:spcPts val="1200"/>
              </a:spcBef>
              <a:spcAft>
                <a:spcPts val="0"/>
              </a:spcAft>
              <a:buClr>
                <a:schemeClr val="lt1"/>
              </a:buClr>
              <a:buSzPts val="700"/>
              <a:buChar char="○"/>
              <a:defRPr sz="700"/>
            </a:lvl5pPr>
            <a:lvl6pPr marL="2743200" indent="-273050" algn="l">
              <a:lnSpc>
                <a:spcPct val="90000"/>
              </a:lnSpc>
              <a:spcBef>
                <a:spcPts val="1200"/>
              </a:spcBef>
              <a:spcAft>
                <a:spcPts val="0"/>
              </a:spcAft>
              <a:buClr>
                <a:schemeClr val="dk1"/>
              </a:buClr>
              <a:buSzPts val="700"/>
              <a:buChar char="■"/>
              <a:defRPr sz="700"/>
            </a:lvl6pPr>
            <a:lvl7pPr marL="3200400" indent="-273050" algn="l">
              <a:lnSpc>
                <a:spcPct val="90000"/>
              </a:lnSpc>
              <a:spcBef>
                <a:spcPts val="1200"/>
              </a:spcBef>
              <a:spcAft>
                <a:spcPts val="0"/>
              </a:spcAft>
              <a:buClr>
                <a:schemeClr val="dk1"/>
              </a:buClr>
              <a:buSzPts val="700"/>
              <a:buChar char="●"/>
              <a:defRPr sz="700"/>
            </a:lvl7pPr>
            <a:lvl8pPr marL="3657600" indent="-273050" algn="l">
              <a:lnSpc>
                <a:spcPct val="90000"/>
              </a:lnSpc>
              <a:spcBef>
                <a:spcPts val="1200"/>
              </a:spcBef>
              <a:spcAft>
                <a:spcPts val="0"/>
              </a:spcAft>
              <a:buClr>
                <a:schemeClr val="dk1"/>
              </a:buClr>
              <a:buSzPts val="700"/>
              <a:buChar char="○"/>
              <a:defRPr sz="700"/>
            </a:lvl8pPr>
            <a:lvl9pPr marL="4114800" indent="-273050" algn="l">
              <a:lnSpc>
                <a:spcPct val="90000"/>
              </a:lnSpc>
              <a:spcBef>
                <a:spcPts val="1200"/>
              </a:spcBef>
              <a:spcAft>
                <a:spcPts val="1200"/>
              </a:spcAft>
              <a:buClr>
                <a:schemeClr val="dk1"/>
              </a:buClr>
              <a:buSzPts val="700"/>
              <a:buChar char="■"/>
              <a:defRPr sz="700"/>
            </a:lvl9pPr>
          </a:lstStyle>
          <a:p xmlns:a="http://schemas.openxmlformats.org/drawingml/2006/main"/>
        </p:txBody>
      </p:sp>
      <p:sp>
        <p:nvSpPr>
          <p:cNvPr id="381" name="Google Shape;381;p57">
            <a:extLst xmlns:a="http://schemas.openxmlformats.org/drawingml/2006/main">
              <a:ext uri="{FF2B5EF4-FFF2-40B4-BE49-F238E27FC236}">
                <a16:creationId xmlns:a16="http://schemas.microsoft.com/office/drawing/2014/main" id="{DB0FD88F-4DE4-46C3-9FDB-713C17A6FC88}"/>
              </a:ext>
            </a:extLst>
          </p:cNvPr>
          <p:cNvSpPr>
            <a:spLocks xmlns:a="http://schemas.openxmlformats.org/drawingml/2006/main" noGrp="1"/>
          </p:cNvSpPr>
          <p:nvPr>
            <p:ph type="body" idx="2"/>
          </p:nvPr>
        </p:nvSpPr>
        <p:spPr>
          <a:xfrm xmlns:a="http://schemas.openxmlformats.org/drawingml/2006/main">
            <a:off x="3172975" y="228600"/>
            <a:ext cx="5742300" cy="4500000"/>
          </a:xfrm>
          <a:prstGeom xmlns:a="http://schemas.openxmlformats.org/drawingml/2006/main" prst="roundRect">
            <a:avLst>
              <a:gd name="adj" fmla="val 2470"/>
            </a:avLst>
          </a:prstGeom>
          <a:solidFill xmlns:a="http://schemas.openxmlformats.org/drawingml/2006/main">
            <a:srgbClr val="F4F2E6"/>
          </a:solidFill>
          <a:ln xmlns:a="http://schemas.openxmlformats.org/drawingml/2006/main">
            <a:noFill/>
          </a:ln>
        </p:spPr>
        <p:txBody>
          <a:bodyPr xmlns:a="http://schemas.openxmlformats.org/drawingml/2006/main" spcFirstLastPara="1" wrap="square" lIns="34300" tIns="109725" rIns="34300" bIns="17150" anchor="t">
            <a:normAutofit/>
          </a:bodyPr>
          <a:lstStyle xmlns:a="http://schemas.openxmlformats.org/drawingml/2006/main">
            <a:lvl1pPr marL="457200" indent="-228600">
              <a:lnSpc>
                <a:spcPct val="90000"/>
              </a:lnSpc>
              <a:spcBef>
                <a:spcPts val="400"/>
              </a:spcBef>
              <a:spcAft>
                <a:spcPts val="0"/>
              </a:spcAft>
              <a:buClr>
                <a:srgbClr val="F4F2E6"/>
              </a:buClr>
              <a:buSzPts val="1200"/>
              <a:buFont typeface="Arial"/>
              <a:buNone/>
              <a:defRPr sz="1200">
                <a:solidFill>
                  <a:srgbClr val="F4F2E6"/>
                </a:solidFill>
              </a:defRPr>
            </a:lvl1pPr>
            <a:lvl2pPr marL="914400" indent="-304800">
              <a:lnSpc>
                <a:spcPct val="90000"/>
              </a:lnSpc>
              <a:spcBef>
                <a:spcPts val="1200"/>
              </a:spcBef>
              <a:spcAft>
                <a:spcPts val="0"/>
              </a:spcAft>
              <a:buClr>
                <a:srgbClr val="F4F2E6"/>
              </a:buClr>
              <a:buSzPts val="1200"/>
              <a:buChar char="○"/>
              <a:defRPr sz="1200">
                <a:solidFill>
                  <a:srgbClr val="F4F2E6"/>
                </a:solidFill>
              </a:defRPr>
            </a:lvl2pPr>
            <a:lvl3pPr marL="1371600" indent="-304800">
              <a:lnSpc>
                <a:spcPct val="90000"/>
              </a:lnSpc>
              <a:spcBef>
                <a:spcPts val="1200"/>
              </a:spcBef>
              <a:spcAft>
                <a:spcPts val="0"/>
              </a:spcAft>
              <a:buClr>
                <a:srgbClr val="F4F2E6"/>
              </a:buClr>
              <a:buSzPts val="1200"/>
              <a:buChar char="■"/>
              <a:defRPr sz="1200">
                <a:solidFill>
                  <a:srgbClr val="F4F2E6"/>
                </a:solidFill>
              </a:defRPr>
            </a:lvl3pPr>
            <a:lvl4pPr marL="1828800" indent="-304800">
              <a:lnSpc>
                <a:spcPct val="90000"/>
              </a:lnSpc>
              <a:spcBef>
                <a:spcPts val="1200"/>
              </a:spcBef>
              <a:spcAft>
                <a:spcPts val="0"/>
              </a:spcAft>
              <a:buClr>
                <a:srgbClr val="F4F2E6"/>
              </a:buClr>
              <a:buSzPts val="1200"/>
              <a:buChar char="●"/>
              <a:defRPr sz="1200">
                <a:solidFill>
                  <a:srgbClr val="F4F2E6"/>
                </a:solidFill>
              </a:defRPr>
            </a:lvl4pPr>
            <a:lvl5pPr marL="2286000" indent="-304800">
              <a:lnSpc>
                <a:spcPct val="90000"/>
              </a:lnSpc>
              <a:spcBef>
                <a:spcPts val="1200"/>
              </a:spcBef>
              <a:spcAft>
                <a:spcPts val="0"/>
              </a:spcAft>
              <a:buClr>
                <a:srgbClr val="F4F2E6"/>
              </a:buClr>
              <a:buSzPts val="1200"/>
              <a:buChar char="○"/>
              <a:defRPr sz="1200">
                <a:solidFill>
                  <a:srgbClr val="F4F2E6"/>
                </a:solidFill>
              </a:defRPr>
            </a:lvl5pPr>
            <a:lvl6pPr marL="2743200" indent="-304800">
              <a:lnSpc>
                <a:spcPct val="90000"/>
              </a:lnSpc>
              <a:spcBef>
                <a:spcPts val="1200"/>
              </a:spcBef>
              <a:spcAft>
                <a:spcPts val="0"/>
              </a:spcAft>
              <a:buClr>
                <a:srgbClr val="F4F2E6"/>
              </a:buClr>
              <a:buSzPts val="1200"/>
              <a:buChar char="■"/>
              <a:defRPr sz="1200">
                <a:solidFill>
                  <a:srgbClr val="F4F2E6"/>
                </a:solidFill>
              </a:defRPr>
            </a:lvl6pPr>
            <a:lvl7pPr marL="3200400" indent="-304800">
              <a:lnSpc>
                <a:spcPct val="90000"/>
              </a:lnSpc>
              <a:spcBef>
                <a:spcPts val="1200"/>
              </a:spcBef>
              <a:spcAft>
                <a:spcPts val="0"/>
              </a:spcAft>
              <a:buClr>
                <a:srgbClr val="F4F2E6"/>
              </a:buClr>
              <a:buSzPts val="1200"/>
              <a:buChar char="●"/>
              <a:defRPr sz="1200">
                <a:solidFill>
                  <a:srgbClr val="F4F2E6"/>
                </a:solidFill>
              </a:defRPr>
            </a:lvl7pPr>
            <a:lvl8pPr marL="3657600" indent="-304800">
              <a:lnSpc>
                <a:spcPct val="90000"/>
              </a:lnSpc>
              <a:spcBef>
                <a:spcPts val="1200"/>
              </a:spcBef>
              <a:spcAft>
                <a:spcPts val="0"/>
              </a:spcAft>
              <a:buClr>
                <a:srgbClr val="F4F2E6"/>
              </a:buClr>
              <a:buSzPts val="1200"/>
              <a:buChar char="○"/>
              <a:defRPr sz="1200">
                <a:solidFill>
                  <a:srgbClr val="F4F2E6"/>
                </a:solidFill>
              </a:defRPr>
            </a:lvl8pPr>
            <a:lvl9pPr marL="4114800" indent="-304800">
              <a:lnSpc>
                <a:spcPct val="90000"/>
              </a:lnSpc>
              <a:spcBef>
                <a:spcPts val="1200"/>
              </a:spcBef>
              <a:spcAft>
                <a:spcPts val="1200"/>
              </a:spcAft>
              <a:buClr>
                <a:srgbClr val="F4F2E6"/>
              </a:buClr>
              <a:buSzPts val="1200"/>
              <a:buChar char="■"/>
              <a:defRPr sz="1200">
                <a:solidFill>
                  <a:srgbClr val="F4F2E6"/>
                </a:solidFill>
              </a:defRPr>
            </a:lvl9pPr>
          </a:lstStyle>
          <a:p xmlns:a="http://schemas.openxmlformats.org/drawingml/2006/main"/>
        </p:txBody>
      </p:sp>
      <p:sp>
        <p:nvSpPr>
          <p:cNvPr id="382" name="Google Shape;382;p57">
            <a:extLst xmlns:a="http://schemas.openxmlformats.org/drawingml/2006/main">
              <a:ext uri="{FF2B5EF4-FFF2-40B4-BE49-F238E27FC236}">
                <a16:creationId xmlns:a16="http://schemas.microsoft.com/office/drawing/2014/main" id="{DFD2CA2D-8F0A-4F3C-9AC2-5E9786E244FB}"/>
              </a:ext>
            </a:extLst>
          </p:cNvPr>
          <p:cNvSpPr>
            <a:spLocks xmlns:a="http://schemas.openxmlformats.org/drawingml/2006/main" noGrp="1"/>
          </p:cNvSpPr>
          <p:nvPr>
            <p:ph type="body" idx="3"/>
          </p:nvPr>
        </p:nvSpPr>
        <p:spPr>
          <a:xfrm xmlns:a="http://schemas.openxmlformats.org/drawingml/2006/main">
            <a:off x="201377" y="164051"/>
            <a:ext cx="2635800" cy="164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9050" tIns="19050" rIns="19050" bIns="19050" anchor="t">
            <a:spAutoFit/>
          </a:bodyPr>
          <a:lstStyle xmlns:a="http://schemas.openxmlformats.org/drawingml/2006/main">
            <a:lvl1pPr marL="457200" indent="-228600" algn="l">
              <a:lnSpc>
                <a:spcPct val="90000"/>
              </a:lnSpc>
              <a:spcBef>
                <a:spcPts val="400"/>
              </a:spcBef>
              <a:spcAft>
                <a:spcPts val="0"/>
              </a:spcAft>
              <a:buClr>
                <a:schemeClr val="dk2"/>
              </a:buClr>
              <a:buSzPts val="750"/>
              <a:buNone/>
              <a:defRPr sz="750" b="0" i="0" u="none" cap="none">
                <a:solidFill>
                  <a:schemeClr val="dk2"/>
                </a:solidFill>
              </a:defRPr>
            </a:lvl1pPr>
            <a:lvl2pPr marL="914400" indent="-276225" algn="l">
              <a:lnSpc>
                <a:spcPct val="90000"/>
              </a:lnSpc>
              <a:spcBef>
                <a:spcPts val="1200"/>
              </a:spcBef>
              <a:spcAft>
                <a:spcPts val="0"/>
              </a:spcAft>
              <a:buClr>
                <a:schemeClr val="lt1"/>
              </a:buClr>
              <a:buSzPts val="750"/>
              <a:buChar char="○"/>
              <a:defRPr sz="750"/>
            </a:lvl2pPr>
            <a:lvl3pPr marL="1371600" indent="-276225" algn="l">
              <a:lnSpc>
                <a:spcPct val="90000"/>
              </a:lnSpc>
              <a:spcBef>
                <a:spcPts val="1200"/>
              </a:spcBef>
              <a:spcAft>
                <a:spcPts val="0"/>
              </a:spcAft>
              <a:buClr>
                <a:schemeClr val="lt1"/>
              </a:buClr>
              <a:buSzPts val="750"/>
              <a:buChar char="■"/>
              <a:defRPr sz="750"/>
            </a:lvl3pPr>
            <a:lvl4pPr marL="1828800" indent="-276225" algn="l">
              <a:lnSpc>
                <a:spcPct val="90000"/>
              </a:lnSpc>
              <a:spcBef>
                <a:spcPts val="1200"/>
              </a:spcBef>
              <a:spcAft>
                <a:spcPts val="0"/>
              </a:spcAft>
              <a:buClr>
                <a:schemeClr val="lt1"/>
              </a:buClr>
              <a:buSzPts val="750"/>
              <a:buChar char="●"/>
              <a:defRPr sz="750"/>
            </a:lvl4pPr>
            <a:lvl5pPr marL="2286000" indent="-276225" algn="l">
              <a:lnSpc>
                <a:spcPct val="90000"/>
              </a:lnSpc>
              <a:spcBef>
                <a:spcPts val="1200"/>
              </a:spcBef>
              <a:spcAft>
                <a:spcPts val="0"/>
              </a:spcAft>
              <a:buClr>
                <a:schemeClr val="lt1"/>
              </a:buClr>
              <a:buSzPts val="750"/>
              <a:buChar char="○"/>
              <a:defRPr sz="750"/>
            </a:lvl5pPr>
            <a:lvl6pPr marL="2743200" indent="-276225" algn="l">
              <a:lnSpc>
                <a:spcPct val="90000"/>
              </a:lnSpc>
              <a:spcBef>
                <a:spcPts val="1200"/>
              </a:spcBef>
              <a:spcAft>
                <a:spcPts val="0"/>
              </a:spcAft>
              <a:buClr>
                <a:schemeClr val="dk1"/>
              </a:buClr>
              <a:buSzPts val="750"/>
              <a:buChar char="■"/>
              <a:defRPr sz="750"/>
            </a:lvl6pPr>
            <a:lvl7pPr marL="3200400" indent="-276225" algn="l">
              <a:lnSpc>
                <a:spcPct val="90000"/>
              </a:lnSpc>
              <a:spcBef>
                <a:spcPts val="1200"/>
              </a:spcBef>
              <a:spcAft>
                <a:spcPts val="0"/>
              </a:spcAft>
              <a:buClr>
                <a:schemeClr val="dk1"/>
              </a:buClr>
              <a:buSzPts val="750"/>
              <a:buChar char="●"/>
              <a:defRPr sz="750"/>
            </a:lvl7pPr>
            <a:lvl8pPr marL="3657600" indent="-276225" algn="l">
              <a:lnSpc>
                <a:spcPct val="90000"/>
              </a:lnSpc>
              <a:spcBef>
                <a:spcPts val="1200"/>
              </a:spcBef>
              <a:spcAft>
                <a:spcPts val="0"/>
              </a:spcAft>
              <a:buClr>
                <a:schemeClr val="dk1"/>
              </a:buClr>
              <a:buSzPts val="750"/>
              <a:buChar char="○"/>
              <a:defRPr sz="750"/>
            </a:lvl8pPr>
            <a:lvl9pPr marL="4114800" indent="-276225" algn="l">
              <a:lnSpc>
                <a:spcPct val="90000"/>
              </a:lnSpc>
              <a:spcBef>
                <a:spcPts val="1200"/>
              </a:spcBef>
              <a:spcAft>
                <a:spcPts val="1200"/>
              </a:spcAft>
              <a:buClr>
                <a:schemeClr val="dk1"/>
              </a:buClr>
              <a:buSzPts val="750"/>
              <a:buChar char="■"/>
              <a:defRPr sz="750"/>
            </a:lvl9pPr>
          </a:lstStyle>
          <a:p xmlns:a="http://schemas.openxmlformats.org/drawingml/2006/main"/>
        </p:txBody>
      </p:sp>
      <p:sp>
        <p:nvSpPr>
          <p:cNvPr id="383" name="Google Shape;383;p57">
            <a:extLst xmlns:a="http://schemas.openxmlformats.org/drawingml/2006/main">
              <a:ext uri="{FF2B5EF4-FFF2-40B4-BE49-F238E27FC236}">
                <a16:creationId xmlns:a16="http://schemas.microsoft.com/office/drawing/2014/main" id="{C8E92006-DAE1-46DF-8294-2B7331A19BA6}"/>
              </a:ext>
            </a:extLst>
          </p:cNvPr>
          <p:cNvSpPr>
            <a:spLocks xmlns:a="http://schemas.openxmlformats.org/drawingml/2006/main" noGrp="1"/>
          </p:cNvSpPr>
          <p:nvPr>
            <p:ph type="title" idx="0"/>
          </p:nvPr>
        </p:nvSpPr>
        <p:spPr>
          <a:xfrm xmlns:a="http://schemas.openxmlformats.org/drawingml/2006/main">
            <a:off x="201376" y="295825"/>
            <a:ext cx="2834400" cy="346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300" tIns="17150" rIns="34300" bIns="17150" anchor="t">
            <a:noAutofit/>
          </a:bodyPr>
          <a:lstStyle xmlns:a="http://schemas.openxmlformats.org/drawingml/2006/main">
            <a:lvl1pPr algn="l">
              <a:lnSpc>
                <a:spcPct val="90000"/>
              </a:lnSpc>
              <a:spcBef>
                <a:spcPts val="0"/>
              </a:spcBef>
              <a:spcAft>
                <a:spcPts val="0"/>
              </a:spcAft>
              <a:buClr>
                <a:schemeClr val="dk1"/>
              </a:buClr>
              <a:buSzPts val="2250"/>
              <a:buFont typeface="Helvetica Neue"/>
              <a:buNone/>
              <a:defRPr sz="2250" b="0">
                <a:solidFill>
                  <a:schemeClr val="dk1"/>
                </a:solidFill>
              </a:defRPr>
            </a:lvl1pPr>
            <a:lvl2pPr>
              <a:spcBef>
                <a:spcPts val="0"/>
              </a:spcBef>
              <a:spcAft>
                <a:spcPts val="0"/>
              </a:spcAft>
              <a:buSzPts val="500"/>
              <a:buNone/>
              <a:defRPr sz="700"/>
            </a:lvl2pPr>
            <a:lvl3pPr>
              <a:spcBef>
                <a:spcPts val="0"/>
              </a:spcBef>
              <a:spcAft>
                <a:spcPts val="0"/>
              </a:spcAft>
              <a:buSzPts val="500"/>
              <a:buNone/>
              <a:defRPr sz="700"/>
            </a:lvl3pPr>
            <a:lvl4pPr>
              <a:spcBef>
                <a:spcPts val="0"/>
              </a:spcBef>
              <a:spcAft>
                <a:spcPts val="0"/>
              </a:spcAft>
              <a:buSzPts val="500"/>
              <a:buNone/>
              <a:defRPr sz="700"/>
            </a:lvl4pPr>
            <a:lvl5pPr>
              <a:spcBef>
                <a:spcPts val="0"/>
              </a:spcBef>
              <a:spcAft>
                <a:spcPts val="0"/>
              </a:spcAft>
              <a:buSzPts val="500"/>
              <a:buNone/>
              <a:defRPr sz="700"/>
            </a:lvl5pPr>
            <a:lvl6pPr>
              <a:spcBef>
                <a:spcPts val="0"/>
              </a:spcBef>
              <a:spcAft>
                <a:spcPts val="0"/>
              </a:spcAft>
              <a:buSzPts val="500"/>
              <a:buNone/>
              <a:defRPr sz="700"/>
            </a:lvl6pPr>
            <a:lvl7pPr>
              <a:spcBef>
                <a:spcPts val="0"/>
              </a:spcBef>
              <a:spcAft>
                <a:spcPts val="0"/>
              </a:spcAft>
              <a:buSzPts val="500"/>
              <a:buNone/>
              <a:defRPr sz="700"/>
            </a:lvl7pPr>
            <a:lvl8pPr>
              <a:spcBef>
                <a:spcPts val="0"/>
              </a:spcBef>
              <a:spcAft>
                <a:spcPts val="0"/>
              </a:spcAft>
              <a:buSzPts val="500"/>
              <a:buNone/>
              <a:defRPr sz="700"/>
            </a:lvl8pPr>
            <a:lvl9pPr>
              <a:spcBef>
                <a:spcPts val="0"/>
              </a:spcBef>
              <a:spcAft>
                <a:spcPts val="0"/>
              </a:spcAft>
              <a:buSzPts val="500"/>
              <a:buNone/>
              <a:defRPr sz="700"/>
            </a:lvl9pPr>
          </a:lstStyle>
          <a:p xmlns:a="http://schemas.openxmlformats.org/drawingml/2006/main"/>
        </p:txBody>
      </p:sp>
      <p:pic>
        <p:nvPicPr>
          <p:cNvPr id="389" name="Google Shape;384;p57"/>
          <p:cNvPicPr>
            <a:picLocks xmlns:a="http://schemas.openxmlformats.org/drawingml/2006/main" noChangeAspect="1"/>
          </p:cNvPicPr>
          <p:nvPr/>
        </p:nvPicPr>
        <p:blipFill>
          <a:blip xmlns:r="http://schemas.openxmlformats.org/officeDocument/2006/relationships" xmlns:a="http://schemas.openxmlformats.org/drawingml/2006/main" r:embed="Rdaf613d33f8e4bca">
            <a:alphaModFix/>
          </a:blip>
          <a:stretch xmlns:a="http://schemas.openxmlformats.org/drawingml/2006/main">
            <a:fillRect l="0" t="0" r="0" b="0"/>
          </a:stretch>
        </p:blipFill>
        <p:spPr>
          <a:xfrm xmlns:a="http://schemas.openxmlformats.org/drawingml/2006/main">
            <a:off x="228600" y="4836074"/>
            <a:ext cx="153925" cy="153925"/>
          </a:xfrm>
          <a:prstGeom xmlns:a="http://schemas.openxmlformats.org/drawingml/2006/main" prst="rect">
            <a:avLst/>
          </a:prstGeom>
          <a:ln xmlns:a="http://schemas.openxmlformats.org/drawingml/2006/main">
            <a:noFill/>
          </a:ln>
        </p:spPr>
      </p:pic>
    </p:spTree>
  </p:cSld>
</p:sldLayout>
</file>

<file path=ppt/slideLayouts/slideLayout57.xml><?xml version="1.0" encoding="utf-8"?>
<p:sldLayout xmlns:p="http://schemas.openxmlformats.org/presentationml/2006/main" matchingName="Data summary 1">
  <p:cSld name="Market Insights - Market Size Forecast_1">
    <p:bg>
      <p:bgPr>
        <a:solidFill xmlns:a="http://schemas.openxmlformats.org/drawingml/2006/main">
          <a:schemeClr val="lt1"/>
        </a:solidFill>
      </p:bgPr>
    </p:bg>
    <p:spTree>
      <p:nvGrpSpPr>
        <p:cNvPr id="1" name=""/>
        <p:cNvGrpSpPr/>
        <p:nvPr/>
      </p:nvGrpSpPr>
      <p:grpSpPr>
        <a:xfrm xmlns:a="http://schemas.openxmlformats.org/drawingml/2006/main"/>
      </p:grpSpPr>
      <p:sp>
        <p:nvSpPr>
          <p:cNvPr id="386" name="Google Shape;386;p58">
            <a:extLst xmlns:a="http://schemas.openxmlformats.org/drawingml/2006/main">
              <a:ext uri="{FF2B5EF4-FFF2-40B4-BE49-F238E27FC236}">
                <a16:creationId xmlns:a16="http://schemas.microsoft.com/office/drawing/2014/main" id="{160221AB-36F3-4713-BC2E-8552DF284096}"/>
              </a:ext>
            </a:extLst>
          </p:cNvPr>
          <p:cNvSpPr>
            <a:spLocks xmlns:a="http://schemas.openxmlformats.org/drawingml/2006/main" noGrp="1"/>
          </p:cNvSpPr>
          <p:nvPr>
            <p:ph type="body" idx="1"/>
          </p:nvPr>
        </p:nvSpPr>
        <p:spPr>
          <a:xfrm xmlns:a="http://schemas.openxmlformats.org/drawingml/2006/main">
            <a:off x="3866849" y="4069066"/>
            <a:ext cx="648000" cy="418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7500" tIns="0" rIns="67500" bIns="0" anchor="ctr">
            <a:noAutofit/>
          </a:bodyPr>
          <a:lstStyle xmlns:a="http://schemas.openxmlformats.org/drawingml/2006/main">
            <a:lvl1pPr marL="457200" indent="-279400" algn="l">
              <a:lnSpc>
                <a:spcPct val="120000"/>
              </a:lnSpc>
              <a:spcBef>
                <a:spcPts val="0"/>
              </a:spcBef>
              <a:spcAft>
                <a:spcPts val="0"/>
              </a:spcAft>
              <a:buClr>
                <a:srgbClr val="7F7F7F"/>
              </a:buClr>
              <a:buSzPts val="800"/>
              <a:buFont typeface="Helvetica Neue"/>
              <a:buChar char="●"/>
              <a:defRPr sz="800">
                <a:solidFill>
                  <a:srgbClr val="7F7F7F"/>
                </a:solidFill>
              </a:defRPr>
            </a:lvl1pPr>
            <a:lvl2pPr marL="914400" indent="-273050" algn="l">
              <a:lnSpc>
                <a:spcPct val="100000"/>
              </a:lnSpc>
              <a:spcBef>
                <a:spcPts val="0"/>
              </a:spcBef>
              <a:spcAft>
                <a:spcPts val="0"/>
              </a:spcAft>
              <a:buClr>
                <a:srgbClr val="000000"/>
              </a:buClr>
              <a:buSzPts val="700"/>
              <a:buChar char="○"/>
              <a:defRPr sz="2100"/>
            </a:lvl2pPr>
            <a:lvl3pPr marL="1371600" indent="-273050" algn="l">
              <a:lnSpc>
                <a:spcPct val="100000"/>
              </a:lnSpc>
              <a:spcBef>
                <a:spcPts val="0"/>
              </a:spcBef>
              <a:spcAft>
                <a:spcPts val="0"/>
              </a:spcAft>
              <a:buClr>
                <a:srgbClr val="000000"/>
              </a:buClr>
              <a:buSzPts val="700"/>
              <a:buChar char="■"/>
              <a:defRPr sz="2100"/>
            </a:lvl3pPr>
            <a:lvl4pPr marL="1828800" indent="-273050" algn="l">
              <a:lnSpc>
                <a:spcPct val="100000"/>
              </a:lnSpc>
              <a:spcBef>
                <a:spcPts val="0"/>
              </a:spcBef>
              <a:spcAft>
                <a:spcPts val="0"/>
              </a:spcAft>
              <a:buClr>
                <a:srgbClr val="000000"/>
              </a:buClr>
              <a:buSzPts val="700"/>
              <a:buChar char="●"/>
              <a:defRPr sz="2100"/>
            </a:lvl4pPr>
            <a:lvl5pPr marL="2286000" indent="-273050" algn="l">
              <a:lnSpc>
                <a:spcPct val="100000"/>
              </a:lnSpc>
              <a:spcBef>
                <a:spcPts val="0"/>
              </a:spcBef>
              <a:spcAft>
                <a:spcPts val="0"/>
              </a:spcAft>
              <a:buClr>
                <a:srgbClr val="000000"/>
              </a:buClr>
              <a:buSzPts val="700"/>
              <a:buChar char="○"/>
              <a:defRPr sz="2100"/>
            </a:lvl5pPr>
            <a:lvl6pPr marL="2743200" indent="-273050" algn="l">
              <a:lnSpc>
                <a:spcPct val="100000"/>
              </a:lnSpc>
              <a:spcBef>
                <a:spcPts val="0"/>
              </a:spcBef>
              <a:spcAft>
                <a:spcPts val="0"/>
              </a:spcAft>
              <a:buClr>
                <a:srgbClr val="000000"/>
              </a:buClr>
              <a:buSzPts val="700"/>
              <a:buChar char="■"/>
              <a:defRPr sz="2100"/>
            </a:lvl6pPr>
            <a:lvl7pPr marL="3200400" indent="-273050" algn="l">
              <a:lnSpc>
                <a:spcPct val="100000"/>
              </a:lnSpc>
              <a:spcBef>
                <a:spcPts val="0"/>
              </a:spcBef>
              <a:spcAft>
                <a:spcPts val="0"/>
              </a:spcAft>
              <a:buClr>
                <a:srgbClr val="000000"/>
              </a:buClr>
              <a:buSzPts val="700"/>
              <a:buChar char="●"/>
              <a:defRPr sz="2100"/>
            </a:lvl7pPr>
            <a:lvl8pPr marL="3657600" indent="-273050" algn="l">
              <a:lnSpc>
                <a:spcPct val="100000"/>
              </a:lnSpc>
              <a:spcBef>
                <a:spcPts val="0"/>
              </a:spcBef>
              <a:spcAft>
                <a:spcPts val="0"/>
              </a:spcAft>
              <a:buClr>
                <a:srgbClr val="000000"/>
              </a:buClr>
              <a:buSzPts val="700"/>
              <a:buChar char="○"/>
              <a:defRPr sz="2100"/>
            </a:lvl8pPr>
            <a:lvl9pPr marL="4114800" indent="-273050" algn="l">
              <a:lnSpc>
                <a:spcPct val="100000"/>
              </a:lnSpc>
              <a:spcBef>
                <a:spcPts val="0"/>
              </a:spcBef>
              <a:spcAft>
                <a:spcPts val="0"/>
              </a:spcAft>
              <a:buClr>
                <a:srgbClr val="000000"/>
              </a:buClr>
              <a:buSzPts val="700"/>
              <a:buChar char="■"/>
              <a:defRPr sz="2100"/>
            </a:lvl9pPr>
          </a:lstStyle>
          <a:p xmlns:a="http://schemas.openxmlformats.org/drawingml/2006/main"/>
        </p:txBody>
      </p:sp>
      <p:sp>
        <p:nvSpPr>
          <p:cNvPr id="387" name="Google Shape;387;p58">
            <a:extLst xmlns:a="http://schemas.openxmlformats.org/drawingml/2006/main">
              <a:ext uri="{FF2B5EF4-FFF2-40B4-BE49-F238E27FC236}">
                <a16:creationId xmlns:a16="http://schemas.microsoft.com/office/drawing/2014/main" id="{654F9FCC-E6AA-4FF9-866C-AB762D3B1016}"/>
              </a:ext>
            </a:extLst>
          </p:cNvPr>
          <p:cNvSpPr>
            <a:spLocks xmlns:a="http://schemas.openxmlformats.org/drawingml/2006/main" noGrp="1"/>
          </p:cNvSpPr>
          <p:nvPr>
            <p:ph type="body" idx="2"/>
          </p:nvPr>
        </p:nvSpPr>
        <p:spPr>
          <a:xfrm xmlns:a="http://schemas.openxmlformats.org/drawingml/2006/main">
            <a:off x="3191849" y="4069066"/>
            <a:ext cx="648000" cy="418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7500" tIns="0" rIns="67500" bIns="0" anchor="ctr">
            <a:noAutofit/>
          </a:bodyPr>
          <a:lstStyle xmlns:a="http://schemas.openxmlformats.org/drawingml/2006/main">
            <a:lvl1pPr marL="457200" indent="-279400" algn="l">
              <a:lnSpc>
                <a:spcPct val="120000"/>
              </a:lnSpc>
              <a:spcBef>
                <a:spcPts val="0"/>
              </a:spcBef>
              <a:spcAft>
                <a:spcPts val="0"/>
              </a:spcAft>
              <a:buClr>
                <a:srgbClr val="7F7F7F"/>
              </a:buClr>
              <a:buSzPts val="800"/>
              <a:buFont typeface="Helvetica Neue"/>
              <a:buChar char="●"/>
              <a:defRPr sz="800">
                <a:solidFill>
                  <a:srgbClr val="7F7F7F"/>
                </a:solidFill>
              </a:defRPr>
            </a:lvl1pPr>
            <a:lvl2pPr marL="914400" indent="-273050" algn="l">
              <a:lnSpc>
                <a:spcPct val="100000"/>
              </a:lnSpc>
              <a:spcBef>
                <a:spcPts val="0"/>
              </a:spcBef>
              <a:spcAft>
                <a:spcPts val="0"/>
              </a:spcAft>
              <a:buClr>
                <a:srgbClr val="000000"/>
              </a:buClr>
              <a:buSzPts val="700"/>
              <a:buChar char="○"/>
              <a:defRPr sz="2100"/>
            </a:lvl2pPr>
            <a:lvl3pPr marL="1371600" indent="-273050" algn="l">
              <a:lnSpc>
                <a:spcPct val="100000"/>
              </a:lnSpc>
              <a:spcBef>
                <a:spcPts val="0"/>
              </a:spcBef>
              <a:spcAft>
                <a:spcPts val="0"/>
              </a:spcAft>
              <a:buClr>
                <a:srgbClr val="000000"/>
              </a:buClr>
              <a:buSzPts val="700"/>
              <a:buChar char="■"/>
              <a:defRPr sz="2100"/>
            </a:lvl3pPr>
            <a:lvl4pPr marL="1828800" indent="-273050" algn="l">
              <a:lnSpc>
                <a:spcPct val="100000"/>
              </a:lnSpc>
              <a:spcBef>
                <a:spcPts val="0"/>
              </a:spcBef>
              <a:spcAft>
                <a:spcPts val="0"/>
              </a:spcAft>
              <a:buClr>
                <a:srgbClr val="000000"/>
              </a:buClr>
              <a:buSzPts val="700"/>
              <a:buChar char="●"/>
              <a:defRPr sz="2100"/>
            </a:lvl4pPr>
            <a:lvl5pPr marL="2286000" indent="-273050" algn="l">
              <a:lnSpc>
                <a:spcPct val="100000"/>
              </a:lnSpc>
              <a:spcBef>
                <a:spcPts val="0"/>
              </a:spcBef>
              <a:spcAft>
                <a:spcPts val="0"/>
              </a:spcAft>
              <a:buClr>
                <a:srgbClr val="000000"/>
              </a:buClr>
              <a:buSzPts val="700"/>
              <a:buChar char="○"/>
              <a:defRPr sz="2100"/>
            </a:lvl5pPr>
            <a:lvl6pPr marL="2743200" indent="-273050" algn="l">
              <a:lnSpc>
                <a:spcPct val="100000"/>
              </a:lnSpc>
              <a:spcBef>
                <a:spcPts val="0"/>
              </a:spcBef>
              <a:spcAft>
                <a:spcPts val="0"/>
              </a:spcAft>
              <a:buClr>
                <a:srgbClr val="000000"/>
              </a:buClr>
              <a:buSzPts val="700"/>
              <a:buChar char="■"/>
              <a:defRPr sz="2100"/>
            </a:lvl6pPr>
            <a:lvl7pPr marL="3200400" indent="-273050" algn="l">
              <a:lnSpc>
                <a:spcPct val="100000"/>
              </a:lnSpc>
              <a:spcBef>
                <a:spcPts val="0"/>
              </a:spcBef>
              <a:spcAft>
                <a:spcPts val="0"/>
              </a:spcAft>
              <a:buClr>
                <a:srgbClr val="000000"/>
              </a:buClr>
              <a:buSzPts val="700"/>
              <a:buChar char="●"/>
              <a:defRPr sz="2100"/>
            </a:lvl7pPr>
            <a:lvl8pPr marL="3657600" indent="-273050" algn="l">
              <a:lnSpc>
                <a:spcPct val="100000"/>
              </a:lnSpc>
              <a:spcBef>
                <a:spcPts val="0"/>
              </a:spcBef>
              <a:spcAft>
                <a:spcPts val="0"/>
              </a:spcAft>
              <a:buClr>
                <a:srgbClr val="000000"/>
              </a:buClr>
              <a:buSzPts val="700"/>
              <a:buChar char="○"/>
              <a:defRPr sz="2100"/>
            </a:lvl8pPr>
            <a:lvl9pPr marL="4114800" indent="-273050" algn="l">
              <a:lnSpc>
                <a:spcPct val="100000"/>
              </a:lnSpc>
              <a:spcBef>
                <a:spcPts val="0"/>
              </a:spcBef>
              <a:spcAft>
                <a:spcPts val="0"/>
              </a:spcAft>
              <a:buClr>
                <a:srgbClr val="000000"/>
              </a:buClr>
              <a:buSzPts val="700"/>
              <a:buChar char="■"/>
              <a:defRPr sz="2100"/>
            </a:lvl9pPr>
          </a:lstStyle>
          <a:p xmlns:a="http://schemas.openxmlformats.org/drawingml/2006/main"/>
        </p:txBody>
      </p:sp>
      <p:sp>
        <p:nvSpPr>
          <p:cNvPr id="388" name="Google Shape;388;p58">
            <a:extLst xmlns:a="http://schemas.openxmlformats.org/drawingml/2006/main">
              <a:ext uri="{FF2B5EF4-FFF2-40B4-BE49-F238E27FC236}">
                <a16:creationId xmlns:a16="http://schemas.microsoft.com/office/drawing/2014/main" id="{A9652E39-5924-4A33-B136-3483A3E791D5}"/>
              </a:ext>
            </a:extLst>
          </p:cNvPr>
          <p:cNvSpPr>
            <a:spLocks xmlns:a="http://schemas.openxmlformats.org/drawingml/2006/main" noGrp="1"/>
          </p:cNvSpPr>
          <p:nvPr>
            <p:ph type="body" idx="3"/>
          </p:nvPr>
        </p:nvSpPr>
        <p:spPr>
          <a:xfrm xmlns:a="http://schemas.openxmlformats.org/drawingml/2006/main">
            <a:off x="2543849" y="4069066"/>
            <a:ext cx="648000" cy="418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7500" tIns="0" rIns="67500" bIns="0" anchor="ctr">
            <a:noAutofit/>
          </a:bodyPr>
          <a:lstStyle xmlns:a="http://schemas.openxmlformats.org/drawingml/2006/main">
            <a:lvl1pPr marL="457200" indent="-279400" algn="l">
              <a:lnSpc>
                <a:spcPct val="120000"/>
              </a:lnSpc>
              <a:spcBef>
                <a:spcPts val="0"/>
              </a:spcBef>
              <a:spcAft>
                <a:spcPts val="0"/>
              </a:spcAft>
              <a:buClr>
                <a:srgbClr val="7F7F7F"/>
              </a:buClr>
              <a:buSzPts val="800"/>
              <a:buFont typeface="Helvetica Neue"/>
              <a:buChar char="●"/>
              <a:defRPr sz="800">
                <a:solidFill>
                  <a:srgbClr val="7F7F7F"/>
                </a:solidFill>
              </a:defRPr>
            </a:lvl1pPr>
            <a:lvl2pPr marL="914400" indent="-273050" algn="l">
              <a:lnSpc>
                <a:spcPct val="100000"/>
              </a:lnSpc>
              <a:spcBef>
                <a:spcPts val="0"/>
              </a:spcBef>
              <a:spcAft>
                <a:spcPts val="0"/>
              </a:spcAft>
              <a:buClr>
                <a:srgbClr val="000000"/>
              </a:buClr>
              <a:buSzPts val="700"/>
              <a:buChar char="○"/>
              <a:defRPr sz="2100"/>
            </a:lvl2pPr>
            <a:lvl3pPr marL="1371600" indent="-273050" algn="l">
              <a:lnSpc>
                <a:spcPct val="100000"/>
              </a:lnSpc>
              <a:spcBef>
                <a:spcPts val="0"/>
              </a:spcBef>
              <a:spcAft>
                <a:spcPts val="0"/>
              </a:spcAft>
              <a:buClr>
                <a:srgbClr val="000000"/>
              </a:buClr>
              <a:buSzPts val="700"/>
              <a:buChar char="■"/>
              <a:defRPr sz="2100"/>
            </a:lvl3pPr>
            <a:lvl4pPr marL="1828800" indent="-273050" algn="l">
              <a:lnSpc>
                <a:spcPct val="100000"/>
              </a:lnSpc>
              <a:spcBef>
                <a:spcPts val="0"/>
              </a:spcBef>
              <a:spcAft>
                <a:spcPts val="0"/>
              </a:spcAft>
              <a:buClr>
                <a:srgbClr val="000000"/>
              </a:buClr>
              <a:buSzPts val="700"/>
              <a:buChar char="●"/>
              <a:defRPr sz="2100"/>
            </a:lvl4pPr>
            <a:lvl5pPr marL="2286000" indent="-273050" algn="l">
              <a:lnSpc>
                <a:spcPct val="100000"/>
              </a:lnSpc>
              <a:spcBef>
                <a:spcPts val="0"/>
              </a:spcBef>
              <a:spcAft>
                <a:spcPts val="0"/>
              </a:spcAft>
              <a:buClr>
                <a:srgbClr val="000000"/>
              </a:buClr>
              <a:buSzPts val="700"/>
              <a:buChar char="○"/>
              <a:defRPr sz="2100"/>
            </a:lvl5pPr>
            <a:lvl6pPr marL="2743200" indent="-273050" algn="l">
              <a:lnSpc>
                <a:spcPct val="100000"/>
              </a:lnSpc>
              <a:spcBef>
                <a:spcPts val="0"/>
              </a:spcBef>
              <a:spcAft>
                <a:spcPts val="0"/>
              </a:spcAft>
              <a:buClr>
                <a:srgbClr val="000000"/>
              </a:buClr>
              <a:buSzPts val="700"/>
              <a:buChar char="■"/>
              <a:defRPr sz="2100"/>
            </a:lvl6pPr>
            <a:lvl7pPr marL="3200400" indent="-273050" algn="l">
              <a:lnSpc>
                <a:spcPct val="100000"/>
              </a:lnSpc>
              <a:spcBef>
                <a:spcPts val="0"/>
              </a:spcBef>
              <a:spcAft>
                <a:spcPts val="0"/>
              </a:spcAft>
              <a:buClr>
                <a:srgbClr val="000000"/>
              </a:buClr>
              <a:buSzPts val="700"/>
              <a:buChar char="●"/>
              <a:defRPr sz="2100"/>
            </a:lvl7pPr>
            <a:lvl8pPr marL="3657600" indent="-273050" algn="l">
              <a:lnSpc>
                <a:spcPct val="100000"/>
              </a:lnSpc>
              <a:spcBef>
                <a:spcPts val="0"/>
              </a:spcBef>
              <a:spcAft>
                <a:spcPts val="0"/>
              </a:spcAft>
              <a:buClr>
                <a:srgbClr val="000000"/>
              </a:buClr>
              <a:buSzPts val="700"/>
              <a:buChar char="○"/>
              <a:defRPr sz="2100"/>
            </a:lvl8pPr>
            <a:lvl9pPr marL="4114800" indent="-273050" algn="l">
              <a:lnSpc>
                <a:spcPct val="100000"/>
              </a:lnSpc>
              <a:spcBef>
                <a:spcPts val="0"/>
              </a:spcBef>
              <a:spcAft>
                <a:spcPts val="0"/>
              </a:spcAft>
              <a:buClr>
                <a:srgbClr val="000000"/>
              </a:buClr>
              <a:buSzPts val="700"/>
              <a:buChar char="■"/>
              <a:defRPr sz="2100"/>
            </a:lvl9pPr>
          </a:lstStyle>
          <a:p xmlns:a="http://schemas.openxmlformats.org/drawingml/2006/main"/>
        </p:txBody>
      </p:sp>
      <p:sp>
        <p:nvSpPr>
          <p:cNvPr id="389" name="Google Shape;389;p58">
            <a:extLst xmlns:a="http://schemas.openxmlformats.org/drawingml/2006/main">
              <a:ext uri="{FF2B5EF4-FFF2-40B4-BE49-F238E27FC236}">
                <a16:creationId xmlns:a16="http://schemas.microsoft.com/office/drawing/2014/main" id="{3AA2DC7C-C867-417F-8AFA-B74D1A46A76F}"/>
              </a:ext>
            </a:extLst>
          </p:cNvPr>
          <p:cNvSpPr>
            <a:spLocks xmlns:a="http://schemas.openxmlformats.org/drawingml/2006/main" noGrp="1"/>
          </p:cNvSpPr>
          <p:nvPr>
            <p:ph type="body" idx="4"/>
          </p:nvPr>
        </p:nvSpPr>
        <p:spPr>
          <a:xfrm xmlns:a="http://schemas.openxmlformats.org/drawingml/2006/main">
            <a:off x="1868849" y="4069066"/>
            <a:ext cx="648000" cy="418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7500" tIns="0" rIns="67500" bIns="0" anchor="ctr">
            <a:noAutofit/>
          </a:bodyPr>
          <a:lstStyle xmlns:a="http://schemas.openxmlformats.org/drawingml/2006/main">
            <a:lvl1pPr marL="457200" indent="-279400" algn="l">
              <a:lnSpc>
                <a:spcPct val="120000"/>
              </a:lnSpc>
              <a:spcBef>
                <a:spcPts val="0"/>
              </a:spcBef>
              <a:spcAft>
                <a:spcPts val="0"/>
              </a:spcAft>
              <a:buClr>
                <a:srgbClr val="7F7F7F"/>
              </a:buClr>
              <a:buSzPts val="800"/>
              <a:buFont typeface="Helvetica Neue"/>
              <a:buChar char="●"/>
              <a:defRPr sz="800">
                <a:solidFill>
                  <a:srgbClr val="7F7F7F"/>
                </a:solidFill>
              </a:defRPr>
            </a:lvl1pPr>
            <a:lvl2pPr marL="914400" indent="-273050" algn="l">
              <a:lnSpc>
                <a:spcPct val="100000"/>
              </a:lnSpc>
              <a:spcBef>
                <a:spcPts val="0"/>
              </a:spcBef>
              <a:spcAft>
                <a:spcPts val="0"/>
              </a:spcAft>
              <a:buClr>
                <a:srgbClr val="000000"/>
              </a:buClr>
              <a:buSzPts val="700"/>
              <a:buChar char="○"/>
              <a:defRPr sz="2100"/>
            </a:lvl2pPr>
            <a:lvl3pPr marL="1371600" indent="-273050" algn="l">
              <a:lnSpc>
                <a:spcPct val="100000"/>
              </a:lnSpc>
              <a:spcBef>
                <a:spcPts val="0"/>
              </a:spcBef>
              <a:spcAft>
                <a:spcPts val="0"/>
              </a:spcAft>
              <a:buClr>
                <a:srgbClr val="000000"/>
              </a:buClr>
              <a:buSzPts val="700"/>
              <a:buChar char="■"/>
              <a:defRPr sz="2100"/>
            </a:lvl3pPr>
            <a:lvl4pPr marL="1828800" indent="-273050" algn="l">
              <a:lnSpc>
                <a:spcPct val="100000"/>
              </a:lnSpc>
              <a:spcBef>
                <a:spcPts val="0"/>
              </a:spcBef>
              <a:spcAft>
                <a:spcPts val="0"/>
              </a:spcAft>
              <a:buClr>
                <a:srgbClr val="000000"/>
              </a:buClr>
              <a:buSzPts val="700"/>
              <a:buChar char="●"/>
              <a:defRPr sz="2100"/>
            </a:lvl4pPr>
            <a:lvl5pPr marL="2286000" indent="-273050" algn="l">
              <a:lnSpc>
                <a:spcPct val="100000"/>
              </a:lnSpc>
              <a:spcBef>
                <a:spcPts val="0"/>
              </a:spcBef>
              <a:spcAft>
                <a:spcPts val="0"/>
              </a:spcAft>
              <a:buClr>
                <a:srgbClr val="000000"/>
              </a:buClr>
              <a:buSzPts val="700"/>
              <a:buChar char="○"/>
              <a:defRPr sz="2100"/>
            </a:lvl5pPr>
            <a:lvl6pPr marL="2743200" indent="-273050" algn="l">
              <a:lnSpc>
                <a:spcPct val="100000"/>
              </a:lnSpc>
              <a:spcBef>
                <a:spcPts val="0"/>
              </a:spcBef>
              <a:spcAft>
                <a:spcPts val="0"/>
              </a:spcAft>
              <a:buClr>
                <a:srgbClr val="000000"/>
              </a:buClr>
              <a:buSzPts val="700"/>
              <a:buChar char="■"/>
              <a:defRPr sz="2100"/>
            </a:lvl6pPr>
            <a:lvl7pPr marL="3200400" indent="-273050" algn="l">
              <a:lnSpc>
                <a:spcPct val="100000"/>
              </a:lnSpc>
              <a:spcBef>
                <a:spcPts val="0"/>
              </a:spcBef>
              <a:spcAft>
                <a:spcPts val="0"/>
              </a:spcAft>
              <a:buClr>
                <a:srgbClr val="000000"/>
              </a:buClr>
              <a:buSzPts val="700"/>
              <a:buChar char="●"/>
              <a:defRPr sz="2100"/>
            </a:lvl7pPr>
            <a:lvl8pPr marL="3657600" indent="-273050" algn="l">
              <a:lnSpc>
                <a:spcPct val="100000"/>
              </a:lnSpc>
              <a:spcBef>
                <a:spcPts val="0"/>
              </a:spcBef>
              <a:spcAft>
                <a:spcPts val="0"/>
              </a:spcAft>
              <a:buClr>
                <a:srgbClr val="000000"/>
              </a:buClr>
              <a:buSzPts val="700"/>
              <a:buChar char="○"/>
              <a:defRPr sz="2100"/>
            </a:lvl8pPr>
            <a:lvl9pPr marL="4114800" indent="-273050" algn="l">
              <a:lnSpc>
                <a:spcPct val="100000"/>
              </a:lnSpc>
              <a:spcBef>
                <a:spcPts val="0"/>
              </a:spcBef>
              <a:spcAft>
                <a:spcPts val="0"/>
              </a:spcAft>
              <a:buClr>
                <a:srgbClr val="000000"/>
              </a:buClr>
              <a:buSzPts val="700"/>
              <a:buChar char="■"/>
              <a:defRPr sz="2100"/>
            </a:lvl9pPr>
          </a:lstStyle>
          <a:p xmlns:a="http://schemas.openxmlformats.org/drawingml/2006/main"/>
        </p:txBody>
      </p:sp>
      <p:sp>
        <p:nvSpPr>
          <p:cNvPr id="390" name="Google Shape;390;p58">
            <a:extLst xmlns:a="http://schemas.openxmlformats.org/drawingml/2006/main">
              <a:ext uri="{FF2B5EF4-FFF2-40B4-BE49-F238E27FC236}">
                <a16:creationId xmlns:a16="http://schemas.microsoft.com/office/drawing/2014/main" id="{FD96D3B2-83C4-4C72-B71C-E9AD93136F05}"/>
              </a:ext>
            </a:extLst>
          </p:cNvPr>
          <p:cNvSpPr>
            <a:spLocks xmlns:a="http://schemas.openxmlformats.org/drawingml/2006/main" noGrp="1"/>
          </p:cNvSpPr>
          <p:nvPr>
            <p:ph type="body" idx="5"/>
          </p:nvPr>
        </p:nvSpPr>
        <p:spPr>
          <a:xfrm xmlns:a="http://schemas.openxmlformats.org/drawingml/2006/main">
            <a:off x="1220849" y="4069066"/>
            <a:ext cx="648000" cy="418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7500" tIns="0" rIns="67500" bIns="0" anchor="ctr">
            <a:noAutofit/>
          </a:bodyPr>
          <a:lstStyle xmlns:a="http://schemas.openxmlformats.org/drawingml/2006/main">
            <a:lvl1pPr marL="457200" indent="-279400" algn="l">
              <a:lnSpc>
                <a:spcPct val="120000"/>
              </a:lnSpc>
              <a:spcBef>
                <a:spcPts val="0"/>
              </a:spcBef>
              <a:spcAft>
                <a:spcPts val="0"/>
              </a:spcAft>
              <a:buClr>
                <a:srgbClr val="7F7F7F"/>
              </a:buClr>
              <a:buSzPts val="800"/>
              <a:buFont typeface="Helvetica Neue"/>
              <a:buChar char="●"/>
              <a:defRPr sz="800">
                <a:solidFill>
                  <a:srgbClr val="7F7F7F"/>
                </a:solidFill>
              </a:defRPr>
            </a:lvl1pPr>
            <a:lvl2pPr marL="914400" indent="-273050" algn="l">
              <a:lnSpc>
                <a:spcPct val="100000"/>
              </a:lnSpc>
              <a:spcBef>
                <a:spcPts val="0"/>
              </a:spcBef>
              <a:spcAft>
                <a:spcPts val="0"/>
              </a:spcAft>
              <a:buClr>
                <a:srgbClr val="000000"/>
              </a:buClr>
              <a:buSzPts val="700"/>
              <a:buChar char="○"/>
              <a:defRPr sz="2100"/>
            </a:lvl2pPr>
            <a:lvl3pPr marL="1371600" indent="-273050" algn="l">
              <a:lnSpc>
                <a:spcPct val="100000"/>
              </a:lnSpc>
              <a:spcBef>
                <a:spcPts val="0"/>
              </a:spcBef>
              <a:spcAft>
                <a:spcPts val="0"/>
              </a:spcAft>
              <a:buClr>
                <a:srgbClr val="000000"/>
              </a:buClr>
              <a:buSzPts val="700"/>
              <a:buChar char="■"/>
              <a:defRPr sz="2100"/>
            </a:lvl3pPr>
            <a:lvl4pPr marL="1828800" indent="-273050" algn="l">
              <a:lnSpc>
                <a:spcPct val="100000"/>
              </a:lnSpc>
              <a:spcBef>
                <a:spcPts val="0"/>
              </a:spcBef>
              <a:spcAft>
                <a:spcPts val="0"/>
              </a:spcAft>
              <a:buClr>
                <a:srgbClr val="000000"/>
              </a:buClr>
              <a:buSzPts val="700"/>
              <a:buChar char="●"/>
              <a:defRPr sz="2100"/>
            </a:lvl4pPr>
            <a:lvl5pPr marL="2286000" indent="-273050" algn="l">
              <a:lnSpc>
                <a:spcPct val="100000"/>
              </a:lnSpc>
              <a:spcBef>
                <a:spcPts val="0"/>
              </a:spcBef>
              <a:spcAft>
                <a:spcPts val="0"/>
              </a:spcAft>
              <a:buClr>
                <a:srgbClr val="000000"/>
              </a:buClr>
              <a:buSzPts val="700"/>
              <a:buChar char="○"/>
              <a:defRPr sz="2100"/>
            </a:lvl5pPr>
            <a:lvl6pPr marL="2743200" indent="-273050" algn="l">
              <a:lnSpc>
                <a:spcPct val="100000"/>
              </a:lnSpc>
              <a:spcBef>
                <a:spcPts val="0"/>
              </a:spcBef>
              <a:spcAft>
                <a:spcPts val="0"/>
              </a:spcAft>
              <a:buClr>
                <a:srgbClr val="000000"/>
              </a:buClr>
              <a:buSzPts val="700"/>
              <a:buChar char="■"/>
              <a:defRPr sz="2100"/>
            </a:lvl6pPr>
            <a:lvl7pPr marL="3200400" indent="-273050" algn="l">
              <a:lnSpc>
                <a:spcPct val="100000"/>
              </a:lnSpc>
              <a:spcBef>
                <a:spcPts val="0"/>
              </a:spcBef>
              <a:spcAft>
                <a:spcPts val="0"/>
              </a:spcAft>
              <a:buClr>
                <a:srgbClr val="000000"/>
              </a:buClr>
              <a:buSzPts val="700"/>
              <a:buChar char="●"/>
              <a:defRPr sz="2100"/>
            </a:lvl7pPr>
            <a:lvl8pPr marL="3657600" indent="-273050" algn="l">
              <a:lnSpc>
                <a:spcPct val="100000"/>
              </a:lnSpc>
              <a:spcBef>
                <a:spcPts val="0"/>
              </a:spcBef>
              <a:spcAft>
                <a:spcPts val="0"/>
              </a:spcAft>
              <a:buClr>
                <a:srgbClr val="000000"/>
              </a:buClr>
              <a:buSzPts val="700"/>
              <a:buChar char="○"/>
              <a:defRPr sz="2100"/>
            </a:lvl8pPr>
            <a:lvl9pPr marL="4114800" indent="-273050" algn="l">
              <a:lnSpc>
                <a:spcPct val="100000"/>
              </a:lnSpc>
              <a:spcBef>
                <a:spcPts val="0"/>
              </a:spcBef>
              <a:spcAft>
                <a:spcPts val="0"/>
              </a:spcAft>
              <a:buClr>
                <a:srgbClr val="000000"/>
              </a:buClr>
              <a:buSzPts val="700"/>
              <a:buChar char="■"/>
              <a:defRPr sz="2100"/>
            </a:lvl9pPr>
          </a:lstStyle>
          <a:p xmlns:a="http://schemas.openxmlformats.org/drawingml/2006/main"/>
        </p:txBody>
      </p:sp>
      <p:sp>
        <p:nvSpPr>
          <p:cNvPr id="391" name="Google Shape;391;p58">
            <a:extLst xmlns:a="http://schemas.openxmlformats.org/drawingml/2006/main">
              <a:ext uri="{FF2B5EF4-FFF2-40B4-BE49-F238E27FC236}">
                <a16:creationId xmlns:a16="http://schemas.microsoft.com/office/drawing/2014/main" id="{BF2B1848-9608-4201-BD43-3F1E4B428394}"/>
              </a:ext>
            </a:extLst>
          </p:cNvPr>
          <p:cNvSpPr>
            <a:spLocks xmlns:a="http://schemas.openxmlformats.org/drawingml/2006/main" noGrp="1"/>
          </p:cNvSpPr>
          <p:nvPr>
            <p:ph type="body" idx="6"/>
          </p:nvPr>
        </p:nvSpPr>
        <p:spPr>
          <a:xfrm xmlns:a="http://schemas.openxmlformats.org/drawingml/2006/main">
            <a:off x="201377" y="4069066"/>
            <a:ext cx="992400" cy="418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7500" tIns="0" rIns="67500" bIns="0" anchor="ctr">
            <a:noAutofit/>
          </a:bodyPr>
          <a:lstStyle xmlns:a="http://schemas.openxmlformats.org/drawingml/2006/main">
            <a:lvl1pPr marL="457200" indent="-279400" algn="l">
              <a:lnSpc>
                <a:spcPct val="120000"/>
              </a:lnSpc>
              <a:spcBef>
                <a:spcPts val="0"/>
              </a:spcBef>
              <a:spcAft>
                <a:spcPts val="0"/>
              </a:spcAft>
              <a:buClr>
                <a:schemeClr val="dk1"/>
              </a:buClr>
              <a:buSzPts val="800"/>
              <a:buFont typeface="Helvetica Neue"/>
              <a:buChar char="●"/>
              <a:defRPr sz="800">
                <a:solidFill>
                  <a:schemeClr val="dk1"/>
                </a:solidFill>
              </a:defRPr>
            </a:lvl1pPr>
            <a:lvl2pPr marL="914400" indent="-273050" algn="l">
              <a:lnSpc>
                <a:spcPct val="100000"/>
              </a:lnSpc>
              <a:spcBef>
                <a:spcPts val="0"/>
              </a:spcBef>
              <a:spcAft>
                <a:spcPts val="0"/>
              </a:spcAft>
              <a:buClr>
                <a:srgbClr val="000000"/>
              </a:buClr>
              <a:buSzPts val="700"/>
              <a:buChar char="○"/>
              <a:defRPr sz="2100"/>
            </a:lvl2pPr>
            <a:lvl3pPr marL="1371600" indent="-273050" algn="l">
              <a:lnSpc>
                <a:spcPct val="100000"/>
              </a:lnSpc>
              <a:spcBef>
                <a:spcPts val="0"/>
              </a:spcBef>
              <a:spcAft>
                <a:spcPts val="0"/>
              </a:spcAft>
              <a:buClr>
                <a:srgbClr val="000000"/>
              </a:buClr>
              <a:buSzPts val="700"/>
              <a:buChar char="■"/>
              <a:defRPr sz="2100"/>
            </a:lvl3pPr>
            <a:lvl4pPr marL="1828800" indent="-273050" algn="l">
              <a:lnSpc>
                <a:spcPct val="100000"/>
              </a:lnSpc>
              <a:spcBef>
                <a:spcPts val="0"/>
              </a:spcBef>
              <a:spcAft>
                <a:spcPts val="0"/>
              </a:spcAft>
              <a:buClr>
                <a:srgbClr val="000000"/>
              </a:buClr>
              <a:buSzPts val="700"/>
              <a:buChar char="●"/>
              <a:defRPr sz="2100"/>
            </a:lvl4pPr>
            <a:lvl5pPr marL="2286000" indent="-273050" algn="l">
              <a:lnSpc>
                <a:spcPct val="100000"/>
              </a:lnSpc>
              <a:spcBef>
                <a:spcPts val="0"/>
              </a:spcBef>
              <a:spcAft>
                <a:spcPts val="0"/>
              </a:spcAft>
              <a:buClr>
                <a:srgbClr val="000000"/>
              </a:buClr>
              <a:buSzPts val="700"/>
              <a:buChar char="○"/>
              <a:defRPr sz="2100"/>
            </a:lvl5pPr>
            <a:lvl6pPr marL="2743200" indent="-273050" algn="l">
              <a:lnSpc>
                <a:spcPct val="100000"/>
              </a:lnSpc>
              <a:spcBef>
                <a:spcPts val="0"/>
              </a:spcBef>
              <a:spcAft>
                <a:spcPts val="0"/>
              </a:spcAft>
              <a:buClr>
                <a:srgbClr val="000000"/>
              </a:buClr>
              <a:buSzPts val="700"/>
              <a:buChar char="■"/>
              <a:defRPr sz="2100"/>
            </a:lvl6pPr>
            <a:lvl7pPr marL="3200400" indent="-273050" algn="l">
              <a:lnSpc>
                <a:spcPct val="100000"/>
              </a:lnSpc>
              <a:spcBef>
                <a:spcPts val="0"/>
              </a:spcBef>
              <a:spcAft>
                <a:spcPts val="0"/>
              </a:spcAft>
              <a:buClr>
                <a:srgbClr val="000000"/>
              </a:buClr>
              <a:buSzPts val="700"/>
              <a:buChar char="●"/>
              <a:defRPr sz="2100"/>
            </a:lvl7pPr>
            <a:lvl8pPr marL="3657600" indent="-273050" algn="l">
              <a:lnSpc>
                <a:spcPct val="100000"/>
              </a:lnSpc>
              <a:spcBef>
                <a:spcPts val="0"/>
              </a:spcBef>
              <a:spcAft>
                <a:spcPts val="0"/>
              </a:spcAft>
              <a:buClr>
                <a:srgbClr val="000000"/>
              </a:buClr>
              <a:buSzPts val="700"/>
              <a:buChar char="○"/>
              <a:defRPr sz="2100"/>
            </a:lvl8pPr>
            <a:lvl9pPr marL="4114800" indent="-273050" algn="l">
              <a:lnSpc>
                <a:spcPct val="100000"/>
              </a:lnSpc>
              <a:spcBef>
                <a:spcPts val="0"/>
              </a:spcBef>
              <a:spcAft>
                <a:spcPts val="0"/>
              </a:spcAft>
              <a:buClr>
                <a:srgbClr val="000000"/>
              </a:buClr>
              <a:buSzPts val="700"/>
              <a:buChar char="■"/>
              <a:defRPr sz="2100"/>
            </a:lvl9pPr>
          </a:lstStyle>
          <a:p xmlns:a="http://schemas.openxmlformats.org/drawingml/2006/main"/>
        </p:txBody>
      </p:sp>
      <p:cxnSp>
        <p:nvCxnSpPr>
          <p:cNvPr id="431" name="Google Shape;392;p58"/>
          <p:cNvCxnSpPr/>
          <p:nvPr/>
        </p:nvCxnSpPr>
        <p:spPr>
          <a:xfrm xmlns:a="http://schemas.openxmlformats.org/drawingml/2006/main">
            <a:off x="225925" y="4069625"/>
            <a:ext cx="4270200" cy="0"/>
          </a:xfrm>
          <a:prstGeom xmlns:a="http://schemas.openxmlformats.org/drawingml/2006/main" prst="straightConnector1">
            <a:avLst/>
          </a:prstGeom>
          <a:ln xmlns:a="http://schemas.openxmlformats.org/drawingml/2006/main" w="19050" cap="flat">
            <a:solidFill>
              <a:srgbClr val="000000">
                <a:alpha val="4710"/>
              </a:srgbClr>
            </a:solidFill>
            <a:prstDash val="solid"/>
            <a:miter/>
            <a:headEnd type="none" w="sm" len="sm"/>
            <a:tailEnd type="none" w="sm" len="sm"/>
          </a:ln>
        </p:spPr>
      </p:cxnSp>
      <p:sp>
        <p:nvSpPr>
          <p:cNvPr id="393" name="Google Shape;393;p58">
            <a:extLst xmlns:a="http://schemas.openxmlformats.org/drawingml/2006/main">
              <a:ext uri="{FF2B5EF4-FFF2-40B4-BE49-F238E27FC236}">
                <a16:creationId xmlns:a16="http://schemas.microsoft.com/office/drawing/2014/main" id="{CAEE24BF-FF5E-42A0-884F-DDA04CD6A084}"/>
              </a:ext>
            </a:extLst>
          </p:cNvPr>
          <p:cNvSpPr>
            <a:spLocks xmlns:a="http://schemas.openxmlformats.org/drawingml/2006/main" noGrp="1"/>
          </p:cNvSpPr>
          <p:nvPr>
            <p:ph type="body" idx="7"/>
          </p:nvPr>
        </p:nvSpPr>
        <p:spPr>
          <a:xfrm xmlns:a="http://schemas.openxmlformats.org/drawingml/2006/main">
            <a:off x="3866849" y="3630140"/>
            <a:ext cx="648000" cy="418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7500" tIns="0" rIns="67500" bIns="0" anchor="ctr">
            <a:noAutofit/>
          </a:bodyPr>
          <a:lstStyle xmlns:a="http://schemas.openxmlformats.org/drawingml/2006/main">
            <a:lvl1pPr marL="457200" indent="-279400" algn="l">
              <a:lnSpc>
                <a:spcPct val="120000"/>
              </a:lnSpc>
              <a:spcBef>
                <a:spcPts val="0"/>
              </a:spcBef>
              <a:spcAft>
                <a:spcPts val="0"/>
              </a:spcAft>
              <a:buClr>
                <a:srgbClr val="7F7F7F"/>
              </a:buClr>
              <a:buSzPts val="800"/>
              <a:buFont typeface="Helvetica Neue"/>
              <a:buChar char="●"/>
              <a:defRPr sz="800">
                <a:solidFill>
                  <a:srgbClr val="7F7F7F"/>
                </a:solidFill>
              </a:defRPr>
            </a:lvl1pPr>
            <a:lvl2pPr marL="914400" indent="-273050" algn="l">
              <a:lnSpc>
                <a:spcPct val="100000"/>
              </a:lnSpc>
              <a:spcBef>
                <a:spcPts val="0"/>
              </a:spcBef>
              <a:spcAft>
                <a:spcPts val="0"/>
              </a:spcAft>
              <a:buClr>
                <a:srgbClr val="000000"/>
              </a:buClr>
              <a:buSzPts val="700"/>
              <a:buChar char="○"/>
              <a:defRPr sz="2100"/>
            </a:lvl2pPr>
            <a:lvl3pPr marL="1371600" indent="-273050" algn="l">
              <a:lnSpc>
                <a:spcPct val="100000"/>
              </a:lnSpc>
              <a:spcBef>
                <a:spcPts val="0"/>
              </a:spcBef>
              <a:spcAft>
                <a:spcPts val="0"/>
              </a:spcAft>
              <a:buClr>
                <a:srgbClr val="000000"/>
              </a:buClr>
              <a:buSzPts val="700"/>
              <a:buChar char="■"/>
              <a:defRPr sz="2100"/>
            </a:lvl3pPr>
            <a:lvl4pPr marL="1828800" indent="-273050" algn="l">
              <a:lnSpc>
                <a:spcPct val="100000"/>
              </a:lnSpc>
              <a:spcBef>
                <a:spcPts val="0"/>
              </a:spcBef>
              <a:spcAft>
                <a:spcPts val="0"/>
              </a:spcAft>
              <a:buClr>
                <a:srgbClr val="000000"/>
              </a:buClr>
              <a:buSzPts val="700"/>
              <a:buChar char="●"/>
              <a:defRPr sz="2100"/>
            </a:lvl4pPr>
            <a:lvl5pPr marL="2286000" indent="-273050" algn="l">
              <a:lnSpc>
                <a:spcPct val="100000"/>
              </a:lnSpc>
              <a:spcBef>
                <a:spcPts val="0"/>
              </a:spcBef>
              <a:spcAft>
                <a:spcPts val="0"/>
              </a:spcAft>
              <a:buClr>
                <a:srgbClr val="000000"/>
              </a:buClr>
              <a:buSzPts val="700"/>
              <a:buChar char="○"/>
              <a:defRPr sz="2100"/>
            </a:lvl5pPr>
            <a:lvl6pPr marL="2743200" indent="-273050" algn="l">
              <a:lnSpc>
                <a:spcPct val="100000"/>
              </a:lnSpc>
              <a:spcBef>
                <a:spcPts val="0"/>
              </a:spcBef>
              <a:spcAft>
                <a:spcPts val="0"/>
              </a:spcAft>
              <a:buClr>
                <a:srgbClr val="000000"/>
              </a:buClr>
              <a:buSzPts val="700"/>
              <a:buChar char="■"/>
              <a:defRPr sz="2100"/>
            </a:lvl6pPr>
            <a:lvl7pPr marL="3200400" indent="-273050" algn="l">
              <a:lnSpc>
                <a:spcPct val="100000"/>
              </a:lnSpc>
              <a:spcBef>
                <a:spcPts val="0"/>
              </a:spcBef>
              <a:spcAft>
                <a:spcPts val="0"/>
              </a:spcAft>
              <a:buClr>
                <a:srgbClr val="000000"/>
              </a:buClr>
              <a:buSzPts val="700"/>
              <a:buChar char="●"/>
              <a:defRPr sz="2100"/>
            </a:lvl7pPr>
            <a:lvl8pPr marL="3657600" indent="-273050" algn="l">
              <a:lnSpc>
                <a:spcPct val="100000"/>
              </a:lnSpc>
              <a:spcBef>
                <a:spcPts val="0"/>
              </a:spcBef>
              <a:spcAft>
                <a:spcPts val="0"/>
              </a:spcAft>
              <a:buClr>
                <a:srgbClr val="000000"/>
              </a:buClr>
              <a:buSzPts val="700"/>
              <a:buChar char="○"/>
              <a:defRPr sz="2100"/>
            </a:lvl8pPr>
            <a:lvl9pPr marL="4114800" indent="-273050" algn="l">
              <a:lnSpc>
                <a:spcPct val="100000"/>
              </a:lnSpc>
              <a:spcBef>
                <a:spcPts val="0"/>
              </a:spcBef>
              <a:spcAft>
                <a:spcPts val="0"/>
              </a:spcAft>
              <a:buClr>
                <a:srgbClr val="000000"/>
              </a:buClr>
              <a:buSzPts val="700"/>
              <a:buChar char="■"/>
              <a:defRPr sz="2100"/>
            </a:lvl9pPr>
          </a:lstStyle>
          <a:p xmlns:a="http://schemas.openxmlformats.org/drawingml/2006/main"/>
        </p:txBody>
      </p:sp>
      <p:sp>
        <p:nvSpPr>
          <p:cNvPr id="394" name="Google Shape;394;p58">
            <a:extLst xmlns:a="http://schemas.openxmlformats.org/drawingml/2006/main">
              <a:ext uri="{FF2B5EF4-FFF2-40B4-BE49-F238E27FC236}">
                <a16:creationId xmlns:a16="http://schemas.microsoft.com/office/drawing/2014/main" id="{9E106555-BBF8-4DE5-A80B-3253A5BF2097}"/>
              </a:ext>
            </a:extLst>
          </p:cNvPr>
          <p:cNvSpPr>
            <a:spLocks xmlns:a="http://schemas.openxmlformats.org/drawingml/2006/main" noGrp="1"/>
          </p:cNvSpPr>
          <p:nvPr>
            <p:ph type="body" idx="8"/>
          </p:nvPr>
        </p:nvSpPr>
        <p:spPr>
          <a:xfrm xmlns:a="http://schemas.openxmlformats.org/drawingml/2006/main">
            <a:off x="3191849" y="3630140"/>
            <a:ext cx="648000" cy="418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7500" tIns="0" rIns="67500" bIns="0" anchor="ctr">
            <a:noAutofit/>
          </a:bodyPr>
          <a:lstStyle xmlns:a="http://schemas.openxmlformats.org/drawingml/2006/main">
            <a:lvl1pPr marL="457200" indent="-279400" algn="l">
              <a:lnSpc>
                <a:spcPct val="120000"/>
              </a:lnSpc>
              <a:spcBef>
                <a:spcPts val="0"/>
              </a:spcBef>
              <a:spcAft>
                <a:spcPts val="0"/>
              </a:spcAft>
              <a:buClr>
                <a:srgbClr val="7F7F7F"/>
              </a:buClr>
              <a:buSzPts val="800"/>
              <a:buFont typeface="Helvetica Neue"/>
              <a:buChar char="●"/>
              <a:defRPr sz="800">
                <a:solidFill>
                  <a:srgbClr val="7F7F7F"/>
                </a:solidFill>
              </a:defRPr>
            </a:lvl1pPr>
            <a:lvl2pPr marL="914400" indent="-273050" algn="l">
              <a:lnSpc>
                <a:spcPct val="100000"/>
              </a:lnSpc>
              <a:spcBef>
                <a:spcPts val="0"/>
              </a:spcBef>
              <a:spcAft>
                <a:spcPts val="0"/>
              </a:spcAft>
              <a:buClr>
                <a:srgbClr val="000000"/>
              </a:buClr>
              <a:buSzPts val="700"/>
              <a:buChar char="○"/>
              <a:defRPr sz="2100"/>
            </a:lvl2pPr>
            <a:lvl3pPr marL="1371600" indent="-273050" algn="l">
              <a:lnSpc>
                <a:spcPct val="100000"/>
              </a:lnSpc>
              <a:spcBef>
                <a:spcPts val="0"/>
              </a:spcBef>
              <a:spcAft>
                <a:spcPts val="0"/>
              </a:spcAft>
              <a:buClr>
                <a:srgbClr val="000000"/>
              </a:buClr>
              <a:buSzPts val="700"/>
              <a:buChar char="■"/>
              <a:defRPr sz="2100"/>
            </a:lvl3pPr>
            <a:lvl4pPr marL="1828800" indent="-273050" algn="l">
              <a:lnSpc>
                <a:spcPct val="100000"/>
              </a:lnSpc>
              <a:spcBef>
                <a:spcPts val="0"/>
              </a:spcBef>
              <a:spcAft>
                <a:spcPts val="0"/>
              </a:spcAft>
              <a:buClr>
                <a:srgbClr val="000000"/>
              </a:buClr>
              <a:buSzPts val="700"/>
              <a:buChar char="●"/>
              <a:defRPr sz="2100"/>
            </a:lvl4pPr>
            <a:lvl5pPr marL="2286000" indent="-273050" algn="l">
              <a:lnSpc>
                <a:spcPct val="100000"/>
              </a:lnSpc>
              <a:spcBef>
                <a:spcPts val="0"/>
              </a:spcBef>
              <a:spcAft>
                <a:spcPts val="0"/>
              </a:spcAft>
              <a:buClr>
                <a:srgbClr val="000000"/>
              </a:buClr>
              <a:buSzPts val="700"/>
              <a:buChar char="○"/>
              <a:defRPr sz="2100"/>
            </a:lvl5pPr>
            <a:lvl6pPr marL="2743200" indent="-273050" algn="l">
              <a:lnSpc>
                <a:spcPct val="100000"/>
              </a:lnSpc>
              <a:spcBef>
                <a:spcPts val="0"/>
              </a:spcBef>
              <a:spcAft>
                <a:spcPts val="0"/>
              </a:spcAft>
              <a:buClr>
                <a:srgbClr val="000000"/>
              </a:buClr>
              <a:buSzPts val="700"/>
              <a:buChar char="■"/>
              <a:defRPr sz="2100"/>
            </a:lvl6pPr>
            <a:lvl7pPr marL="3200400" indent="-273050" algn="l">
              <a:lnSpc>
                <a:spcPct val="100000"/>
              </a:lnSpc>
              <a:spcBef>
                <a:spcPts val="0"/>
              </a:spcBef>
              <a:spcAft>
                <a:spcPts val="0"/>
              </a:spcAft>
              <a:buClr>
                <a:srgbClr val="000000"/>
              </a:buClr>
              <a:buSzPts val="700"/>
              <a:buChar char="●"/>
              <a:defRPr sz="2100"/>
            </a:lvl7pPr>
            <a:lvl8pPr marL="3657600" indent="-273050" algn="l">
              <a:lnSpc>
                <a:spcPct val="100000"/>
              </a:lnSpc>
              <a:spcBef>
                <a:spcPts val="0"/>
              </a:spcBef>
              <a:spcAft>
                <a:spcPts val="0"/>
              </a:spcAft>
              <a:buClr>
                <a:srgbClr val="000000"/>
              </a:buClr>
              <a:buSzPts val="700"/>
              <a:buChar char="○"/>
              <a:defRPr sz="2100"/>
            </a:lvl8pPr>
            <a:lvl9pPr marL="4114800" indent="-273050" algn="l">
              <a:lnSpc>
                <a:spcPct val="100000"/>
              </a:lnSpc>
              <a:spcBef>
                <a:spcPts val="0"/>
              </a:spcBef>
              <a:spcAft>
                <a:spcPts val="0"/>
              </a:spcAft>
              <a:buClr>
                <a:srgbClr val="000000"/>
              </a:buClr>
              <a:buSzPts val="700"/>
              <a:buChar char="■"/>
              <a:defRPr sz="2100"/>
            </a:lvl9pPr>
          </a:lstStyle>
          <a:p xmlns:a="http://schemas.openxmlformats.org/drawingml/2006/main"/>
        </p:txBody>
      </p:sp>
      <p:sp>
        <p:nvSpPr>
          <p:cNvPr id="395" name="Google Shape;395;p58">
            <a:extLst xmlns:a="http://schemas.openxmlformats.org/drawingml/2006/main">
              <a:ext uri="{FF2B5EF4-FFF2-40B4-BE49-F238E27FC236}">
                <a16:creationId xmlns:a16="http://schemas.microsoft.com/office/drawing/2014/main" id="{05E3E8E3-E6A0-4C3D-9178-455CFD4315D1}"/>
              </a:ext>
            </a:extLst>
          </p:cNvPr>
          <p:cNvSpPr>
            <a:spLocks xmlns:a="http://schemas.openxmlformats.org/drawingml/2006/main" noGrp="1"/>
          </p:cNvSpPr>
          <p:nvPr>
            <p:ph type="body" idx="9"/>
          </p:nvPr>
        </p:nvSpPr>
        <p:spPr>
          <a:xfrm xmlns:a="http://schemas.openxmlformats.org/drawingml/2006/main">
            <a:off x="2543849" y="3630140"/>
            <a:ext cx="648000" cy="418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7500" tIns="0" rIns="67500" bIns="0" anchor="ctr">
            <a:noAutofit/>
          </a:bodyPr>
          <a:lstStyle xmlns:a="http://schemas.openxmlformats.org/drawingml/2006/main">
            <a:lvl1pPr marL="457200" indent="-279400" algn="l">
              <a:lnSpc>
                <a:spcPct val="120000"/>
              </a:lnSpc>
              <a:spcBef>
                <a:spcPts val="0"/>
              </a:spcBef>
              <a:spcAft>
                <a:spcPts val="0"/>
              </a:spcAft>
              <a:buClr>
                <a:srgbClr val="7F7F7F"/>
              </a:buClr>
              <a:buSzPts val="800"/>
              <a:buFont typeface="Helvetica Neue"/>
              <a:buChar char="●"/>
              <a:defRPr sz="800">
                <a:solidFill>
                  <a:srgbClr val="7F7F7F"/>
                </a:solidFill>
              </a:defRPr>
            </a:lvl1pPr>
            <a:lvl2pPr marL="914400" indent="-273050" algn="l">
              <a:lnSpc>
                <a:spcPct val="100000"/>
              </a:lnSpc>
              <a:spcBef>
                <a:spcPts val="0"/>
              </a:spcBef>
              <a:spcAft>
                <a:spcPts val="0"/>
              </a:spcAft>
              <a:buClr>
                <a:srgbClr val="000000"/>
              </a:buClr>
              <a:buSzPts val="700"/>
              <a:buChar char="○"/>
              <a:defRPr sz="2100"/>
            </a:lvl2pPr>
            <a:lvl3pPr marL="1371600" indent="-273050" algn="l">
              <a:lnSpc>
                <a:spcPct val="100000"/>
              </a:lnSpc>
              <a:spcBef>
                <a:spcPts val="0"/>
              </a:spcBef>
              <a:spcAft>
                <a:spcPts val="0"/>
              </a:spcAft>
              <a:buClr>
                <a:srgbClr val="000000"/>
              </a:buClr>
              <a:buSzPts val="700"/>
              <a:buChar char="■"/>
              <a:defRPr sz="2100"/>
            </a:lvl3pPr>
            <a:lvl4pPr marL="1828800" indent="-273050" algn="l">
              <a:lnSpc>
                <a:spcPct val="100000"/>
              </a:lnSpc>
              <a:spcBef>
                <a:spcPts val="0"/>
              </a:spcBef>
              <a:spcAft>
                <a:spcPts val="0"/>
              </a:spcAft>
              <a:buClr>
                <a:srgbClr val="000000"/>
              </a:buClr>
              <a:buSzPts val="700"/>
              <a:buChar char="●"/>
              <a:defRPr sz="2100"/>
            </a:lvl4pPr>
            <a:lvl5pPr marL="2286000" indent="-273050" algn="l">
              <a:lnSpc>
                <a:spcPct val="100000"/>
              </a:lnSpc>
              <a:spcBef>
                <a:spcPts val="0"/>
              </a:spcBef>
              <a:spcAft>
                <a:spcPts val="0"/>
              </a:spcAft>
              <a:buClr>
                <a:srgbClr val="000000"/>
              </a:buClr>
              <a:buSzPts val="700"/>
              <a:buChar char="○"/>
              <a:defRPr sz="2100"/>
            </a:lvl5pPr>
            <a:lvl6pPr marL="2743200" indent="-273050" algn="l">
              <a:lnSpc>
                <a:spcPct val="100000"/>
              </a:lnSpc>
              <a:spcBef>
                <a:spcPts val="0"/>
              </a:spcBef>
              <a:spcAft>
                <a:spcPts val="0"/>
              </a:spcAft>
              <a:buClr>
                <a:srgbClr val="000000"/>
              </a:buClr>
              <a:buSzPts val="700"/>
              <a:buChar char="■"/>
              <a:defRPr sz="2100"/>
            </a:lvl6pPr>
            <a:lvl7pPr marL="3200400" indent="-273050" algn="l">
              <a:lnSpc>
                <a:spcPct val="100000"/>
              </a:lnSpc>
              <a:spcBef>
                <a:spcPts val="0"/>
              </a:spcBef>
              <a:spcAft>
                <a:spcPts val="0"/>
              </a:spcAft>
              <a:buClr>
                <a:srgbClr val="000000"/>
              </a:buClr>
              <a:buSzPts val="700"/>
              <a:buChar char="●"/>
              <a:defRPr sz="2100"/>
            </a:lvl7pPr>
            <a:lvl8pPr marL="3657600" indent="-273050" algn="l">
              <a:lnSpc>
                <a:spcPct val="100000"/>
              </a:lnSpc>
              <a:spcBef>
                <a:spcPts val="0"/>
              </a:spcBef>
              <a:spcAft>
                <a:spcPts val="0"/>
              </a:spcAft>
              <a:buClr>
                <a:srgbClr val="000000"/>
              </a:buClr>
              <a:buSzPts val="700"/>
              <a:buChar char="○"/>
              <a:defRPr sz="2100"/>
            </a:lvl8pPr>
            <a:lvl9pPr marL="4114800" indent="-273050" algn="l">
              <a:lnSpc>
                <a:spcPct val="100000"/>
              </a:lnSpc>
              <a:spcBef>
                <a:spcPts val="0"/>
              </a:spcBef>
              <a:spcAft>
                <a:spcPts val="0"/>
              </a:spcAft>
              <a:buClr>
                <a:srgbClr val="000000"/>
              </a:buClr>
              <a:buSzPts val="700"/>
              <a:buChar char="■"/>
              <a:defRPr sz="2100"/>
            </a:lvl9pPr>
          </a:lstStyle>
          <a:p xmlns:a="http://schemas.openxmlformats.org/drawingml/2006/main"/>
        </p:txBody>
      </p:sp>
      <p:sp>
        <p:nvSpPr>
          <p:cNvPr id="396" name="Google Shape;396;p58">
            <a:extLst xmlns:a="http://schemas.openxmlformats.org/drawingml/2006/main">
              <a:ext uri="{FF2B5EF4-FFF2-40B4-BE49-F238E27FC236}">
                <a16:creationId xmlns:a16="http://schemas.microsoft.com/office/drawing/2014/main" id="{96606192-1EAC-4144-8554-7941741DB1C4}"/>
              </a:ext>
            </a:extLst>
          </p:cNvPr>
          <p:cNvSpPr>
            <a:spLocks xmlns:a="http://schemas.openxmlformats.org/drawingml/2006/main" noGrp="1"/>
          </p:cNvSpPr>
          <p:nvPr>
            <p:ph type="body" idx="13"/>
          </p:nvPr>
        </p:nvSpPr>
        <p:spPr>
          <a:xfrm xmlns:a="http://schemas.openxmlformats.org/drawingml/2006/main">
            <a:off x="1868849" y="3630140"/>
            <a:ext cx="648000" cy="418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7500" tIns="0" rIns="67500" bIns="0" anchor="ctr">
            <a:noAutofit/>
          </a:bodyPr>
          <a:lstStyle xmlns:a="http://schemas.openxmlformats.org/drawingml/2006/main">
            <a:lvl1pPr marL="457200" indent="-279400" algn="l">
              <a:lnSpc>
                <a:spcPct val="120000"/>
              </a:lnSpc>
              <a:spcBef>
                <a:spcPts val="0"/>
              </a:spcBef>
              <a:spcAft>
                <a:spcPts val="0"/>
              </a:spcAft>
              <a:buClr>
                <a:srgbClr val="7F7F7F"/>
              </a:buClr>
              <a:buSzPts val="800"/>
              <a:buFont typeface="Helvetica Neue"/>
              <a:buChar char="●"/>
              <a:defRPr sz="800">
                <a:solidFill>
                  <a:srgbClr val="7F7F7F"/>
                </a:solidFill>
              </a:defRPr>
            </a:lvl1pPr>
            <a:lvl2pPr marL="914400" indent="-273050" algn="l">
              <a:lnSpc>
                <a:spcPct val="100000"/>
              </a:lnSpc>
              <a:spcBef>
                <a:spcPts val="0"/>
              </a:spcBef>
              <a:spcAft>
                <a:spcPts val="0"/>
              </a:spcAft>
              <a:buClr>
                <a:srgbClr val="000000"/>
              </a:buClr>
              <a:buSzPts val="700"/>
              <a:buChar char="○"/>
              <a:defRPr sz="2100"/>
            </a:lvl2pPr>
            <a:lvl3pPr marL="1371600" indent="-273050" algn="l">
              <a:lnSpc>
                <a:spcPct val="100000"/>
              </a:lnSpc>
              <a:spcBef>
                <a:spcPts val="0"/>
              </a:spcBef>
              <a:spcAft>
                <a:spcPts val="0"/>
              </a:spcAft>
              <a:buClr>
                <a:srgbClr val="000000"/>
              </a:buClr>
              <a:buSzPts val="700"/>
              <a:buChar char="■"/>
              <a:defRPr sz="2100"/>
            </a:lvl3pPr>
            <a:lvl4pPr marL="1828800" indent="-273050" algn="l">
              <a:lnSpc>
                <a:spcPct val="100000"/>
              </a:lnSpc>
              <a:spcBef>
                <a:spcPts val="0"/>
              </a:spcBef>
              <a:spcAft>
                <a:spcPts val="0"/>
              </a:spcAft>
              <a:buClr>
                <a:srgbClr val="000000"/>
              </a:buClr>
              <a:buSzPts val="700"/>
              <a:buChar char="●"/>
              <a:defRPr sz="2100"/>
            </a:lvl4pPr>
            <a:lvl5pPr marL="2286000" indent="-273050" algn="l">
              <a:lnSpc>
                <a:spcPct val="100000"/>
              </a:lnSpc>
              <a:spcBef>
                <a:spcPts val="0"/>
              </a:spcBef>
              <a:spcAft>
                <a:spcPts val="0"/>
              </a:spcAft>
              <a:buClr>
                <a:srgbClr val="000000"/>
              </a:buClr>
              <a:buSzPts val="700"/>
              <a:buChar char="○"/>
              <a:defRPr sz="2100"/>
            </a:lvl5pPr>
            <a:lvl6pPr marL="2743200" indent="-273050" algn="l">
              <a:lnSpc>
                <a:spcPct val="100000"/>
              </a:lnSpc>
              <a:spcBef>
                <a:spcPts val="0"/>
              </a:spcBef>
              <a:spcAft>
                <a:spcPts val="0"/>
              </a:spcAft>
              <a:buClr>
                <a:srgbClr val="000000"/>
              </a:buClr>
              <a:buSzPts val="700"/>
              <a:buChar char="■"/>
              <a:defRPr sz="2100"/>
            </a:lvl6pPr>
            <a:lvl7pPr marL="3200400" indent="-273050" algn="l">
              <a:lnSpc>
                <a:spcPct val="100000"/>
              </a:lnSpc>
              <a:spcBef>
                <a:spcPts val="0"/>
              </a:spcBef>
              <a:spcAft>
                <a:spcPts val="0"/>
              </a:spcAft>
              <a:buClr>
                <a:srgbClr val="000000"/>
              </a:buClr>
              <a:buSzPts val="700"/>
              <a:buChar char="●"/>
              <a:defRPr sz="2100"/>
            </a:lvl7pPr>
            <a:lvl8pPr marL="3657600" indent="-273050" algn="l">
              <a:lnSpc>
                <a:spcPct val="100000"/>
              </a:lnSpc>
              <a:spcBef>
                <a:spcPts val="0"/>
              </a:spcBef>
              <a:spcAft>
                <a:spcPts val="0"/>
              </a:spcAft>
              <a:buClr>
                <a:srgbClr val="000000"/>
              </a:buClr>
              <a:buSzPts val="700"/>
              <a:buChar char="○"/>
              <a:defRPr sz="2100"/>
            </a:lvl8pPr>
            <a:lvl9pPr marL="4114800" indent="-273050" algn="l">
              <a:lnSpc>
                <a:spcPct val="100000"/>
              </a:lnSpc>
              <a:spcBef>
                <a:spcPts val="0"/>
              </a:spcBef>
              <a:spcAft>
                <a:spcPts val="0"/>
              </a:spcAft>
              <a:buClr>
                <a:srgbClr val="000000"/>
              </a:buClr>
              <a:buSzPts val="700"/>
              <a:buChar char="■"/>
              <a:defRPr sz="2100"/>
            </a:lvl9pPr>
          </a:lstStyle>
          <a:p xmlns:a="http://schemas.openxmlformats.org/drawingml/2006/main"/>
        </p:txBody>
      </p:sp>
      <p:sp>
        <p:nvSpPr>
          <p:cNvPr id="397" name="Google Shape;397;p58">
            <a:extLst xmlns:a="http://schemas.openxmlformats.org/drawingml/2006/main">
              <a:ext uri="{FF2B5EF4-FFF2-40B4-BE49-F238E27FC236}">
                <a16:creationId xmlns:a16="http://schemas.microsoft.com/office/drawing/2014/main" id="{6FE085ED-3113-4641-B51F-1831FA1A1131}"/>
              </a:ext>
            </a:extLst>
          </p:cNvPr>
          <p:cNvSpPr>
            <a:spLocks xmlns:a="http://schemas.openxmlformats.org/drawingml/2006/main" noGrp="1"/>
          </p:cNvSpPr>
          <p:nvPr>
            <p:ph type="body" idx="14"/>
          </p:nvPr>
        </p:nvSpPr>
        <p:spPr>
          <a:xfrm xmlns:a="http://schemas.openxmlformats.org/drawingml/2006/main">
            <a:off x="1220849" y="3630140"/>
            <a:ext cx="648000" cy="418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7500" tIns="0" rIns="67500" bIns="0" anchor="ctr">
            <a:noAutofit/>
          </a:bodyPr>
          <a:lstStyle xmlns:a="http://schemas.openxmlformats.org/drawingml/2006/main">
            <a:lvl1pPr marL="457200" indent="-279400" algn="l">
              <a:lnSpc>
                <a:spcPct val="120000"/>
              </a:lnSpc>
              <a:spcBef>
                <a:spcPts val="0"/>
              </a:spcBef>
              <a:spcAft>
                <a:spcPts val="0"/>
              </a:spcAft>
              <a:buClr>
                <a:srgbClr val="7F7F7F"/>
              </a:buClr>
              <a:buSzPts val="800"/>
              <a:buFont typeface="Helvetica Neue"/>
              <a:buChar char="●"/>
              <a:defRPr sz="800">
                <a:solidFill>
                  <a:srgbClr val="7F7F7F"/>
                </a:solidFill>
              </a:defRPr>
            </a:lvl1pPr>
            <a:lvl2pPr marL="914400" indent="-273050" algn="l">
              <a:lnSpc>
                <a:spcPct val="100000"/>
              </a:lnSpc>
              <a:spcBef>
                <a:spcPts val="0"/>
              </a:spcBef>
              <a:spcAft>
                <a:spcPts val="0"/>
              </a:spcAft>
              <a:buClr>
                <a:srgbClr val="000000"/>
              </a:buClr>
              <a:buSzPts val="700"/>
              <a:buChar char="○"/>
              <a:defRPr sz="2100"/>
            </a:lvl2pPr>
            <a:lvl3pPr marL="1371600" indent="-273050" algn="l">
              <a:lnSpc>
                <a:spcPct val="100000"/>
              </a:lnSpc>
              <a:spcBef>
                <a:spcPts val="0"/>
              </a:spcBef>
              <a:spcAft>
                <a:spcPts val="0"/>
              </a:spcAft>
              <a:buClr>
                <a:srgbClr val="000000"/>
              </a:buClr>
              <a:buSzPts val="700"/>
              <a:buChar char="■"/>
              <a:defRPr sz="2100"/>
            </a:lvl3pPr>
            <a:lvl4pPr marL="1828800" indent="-273050" algn="l">
              <a:lnSpc>
                <a:spcPct val="100000"/>
              </a:lnSpc>
              <a:spcBef>
                <a:spcPts val="0"/>
              </a:spcBef>
              <a:spcAft>
                <a:spcPts val="0"/>
              </a:spcAft>
              <a:buClr>
                <a:srgbClr val="000000"/>
              </a:buClr>
              <a:buSzPts val="700"/>
              <a:buChar char="●"/>
              <a:defRPr sz="2100"/>
            </a:lvl4pPr>
            <a:lvl5pPr marL="2286000" indent="-273050" algn="l">
              <a:lnSpc>
                <a:spcPct val="100000"/>
              </a:lnSpc>
              <a:spcBef>
                <a:spcPts val="0"/>
              </a:spcBef>
              <a:spcAft>
                <a:spcPts val="0"/>
              </a:spcAft>
              <a:buClr>
                <a:srgbClr val="000000"/>
              </a:buClr>
              <a:buSzPts val="700"/>
              <a:buChar char="○"/>
              <a:defRPr sz="2100"/>
            </a:lvl5pPr>
            <a:lvl6pPr marL="2743200" indent="-273050" algn="l">
              <a:lnSpc>
                <a:spcPct val="100000"/>
              </a:lnSpc>
              <a:spcBef>
                <a:spcPts val="0"/>
              </a:spcBef>
              <a:spcAft>
                <a:spcPts val="0"/>
              </a:spcAft>
              <a:buClr>
                <a:srgbClr val="000000"/>
              </a:buClr>
              <a:buSzPts val="700"/>
              <a:buChar char="■"/>
              <a:defRPr sz="2100"/>
            </a:lvl6pPr>
            <a:lvl7pPr marL="3200400" indent="-273050" algn="l">
              <a:lnSpc>
                <a:spcPct val="100000"/>
              </a:lnSpc>
              <a:spcBef>
                <a:spcPts val="0"/>
              </a:spcBef>
              <a:spcAft>
                <a:spcPts val="0"/>
              </a:spcAft>
              <a:buClr>
                <a:srgbClr val="000000"/>
              </a:buClr>
              <a:buSzPts val="700"/>
              <a:buChar char="●"/>
              <a:defRPr sz="2100"/>
            </a:lvl7pPr>
            <a:lvl8pPr marL="3657600" indent="-273050" algn="l">
              <a:lnSpc>
                <a:spcPct val="100000"/>
              </a:lnSpc>
              <a:spcBef>
                <a:spcPts val="0"/>
              </a:spcBef>
              <a:spcAft>
                <a:spcPts val="0"/>
              </a:spcAft>
              <a:buClr>
                <a:srgbClr val="000000"/>
              </a:buClr>
              <a:buSzPts val="700"/>
              <a:buChar char="○"/>
              <a:defRPr sz="2100"/>
            </a:lvl8pPr>
            <a:lvl9pPr marL="4114800" indent="-273050" algn="l">
              <a:lnSpc>
                <a:spcPct val="100000"/>
              </a:lnSpc>
              <a:spcBef>
                <a:spcPts val="0"/>
              </a:spcBef>
              <a:spcAft>
                <a:spcPts val="0"/>
              </a:spcAft>
              <a:buClr>
                <a:srgbClr val="000000"/>
              </a:buClr>
              <a:buSzPts val="700"/>
              <a:buChar char="■"/>
              <a:defRPr sz="2100"/>
            </a:lvl9pPr>
          </a:lstStyle>
          <a:p xmlns:a="http://schemas.openxmlformats.org/drawingml/2006/main"/>
        </p:txBody>
      </p:sp>
      <p:sp>
        <p:nvSpPr>
          <p:cNvPr id="398" name="Google Shape;398;p58">
            <a:extLst xmlns:a="http://schemas.openxmlformats.org/drawingml/2006/main">
              <a:ext uri="{FF2B5EF4-FFF2-40B4-BE49-F238E27FC236}">
                <a16:creationId xmlns:a16="http://schemas.microsoft.com/office/drawing/2014/main" id="{B598285A-353E-4F5A-A8E9-6A997D007FC8}"/>
              </a:ext>
            </a:extLst>
          </p:cNvPr>
          <p:cNvSpPr>
            <a:spLocks xmlns:a="http://schemas.openxmlformats.org/drawingml/2006/main" noGrp="1"/>
          </p:cNvSpPr>
          <p:nvPr>
            <p:ph type="body" idx="15"/>
          </p:nvPr>
        </p:nvSpPr>
        <p:spPr>
          <a:xfrm xmlns:a="http://schemas.openxmlformats.org/drawingml/2006/main">
            <a:off x="201377" y="3630140"/>
            <a:ext cx="992400" cy="418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7500" tIns="0" rIns="67500" bIns="0" anchor="ctr">
            <a:noAutofit/>
          </a:bodyPr>
          <a:lstStyle xmlns:a="http://schemas.openxmlformats.org/drawingml/2006/main">
            <a:lvl1pPr marL="457200" indent="-279400" algn="l">
              <a:lnSpc>
                <a:spcPct val="120000"/>
              </a:lnSpc>
              <a:spcBef>
                <a:spcPts val="0"/>
              </a:spcBef>
              <a:spcAft>
                <a:spcPts val="0"/>
              </a:spcAft>
              <a:buClr>
                <a:schemeClr val="dk1"/>
              </a:buClr>
              <a:buSzPts val="800"/>
              <a:buFont typeface="Helvetica Neue"/>
              <a:buChar char="●"/>
              <a:defRPr sz="800">
                <a:solidFill>
                  <a:schemeClr val="dk1"/>
                </a:solidFill>
              </a:defRPr>
            </a:lvl1pPr>
            <a:lvl2pPr marL="914400" indent="-273050" algn="l">
              <a:lnSpc>
                <a:spcPct val="100000"/>
              </a:lnSpc>
              <a:spcBef>
                <a:spcPts val="0"/>
              </a:spcBef>
              <a:spcAft>
                <a:spcPts val="0"/>
              </a:spcAft>
              <a:buClr>
                <a:srgbClr val="000000"/>
              </a:buClr>
              <a:buSzPts val="700"/>
              <a:buChar char="○"/>
              <a:defRPr sz="2100"/>
            </a:lvl2pPr>
            <a:lvl3pPr marL="1371600" indent="-273050" algn="l">
              <a:lnSpc>
                <a:spcPct val="100000"/>
              </a:lnSpc>
              <a:spcBef>
                <a:spcPts val="0"/>
              </a:spcBef>
              <a:spcAft>
                <a:spcPts val="0"/>
              </a:spcAft>
              <a:buClr>
                <a:srgbClr val="000000"/>
              </a:buClr>
              <a:buSzPts val="700"/>
              <a:buChar char="■"/>
              <a:defRPr sz="2100"/>
            </a:lvl3pPr>
            <a:lvl4pPr marL="1828800" indent="-273050" algn="l">
              <a:lnSpc>
                <a:spcPct val="100000"/>
              </a:lnSpc>
              <a:spcBef>
                <a:spcPts val="0"/>
              </a:spcBef>
              <a:spcAft>
                <a:spcPts val="0"/>
              </a:spcAft>
              <a:buClr>
                <a:srgbClr val="000000"/>
              </a:buClr>
              <a:buSzPts val="700"/>
              <a:buChar char="●"/>
              <a:defRPr sz="2100"/>
            </a:lvl4pPr>
            <a:lvl5pPr marL="2286000" indent="-273050" algn="l">
              <a:lnSpc>
                <a:spcPct val="100000"/>
              </a:lnSpc>
              <a:spcBef>
                <a:spcPts val="0"/>
              </a:spcBef>
              <a:spcAft>
                <a:spcPts val="0"/>
              </a:spcAft>
              <a:buClr>
                <a:srgbClr val="000000"/>
              </a:buClr>
              <a:buSzPts val="700"/>
              <a:buChar char="○"/>
              <a:defRPr sz="2100"/>
            </a:lvl5pPr>
            <a:lvl6pPr marL="2743200" indent="-273050" algn="l">
              <a:lnSpc>
                <a:spcPct val="100000"/>
              </a:lnSpc>
              <a:spcBef>
                <a:spcPts val="0"/>
              </a:spcBef>
              <a:spcAft>
                <a:spcPts val="0"/>
              </a:spcAft>
              <a:buClr>
                <a:srgbClr val="000000"/>
              </a:buClr>
              <a:buSzPts val="700"/>
              <a:buChar char="■"/>
              <a:defRPr sz="2100"/>
            </a:lvl6pPr>
            <a:lvl7pPr marL="3200400" indent="-273050" algn="l">
              <a:lnSpc>
                <a:spcPct val="100000"/>
              </a:lnSpc>
              <a:spcBef>
                <a:spcPts val="0"/>
              </a:spcBef>
              <a:spcAft>
                <a:spcPts val="0"/>
              </a:spcAft>
              <a:buClr>
                <a:srgbClr val="000000"/>
              </a:buClr>
              <a:buSzPts val="700"/>
              <a:buChar char="●"/>
              <a:defRPr sz="2100"/>
            </a:lvl7pPr>
            <a:lvl8pPr marL="3657600" indent="-273050" algn="l">
              <a:lnSpc>
                <a:spcPct val="100000"/>
              </a:lnSpc>
              <a:spcBef>
                <a:spcPts val="0"/>
              </a:spcBef>
              <a:spcAft>
                <a:spcPts val="0"/>
              </a:spcAft>
              <a:buClr>
                <a:srgbClr val="000000"/>
              </a:buClr>
              <a:buSzPts val="700"/>
              <a:buChar char="○"/>
              <a:defRPr sz="2100"/>
            </a:lvl8pPr>
            <a:lvl9pPr marL="4114800" indent="-273050" algn="l">
              <a:lnSpc>
                <a:spcPct val="100000"/>
              </a:lnSpc>
              <a:spcBef>
                <a:spcPts val="0"/>
              </a:spcBef>
              <a:spcAft>
                <a:spcPts val="0"/>
              </a:spcAft>
              <a:buClr>
                <a:srgbClr val="000000"/>
              </a:buClr>
              <a:buSzPts val="700"/>
              <a:buChar char="■"/>
              <a:defRPr sz="2100"/>
            </a:lvl9pPr>
          </a:lstStyle>
          <a:p xmlns:a="http://schemas.openxmlformats.org/drawingml/2006/main"/>
        </p:txBody>
      </p:sp>
      <p:cxnSp>
        <p:nvCxnSpPr>
          <p:cNvPr id="438" name="Google Shape;399;p58"/>
          <p:cNvCxnSpPr/>
          <p:nvPr/>
        </p:nvCxnSpPr>
        <p:spPr>
          <a:xfrm xmlns:a="http://schemas.openxmlformats.org/drawingml/2006/main">
            <a:off x="225925" y="3630694"/>
            <a:ext cx="4270200" cy="0"/>
          </a:xfrm>
          <a:prstGeom xmlns:a="http://schemas.openxmlformats.org/drawingml/2006/main" prst="straightConnector1">
            <a:avLst/>
          </a:prstGeom>
          <a:ln xmlns:a="http://schemas.openxmlformats.org/drawingml/2006/main" w="19050" cap="flat">
            <a:solidFill>
              <a:srgbClr val="000000">
                <a:alpha val="4710"/>
              </a:srgbClr>
            </a:solidFill>
            <a:prstDash val="solid"/>
            <a:miter/>
            <a:headEnd type="none" w="sm" len="sm"/>
            <a:tailEnd type="none" w="sm" len="sm"/>
          </a:ln>
        </p:spPr>
      </p:cxnSp>
      <p:sp>
        <p:nvSpPr>
          <p:cNvPr id="400" name="Google Shape;400;p58">
            <a:extLst xmlns:a="http://schemas.openxmlformats.org/drawingml/2006/main">
              <a:ext uri="{FF2B5EF4-FFF2-40B4-BE49-F238E27FC236}">
                <a16:creationId xmlns:a16="http://schemas.microsoft.com/office/drawing/2014/main" id="{D57DCA9E-8DB5-47F2-98F1-E9645C929342}"/>
              </a:ext>
            </a:extLst>
          </p:cNvPr>
          <p:cNvSpPr>
            <a:spLocks xmlns:a="http://schemas.openxmlformats.org/drawingml/2006/main" noGrp="1"/>
          </p:cNvSpPr>
          <p:nvPr>
            <p:ph type="body" idx="16"/>
          </p:nvPr>
        </p:nvSpPr>
        <p:spPr>
          <a:xfrm xmlns:a="http://schemas.openxmlformats.org/drawingml/2006/main">
            <a:off x="3866849" y="3190665"/>
            <a:ext cx="648000" cy="418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7500" tIns="0" rIns="67500" bIns="0" anchor="ctr">
            <a:noAutofit/>
          </a:bodyPr>
          <a:lstStyle xmlns:a="http://schemas.openxmlformats.org/drawingml/2006/main">
            <a:lvl1pPr marL="457200" indent="-279400" algn="l">
              <a:lnSpc>
                <a:spcPct val="120000"/>
              </a:lnSpc>
              <a:spcBef>
                <a:spcPts val="0"/>
              </a:spcBef>
              <a:spcAft>
                <a:spcPts val="0"/>
              </a:spcAft>
              <a:buClr>
                <a:srgbClr val="7F7F7F"/>
              </a:buClr>
              <a:buSzPts val="800"/>
              <a:buFont typeface="Helvetica Neue"/>
              <a:buChar char="●"/>
              <a:defRPr sz="800">
                <a:solidFill>
                  <a:srgbClr val="7F7F7F"/>
                </a:solidFill>
              </a:defRPr>
            </a:lvl1pPr>
            <a:lvl2pPr marL="914400" indent="-273050" algn="l">
              <a:lnSpc>
                <a:spcPct val="100000"/>
              </a:lnSpc>
              <a:spcBef>
                <a:spcPts val="0"/>
              </a:spcBef>
              <a:spcAft>
                <a:spcPts val="0"/>
              </a:spcAft>
              <a:buClr>
                <a:srgbClr val="000000"/>
              </a:buClr>
              <a:buSzPts val="700"/>
              <a:buChar char="○"/>
              <a:defRPr sz="2100"/>
            </a:lvl2pPr>
            <a:lvl3pPr marL="1371600" indent="-273050" algn="l">
              <a:lnSpc>
                <a:spcPct val="100000"/>
              </a:lnSpc>
              <a:spcBef>
                <a:spcPts val="0"/>
              </a:spcBef>
              <a:spcAft>
                <a:spcPts val="0"/>
              </a:spcAft>
              <a:buClr>
                <a:srgbClr val="000000"/>
              </a:buClr>
              <a:buSzPts val="700"/>
              <a:buChar char="■"/>
              <a:defRPr sz="2100"/>
            </a:lvl3pPr>
            <a:lvl4pPr marL="1828800" indent="-273050" algn="l">
              <a:lnSpc>
                <a:spcPct val="100000"/>
              </a:lnSpc>
              <a:spcBef>
                <a:spcPts val="0"/>
              </a:spcBef>
              <a:spcAft>
                <a:spcPts val="0"/>
              </a:spcAft>
              <a:buClr>
                <a:srgbClr val="000000"/>
              </a:buClr>
              <a:buSzPts val="700"/>
              <a:buChar char="●"/>
              <a:defRPr sz="2100"/>
            </a:lvl4pPr>
            <a:lvl5pPr marL="2286000" indent="-273050" algn="l">
              <a:lnSpc>
                <a:spcPct val="100000"/>
              </a:lnSpc>
              <a:spcBef>
                <a:spcPts val="0"/>
              </a:spcBef>
              <a:spcAft>
                <a:spcPts val="0"/>
              </a:spcAft>
              <a:buClr>
                <a:srgbClr val="000000"/>
              </a:buClr>
              <a:buSzPts val="700"/>
              <a:buChar char="○"/>
              <a:defRPr sz="2100"/>
            </a:lvl5pPr>
            <a:lvl6pPr marL="2743200" indent="-273050" algn="l">
              <a:lnSpc>
                <a:spcPct val="100000"/>
              </a:lnSpc>
              <a:spcBef>
                <a:spcPts val="0"/>
              </a:spcBef>
              <a:spcAft>
                <a:spcPts val="0"/>
              </a:spcAft>
              <a:buClr>
                <a:srgbClr val="000000"/>
              </a:buClr>
              <a:buSzPts val="700"/>
              <a:buChar char="■"/>
              <a:defRPr sz="2100"/>
            </a:lvl6pPr>
            <a:lvl7pPr marL="3200400" indent="-273050" algn="l">
              <a:lnSpc>
                <a:spcPct val="100000"/>
              </a:lnSpc>
              <a:spcBef>
                <a:spcPts val="0"/>
              </a:spcBef>
              <a:spcAft>
                <a:spcPts val="0"/>
              </a:spcAft>
              <a:buClr>
                <a:srgbClr val="000000"/>
              </a:buClr>
              <a:buSzPts val="700"/>
              <a:buChar char="●"/>
              <a:defRPr sz="2100"/>
            </a:lvl7pPr>
            <a:lvl8pPr marL="3657600" indent="-273050" algn="l">
              <a:lnSpc>
                <a:spcPct val="100000"/>
              </a:lnSpc>
              <a:spcBef>
                <a:spcPts val="0"/>
              </a:spcBef>
              <a:spcAft>
                <a:spcPts val="0"/>
              </a:spcAft>
              <a:buClr>
                <a:srgbClr val="000000"/>
              </a:buClr>
              <a:buSzPts val="700"/>
              <a:buChar char="○"/>
              <a:defRPr sz="2100"/>
            </a:lvl8pPr>
            <a:lvl9pPr marL="4114800" indent="-273050" algn="l">
              <a:lnSpc>
                <a:spcPct val="100000"/>
              </a:lnSpc>
              <a:spcBef>
                <a:spcPts val="0"/>
              </a:spcBef>
              <a:spcAft>
                <a:spcPts val="0"/>
              </a:spcAft>
              <a:buClr>
                <a:srgbClr val="000000"/>
              </a:buClr>
              <a:buSzPts val="700"/>
              <a:buChar char="■"/>
              <a:defRPr sz="2100"/>
            </a:lvl9pPr>
          </a:lstStyle>
          <a:p xmlns:a="http://schemas.openxmlformats.org/drawingml/2006/main"/>
        </p:txBody>
      </p:sp>
      <p:sp>
        <p:nvSpPr>
          <p:cNvPr id="401" name="Google Shape;401;p58">
            <a:extLst xmlns:a="http://schemas.openxmlformats.org/drawingml/2006/main">
              <a:ext uri="{FF2B5EF4-FFF2-40B4-BE49-F238E27FC236}">
                <a16:creationId xmlns:a16="http://schemas.microsoft.com/office/drawing/2014/main" id="{DFD99F72-2C98-40E6-AE23-627020277444}"/>
              </a:ext>
            </a:extLst>
          </p:cNvPr>
          <p:cNvSpPr>
            <a:spLocks xmlns:a="http://schemas.openxmlformats.org/drawingml/2006/main" noGrp="1"/>
          </p:cNvSpPr>
          <p:nvPr>
            <p:ph type="body" idx="17"/>
          </p:nvPr>
        </p:nvSpPr>
        <p:spPr>
          <a:xfrm xmlns:a="http://schemas.openxmlformats.org/drawingml/2006/main">
            <a:off x="3191849" y="3190665"/>
            <a:ext cx="648000" cy="418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7500" tIns="0" rIns="67500" bIns="0" anchor="ctr">
            <a:noAutofit/>
          </a:bodyPr>
          <a:lstStyle xmlns:a="http://schemas.openxmlformats.org/drawingml/2006/main">
            <a:lvl1pPr marL="457200" indent="-279400" algn="l">
              <a:lnSpc>
                <a:spcPct val="120000"/>
              </a:lnSpc>
              <a:spcBef>
                <a:spcPts val="0"/>
              </a:spcBef>
              <a:spcAft>
                <a:spcPts val="0"/>
              </a:spcAft>
              <a:buClr>
                <a:srgbClr val="7F7F7F"/>
              </a:buClr>
              <a:buSzPts val="800"/>
              <a:buFont typeface="Helvetica Neue"/>
              <a:buChar char="●"/>
              <a:defRPr sz="800">
                <a:solidFill>
                  <a:srgbClr val="7F7F7F"/>
                </a:solidFill>
              </a:defRPr>
            </a:lvl1pPr>
            <a:lvl2pPr marL="914400" indent="-273050" algn="l">
              <a:lnSpc>
                <a:spcPct val="100000"/>
              </a:lnSpc>
              <a:spcBef>
                <a:spcPts val="0"/>
              </a:spcBef>
              <a:spcAft>
                <a:spcPts val="0"/>
              </a:spcAft>
              <a:buClr>
                <a:srgbClr val="000000"/>
              </a:buClr>
              <a:buSzPts val="700"/>
              <a:buChar char="○"/>
              <a:defRPr sz="2100"/>
            </a:lvl2pPr>
            <a:lvl3pPr marL="1371600" indent="-273050" algn="l">
              <a:lnSpc>
                <a:spcPct val="100000"/>
              </a:lnSpc>
              <a:spcBef>
                <a:spcPts val="0"/>
              </a:spcBef>
              <a:spcAft>
                <a:spcPts val="0"/>
              </a:spcAft>
              <a:buClr>
                <a:srgbClr val="000000"/>
              </a:buClr>
              <a:buSzPts val="700"/>
              <a:buChar char="■"/>
              <a:defRPr sz="2100"/>
            </a:lvl3pPr>
            <a:lvl4pPr marL="1828800" indent="-273050" algn="l">
              <a:lnSpc>
                <a:spcPct val="100000"/>
              </a:lnSpc>
              <a:spcBef>
                <a:spcPts val="0"/>
              </a:spcBef>
              <a:spcAft>
                <a:spcPts val="0"/>
              </a:spcAft>
              <a:buClr>
                <a:srgbClr val="000000"/>
              </a:buClr>
              <a:buSzPts val="700"/>
              <a:buChar char="●"/>
              <a:defRPr sz="2100"/>
            </a:lvl4pPr>
            <a:lvl5pPr marL="2286000" indent="-273050" algn="l">
              <a:lnSpc>
                <a:spcPct val="100000"/>
              </a:lnSpc>
              <a:spcBef>
                <a:spcPts val="0"/>
              </a:spcBef>
              <a:spcAft>
                <a:spcPts val="0"/>
              </a:spcAft>
              <a:buClr>
                <a:srgbClr val="000000"/>
              </a:buClr>
              <a:buSzPts val="700"/>
              <a:buChar char="○"/>
              <a:defRPr sz="2100"/>
            </a:lvl5pPr>
            <a:lvl6pPr marL="2743200" indent="-273050" algn="l">
              <a:lnSpc>
                <a:spcPct val="100000"/>
              </a:lnSpc>
              <a:spcBef>
                <a:spcPts val="0"/>
              </a:spcBef>
              <a:spcAft>
                <a:spcPts val="0"/>
              </a:spcAft>
              <a:buClr>
                <a:srgbClr val="000000"/>
              </a:buClr>
              <a:buSzPts val="700"/>
              <a:buChar char="■"/>
              <a:defRPr sz="2100"/>
            </a:lvl6pPr>
            <a:lvl7pPr marL="3200400" indent="-273050" algn="l">
              <a:lnSpc>
                <a:spcPct val="100000"/>
              </a:lnSpc>
              <a:spcBef>
                <a:spcPts val="0"/>
              </a:spcBef>
              <a:spcAft>
                <a:spcPts val="0"/>
              </a:spcAft>
              <a:buClr>
                <a:srgbClr val="000000"/>
              </a:buClr>
              <a:buSzPts val="700"/>
              <a:buChar char="●"/>
              <a:defRPr sz="2100"/>
            </a:lvl7pPr>
            <a:lvl8pPr marL="3657600" indent="-273050" algn="l">
              <a:lnSpc>
                <a:spcPct val="100000"/>
              </a:lnSpc>
              <a:spcBef>
                <a:spcPts val="0"/>
              </a:spcBef>
              <a:spcAft>
                <a:spcPts val="0"/>
              </a:spcAft>
              <a:buClr>
                <a:srgbClr val="000000"/>
              </a:buClr>
              <a:buSzPts val="700"/>
              <a:buChar char="○"/>
              <a:defRPr sz="2100"/>
            </a:lvl8pPr>
            <a:lvl9pPr marL="4114800" indent="-273050" algn="l">
              <a:lnSpc>
                <a:spcPct val="100000"/>
              </a:lnSpc>
              <a:spcBef>
                <a:spcPts val="0"/>
              </a:spcBef>
              <a:spcAft>
                <a:spcPts val="0"/>
              </a:spcAft>
              <a:buClr>
                <a:srgbClr val="000000"/>
              </a:buClr>
              <a:buSzPts val="700"/>
              <a:buChar char="■"/>
              <a:defRPr sz="2100"/>
            </a:lvl9pPr>
          </a:lstStyle>
          <a:p xmlns:a="http://schemas.openxmlformats.org/drawingml/2006/main"/>
        </p:txBody>
      </p:sp>
      <p:sp>
        <p:nvSpPr>
          <p:cNvPr id="402" name="Google Shape;402;p58">
            <a:extLst xmlns:a="http://schemas.openxmlformats.org/drawingml/2006/main">
              <a:ext uri="{FF2B5EF4-FFF2-40B4-BE49-F238E27FC236}">
                <a16:creationId xmlns:a16="http://schemas.microsoft.com/office/drawing/2014/main" id="{367F7942-2013-49EA-A104-A32F3E571D6A}"/>
              </a:ext>
            </a:extLst>
          </p:cNvPr>
          <p:cNvSpPr>
            <a:spLocks xmlns:a="http://schemas.openxmlformats.org/drawingml/2006/main" noGrp="1"/>
          </p:cNvSpPr>
          <p:nvPr>
            <p:ph type="body" idx="18"/>
          </p:nvPr>
        </p:nvSpPr>
        <p:spPr>
          <a:xfrm xmlns:a="http://schemas.openxmlformats.org/drawingml/2006/main">
            <a:off x="2543849" y="3190665"/>
            <a:ext cx="648000" cy="418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7500" tIns="0" rIns="67500" bIns="0" anchor="ctr">
            <a:noAutofit/>
          </a:bodyPr>
          <a:lstStyle xmlns:a="http://schemas.openxmlformats.org/drawingml/2006/main">
            <a:lvl1pPr marL="457200" indent="-279400" algn="l">
              <a:lnSpc>
                <a:spcPct val="120000"/>
              </a:lnSpc>
              <a:spcBef>
                <a:spcPts val="0"/>
              </a:spcBef>
              <a:spcAft>
                <a:spcPts val="0"/>
              </a:spcAft>
              <a:buClr>
                <a:srgbClr val="7F7F7F"/>
              </a:buClr>
              <a:buSzPts val="800"/>
              <a:buFont typeface="Helvetica Neue"/>
              <a:buChar char="●"/>
              <a:defRPr sz="800">
                <a:solidFill>
                  <a:srgbClr val="7F7F7F"/>
                </a:solidFill>
              </a:defRPr>
            </a:lvl1pPr>
            <a:lvl2pPr marL="914400" indent="-273050" algn="l">
              <a:lnSpc>
                <a:spcPct val="100000"/>
              </a:lnSpc>
              <a:spcBef>
                <a:spcPts val="0"/>
              </a:spcBef>
              <a:spcAft>
                <a:spcPts val="0"/>
              </a:spcAft>
              <a:buClr>
                <a:srgbClr val="000000"/>
              </a:buClr>
              <a:buSzPts val="700"/>
              <a:buChar char="○"/>
              <a:defRPr sz="2100"/>
            </a:lvl2pPr>
            <a:lvl3pPr marL="1371600" indent="-273050" algn="l">
              <a:lnSpc>
                <a:spcPct val="100000"/>
              </a:lnSpc>
              <a:spcBef>
                <a:spcPts val="0"/>
              </a:spcBef>
              <a:spcAft>
                <a:spcPts val="0"/>
              </a:spcAft>
              <a:buClr>
                <a:srgbClr val="000000"/>
              </a:buClr>
              <a:buSzPts val="700"/>
              <a:buChar char="■"/>
              <a:defRPr sz="2100"/>
            </a:lvl3pPr>
            <a:lvl4pPr marL="1828800" indent="-273050" algn="l">
              <a:lnSpc>
                <a:spcPct val="100000"/>
              </a:lnSpc>
              <a:spcBef>
                <a:spcPts val="0"/>
              </a:spcBef>
              <a:spcAft>
                <a:spcPts val="0"/>
              </a:spcAft>
              <a:buClr>
                <a:srgbClr val="000000"/>
              </a:buClr>
              <a:buSzPts val="700"/>
              <a:buChar char="●"/>
              <a:defRPr sz="2100"/>
            </a:lvl4pPr>
            <a:lvl5pPr marL="2286000" indent="-273050" algn="l">
              <a:lnSpc>
                <a:spcPct val="100000"/>
              </a:lnSpc>
              <a:spcBef>
                <a:spcPts val="0"/>
              </a:spcBef>
              <a:spcAft>
                <a:spcPts val="0"/>
              </a:spcAft>
              <a:buClr>
                <a:srgbClr val="000000"/>
              </a:buClr>
              <a:buSzPts val="700"/>
              <a:buChar char="○"/>
              <a:defRPr sz="2100"/>
            </a:lvl5pPr>
            <a:lvl6pPr marL="2743200" indent="-273050" algn="l">
              <a:lnSpc>
                <a:spcPct val="100000"/>
              </a:lnSpc>
              <a:spcBef>
                <a:spcPts val="0"/>
              </a:spcBef>
              <a:spcAft>
                <a:spcPts val="0"/>
              </a:spcAft>
              <a:buClr>
                <a:srgbClr val="000000"/>
              </a:buClr>
              <a:buSzPts val="700"/>
              <a:buChar char="■"/>
              <a:defRPr sz="2100"/>
            </a:lvl6pPr>
            <a:lvl7pPr marL="3200400" indent="-273050" algn="l">
              <a:lnSpc>
                <a:spcPct val="100000"/>
              </a:lnSpc>
              <a:spcBef>
                <a:spcPts val="0"/>
              </a:spcBef>
              <a:spcAft>
                <a:spcPts val="0"/>
              </a:spcAft>
              <a:buClr>
                <a:srgbClr val="000000"/>
              </a:buClr>
              <a:buSzPts val="700"/>
              <a:buChar char="●"/>
              <a:defRPr sz="2100"/>
            </a:lvl7pPr>
            <a:lvl8pPr marL="3657600" indent="-273050" algn="l">
              <a:lnSpc>
                <a:spcPct val="100000"/>
              </a:lnSpc>
              <a:spcBef>
                <a:spcPts val="0"/>
              </a:spcBef>
              <a:spcAft>
                <a:spcPts val="0"/>
              </a:spcAft>
              <a:buClr>
                <a:srgbClr val="000000"/>
              </a:buClr>
              <a:buSzPts val="700"/>
              <a:buChar char="○"/>
              <a:defRPr sz="2100"/>
            </a:lvl8pPr>
            <a:lvl9pPr marL="4114800" indent="-273050" algn="l">
              <a:lnSpc>
                <a:spcPct val="100000"/>
              </a:lnSpc>
              <a:spcBef>
                <a:spcPts val="0"/>
              </a:spcBef>
              <a:spcAft>
                <a:spcPts val="0"/>
              </a:spcAft>
              <a:buClr>
                <a:srgbClr val="000000"/>
              </a:buClr>
              <a:buSzPts val="700"/>
              <a:buChar char="■"/>
              <a:defRPr sz="2100"/>
            </a:lvl9pPr>
          </a:lstStyle>
          <a:p xmlns:a="http://schemas.openxmlformats.org/drawingml/2006/main"/>
        </p:txBody>
      </p:sp>
      <p:sp>
        <p:nvSpPr>
          <p:cNvPr id="403" name="Google Shape;403;p58">
            <a:extLst xmlns:a="http://schemas.openxmlformats.org/drawingml/2006/main">
              <a:ext uri="{FF2B5EF4-FFF2-40B4-BE49-F238E27FC236}">
                <a16:creationId xmlns:a16="http://schemas.microsoft.com/office/drawing/2014/main" id="{455A4EEA-250E-4CD2-86F0-84550F79A1D7}"/>
              </a:ext>
            </a:extLst>
          </p:cNvPr>
          <p:cNvSpPr>
            <a:spLocks xmlns:a="http://schemas.openxmlformats.org/drawingml/2006/main" noGrp="1"/>
          </p:cNvSpPr>
          <p:nvPr>
            <p:ph type="body" idx="19"/>
          </p:nvPr>
        </p:nvSpPr>
        <p:spPr>
          <a:xfrm xmlns:a="http://schemas.openxmlformats.org/drawingml/2006/main">
            <a:off x="1868849" y="3190665"/>
            <a:ext cx="648000" cy="418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7500" tIns="0" rIns="67500" bIns="0" anchor="ctr">
            <a:noAutofit/>
          </a:bodyPr>
          <a:lstStyle xmlns:a="http://schemas.openxmlformats.org/drawingml/2006/main">
            <a:lvl1pPr marL="457200" indent="-279400" algn="l">
              <a:lnSpc>
                <a:spcPct val="120000"/>
              </a:lnSpc>
              <a:spcBef>
                <a:spcPts val="0"/>
              </a:spcBef>
              <a:spcAft>
                <a:spcPts val="0"/>
              </a:spcAft>
              <a:buClr>
                <a:srgbClr val="7F7F7F"/>
              </a:buClr>
              <a:buSzPts val="800"/>
              <a:buFont typeface="Helvetica Neue"/>
              <a:buChar char="●"/>
              <a:defRPr sz="800">
                <a:solidFill>
                  <a:srgbClr val="7F7F7F"/>
                </a:solidFill>
              </a:defRPr>
            </a:lvl1pPr>
            <a:lvl2pPr marL="914400" indent="-273050" algn="l">
              <a:lnSpc>
                <a:spcPct val="100000"/>
              </a:lnSpc>
              <a:spcBef>
                <a:spcPts val="0"/>
              </a:spcBef>
              <a:spcAft>
                <a:spcPts val="0"/>
              </a:spcAft>
              <a:buClr>
                <a:srgbClr val="000000"/>
              </a:buClr>
              <a:buSzPts val="700"/>
              <a:buChar char="○"/>
              <a:defRPr sz="2100"/>
            </a:lvl2pPr>
            <a:lvl3pPr marL="1371600" indent="-273050" algn="l">
              <a:lnSpc>
                <a:spcPct val="100000"/>
              </a:lnSpc>
              <a:spcBef>
                <a:spcPts val="0"/>
              </a:spcBef>
              <a:spcAft>
                <a:spcPts val="0"/>
              </a:spcAft>
              <a:buClr>
                <a:srgbClr val="000000"/>
              </a:buClr>
              <a:buSzPts val="700"/>
              <a:buChar char="■"/>
              <a:defRPr sz="2100"/>
            </a:lvl3pPr>
            <a:lvl4pPr marL="1828800" indent="-273050" algn="l">
              <a:lnSpc>
                <a:spcPct val="100000"/>
              </a:lnSpc>
              <a:spcBef>
                <a:spcPts val="0"/>
              </a:spcBef>
              <a:spcAft>
                <a:spcPts val="0"/>
              </a:spcAft>
              <a:buClr>
                <a:srgbClr val="000000"/>
              </a:buClr>
              <a:buSzPts val="700"/>
              <a:buChar char="●"/>
              <a:defRPr sz="2100"/>
            </a:lvl4pPr>
            <a:lvl5pPr marL="2286000" indent="-273050" algn="l">
              <a:lnSpc>
                <a:spcPct val="100000"/>
              </a:lnSpc>
              <a:spcBef>
                <a:spcPts val="0"/>
              </a:spcBef>
              <a:spcAft>
                <a:spcPts val="0"/>
              </a:spcAft>
              <a:buClr>
                <a:srgbClr val="000000"/>
              </a:buClr>
              <a:buSzPts val="700"/>
              <a:buChar char="○"/>
              <a:defRPr sz="2100"/>
            </a:lvl5pPr>
            <a:lvl6pPr marL="2743200" indent="-273050" algn="l">
              <a:lnSpc>
                <a:spcPct val="100000"/>
              </a:lnSpc>
              <a:spcBef>
                <a:spcPts val="0"/>
              </a:spcBef>
              <a:spcAft>
                <a:spcPts val="0"/>
              </a:spcAft>
              <a:buClr>
                <a:srgbClr val="000000"/>
              </a:buClr>
              <a:buSzPts val="700"/>
              <a:buChar char="■"/>
              <a:defRPr sz="2100"/>
            </a:lvl6pPr>
            <a:lvl7pPr marL="3200400" indent="-273050" algn="l">
              <a:lnSpc>
                <a:spcPct val="100000"/>
              </a:lnSpc>
              <a:spcBef>
                <a:spcPts val="0"/>
              </a:spcBef>
              <a:spcAft>
                <a:spcPts val="0"/>
              </a:spcAft>
              <a:buClr>
                <a:srgbClr val="000000"/>
              </a:buClr>
              <a:buSzPts val="700"/>
              <a:buChar char="●"/>
              <a:defRPr sz="2100"/>
            </a:lvl7pPr>
            <a:lvl8pPr marL="3657600" indent="-273050" algn="l">
              <a:lnSpc>
                <a:spcPct val="100000"/>
              </a:lnSpc>
              <a:spcBef>
                <a:spcPts val="0"/>
              </a:spcBef>
              <a:spcAft>
                <a:spcPts val="0"/>
              </a:spcAft>
              <a:buClr>
                <a:srgbClr val="000000"/>
              </a:buClr>
              <a:buSzPts val="700"/>
              <a:buChar char="○"/>
              <a:defRPr sz="2100"/>
            </a:lvl8pPr>
            <a:lvl9pPr marL="4114800" indent="-273050" algn="l">
              <a:lnSpc>
                <a:spcPct val="100000"/>
              </a:lnSpc>
              <a:spcBef>
                <a:spcPts val="0"/>
              </a:spcBef>
              <a:spcAft>
                <a:spcPts val="0"/>
              </a:spcAft>
              <a:buClr>
                <a:srgbClr val="000000"/>
              </a:buClr>
              <a:buSzPts val="700"/>
              <a:buChar char="■"/>
              <a:defRPr sz="2100"/>
            </a:lvl9pPr>
          </a:lstStyle>
          <a:p xmlns:a="http://schemas.openxmlformats.org/drawingml/2006/main"/>
        </p:txBody>
      </p:sp>
      <p:sp>
        <p:nvSpPr>
          <p:cNvPr id="404" name="Google Shape;404;p58">
            <a:extLst xmlns:a="http://schemas.openxmlformats.org/drawingml/2006/main">
              <a:ext uri="{FF2B5EF4-FFF2-40B4-BE49-F238E27FC236}">
                <a16:creationId xmlns:a16="http://schemas.microsoft.com/office/drawing/2014/main" id="{B8317E89-85F8-4CB8-938F-432A4CEE9F51}"/>
              </a:ext>
            </a:extLst>
          </p:cNvPr>
          <p:cNvSpPr>
            <a:spLocks xmlns:a="http://schemas.openxmlformats.org/drawingml/2006/main" noGrp="1"/>
          </p:cNvSpPr>
          <p:nvPr>
            <p:ph type="body" idx="20"/>
          </p:nvPr>
        </p:nvSpPr>
        <p:spPr>
          <a:xfrm xmlns:a="http://schemas.openxmlformats.org/drawingml/2006/main">
            <a:off x="1220849" y="3190665"/>
            <a:ext cx="648000" cy="418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7500" tIns="0" rIns="67500" bIns="0" anchor="ctr">
            <a:noAutofit/>
          </a:bodyPr>
          <a:lstStyle xmlns:a="http://schemas.openxmlformats.org/drawingml/2006/main">
            <a:lvl1pPr marL="457200" indent="-279400" algn="l">
              <a:lnSpc>
                <a:spcPct val="120000"/>
              </a:lnSpc>
              <a:spcBef>
                <a:spcPts val="0"/>
              </a:spcBef>
              <a:spcAft>
                <a:spcPts val="0"/>
              </a:spcAft>
              <a:buClr>
                <a:srgbClr val="7F7F7F"/>
              </a:buClr>
              <a:buSzPts val="800"/>
              <a:buFont typeface="Helvetica Neue"/>
              <a:buChar char="●"/>
              <a:defRPr sz="800">
                <a:solidFill>
                  <a:srgbClr val="7F7F7F"/>
                </a:solidFill>
              </a:defRPr>
            </a:lvl1pPr>
            <a:lvl2pPr marL="914400" indent="-273050" algn="l">
              <a:lnSpc>
                <a:spcPct val="100000"/>
              </a:lnSpc>
              <a:spcBef>
                <a:spcPts val="0"/>
              </a:spcBef>
              <a:spcAft>
                <a:spcPts val="0"/>
              </a:spcAft>
              <a:buClr>
                <a:srgbClr val="000000"/>
              </a:buClr>
              <a:buSzPts val="700"/>
              <a:buChar char="○"/>
              <a:defRPr sz="2100"/>
            </a:lvl2pPr>
            <a:lvl3pPr marL="1371600" indent="-273050" algn="l">
              <a:lnSpc>
                <a:spcPct val="100000"/>
              </a:lnSpc>
              <a:spcBef>
                <a:spcPts val="0"/>
              </a:spcBef>
              <a:spcAft>
                <a:spcPts val="0"/>
              </a:spcAft>
              <a:buClr>
                <a:srgbClr val="000000"/>
              </a:buClr>
              <a:buSzPts val="700"/>
              <a:buChar char="■"/>
              <a:defRPr sz="2100"/>
            </a:lvl3pPr>
            <a:lvl4pPr marL="1828800" indent="-273050" algn="l">
              <a:lnSpc>
                <a:spcPct val="100000"/>
              </a:lnSpc>
              <a:spcBef>
                <a:spcPts val="0"/>
              </a:spcBef>
              <a:spcAft>
                <a:spcPts val="0"/>
              </a:spcAft>
              <a:buClr>
                <a:srgbClr val="000000"/>
              </a:buClr>
              <a:buSzPts val="700"/>
              <a:buChar char="●"/>
              <a:defRPr sz="2100"/>
            </a:lvl4pPr>
            <a:lvl5pPr marL="2286000" indent="-273050" algn="l">
              <a:lnSpc>
                <a:spcPct val="100000"/>
              </a:lnSpc>
              <a:spcBef>
                <a:spcPts val="0"/>
              </a:spcBef>
              <a:spcAft>
                <a:spcPts val="0"/>
              </a:spcAft>
              <a:buClr>
                <a:srgbClr val="000000"/>
              </a:buClr>
              <a:buSzPts val="700"/>
              <a:buChar char="○"/>
              <a:defRPr sz="2100"/>
            </a:lvl5pPr>
            <a:lvl6pPr marL="2743200" indent="-273050" algn="l">
              <a:lnSpc>
                <a:spcPct val="100000"/>
              </a:lnSpc>
              <a:spcBef>
                <a:spcPts val="0"/>
              </a:spcBef>
              <a:spcAft>
                <a:spcPts val="0"/>
              </a:spcAft>
              <a:buClr>
                <a:srgbClr val="000000"/>
              </a:buClr>
              <a:buSzPts val="700"/>
              <a:buChar char="■"/>
              <a:defRPr sz="2100"/>
            </a:lvl6pPr>
            <a:lvl7pPr marL="3200400" indent="-273050" algn="l">
              <a:lnSpc>
                <a:spcPct val="100000"/>
              </a:lnSpc>
              <a:spcBef>
                <a:spcPts val="0"/>
              </a:spcBef>
              <a:spcAft>
                <a:spcPts val="0"/>
              </a:spcAft>
              <a:buClr>
                <a:srgbClr val="000000"/>
              </a:buClr>
              <a:buSzPts val="700"/>
              <a:buChar char="●"/>
              <a:defRPr sz="2100"/>
            </a:lvl7pPr>
            <a:lvl8pPr marL="3657600" indent="-273050" algn="l">
              <a:lnSpc>
                <a:spcPct val="100000"/>
              </a:lnSpc>
              <a:spcBef>
                <a:spcPts val="0"/>
              </a:spcBef>
              <a:spcAft>
                <a:spcPts val="0"/>
              </a:spcAft>
              <a:buClr>
                <a:srgbClr val="000000"/>
              </a:buClr>
              <a:buSzPts val="700"/>
              <a:buChar char="○"/>
              <a:defRPr sz="2100"/>
            </a:lvl8pPr>
            <a:lvl9pPr marL="4114800" indent="-273050" algn="l">
              <a:lnSpc>
                <a:spcPct val="100000"/>
              </a:lnSpc>
              <a:spcBef>
                <a:spcPts val="0"/>
              </a:spcBef>
              <a:spcAft>
                <a:spcPts val="0"/>
              </a:spcAft>
              <a:buClr>
                <a:srgbClr val="000000"/>
              </a:buClr>
              <a:buSzPts val="700"/>
              <a:buChar char="■"/>
              <a:defRPr sz="2100"/>
            </a:lvl9pPr>
          </a:lstStyle>
          <a:p xmlns:a="http://schemas.openxmlformats.org/drawingml/2006/main"/>
        </p:txBody>
      </p:sp>
      <p:sp>
        <p:nvSpPr>
          <p:cNvPr id="405" name="Google Shape;405;p58">
            <a:extLst xmlns:a="http://schemas.openxmlformats.org/drawingml/2006/main">
              <a:ext uri="{FF2B5EF4-FFF2-40B4-BE49-F238E27FC236}">
                <a16:creationId xmlns:a16="http://schemas.microsoft.com/office/drawing/2014/main" id="{EA7C42AB-897A-4157-A843-19C2220C3158}"/>
              </a:ext>
            </a:extLst>
          </p:cNvPr>
          <p:cNvSpPr>
            <a:spLocks xmlns:a="http://schemas.openxmlformats.org/drawingml/2006/main" noGrp="1"/>
          </p:cNvSpPr>
          <p:nvPr>
            <p:ph type="body" idx="21"/>
          </p:nvPr>
        </p:nvSpPr>
        <p:spPr>
          <a:xfrm xmlns:a="http://schemas.openxmlformats.org/drawingml/2006/main">
            <a:off x="201377" y="3190665"/>
            <a:ext cx="992400" cy="418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7500" tIns="0" rIns="67500" bIns="0" anchor="ctr">
            <a:noAutofit/>
          </a:bodyPr>
          <a:lstStyle xmlns:a="http://schemas.openxmlformats.org/drawingml/2006/main">
            <a:lvl1pPr marL="457200" indent="-279400" algn="l">
              <a:lnSpc>
                <a:spcPct val="120000"/>
              </a:lnSpc>
              <a:spcBef>
                <a:spcPts val="0"/>
              </a:spcBef>
              <a:spcAft>
                <a:spcPts val="0"/>
              </a:spcAft>
              <a:buClr>
                <a:schemeClr val="dk1"/>
              </a:buClr>
              <a:buSzPts val="800"/>
              <a:buFont typeface="Helvetica Neue"/>
              <a:buChar char="●"/>
              <a:defRPr sz="800">
                <a:solidFill>
                  <a:schemeClr val="dk1"/>
                </a:solidFill>
              </a:defRPr>
            </a:lvl1pPr>
            <a:lvl2pPr marL="914400" indent="-273050" algn="l">
              <a:lnSpc>
                <a:spcPct val="100000"/>
              </a:lnSpc>
              <a:spcBef>
                <a:spcPts val="0"/>
              </a:spcBef>
              <a:spcAft>
                <a:spcPts val="0"/>
              </a:spcAft>
              <a:buClr>
                <a:srgbClr val="000000"/>
              </a:buClr>
              <a:buSzPts val="700"/>
              <a:buChar char="○"/>
              <a:defRPr sz="2100"/>
            </a:lvl2pPr>
            <a:lvl3pPr marL="1371600" indent="-273050" algn="l">
              <a:lnSpc>
                <a:spcPct val="100000"/>
              </a:lnSpc>
              <a:spcBef>
                <a:spcPts val="0"/>
              </a:spcBef>
              <a:spcAft>
                <a:spcPts val="0"/>
              </a:spcAft>
              <a:buClr>
                <a:srgbClr val="000000"/>
              </a:buClr>
              <a:buSzPts val="700"/>
              <a:buChar char="■"/>
              <a:defRPr sz="2100"/>
            </a:lvl3pPr>
            <a:lvl4pPr marL="1828800" indent="-273050" algn="l">
              <a:lnSpc>
                <a:spcPct val="100000"/>
              </a:lnSpc>
              <a:spcBef>
                <a:spcPts val="0"/>
              </a:spcBef>
              <a:spcAft>
                <a:spcPts val="0"/>
              </a:spcAft>
              <a:buClr>
                <a:srgbClr val="000000"/>
              </a:buClr>
              <a:buSzPts val="700"/>
              <a:buChar char="●"/>
              <a:defRPr sz="2100"/>
            </a:lvl4pPr>
            <a:lvl5pPr marL="2286000" indent="-273050" algn="l">
              <a:lnSpc>
                <a:spcPct val="100000"/>
              </a:lnSpc>
              <a:spcBef>
                <a:spcPts val="0"/>
              </a:spcBef>
              <a:spcAft>
                <a:spcPts val="0"/>
              </a:spcAft>
              <a:buClr>
                <a:srgbClr val="000000"/>
              </a:buClr>
              <a:buSzPts val="700"/>
              <a:buChar char="○"/>
              <a:defRPr sz="2100"/>
            </a:lvl5pPr>
            <a:lvl6pPr marL="2743200" indent="-273050" algn="l">
              <a:lnSpc>
                <a:spcPct val="100000"/>
              </a:lnSpc>
              <a:spcBef>
                <a:spcPts val="0"/>
              </a:spcBef>
              <a:spcAft>
                <a:spcPts val="0"/>
              </a:spcAft>
              <a:buClr>
                <a:srgbClr val="000000"/>
              </a:buClr>
              <a:buSzPts val="700"/>
              <a:buChar char="■"/>
              <a:defRPr sz="2100"/>
            </a:lvl6pPr>
            <a:lvl7pPr marL="3200400" indent="-273050" algn="l">
              <a:lnSpc>
                <a:spcPct val="100000"/>
              </a:lnSpc>
              <a:spcBef>
                <a:spcPts val="0"/>
              </a:spcBef>
              <a:spcAft>
                <a:spcPts val="0"/>
              </a:spcAft>
              <a:buClr>
                <a:srgbClr val="000000"/>
              </a:buClr>
              <a:buSzPts val="700"/>
              <a:buChar char="●"/>
              <a:defRPr sz="2100"/>
            </a:lvl7pPr>
            <a:lvl8pPr marL="3657600" indent="-273050" algn="l">
              <a:lnSpc>
                <a:spcPct val="100000"/>
              </a:lnSpc>
              <a:spcBef>
                <a:spcPts val="0"/>
              </a:spcBef>
              <a:spcAft>
                <a:spcPts val="0"/>
              </a:spcAft>
              <a:buClr>
                <a:srgbClr val="000000"/>
              </a:buClr>
              <a:buSzPts val="700"/>
              <a:buChar char="○"/>
              <a:defRPr sz="2100"/>
            </a:lvl8pPr>
            <a:lvl9pPr marL="4114800" indent="-273050" algn="l">
              <a:lnSpc>
                <a:spcPct val="100000"/>
              </a:lnSpc>
              <a:spcBef>
                <a:spcPts val="0"/>
              </a:spcBef>
              <a:spcAft>
                <a:spcPts val="0"/>
              </a:spcAft>
              <a:buClr>
                <a:srgbClr val="000000"/>
              </a:buClr>
              <a:buSzPts val="700"/>
              <a:buChar char="■"/>
              <a:defRPr sz="2100"/>
            </a:lvl9pPr>
          </a:lstStyle>
          <a:p xmlns:a="http://schemas.openxmlformats.org/drawingml/2006/main"/>
        </p:txBody>
      </p:sp>
      <p:cxnSp>
        <p:nvCxnSpPr>
          <p:cNvPr id="445" name="Google Shape;406;p58"/>
          <p:cNvCxnSpPr/>
          <p:nvPr/>
        </p:nvCxnSpPr>
        <p:spPr>
          <a:xfrm xmlns:a="http://schemas.openxmlformats.org/drawingml/2006/main">
            <a:off x="225925" y="3191214"/>
            <a:ext cx="4270200" cy="0"/>
          </a:xfrm>
          <a:prstGeom xmlns:a="http://schemas.openxmlformats.org/drawingml/2006/main" prst="straightConnector1">
            <a:avLst/>
          </a:prstGeom>
          <a:ln xmlns:a="http://schemas.openxmlformats.org/drawingml/2006/main" w="19050" cap="flat">
            <a:solidFill>
              <a:srgbClr val="000000">
                <a:alpha val="4710"/>
              </a:srgbClr>
            </a:solidFill>
            <a:prstDash val="solid"/>
            <a:miter/>
            <a:headEnd type="none" w="sm" len="sm"/>
            <a:tailEnd type="none" w="sm" len="sm"/>
          </a:ln>
        </p:spPr>
      </p:cxnSp>
      <p:sp>
        <p:nvSpPr>
          <p:cNvPr id="407" name="Google Shape;407;p58">
            <a:extLst xmlns:a="http://schemas.openxmlformats.org/drawingml/2006/main">
              <a:ext uri="{FF2B5EF4-FFF2-40B4-BE49-F238E27FC236}">
                <a16:creationId xmlns:a16="http://schemas.microsoft.com/office/drawing/2014/main" id="{703EE8ED-3CAC-432F-BDB7-F57CDB5BF45E}"/>
              </a:ext>
            </a:extLst>
          </p:cNvPr>
          <p:cNvSpPr>
            <a:spLocks xmlns:a="http://schemas.openxmlformats.org/drawingml/2006/main" noGrp="1"/>
          </p:cNvSpPr>
          <p:nvPr>
            <p:ph type="body" idx="22"/>
          </p:nvPr>
        </p:nvSpPr>
        <p:spPr>
          <a:xfrm xmlns:a="http://schemas.openxmlformats.org/drawingml/2006/main">
            <a:off x="3866849" y="2758557"/>
            <a:ext cx="648000" cy="418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7500" tIns="0" rIns="67500" bIns="0" anchor="ctr">
            <a:noAutofit/>
          </a:bodyPr>
          <a:lstStyle xmlns:a="http://schemas.openxmlformats.org/drawingml/2006/main">
            <a:lvl1pPr marL="457200" indent="-279400" algn="l">
              <a:lnSpc>
                <a:spcPct val="120000"/>
              </a:lnSpc>
              <a:spcBef>
                <a:spcPts val="0"/>
              </a:spcBef>
              <a:spcAft>
                <a:spcPts val="0"/>
              </a:spcAft>
              <a:buClr>
                <a:srgbClr val="7F7F7F"/>
              </a:buClr>
              <a:buSzPts val="800"/>
              <a:buFont typeface="Helvetica Neue"/>
              <a:buChar char="●"/>
              <a:defRPr sz="800">
                <a:solidFill>
                  <a:srgbClr val="7F7F7F"/>
                </a:solidFill>
              </a:defRPr>
            </a:lvl1pPr>
            <a:lvl2pPr marL="914400" indent="-273050" algn="l">
              <a:lnSpc>
                <a:spcPct val="100000"/>
              </a:lnSpc>
              <a:spcBef>
                <a:spcPts val="0"/>
              </a:spcBef>
              <a:spcAft>
                <a:spcPts val="0"/>
              </a:spcAft>
              <a:buClr>
                <a:srgbClr val="000000"/>
              </a:buClr>
              <a:buSzPts val="700"/>
              <a:buChar char="○"/>
              <a:defRPr sz="2100"/>
            </a:lvl2pPr>
            <a:lvl3pPr marL="1371600" indent="-273050" algn="l">
              <a:lnSpc>
                <a:spcPct val="100000"/>
              </a:lnSpc>
              <a:spcBef>
                <a:spcPts val="0"/>
              </a:spcBef>
              <a:spcAft>
                <a:spcPts val="0"/>
              </a:spcAft>
              <a:buClr>
                <a:srgbClr val="000000"/>
              </a:buClr>
              <a:buSzPts val="700"/>
              <a:buChar char="■"/>
              <a:defRPr sz="2100"/>
            </a:lvl3pPr>
            <a:lvl4pPr marL="1828800" indent="-273050" algn="l">
              <a:lnSpc>
                <a:spcPct val="100000"/>
              </a:lnSpc>
              <a:spcBef>
                <a:spcPts val="0"/>
              </a:spcBef>
              <a:spcAft>
                <a:spcPts val="0"/>
              </a:spcAft>
              <a:buClr>
                <a:srgbClr val="000000"/>
              </a:buClr>
              <a:buSzPts val="700"/>
              <a:buChar char="●"/>
              <a:defRPr sz="2100"/>
            </a:lvl4pPr>
            <a:lvl5pPr marL="2286000" indent="-273050" algn="l">
              <a:lnSpc>
                <a:spcPct val="100000"/>
              </a:lnSpc>
              <a:spcBef>
                <a:spcPts val="0"/>
              </a:spcBef>
              <a:spcAft>
                <a:spcPts val="0"/>
              </a:spcAft>
              <a:buClr>
                <a:srgbClr val="000000"/>
              </a:buClr>
              <a:buSzPts val="700"/>
              <a:buChar char="○"/>
              <a:defRPr sz="2100"/>
            </a:lvl5pPr>
            <a:lvl6pPr marL="2743200" indent="-273050" algn="l">
              <a:lnSpc>
                <a:spcPct val="100000"/>
              </a:lnSpc>
              <a:spcBef>
                <a:spcPts val="0"/>
              </a:spcBef>
              <a:spcAft>
                <a:spcPts val="0"/>
              </a:spcAft>
              <a:buClr>
                <a:srgbClr val="000000"/>
              </a:buClr>
              <a:buSzPts val="700"/>
              <a:buChar char="■"/>
              <a:defRPr sz="2100"/>
            </a:lvl6pPr>
            <a:lvl7pPr marL="3200400" indent="-273050" algn="l">
              <a:lnSpc>
                <a:spcPct val="100000"/>
              </a:lnSpc>
              <a:spcBef>
                <a:spcPts val="0"/>
              </a:spcBef>
              <a:spcAft>
                <a:spcPts val="0"/>
              </a:spcAft>
              <a:buClr>
                <a:srgbClr val="000000"/>
              </a:buClr>
              <a:buSzPts val="700"/>
              <a:buChar char="●"/>
              <a:defRPr sz="2100"/>
            </a:lvl7pPr>
            <a:lvl8pPr marL="3657600" indent="-273050" algn="l">
              <a:lnSpc>
                <a:spcPct val="100000"/>
              </a:lnSpc>
              <a:spcBef>
                <a:spcPts val="0"/>
              </a:spcBef>
              <a:spcAft>
                <a:spcPts val="0"/>
              </a:spcAft>
              <a:buClr>
                <a:srgbClr val="000000"/>
              </a:buClr>
              <a:buSzPts val="700"/>
              <a:buChar char="○"/>
              <a:defRPr sz="2100"/>
            </a:lvl8pPr>
            <a:lvl9pPr marL="4114800" indent="-273050" algn="l">
              <a:lnSpc>
                <a:spcPct val="100000"/>
              </a:lnSpc>
              <a:spcBef>
                <a:spcPts val="0"/>
              </a:spcBef>
              <a:spcAft>
                <a:spcPts val="0"/>
              </a:spcAft>
              <a:buClr>
                <a:srgbClr val="000000"/>
              </a:buClr>
              <a:buSzPts val="700"/>
              <a:buChar char="■"/>
              <a:defRPr sz="2100"/>
            </a:lvl9pPr>
          </a:lstStyle>
          <a:p xmlns:a="http://schemas.openxmlformats.org/drawingml/2006/main"/>
        </p:txBody>
      </p:sp>
      <p:sp>
        <p:nvSpPr>
          <p:cNvPr id="408" name="Google Shape;408;p58">
            <a:extLst xmlns:a="http://schemas.openxmlformats.org/drawingml/2006/main">
              <a:ext uri="{FF2B5EF4-FFF2-40B4-BE49-F238E27FC236}">
                <a16:creationId xmlns:a16="http://schemas.microsoft.com/office/drawing/2014/main" id="{F135816B-065E-4DF7-9009-F0D5ACC2737C}"/>
              </a:ext>
            </a:extLst>
          </p:cNvPr>
          <p:cNvSpPr>
            <a:spLocks xmlns:a="http://schemas.openxmlformats.org/drawingml/2006/main" noGrp="1"/>
          </p:cNvSpPr>
          <p:nvPr>
            <p:ph type="body" idx="23"/>
          </p:nvPr>
        </p:nvSpPr>
        <p:spPr>
          <a:xfrm xmlns:a="http://schemas.openxmlformats.org/drawingml/2006/main">
            <a:off x="3191849" y="2758557"/>
            <a:ext cx="648000" cy="418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7500" tIns="0" rIns="67500" bIns="0" anchor="ctr">
            <a:noAutofit/>
          </a:bodyPr>
          <a:lstStyle xmlns:a="http://schemas.openxmlformats.org/drawingml/2006/main">
            <a:lvl1pPr marL="457200" indent="-279400" algn="l">
              <a:lnSpc>
                <a:spcPct val="120000"/>
              </a:lnSpc>
              <a:spcBef>
                <a:spcPts val="0"/>
              </a:spcBef>
              <a:spcAft>
                <a:spcPts val="0"/>
              </a:spcAft>
              <a:buClr>
                <a:srgbClr val="7F7F7F"/>
              </a:buClr>
              <a:buSzPts val="800"/>
              <a:buFont typeface="Helvetica Neue"/>
              <a:buChar char="●"/>
              <a:defRPr sz="800">
                <a:solidFill>
                  <a:srgbClr val="7F7F7F"/>
                </a:solidFill>
              </a:defRPr>
            </a:lvl1pPr>
            <a:lvl2pPr marL="914400" indent="-273050" algn="l">
              <a:lnSpc>
                <a:spcPct val="100000"/>
              </a:lnSpc>
              <a:spcBef>
                <a:spcPts val="0"/>
              </a:spcBef>
              <a:spcAft>
                <a:spcPts val="0"/>
              </a:spcAft>
              <a:buClr>
                <a:srgbClr val="000000"/>
              </a:buClr>
              <a:buSzPts val="700"/>
              <a:buChar char="○"/>
              <a:defRPr sz="2100"/>
            </a:lvl2pPr>
            <a:lvl3pPr marL="1371600" indent="-273050" algn="l">
              <a:lnSpc>
                <a:spcPct val="100000"/>
              </a:lnSpc>
              <a:spcBef>
                <a:spcPts val="0"/>
              </a:spcBef>
              <a:spcAft>
                <a:spcPts val="0"/>
              </a:spcAft>
              <a:buClr>
                <a:srgbClr val="000000"/>
              </a:buClr>
              <a:buSzPts val="700"/>
              <a:buChar char="■"/>
              <a:defRPr sz="2100"/>
            </a:lvl3pPr>
            <a:lvl4pPr marL="1828800" indent="-273050" algn="l">
              <a:lnSpc>
                <a:spcPct val="100000"/>
              </a:lnSpc>
              <a:spcBef>
                <a:spcPts val="0"/>
              </a:spcBef>
              <a:spcAft>
                <a:spcPts val="0"/>
              </a:spcAft>
              <a:buClr>
                <a:srgbClr val="000000"/>
              </a:buClr>
              <a:buSzPts val="700"/>
              <a:buChar char="●"/>
              <a:defRPr sz="2100"/>
            </a:lvl4pPr>
            <a:lvl5pPr marL="2286000" indent="-273050" algn="l">
              <a:lnSpc>
                <a:spcPct val="100000"/>
              </a:lnSpc>
              <a:spcBef>
                <a:spcPts val="0"/>
              </a:spcBef>
              <a:spcAft>
                <a:spcPts val="0"/>
              </a:spcAft>
              <a:buClr>
                <a:srgbClr val="000000"/>
              </a:buClr>
              <a:buSzPts val="700"/>
              <a:buChar char="○"/>
              <a:defRPr sz="2100"/>
            </a:lvl5pPr>
            <a:lvl6pPr marL="2743200" indent="-273050" algn="l">
              <a:lnSpc>
                <a:spcPct val="100000"/>
              </a:lnSpc>
              <a:spcBef>
                <a:spcPts val="0"/>
              </a:spcBef>
              <a:spcAft>
                <a:spcPts val="0"/>
              </a:spcAft>
              <a:buClr>
                <a:srgbClr val="000000"/>
              </a:buClr>
              <a:buSzPts val="700"/>
              <a:buChar char="■"/>
              <a:defRPr sz="2100"/>
            </a:lvl6pPr>
            <a:lvl7pPr marL="3200400" indent="-273050" algn="l">
              <a:lnSpc>
                <a:spcPct val="100000"/>
              </a:lnSpc>
              <a:spcBef>
                <a:spcPts val="0"/>
              </a:spcBef>
              <a:spcAft>
                <a:spcPts val="0"/>
              </a:spcAft>
              <a:buClr>
                <a:srgbClr val="000000"/>
              </a:buClr>
              <a:buSzPts val="700"/>
              <a:buChar char="●"/>
              <a:defRPr sz="2100"/>
            </a:lvl7pPr>
            <a:lvl8pPr marL="3657600" indent="-273050" algn="l">
              <a:lnSpc>
                <a:spcPct val="100000"/>
              </a:lnSpc>
              <a:spcBef>
                <a:spcPts val="0"/>
              </a:spcBef>
              <a:spcAft>
                <a:spcPts val="0"/>
              </a:spcAft>
              <a:buClr>
                <a:srgbClr val="000000"/>
              </a:buClr>
              <a:buSzPts val="700"/>
              <a:buChar char="○"/>
              <a:defRPr sz="2100"/>
            </a:lvl8pPr>
            <a:lvl9pPr marL="4114800" indent="-273050" algn="l">
              <a:lnSpc>
                <a:spcPct val="100000"/>
              </a:lnSpc>
              <a:spcBef>
                <a:spcPts val="0"/>
              </a:spcBef>
              <a:spcAft>
                <a:spcPts val="0"/>
              </a:spcAft>
              <a:buClr>
                <a:srgbClr val="000000"/>
              </a:buClr>
              <a:buSzPts val="700"/>
              <a:buChar char="■"/>
              <a:defRPr sz="2100"/>
            </a:lvl9pPr>
          </a:lstStyle>
          <a:p xmlns:a="http://schemas.openxmlformats.org/drawingml/2006/main"/>
        </p:txBody>
      </p:sp>
      <p:sp>
        <p:nvSpPr>
          <p:cNvPr id="409" name="Google Shape;409;p58">
            <a:extLst xmlns:a="http://schemas.openxmlformats.org/drawingml/2006/main">
              <a:ext uri="{FF2B5EF4-FFF2-40B4-BE49-F238E27FC236}">
                <a16:creationId xmlns:a16="http://schemas.microsoft.com/office/drawing/2014/main" id="{26D70C0E-14F9-4DC3-A277-4B2625837B17}"/>
              </a:ext>
            </a:extLst>
          </p:cNvPr>
          <p:cNvSpPr>
            <a:spLocks xmlns:a="http://schemas.openxmlformats.org/drawingml/2006/main" noGrp="1"/>
          </p:cNvSpPr>
          <p:nvPr>
            <p:ph type="body" idx="24"/>
          </p:nvPr>
        </p:nvSpPr>
        <p:spPr>
          <a:xfrm xmlns:a="http://schemas.openxmlformats.org/drawingml/2006/main">
            <a:off x="2543849" y="2758557"/>
            <a:ext cx="648000" cy="418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7500" tIns="0" rIns="67500" bIns="0" anchor="ctr">
            <a:noAutofit/>
          </a:bodyPr>
          <a:lstStyle xmlns:a="http://schemas.openxmlformats.org/drawingml/2006/main">
            <a:lvl1pPr marL="457200" indent="-279400" algn="l">
              <a:lnSpc>
                <a:spcPct val="120000"/>
              </a:lnSpc>
              <a:spcBef>
                <a:spcPts val="0"/>
              </a:spcBef>
              <a:spcAft>
                <a:spcPts val="0"/>
              </a:spcAft>
              <a:buClr>
                <a:srgbClr val="7F7F7F"/>
              </a:buClr>
              <a:buSzPts val="800"/>
              <a:buFont typeface="Helvetica Neue"/>
              <a:buChar char="●"/>
              <a:defRPr sz="800">
                <a:solidFill>
                  <a:srgbClr val="7F7F7F"/>
                </a:solidFill>
              </a:defRPr>
            </a:lvl1pPr>
            <a:lvl2pPr marL="914400" indent="-273050" algn="l">
              <a:lnSpc>
                <a:spcPct val="100000"/>
              </a:lnSpc>
              <a:spcBef>
                <a:spcPts val="0"/>
              </a:spcBef>
              <a:spcAft>
                <a:spcPts val="0"/>
              </a:spcAft>
              <a:buClr>
                <a:srgbClr val="000000"/>
              </a:buClr>
              <a:buSzPts val="700"/>
              <a:buChar char="○"/>
              <a:defRPr sz="2100"/>
            </a:lvl2pPr>
            <a:lvl3pPr marL="1371600" indent="-273050" algn="l">
              <a:lnSpc>
                <a:spcPct val="100000"/>
              </a:lnSpc>
              <a:spcBef>
                <a:spcPts val="0"/>
              </a:spcBef>
              <a:spcAft>
                <a:spcPts val="0"/>
              </a:spcAft>
              <a:buClr>
                <a:srgbClr val="000000"/>
              </a:buClr>
              <a:buSzPts val="700"/>
              <a:buChar char="■"/>
              <a:defRPr sz="2100"/>
            </a:lvl3pPr>
            <a:lvl4pPr marL="1828800" indent="-273050" algn="l">
              <a:lnSpc>
                <a:spcPct val="100000"/>
              </a:lnSpc>
              <a:spcBef>
                <a:spcPts val="0"/>
              </a:spcBef>
              <a:spcAft>
                <a:spcPts val="0"/>
              </a:spcAft>
              <a:buClr>
                <a:srgbClr val="000000"/>
              </a:buClr>
              <a:buSzPts val="700"/>
              <a:buChar char="●"/>
              <a:defRPr sz="2100"/>
            </a:lvl4pPr>
            <a:lvl5pPr marL="2286000" indent="-273050" algn="l">
              <a:lnSpc>
                <a:spcPct val="100000"/>
              </a:lnSpc>
              <a:spcBef>
                <a:spcPts val="0"/>
              </a:spcBef>
              <a:spcAft>
                <a:spcPts val="0"/>
              </a:spcAft>
              <a:buClr>
                <a:srgbClr val="000000"/>
              </a:buClr>
              <a:buSzPts val="700"/>
              <a:buChar char="○"/>
              <a:defRPr sz="2100"/>
            </a:lvl5pPr>
            <a:lvl6pPr marL="2743200" indent="-273050" algn="l">
              <a:lnSpc>
                <a:spcPct val="100000"/>
              </a:lnSpc>
              <a:spcBef>
                <a:spcPts val="0"/>
              </a:spcBef>
              <a:spcAft>
                <a:spcPts val="0"/>
              </a:spcAft>
              <a:buClr>
                <a:srgbClr val="000000"/>
              </a:buClr>
              <a:buSzPts val="700"/>
              <a:buChar char="■"/>
              <a:defRPr sz="2100"/>
            </a:lvl6pPr>
            <a:lvl7pPr marL="3200400" indent="-273050" algn="l">
              <a:lnSpc>
                <a:spcPct val="100000"/>
              </a:lnSpc>
              <a:spcBef>
                <a:spcPts val="0"/>
              </a:spcBef>
              <a:spcAft>
                <a:spcPts val="0"/>
              </a:spcAft>
              <a:buClr>
                <a:srgbClr val="000000"/>
              </a:buClr>
              <a:buSzPts val="700"/>
              <a:buChar char="●"/>
              <a:defRPr sz="2100"/>
            </a:lvl7pPr>
            <a:lvl8pPr marL="3657600" indent="-273050" algn="l">
              <a:lnSpc>
                <a:spcPct val="100000"/>
              </a:lnSpc>
              <a:spcBef>
                <a:spcPts val="0"/>
              </a:spcBef>
              <a:spcAft>
                <a:spcPts val="0"/>
              </a:spcAft>
              <a:buClr>
                <a:srgbClr val="000000"/>
              </a:buClr>
              <a:buSzPts val="700"/>
              <a:buChar char="○"/>
              <a:defRPr sz="2100"/>
            </a:lvl8pPr>
            <a:lvl9pPr marL="4114800" indent="-273050" algn="l">
              <a:lnSpc>
                <a:spcPct val="100000"/>
              </a:lnSpc>
              <a:spcBef>
                <a:spcPts val="0"/>
              </a:spcBef>
              <a:spcAft>
                <a:spcPts val="0"/>
              </a:spcAft>
              <a:buClr>
                <a:srgbClr val="000000"/>
              </a:buClr>
              <a:buSzPts val="700"/>
              <a:buChar char="■"/>
              <a:defRPr sz="2100"/>
            </a:lvl9pPr>
          </a:lstStyle>
          <a:p xmlns:a="http://schemas.openxmlformats.org/drawingml/2006/main"/>
        </p:txBody>
      </p:sp>
      <p:sp>
        <p:nvSpPr>
          <p:cNvPr id="410" name="Google Shape;410;p58">
            <a:extLst xmlns:a="http://schemas.openxmlformats.org/drawingml/2006/main">
              <a:ext uri="{FF2B5EF4-FFF2-40B4-BE49-F238E27FC236}">
                <a16:creationId xmlns:a16="http://schemas.microsoft.com/office/drawing/2014/main" id="{3517A6D0-C9E8-4B36-B673-986DCEA26B69}"/>
              </a:ext>
            </a:extLst>
          </p:cNvPr>
          <p:cNvSpPr>
            <a:spLocks xmlns:a="http://schemas.openxmlformats.org/drawingml/2006/main" noGrp="1"/>
          </p:cNvSpPr>
          <p:nvPr>
            <p:ph type="body" idx="25"/>
          </p:nvPr>
        </p:nvSpPr>
        <p:spPr>
          <a:xfrm xmlns:a="http://schemas.openxmlformats.org/drawingml/2006/main">
            <a:off x="1868849" y="2758557"/>
            <a:ext cx="648000" cy="418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7500" tIns="0" rIns="67500" bIns="0" anchor="ctr">
            <a:noAutofit/>
          </a:bodyPr>
          <a:lstStyle xmlns:a="http://schemas.openxmlformats.org/drawingml/2006/main">
            <a:lvl1pPr marL="457200" indent="-279400" algn="l">
              <a:lnSpc>
                <a:spcPct val="120000"/>
              </a:lnSpc>
              <a:spcBef>
                <a:spcPts val="0"/>
              </a:spcBef>
              <a:spcAft>
                <a:spcPts val="0"/>
              </a:spcAft>
              <a:buClr>
                <a:srgbClr val="7F7F7F"/>
              </a:buClr>
              <a:buSzPts val="800"/>
              <a:buFont typeface="Helvetica Neue"/>
              <a:buChar char="●"/>
              <a:defRPr sz="800">
                <a:solidFill>
                  <a:srgbClr val="7F7F7F"/>
                </a:solidFill>
              </a:defRPr>
            </a:lvl1pPr>
            <a:lvl2pPr marL="914400" indent="-273050" algn="l">
              <a:lnSpc>
                <a:spcPct val="100000"/>
              </a:lnSpc>
              <a:spcBef>
                <a:spcPts val="0"/>
              </a:spcBef>
              <a:spcAft>
                <a:spcPts val="0"/>
              </a:spcAft>
              <a:buClr>
                <a:srgbClr val="000000"/>
              </a:buClr>
              <a:buSzPts val="700"/>
              <a:buChar char="○"/>
              <a:defRPr sz="2100"/>
            </a:lvl2pPr>
            <a:lvl3pPr marL="1371600" indent="-273050" algn="l">
              <a:lnSpc>
                <a:spcPct val="100000"/>
              </a:lnSpc>
              <a:spcBef>
                <a:spcPts val="0"/>
              </a:spcBef>
              <a:spcAft>
                <a:spcPts val="0"/>
              </a:spcAft>
              <a:buClr>
                <a:srgbClr val="000000"/>
              </a:buClr>
              <a:buSzPts val="700"/>
              <a:buChar char="■"/>
              <a:defRPr sz="2100"/>
            </a:lvl3pPr>
            <a:lvl4pPr marL="1828800" indent="-273050" algn="l">
              <a:lnSpc>
                <a:spcPct val="100000"/>
              </a:lnSpc>
              <a:spcBef>
                <a:spcPts val="0"/>
              </a:spcBef>
              <a:spcAft>
                <a:spcPts val="0"/>
              </a:spcAft>
              <a:buClr>
                <a:srgbClr val="000000"/>
              </a:buClr>
              <a:buSzPts val="700"/>
              <a:buChar char="●"/>
              <a:defRPr sz="2100"/>
            </a:lvl4pPr>
            <a:lvl5pPr marL="2286000" indent="-273050" algn="l">
              <a:lnSpc>
                <a:spcPct val="100000"/>
              </a:lnSpc>
              <a:spcBef>
                <a:spcPts val="0"/>
              </a:spcBef>
              <a:spcAft>
                <a:spcPts val="0"/>
              </a:spcAft>
              <a:buClr>
                <a:srgbClr val="000000"/>
              </a:buClr>
              <a:buSzPts val="700"/>
              <a:buChar char="○"/>
              <a:defRPr sz="2100"/>
            </a:lvl5pPr>
            <a:lvl6pPr marL="2743200" indent="-273050" algn="l">
              <a:lnSpc>
                <a:spcPct val="100000"/>
              </a:lnSpc>
              <a:spcBef>
                <a:spcPts val="0"/>
              </a:spcBef>
              <a:spcAft>
                <a:spcPts val="0"/>
              </a:spcAft>
              <a:buClr>
                <a:srgbClr val="000000"/>
              </a:buClr>
              <a:buSzPts val="700"/>
              <a:buChar char="■"/>
              <a:defRPr sz="2100"/>
            </a:lvl6pPr>
            <a:lvl7pPr marL="3200400" indent="-273050" algn="l">
              <a:lnSpc>
                <a:spcPct val="100000"/>
              </a:lnSpc>
              <a:spcBef>
                <a:spcPts val="0"/>
              </a:spcBef>
              <a:spcAft>
                <a:spcPts val="0"/>
              </a:spcAft>
              <a:buClr>
                <a:srgbClr val="000000"/>
              </a:buClr>
              <a:buSzPts val="700"/>
              <a:buChar char="●"/>
              <a:defRPr sz="2100"/>
            </a:lvl7pPr>
            <a:lvl8pPr marL="3657600" indent="-273050" algn="l">
              <a:lnSpc>
                <a:spcPct val="100000"/>
              </a:lnSpc>
              <a:spcBef>
                <a:spcPts val="0"/>
              </a:spcBef>
              <a:spcAft>
                <a:spcPts val="0"/>
              </a:spcAft>
              <a:buClr>
                <a:srgbClr val="000000"/>
              </a:buClr>
              <a:buSzPts val="700"/>
              <a:buChar char="○"/>
              <a:defRPr sz="2100"/>
            </a:lvl8pPr>
            <a:lvl9pPr marL="4114800" indent="-273050" algn="l">
              <a:lnSpc>
                <a:spcPct val="100000"/>
              </a:lnSpc>
              <a:spcBef>
                <a:spcPts val="0"/>
              </a:spcBef>
              <a:spcAft>
                <a:spcPts val="0"/>
              </a:spcAft>
              <a:buClr>
                <a:srgbClr val="000000"/>
              </a:buClr>
              <a:buSzPts val="700"/>
              <a:buChar char="■"/>
              <a:defRPr sz="2100"/>
            </a:lvl9pPr>
          </a:lstStyle>
          <a:p xmlns:a="http://schemas.openxmlformats.org/drawingml/2006/main"/>
        </p:txBody>
      </p:sp>
      <p:sp>
        <p:nvSpPr>
          <p:cNvPr id="411" name="Google Shape;411;p58">
            <a:extLst xmlns:a="http://schemas.openxmlformats.org/drawingml/2006/main">
              <a:ext uri="{FF2B5EF4-FFF2-40B4-BE49-F238E27FC236}">
                <a16:creationId xmlns:a16="http://schemas.microsoft.com/office/drawing/2014/main" id="{F03B9D4D-B1F0-4EA0-B10D-A7A94A3304FC}"/>
              </a:ext>
            </a:extLst>
          </p:cNvPr>
          <p:cNvSpPr>
            <a:spLocks xmlns:a="http://schemas.openxmlformats.org/drawingml/2006/main" noGrp="1"/>
          </p:cNvSpPr>
          <p:nvPr>
            <p:ph type="body" idx="26"/>
          </p:nvPr>
        </p:nvSpPr>
        <p:spPr>
          <a:xfrm xmlns:a="http://schemas.openxmlformats.org/drawingml/2006/main">
            <a:off x="1220849" y="2758557"/>
            <a:ext cx="648000" cy="418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7500" tIns="0" rIns="67500" bIns="0" anchor="ctr">
            <a:noAutofit/>
          </a:bodyPr>
          <a:lstStyle xmlns:a="http://schemas.openxmlformats.org/drawingml/2006/main">
            <a:lvl1pPr marL="457200" indent="-279400" algn="l">
              <a:lnSpc>
                <a:spcPct val="120000"/>
              </a:lnSpc>
              <a:spcBef>
                <a:spcPts val="0"/>
              </a:spcBef>
              <a:spcAft>
                <a:spcPts val="0"/>
              </a:spcAft>
              <a:buClr>
                <a:srgbClr val="7F7F7F"/>
              </a:buClr>
              <a:buSzPts val="800"/>
              <a:buFont typeface="Helvetica Neue"/>
              <a:buChar char="●"/>
              <a:defRPr sz="800">
                <a:solidFill>
                  <a:srgbClr val="7F7F7F"/>
                </a:solidFill>
              </a:defRPr>
            </a:lvl1pPr>
            <a:lvl2pPr marL="914400" indent="-273050" algn="l">
              <a:lnSpc>
                <a:spcPct val="100000"/>
              </a:lnSpc>
              <a:spcBef>
                <a:spcPts val="0"/>
              </a:spcBef>
              <a:spcAft>
                <a:spcPts val="0"/>
              </a:spcAft>
              <a:buClr>
                <a:srgbClr val="000000"/>
              </a:buClr>
              <a:buSzPts val="700"/>
              <a:buChar char="○"/>
              <a:defRPr sz="2100"/>
            </a:lvl2pPr>
            <a:lvl3pPr marL="1371600" indent="-273050" algn="l">
              <a:lnSpc>
                <a:spcPct val="100000"/>
              </a:lnSpc>
              <a:spcBef>
                <a:spcPts val="0"/>
              </a:spcBef>
              <a:spcAft>
                <a:spcPts val="0"/>
              </a:spcAft>
              <a:buClr>
                <a:srgbClr val="000000"/>
              </a:buClr>
              <a:buSzPts val="700"/>
              <a:buChar char="■"/>
              <a:defRPr sz="2100"/>
            </a:lvl3pPr>
            <a:lvl4pPr marL="1828800" indent="-273050" algn="l">
              <a:lnSpc>
                <a:spcPct val="100000"/>
              </a:lnSpc>
              <a:spcBef>
                <a:spcPts val="0"/>
              </a:spcBef>
              <a:spcAft>
                <a:spcPts val="0"/>
              </a:spcAft>
              <a:buClr>
                <a:srgbClr val="000000"/>
              </a:buClr>
              <a:buSzPts val="700"/>
              <a:buChar char="●"/>
              <a:defRPr sz="2100"/>
            </a:lvl4pPr>
            <a:lvl5pPr marL="2286000" indent="-273050" algn="l">
              <a:lnSpc>
                <a:spcPct val="100000"/>
              </a:lnSpc>
              <a:spcBef>
                <a:spcPts val="0"/>
              </a:spcBef>
              <a:spcAft>
                <a:spcPts val="0"/>
              </a:spcAft>
              <a:buClr>
                <a:srgbClr val="000000"/>
              </a:buClr>
              <a:buSzPts val="700"/>
              <a:buChar char="○"/>
              <a:defRPr sz="2100"/>
            </a:lvl5pPr>
            <a:lvl6pPr marL="2743200" indent="-273050" algn="l">
              <a:lnSpc>
                <a:spcPct val="100000"/>
              </a:lnSpc>
              <a:spcBef>
                <a:spcPts val="0"/>
              </a:spcBef>
              <a:spcAft>
                <a:spcPts val="0"/>
              </a:spcAft>
              <a:buClr>
                <a:srgbClr val="000000"/>
              </a:buClr>
              <a:buSzPts val="700"/>
              <a:buChar char="■"/>
              <a:defRPr sz="2100"/>
            </a:lvl6pPr>
            <a:lvl7pPr marL="3200400" indent="-273050" algn="l">
              <a:lnSpc>
                <a:spcPct val="100000"/>
              </a:lnSpc>
              <a:spcBef>
                <a:spcPts val="0"/>
              </a:spcBef>
              <a:spcAft>
                <a:spcPts val="0"/>
              </a:spcAft>
              <a:buClr>
                <a:srgbClr val="000000"/>
              </a:buClr>
              <a:buSzPts val="700"/>
              <a:buChar char="●"/>
              <a:defRPr sz="2100"/>
            </a:lvl7pPr>
            <a:lvl8pPr marL="3657600" indent="-273050" algn="l">
              <a:lnSpc>
                <a:spcPct val="100000"/>
              </a:lnSpc>
              <a:spcBef>
                <a:spcPts val="0"/>
              </a:spcBef>
              <a:spcAft>
                <a:spcPts val="0"/>
              </a:spcAft>
              <a:buClr>
                <a:srgbClr val="000000"/>
              </a:buClr>
              <a:buSzPts val="700"/>
              <a:buChar char="○"/>
              <a:defRPr sz="2100"/>
            </a:lvl8pPr>
            <a:lvl9pPr marL="4114800" indent="-273050" algn="l">
              <a:lnSpc>
                <a:spcPct val="100000"/>
              </a:lnSpc>
              <a:spcBef>
                <a:spcPts val="0"/>
              </a:spcBef>
              <a:spcAft>
                <a:spcPts val="0"/>
              </a:spcAft>
              <a:buClr>
                <a:srgbClr val="000000"/>
              </a:buClr>
              <a:buSzPts val="700"/>
              <a:buChar char="■"/>
              <a:defRPr sz="2100"/>
            </a:lvl9pPr>
          </a:lstStyle>
          <a:p xmlns:a="http://schemas.openxmlformats.org/drawingml/2006/main"/>
        </p:txBody>
      </p:sp>
      <p:sp>
        <p:nvSpPr>
          <p:cNvPr id="412" name="Google Shape;412;p58">
            <a:extLst xmlns:a="http://schemas.openxmlformats.org/drawingml/2006/main">
              <a:ext uri="{FF2B5EF4-FFF2-40B4-BE49-F238E27FC236}">
                <a16:creationId xmlns:a16="http://schemas.microsoft.com/office/drawing/2014/main" id="{13994B45-255A-44B9-B466-313C068C0B51}"/>
              </a:ext>
            </a:extLst>
          </p:cNvPr>
          <p:cNvSpPr>
            <a:spLocks xmlns:a="http://schemas.openxmlformats.org/drawingml/2006/main" noGrp="1"/>
          </p:cNvSpPr>
          <p:nvPr>
            <p:ph type="body" idx="27"/>
          </p:nvPr>
        </p:nvSpPr>
        <p:spPr>
          <a:xfrm xmlns:a="http://schemas.openxmlformats.org/drawingml/2006/main">
            <a:off x="201377" y="2758557"/>
            <a:ext cx="992400" cy="418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7500" tIns="0" rIns="67500" bIns="0" anchor="ctr">
            <a:noAutofit/>
          </a:bodyPr>
          <a:lstStyle xmlns:a="http://schemas.openxmlformats.org/drawingml/2006/main">
            <a:lvl1pPr marL="457200" indent="-279400" algn="l">
              <a:lnSpc>
                <a:spcPct val="120000"/>
              </a:lnSpc>
              <a:spcBef>
                <a:spcPts val="0"/>
              </a:spcBef>
              <a:spcAft>
                <a:spcPts val="0"/>
              </a:spcAft>
              <a:buClr>
                <a:schemeClr val="dk1"/>
              </a:buClr>
              <a:buSzPts val="800"/>
              <a:buFont typeface="Helvetica Neue"/>
              <a:buChar char="●"/>
              <a:defRPr sz="800">
                <a:solidFill>
                  <a:schemeClr val="dk1"/>
                </a:solidFill>
              </a:defRPr>
            </a:lvl1pPr>
            <a:lvl2pPr marL="914400" indent="-273050" algn="l">
              <a:lnSpc>
                <a:spcPct val="100000"/>
              </a:lnSpc>
              <a:spcBef>
                <a:spcPts val="0"/>
              </a:spcBef>
              <a:spcAft>
                <a:spcPts val="0"/>
              </a:spcAft>
              <a:buClr>
                <a:srgbClr val="000000"/>
              </a:buClr>
              <a:buSzPts val="700"/>
              <a:buChar char="○"/>
              <a:defRPr sz="2100"/>
            </a:lvl2pPr>
            <a:lvl3pPr marL="1371600" indent="-273050" algn="l">
              <a:lnSpc>
                <a:spcPct val="100000"/>
              </a:lnSpc>
              <a:spcBef>
                <a:spcPts val="0"/>
              </a:spcBef>
              <a:spcAft>
                <a:spcPts val="0"/>
              </a:spcAft>
              <a:buClr>
                <a:srgbClr val="000000"/>
              </a:buClr>
              <a:buSzPts val="700"/>
              <a:buChar char="■"/>
              <a:defRPr sz="2100"/>
            </a:lvl3pPr>
            <a:lvl4pPr marL="1828800" indent="-273050" algn="l">
              <a:lnSpc>
                <a:spcPct val="100000"/>
              </a:lnSpc>
              <a:spcBef>
                <a:spcPts val="0"/>
              </a:spcBef>
              <a:spcAft>
                <a:spcPts val="0"/>
              </a:spcAft>
              <a:buClr>
                <a:srgbClr val="000000"/>
              </a:buClr>
              <a:buSzPts val="700"/>
              <a:buChar char="●"/>
              <a:defRPr sz="2100"/>
            </a:lvl4pPr>
            <a:lvl5pPr marL="2286000" indent="-273050" algn="l">
              <a:lnSpc>
                <a:spcPct val="100000"/>
              </a:lnSpc>
              <a:spcBef>
                <a:spcPts val="0"/>
              </a:spcBef>
              <a:spcAft>
                <a:spcPts val="0"/>
              </a:spcAft>
              <a:buClr>
                <a:srgbClr val="000000"/>
              </a:buClr>
              <a:buSzPts val="700"/>
              <a:buChar char="○"/>
              <a:defRPr sz="2100"/>
            </a:lvl5pPr>
            <a:lvl6pPr marL="2743200" indent="-273050" algn="l">
              <a:lnSpc>
                <a:spcPct val="100000"/>
              </a:lnSpc>
              <a:spcBef>
                <a:spcPts val="0"/>
              </a:spcBef>
              <a:spcAft>
                <a:spcPts val="0"/>
              </a:spcAft>
              <a:buClr>
                <a:srgbClr val="000000"/>
              </a:buClr>
              <a:buSzPts val="700"/>
              <a:buChar char="■"/>
              <a:defRPr sz="2100"/>
            </a:lvl6pPr>
            <a:lvl7pPr marL="3200400" indent="-273050" algn="l">
              <a:lnSpc>
                <a:spcPct val="100000"/>
              </a:lnSpc>
              <a:spcBef>
                <a:spcPts val="0"/>
              </a:spcBef>
              <a:spcAft>
                <a:spcPts val="0"/>
              </a:spcAft>
              <a:buClr>
                <a:srgbClr val="000000"/>
              </a:buClr>
              <a:buSzPts val="700"/>
              <a:buChar char="●"/>
              <a:defRPr sz="2100"/>
            </a:lvl7pPr>
            <a:lvl8pPr marL="3657600" indent="-273050" algn="l">
              <a:lnSpc>
                <a:spcPct val="100000"/>
              </a:lnSpc>
              <a:spcBef>
                <a:spcPts val="0"/>
              </a:spcBef>
              <a:spcAft>
                <a:spcPts val="0"/>
              </a:spcAft>
              <a:buClr>
                <a:srgbClr val="000000"/>
              </a:buClr>
              <a:buSzPts val="700"/>
              <a:buChar char="○"/>
              <a:defRPr sz="2100"/>
            </a:lvl8pPr>
            <a:lvl9pPr marL="4114800" indent="-273050" algn="l">
              <a:lnSpc>
                <a:spcPct val="100000"/>
              </a:lnSpc>
              <a:spcBef>
                <a:spcPts val="0"/>
              </a:spcBef>
              <a:spcAft>
                <a:spcPts val="0"/>
              </a:spcAft>
              <a:buClr>
                <a:srgbClr val="000000"/>
              </a:buClr>
              <a:buSzPts val="700"/>
              <a:buChar char="■"/>
              <a:defRPr sz="2100"/>
            </a:lvl9pPr>
          </a:lstStyle>
          <a:p xmlns:a="http://schemas.openxmlformats.org/drawingml/2006/main"/>
        </p:txBody>
      </p:sp>
      <p:cxnSp>
        <p:nvCxnSpPr>
          <p:cNvPr id="452" name="Google Shape;413;p58"/>
          <p:cNvCxnSpPr/>
          <p:nvPr/>
        </p:nvCxnSpPr>
        <p:spPr>
          <a:xfrm xmlns:a="http://schemas.openxmlformats.org/drawingml/2006/main">
            <a:off x="225925" y="2759100"/>
            <a:ext cx="4270200" cy="0"/>
          </a:xfrm>
          <a:prstGeom xmlns:a="http://schemas.openxmlformats.org/drawingml/2006/main" prst="straightConnector1">
            <a:avLst/>
          </a:prstGeom>
          <a:ln xmlns:a="http://schemas.openxmlformats.org/drawingml/2006/main" w="19050" cap="flat">
            <a:solidFill>
              <a:srgbClr val="000000">
                <a:alpha val="4710"/>
              </a:srgbClr>
            </a:solidFill>
            <a:prstDash val="solid"/>
            <a:miter/>
            <a:headEnd type="none" w="sm" len="sm"/>
            <a:tailEnd type="none" w="sm" len="sm"/>
          </a:ln>
        </p:spPr>
      </p:cxnSp>
      <p:sp>
        <p:nvSpPr>
          <p:cNvPr id="414" name="Google Shape;414;p58">
            <a:extLst xmlns:a="http://schemas.openxmlformats.org/drawingml/2006/main">
              <a:ext uri="{FF2B5EF4-FFF2-40B4-BE49-F238E27FC236}">
                <a16:creationId xmlns:a16="http://schemas.microsoft.com/office/drawing/2014/main" id="{7B06EE46-7CEE-4485-BCDB-09484A50451B}"/>
              </a:ext>
            </a:extLst>
          </p:cNvPr>
          <p:cNvSpPr>
            <a:spLocks xmlns:a="http://schemas.openxmlformats.org/drawingml/2006/main" noGrp="1"/>
          </p:cNvSpPr>
          <p:nvPr>
            <p:ph type="body" idx="28"/>
          </p:nvPr>
        </p:nvSpPr>
        <p:spPr>
          <a:xfrm xmlns:a="http://schemas.openxmlformats.org/drawingml/2006/main">
            <a:off x="3866849" y="2318533"/>
            <a:ext cx="648000" cy="418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7500" tIns="0" rIns="67500" bIns="0" anchor="ctr">
            <a:noAutofit/>
          </a:bodyPr>
          <a:lstStyle xmlns:a="http://schemas.openxmlformats.org/drawingml/2006/main">
            <a:lvl1pPr marL="457200" indent="-279400" algn="l">
              <a:lnSpc>
                <a:spcPct val="120000"/>
              </a:lnSpc>
              <a:spcBef>
                <a:spcPts val="0"/>
              </a:spcBef>
              <a:spcAft>
                <a:spcPts val="0"/>
              </a:spcAft>
              <a:buClr>
                <a:schemeClr val="dk1"/>
              </a:buClr>
              <a:buSzPts val="800"/>
              <a:buFont typeface="Helvetica Neue"/>
              <a:buChar char="●"/>
              <a:defRPr sz="800">
                <a:solidFill>
                  <a:schemeClr val="dk1"/>
                </a:solidFill>
              </a:defRPr>
            </a:lvl1pPr>
            <a:lvl2pPr marL="914400" indent="-273050" algn="l">
              <a:lnSpc>
                <a:spcPct val="100000"/>
              </a:lnSpc>
              <a:spcBef>
                <a:spcPts val="0"/>
              </a:spcBef>
              <a:spcAft>
                <a:spcPts val="0"/>
              </a:spcAft>
              <a:buClr>
                <a:srgbClr val="000000"/>
              </a:buClr>
              <a:buSzPts val="700"/>
              <a:buChar char="○"/>
              <a:defRPr sz="2100"/>
            </a:lvl2pPr>
            <a:lvl3pPr marL="1371600" indent="-273050" algn="l">
              <a:lnSpc>
                <a:spcPct val="100000"/>
              </a:lnSpc>
              <a:spcBef>
                <a:spcPts val="0"/>
              </a:spcBef>
              <a:spcAft>
                <a:spcPts val="0"/>
              </a:spcAft>
              <a:buClr>
                <a:srgbClr val="000000"/>
              </a:buClr>
              <a:buSzPts val="700"/>
              <a:buChar char="■"/>
              <a:defRPr sz="2100"/>
            </a:lvl3pPr>
            <a:lvl4pPr marL="1828800" indent="-273050" algn="l">
              <a:lnSpc>
                <a:spcPct val="100000"/>
              </a:lnSpc>
              <a:spcBef>
                <a:spcPts val="0"/>
              </a:spcBef>
              <a:spcAft>
                <a:spcPts val="0"/>
              </a:spcAft>
              <a:buClr>
                <a:srgbClr val="000000"/>
              </a:buClr>
              <a:buSzPts val="700"/>
              <a:buChar char="●"/>
              <a:defRPr sz="2100"/>
            </a:lvl4pPr>
            <a:lvl5pPr marL="2286000" indent="-273050" algn="l">
              <a:lnSpc>
                <a:spcPct val="100000"/>
              </a:lnSpc>
              <a:spcBef>
                <a:spcPts val="0"/>
              </a:spcBef>
              <a:spcAft>
                <a:spcPts val="0"/>
              </a:spcAft>
              <a:buClr>
                <a:srgbClr val="000000"/>
              </a:buClr>
              <a:buSzPts val="700"/>
              <a:buChar char="○"/>
              <a:defRPr sz="2100"/>
            </a:lvl5pPr>
            <a:lvl6pPr marL="2743200" indent="-273050" algn="l">
              <a:lnSpc>
                <a:spcPct val="100000"/>
              </a:lnSpc>
              <a:spcBef>
                <a:spcPts val="0"/>
              </a:spcBef>
              <a:spcAft>
                <a:spcPts val="0"/>
              </a:spcAft>
              <a:buClr>
                <a:srgbClr val="000000"/>
              </a:buClr>
              <a:buSzPts val="700"/>
              <a:buChar char="■"/>
              <a:defRPr sz="2100"/>
            </a:lvl6pPr>
            <a:lvl7pPr marL="3200400" indent="-273050" algn="l">
              <a:lnSpc>
                <a:spcPct val="100000"/>
              </a:lnSpc>
              <a:spcBef>
                <a:spcPts val="0"/>
              </a:spcBef>
              <a:spcAft>
                <a:spcPts val="0"/>
              </a:spcAft>
              <a:buClr>
                <a:srgbClr val="000000"/>
              </a:buClr>
              <a:buSzPts val="700"/>
              <a:buChar char="●"/>
              <a:defRPr sz="2100"/>
            </a:lvl7pPr>
            <a:lvl8pPr marL="3657600" indent="-273050" algn="l">
              <a:lnSpc>
                <a:spcPct val="100000"/>
              </a:lnSpc>
              <a:spcBef>
                <a:spcPts val="0"/>
              </a:spcBef>
              <a:spcAft>
                <a:spcPts val="0"/>
              </a:spcAft>
              <a:buClr>
                <a:srgbClr val="000000"/>
              </a:buClr>
              <a:buSzPts val="700"/>
              <a:buChar char="○"/>
              <a:defRPr sz="2100"/>
            </a:lvl8pPr>
            <a:lvl9pPr marL="4114800" indent="-273050" algn="l">
              <a:lnSpc>
                <a:spcPct val="100000"/>
              </a:lnSpc>
              <a:spcBef>
                <a:spcPts val="0"/>
              </a:spcBef>
              <a:spcAft>
                <a:spcPts val="0"/>
              </a:spcAft>
              <a:buClr>
                <a:srgbClr val="000000"/>
              </a:buClr>
              <a:buSzPts val="700"/>
              <a:buChar char="■"/>
              <a:defRPr sz="2100"/>
            </a:lvl9pPr>
          </a:lstStyle>
          <a:p xmlns:a="http://schemas.openxmlformats.org/drawingml/2006/main"/>
        </p:txBody>
      </p:sp>
      <p:sp>
        <p:nvSpPr>
          <p:cNvPr id="415" name="Google Shape;415;p58">
            <a:extLst xmlns:a="http://schemas.openxmlformats.org/drawingml/2006/main">
              <a:ext uri="{FF2B5EF4-FFF2-40B4-BE49-F238E27FC236}">
                <a16:creationId xmlns:a16="http://schemas.microsoft.com/office/drawing/2014/main" id="{EF825DAA-7580-4C19-99D2-2FE5B5C7EB78}"/>
              </a:ext>
            </a:extLst>
          </p:cNvPr>
          <p:cNvSpPr>
            <a:spLocks xmlns:a="http://schemas.openxmlformats.org/drawingml/2006/main" noGrp="1"/>
          </p:cNvSpPr>
          <p:nvPr>
            <p:ph type="body" idx="29"/>
          </p:nvPr>
        </p:nvSpPr>
        <p:spPr>
          <a:xfrm xmlns:a="http://schemas.openxmlformats.org/drawingml/2006/main">
            <a:off x="3191849" y="2318533"/>
            <a:ext cx="648000" cy="418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7500" tIns="0" rIns="67500" bIns="0" anchor="ctr">
            <a:noAutofit/>
          </a:bodyPr>
          <a:lstStyle xmlns:a="http://schemas.openxmlformats.org/drawingml/2006/main">
            <a:lvl1pPr marL="457200" indent="-279400" algn="l">
              <a:lnSpc>
                <a:spcPct val="120000"/>
              </a:lnSpc>
              <a:spcBef>
                <a:spcPts val="0"/>
              </a:spcBef>
              <a:spcAft>
                <a:spcPts val="0"/>
              </a:spcAft>
              <a:buClr>
                <a:schemeClr val="dk1"/>
              </a:buClr>
              <a:buSzPts val="800"/>
              <a:buFont typeface="Helvetica Neue"/>
              <a:buChar char="●"/>
              <a:defRPr sz="800">
                <a:solidFill>
                  <a:schemeClr val="dk1"/>
                </a:solidFill>
              </a:defRPr>
            </a:lvl1pPr>
            <a:lvl2pPr marL="914400" indent="-273050" algn="l">
              <a:lnSpc>
                <a:spcPct val="100000"/>
              </a:lnSpc>
              <a:spcBef>
                <a:spcPts val="0"/>
              </a:spcBef>
              <a:spcAft>
                <a:spcPts val="0"/>
              </a:spcAft>
              <a:buClr>
                <a:srgbClr val="000000"/>
              </a:buClr>
              <a:buSzPts val="700"/>
              <a:buChar char="○"/>
              <a:defRPr sz="2100"/>
            </a:lvl2pPr>
            <a:lvl3pPr marL="1371600" indent="-273050" algn="l">
              <a:lnSpc>
                <a:spcPct val="100000"/>
              </a:lnSpc>
              <a:spcBef>
                <a:spcPts val="0"/>
              </a:spcBef>
              <a:spcAft>
                <a:spcPts val="0"/>
              </a:spcAft>
              <a:buClr>
                <a:srgbClr val="000000"/>
              </a:buClr>
              <a:buSzPts val="700"/>
              <a:buChar char="■"/>
              <a:defRPr sz="2100"/>
            </a:lvl3pPr>
            <a:lvl4pPr marL="1828800" indent="-273050" algn="l">
              <a:lnSpc>
                <a:spcPct val="100000"/>
              </a:lnSpc>
              <a:spcBef>
                <a:spcPts val="0"/>
              </a:spcBef>
              <a:spcAft>
                <a:spcPts val="0"/>
              </a:spcAft>
              <a:buClr>
                <a:srgbClr val="000000"/>
              </a:buClr>
              <a:buSzPts val="700"/>
              <a:buChar char="●"/>
              <a:defRPr sz="2100"/>
            </a:lvl4pPr>
            <a:lvl5pPr marL="2286000" indent="-273050" algn="l">
              <a:lnSpc>
                <a:spcPct val="100000"/>
              </a:lnSpc>
              <a:spcBef>
                <a:spcPts val="0"/>
              </a:spcBef>
              <a:spcAft>
                <a:spcPts val="0"/>
              </a:spcAft>
              <a:buClr>
                <a:srgbClr val="000000"/>
              </a:buClr>
              <a:buSzPts val="700"/>
              <a:buChar char="○"/>
              <a:defRPr sz="2100"/>
            </a:lvl5pPr>
            <a:lvl6pPr marL="2743200" indent="-273050" algn="l">
              <a:lnSpc>
                <a:spcPct val="100000"/>
              </a:lnSpc>
              <a:spcBef>
                <a:spcPts val="0"/>
              </a:spcBef>
              <a:spcAft>
                <a:spcPts val="0"/>
              </a:spcAft>
              <a:buClr>
                <a:srgbClr val="000000"/>
              </a:buClr>
              <a:buSzPts val="700"/>
              <a:buChar char="■"/>
              <a:defRPr sz="2100"/>
            </a:lvl6pPr>
            <a:lvl7pPr marL="3200400" indent="-273050" algn="l">
              <a:lnSpc>
                <a:spcPct val="100000"/>
              </a:lnSpc>
              <a:spcBef>
                <a:spcPts val="0"/>
              </a:spcBef>
              <a:spcAft>
                <a:spcPts val="0"/>
              </a:spcAft>
              <a:buClr>
                <a:srgbClr val="000000"/>
              </a:buClr>
              <a:buSzPts val="700"/>
              <a:buChar char="●"/>
              <a:defRPr sz="2100"/>
            </a:lvl7pPr>
            <a:lvl8pPr marL="3657600" indent="-273050" algn="l">
              <a:lnSpc>
                <a:spcPct val="100000"/>
              </a:lnSpc>
              <a:spcBef>
                <a:spcPts val="0"/>
              </a:spcBef>
              <a:spcAft>
                <a:spcPts val="0"/>
              </a:spcAft>
              <a:buClr>
                <a:srgbClr val="000000"/>
              </a:buClr>
              <a:buSzPts val="700"/>
              <a:buChar char="○"/>
              <a:defRPr sz="2100"/>
            </a:lvl8pPr>
            <a:lvl9pPr marL="4114800" indent="-273050" algn="l">
              <a:lnSpc>
                <a:spcPct val="100000"/>
              </a:lnSpc>
              <a:spcBef>
                <a:spcPts val="0"/>
              </a:spcBef>
              <a:spcAft>
                <a:spcPts val="0"/>
              </a:spcAft>
              <a:buClr>
                <a:srgbClr val="000000"/>
              </a:buClr>
              <a:buSzPts val="700"/>
              <a:buChar char="■"/>
              <a:defRPr sz="2100"/>
            </a:lvl9pPr>
          </a:lstStyle>
          <a:p xmlns:a="http://schemas.openxmlformats.org/drawingml/2006/main"/>
        </p:txBody>
      </p:sp>
      <p:sp>
        <p:nvSpPr>
          <p:cNvPr id="416" name="Google Shape;416;p58">
            <a:extLst xmlns:a="http://schemas.openxmlformats.org/drawingml/2006/main">
              <a:ext uri="{FF2B5EF4-FFF2-40B4-BE49-F238E27FC236}">
                <a16:creationId xmlns:a16="http://schemas.microsoft.com/office/drawing/2014/main" id="{6812971B-62C9-471A-B679-4A56C88D8912}"/>
              </a:ext>
            </a:extLst>
          </p:cNvPr>
          <p:cNvSpPr>
            <a:spLocks xmlns:a="http://schemas.openxmlformats.org/drawingml/2006/main" noGrp="1"/>
          </p:cNvSpPr>
          <p:nvPr>
            <p:ph type="body" idx="30"/>
          </p:nvPr>
        </p:nvSpPr>
        <p:spPr>
          <a:xfrm xmlns:a="http://schemas.openxmlformats.org/drawingml/2006/main">
            <a:off x="2543849" y="2318533"/>
            <a:ext cx="648000" cy="418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7500" tIns="0" rIns="67500" bIns="0" anchor="ctr">
            <a:noAutofit/>
          </a:bodyPr>
          <a:lstStyle xmlns:a="http://schemas.openxmlformats.org/drawingml/2006/main">
            <a:lvl1pPr marL="457200" indent="-279400" algn="l">
              <a:lnSpc>
                <a:spcPct val="120000"/>
              </a:lnSpc>
              <a:spcBef>
                <a:spcPts val="0"/>
              </a:spcBef>
              <a:spcAft>
                <a:spcPts val="0"/>
              </a:spcAft>
              <a:buClr>
                <a:schemeClr val="dk1"/>
              </a:buClr>
              <a:buSzPts val="800"/>
              <a:buFont typeface="Helvetica Neue"/>
              <a:buChar char="●"/>
              <a:defRPr sz="800">
                <a:solidFill>
                  <a:schemeClr val="dk1"/>
                </a:solidFill>
              </a:defRPr>
            </a:lvl1pPr>
            <a:lvl2pPr marL="914400" indent="-273050" algn="l">
              <a:lnSpc>
                <a:spcPct val="100000"/>
              </a:lnSpc>
              <a:spcBef>
                <a:spcPts val="0"/>
              </a:spcBef>
              <a:spcAft>
                <a:spcPts val="0"/>
              </a:spcAft>
              <a:buClr>
                <a:srgbClr val="000000"/>
              </a:buClr>
              <a:buSzPts val="700"/>
              <a:buChar char="○"/>
              <a:defRPr sz="2100"/>
            </a:lvl2pPr>
            <a:lvl3pPr marL="1371600" indent="-273050" algn="l">
              <a:lnSpc>
                <a:spcPct val="100000"/>
              </a:lnSpc>
              <a:spcBef>
                <a:spcPts val="0"/>
              </a:spcBef>
              <a:spcAft>
                <a:spcPts val="0"/>
              </a:spcAft>
              <a:buClr>
                <a:srgbClr val="000000"/>
              </a:buClr>
              <a:buSzPts val="700"/>
              <a:buChar char="■"/>
              <a:defRPr sz="2100"/>
            </a:lvl3pPr>
            <a:lvl4pPr marL="1828800" indent="-273050" algn="l">
              <a:lnSpc>
                <a:spcPct val="100000"/>
              </a:lnSpc>
              <a:spcBef>
                <a:spcPts val="0"/>
              </a:spcBef>
              <a:spcAft>
                <a:spcPts val="0"/>
              </a:spcAft>
              <a:buClr>
                <a:srgbClr val="000000"/>
              </a:buClr>
              <a:buSzPts val="700"/>
              <a:buChar char="●"/>
              <a:defRPr sz="2100"/>
            </a:lvl4pPr>
            <a:lvl5pPr marL="2286000" indent="-273050" algn="l">
              <a:lnSpc>
                <a:spcPct val="100000"/>
              </a:lnSpc>
              <a:spcBef>
                <a:spcPts val="0"/>
              </a:spcBef>
              <a:spcAft>
                <a:spcPts val="0"/>
              </a:spcAft>
              <a:buClr>
                <a:srgbClr val="000000"/>
              </a:buClr>
              <a:buSzPts val="700"/>
              <a:buChar char="○"/>
              <a:defRPr sz="2100"/>
            </a:lvl5pPr>
            <a:lvl6pPr marL="2743200" indent="-273050" algn="l">
              <a:lnSpc>
                <a:spcPct val="100000"/>
              </a:lnSpc>
              <a:spcBef>
                <a:spcPts val="0"/>
              </a:spcBef>
              <a:spcAft>
                <a:spcPts val="0"/>
              </a:spcAft>
              <a:buClr>
                <a:srgbClr val="000000"/>
              </a:buClr>
              <a:buSzPts val="700"/>
              <a:buChar char="■"/>
              <a:defRPr sz="2100"/>
            </a:lvl6pPr>
            <a:lvl7pPr marL="3200400" indent="-273050" algn="l">
              <a:lnSpc>
                <a:spcPct val="100000"/>
              </a:lnSpc>
              <a:spcBef>
                <a:spcPts val="0"/>
              </a:spcBef>
              <a:spcAft>
                <a:spcPts val="0"/>
              </a:spcAft>
              <a:buClr>
                <a:srgbClr val="000000"/>
              </a:buClr>
              <a:buSzPts val="700"/>
              <a:buChar char="●"/>
              <a:defRPr sz="2100"/>
            </a:lvl7pPr>
            <a:lvl8pPr marL="3657600" indent="-273050" algn="l">
              <a:lnSpc>
                <a:spcPct val="100000"/>
              </a:lnSpc>
              <a:spcBef>
                <a:spcPts val="0"/>
              </a:spcBef>
              <a:spcAft>
                <a:spcPts val="0"/>
              </a:spcAft>
              <a:buClr>
                <a:srgbClr val="000000"/>
              </a:buClr>
              <a:buSzPts val="700"/>
              <a:buChar char="○"/>
              <a:defRPr sz="2100"/>
            </a:lvl8pPr>
            <a:lvl9pPr marL="4114800" indent="-273050" algn="l">
              <a:lnSpc>
                <a:spcPct val="100000"/>
              </a:lnSpc>
              <a:spcBef>
                <a:spcPts val="0"/>
              </a:spcBef>
              <a:spcAft>
                <a:spcPts val="0"/>
              </a:spcAft>
              <a:buClr>
                <a:srgbClr val="000000"/>
              </a:buClr>
              <a:buSzPts val="700"/>
              <a:buChar char="■"/>
              <a:defRPr sz="2100"/>
            </a:lvl9pPr>
          </a:lstStyle>
          <a:p xmlns:a="http://schemas.openxmlformats.org/drawingml/2006/main"/>
        </p:txBody>
      </p:sp>
      <p:sp>
        <p:nvSpPr>
          <p:cNvPr id="417" name="Google Shape;417;p58">
            <a:extLst xmlns:a="http://schemas.openxmlformats.org/drawingml/2006/main">
              <a:ext uri="{FF2B5EF4-FFF2-40B4-BE49-F238E27FC236}">
                <a16:creationId xmlns:a16="http://schemas.microsoft.com/office/drawing/2014/main" id="{64F3D225-7601-4A68-A4D9-158F6D82CE9E}"/>
              </a:ext>
            </a:extLst>
          </p:cNvPr>
          <p:cNvSpPr>
            <a:spLocks xmlns:a="http://schemas.openxmlformats.org/drawingml/2006/main" noGrp="1"/>
          </p:cNvSpPr>
          <p:nvPr>
            <p:ph type="body" idx="31"/>
          </p:nvPr>
        </p:nvSpPr>
        <p:spPr>
          <a:xfrm xmlns:a="http://schemas.openxmlformats.org/drawingml/2006/main">
            <a:off x="1868849" y="2318533"/>
            <a:ext cx="648000" cy="418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7500" tIns="0" rIns="67500" bIns="0" anchor="ctr">
            <a:noAutofit/>
          </a:bodyPr>
          <a:lstStyle xmlns:a="http://schemas.openxmlformats.org/drawingml/2006/main">
            <a:lvl1pPr marL="457200" indent="-279400" algn="l">
              <a:lnSpc>
                <a:spcPct val="120000"/>
              </a:lnSpc>
              <a:spcBef>
                <a:spcPts val="0"/>
              </a:spcBef>
              <a:spcAft>
                <a:spcPts val="0"/>
              </a:spcAft>
              <a:buClr>
                <a:schemeClr val="dk1"/>
              </a:buClr>
              <a:buSzPts val="800"/>
              <a:buFont typeface="Helvetica Neue"/>
              <a:buChar char="●"/>
              <a:defRPr sz="800">
                <a:solidFill>
                  <a:schemeClr val="dk1"/>
                </a:solidFill>
              </a:defRPr>
            </a:lvl1pPr>
            <a:lvl2pPr marL="914400" indent="-273050" algn="l">
              <a:lnSpc>
                <a:spcPct val="100000"/>
              </a:lnSpc>
              <a:spcBef>
                <a:spcPts val="0"/>
              </a:spcBef>
              <a:spcAft>
                <a:spcPts val="0"/>
              </a:spcAft>
              <a:buClr>
                <a:srgbClr val="000000"/>
              </a:buClr>
              <a:buSzPts val="700"/>
              <a:buChar char="○"/>
              <a:defRPr sz="2100"/>
            </a:lvl2pPr>
            <a:lvl3pPr marL="1371600" indent="-273050" algn="l">
              <a:lnSpc>
                <a:spcPct val="100000"/>
              </a:lnSpc>
              <a:spcBef>
                <a:spcPts val="0"/>
              </a:spcBef>
              <a:spcAft>
                <a:spcPts val="0"/>
              </a:spcAft>
              <a:buClr>
                <a:srgbClr val="000000"/>
              </a:buClr>
              <a:buSzPts val="700"/>
              <a:buChar char="■"/>
              <a:defRPr sz="2100"/>
            </a:lvl3pPr>
            <a:lvl4pPr marL="1828800" indent="-273050" algn="l">
              <a:lnSpc>
                <a:spcPct val="100000"/>
              </a:lnSpc>
              <a:spcBef>
                <a:spcPts val="0"/>
              </a:spcBef>
              <a:spcAft>
                <a:spcPts val="0"/>
              </a:spcAft>
              <a:buClr>
                <a:srgbClr val="000000"/>
              </a:buClr>
              <a:buSzPts val="700"/>
              <a:buChar char="●"/>
              <a:defRPr sz="2100"/>
            </a:lvl4pPr>
            <a:lvl5pPr marL="2286000" indent="-273050" algn="l">
              <a:lnSpc>
                <a:spcPct val="100000"/>
              </a:lnSpc>
              <a:spcBef>
                <a:spcPts val="0"/>
              </a:spcBef>
              <a:spcAft>
                <a:spcPts val="0"/>
              </a:spcAft>
              <a:buClr>
                <a:srgbClr val="000000"/>
              </a:buClr>
              <a:buSzPts val="700"/>
              <a:buChar char="○"/>
              <a:defRPr sz="2100"/>
            </a:lvl5pPr>
            <a:lvl6pPr marL="2743200" indent="-273050" algn="l">
              <a:lnSpc>
                <a:spcPct val="100000"/>
              </a:lnSpc>
              <a:spcBef>
                <a:spcPts val="0"/>
              </a:spcBef>
              <a:spcAft>
                <a:spcPts val="0"/>
              </a:spcAft>
              <a:buClr>
                <a:srgbClr val="000000"/>
              </a:buClr>
              <a:buSzPts val="700"/>
              <a:buChar char="■"/>
              <a:defRPr sz="2100"/>
            </a:lvl6pPr>
            <a:lvl7pPr marL="3200400" indent="-273050" algn="l">
              <a:lnSpc>
                <a:spcPct val="100000"/>
              </a:lnSpc>
              <a:spcBef>
                <a:spcPts val="0"/>
              </a:spcBef>
              <a:spcAft>
                <a:spcPts val="0"/>
              </a:spcAft>
              <a:buClr>
                <a:srgbClr val="000000"/>
              </a:buClr>
              <a:buSzPts val="700"/>
              <a:buChar char="●"/>
              <a:defRPr sz="2100"/>
            </a:lvl7pPr>
            <a:lvl8pPr marL="3657600" indent="-273050" algn="l">
              <a:lnSpc>
                <a:spcPct val="100000"/>
              </a:lnSpc>
              <a:spcBef>
                <a:spcPts val="0"/>
              </a:spcBef>
              <a:spcAft>
                <a:spcPts val="0"/>
              </a:spcAft>
              <a:buClr>
                <a:srgbClr val="000000"/>
              </a:buClr>
              <a:buSzPts val="700"/>
              <a:buChar char="○"/>
              <a:defRPr sz="2100"/>
            </a:lvl8pPr>
            <a:lvl9pPr marL="4114800" indent="-273050" algn="l">
              <a:lnSpc>
                <a:spcPct val="100000"/>
              </a:lnSpc>
              <a:spcBef>
                <a:spcPts val="0"/>
              </a:spcBef>
              <a:spcAft>
                <a:spcPts val="0"/>
              </a:spcAft>
              <a:buClr>
                <a:srgbClr val="000000"/>
              </a:buClr>
              <a:buSzPts val="700"/>
              <a:buChar char="■"/>
              <a:defRPr sz="2100"/>
            </a:lvl9pPr>
          </a:lstStyle>
          <a:p xmlns:a="http://schemas.openxmlformats.org/drawingml/2006/main"/>
        </p:txBody>
      </p:sp>
      <p:sp>
        <p:nvSpPr>
          <p:cNvPr id="418" name="Google Shape;418;p58">
            <a:extLst xmlns:a="http://schemas.openxmlformats.org/drawingml/2006/main">
              <a:ext uri="{FF2B5EF4-FFF2-40B4-BE49-F238E27FC236}">
                <a16:creationId xmlns:a16="http://schemas.microsoft.com/office/drawing/2014/main" id="{8F52F734-8F09-4A57-A062-3C878508D611}"/>
              </a:ext>
            </a:extLst>
          </p:cNvPr>
          <p:cNvSpPr>
            <a:spLocks xmlns:a="http://schemas.openxmlformats.org/drawingml/2006/main" noGrp="1"/>
          </p:cNvSpPr>
          <p:nvPr>
            <p:ph type="body" idx="32"/>
          </p:nvPr>
        </p:nvSpPr>
        <p:spPr>
          <a:xfrm xmlns:a="http://schemas.openxmlformats.org/drawingml/2006/main">
            <a:off x="1220849" y="2318533"/>
            <a:ext cx="648000" cy="418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7500" tIns="0" rIns="67500" bIns="0" anchor="ctr">
            <a:noAutofit/>
          </a:bodyPr>
          <a:lstStyle xmlns:a="http://schemas.openxmlformats.org/drawingml/2006/main">
            <a:lvl1pPr marL="457200" indent="-279400" algn="l">
              <a:lnSpc>
                <a:spcPct val="120000"/>
              </a:lnSpc>
              <a:spcBef>
                <a:spcPts val="0"/>
              </a:spcBef>
              <a:spcAft>
                <a:spcPts val="0"/>
              </a:spcAft>
              <a:buClr>
                <a:schemeClr val="dk1"/>
              </a:buClr>
              <a:buSzPts val="800"/>
              <a:buFont typeface="Helvetica Neue"/>
              <a:buChar char="●"/>
              <a:defRPr sz="800">
                <a:solidFill>
                  <a:schemeClr val="dk1"/>
                </a:solidFill>
              </a:defRPr>
            </a:lvl1pPr>
            <a:lvl2pPr marL="914400" indent="-273050" algn="l">
              <a:lnSpc>
                <a:spcPct val="100000"/>
              </a:lnSpc>
              <a:spcBef>
                <a:spcPts val="0"/>
              </a:spcBef>
              <a:spcAft>
                <a:spcPts val="0"/>
              </a:spcAft>
              <a:buClr>
                <a:srgbClr val="000000"/>
              </a:buClr>
              <a:buSzPts val="700"/>
              <a:buChar char="○"/>
              <a:defRPr sz="2100"/>
            </a:lvl2pPr>
            <a:lvl3pPr marL="1371600" indent="-273050" algn="l">
              <a:lnSpc>
                <a:spcPct val="100000"/>
              </a:lnSpc>
              <a:spcBef>
                <a:spcPts val="0"/>
              </a:spcBef>
              <a:spcAft>
                <a:spcPts val="0"/>
              </a:spcAft>
              <a:buClr>
                <a:srgbClr val="000000"/>
              </a:buClr>
              <a:buSzPts val="700"/>
              <a:buChar char="■"/>
              <a:defRPr sz="2100"/>
            </a:lvl3pPr>
            <a:lvl4pPr marL="1828800" indent="-273050" algn="l">
              <a:lnSpc>
                <a:spcPct val="100000"/>
              </a:lnSpc>
              <a:spcBef>
                <a:spcPts val="0"/>
              </a:spcBef>
              <a:spcAft>
                <a:spcPts val="0"/>
              </a:spcAft>
              <a:buClr>
                <a:srgbClr val="000000"/>
              </a:buClr>
              <a:buSzPts val="700"/>
              <a:buChar char="●"/>
              <a:defRPr sz="2100"/>
            </a:lvl4pPr>
            <a:lvl5pPr marL="2286000" indent="-273050" algn="l">
              <a:lnSpc>
                <a:spcPct val="100000"/>
              </a:lnSpc>
              <a:spcBef>
                <a:spcPts val="0"/>
              </a:spcBef>
              <a:spcAft>
                <a:spcPts val="0"/>
              </a:spcAft>
              <a:buClr>
                <a:srgbClr val="000000"/>
              </a:buClr>
              <a:buSzPts val="700"/>
              <a:buChar char="○"/>
              <a:defRPr sz="2100"/>
            </a:lvl5pPr>
            <a:lvl6pPr marL="2743200" indent="-273050" algn="l">
              <a:lnSpc>
                <a:spcPct val="100000"/>
              </a:lnSpc>
              <a:spcBef>
                <a:spcPts val="0"/>
              </a:spcBef>
              <a:spcAft>
                <a:spcPts val="0"/>
              </a:spcAft>
              <a:buClr>
                <a:srgbClr val="000000"/>
              </a:buClr>
              <a:buSzPts val="700"/>
              <a:buChar char="■"/>
              <a:defRPr sz="2100"/>
            </a:lvl6pPr>
            <a:lvl7pPr marL="3200400" indent="-273050" algn="l">
              <a:lnSpc>
                <a:spcPct val="100000"/>
              </a:lnSpc>
              <a:spcBef>
                <a:spcPts val="0"/>
              </a:spcBef>
              <a:spcAft>
                <a:spcPts val="0"/>
              </a:spcAft>
              <a:buClr>
                <a:srgbClr val="000000"/>
              </a:buClr>
              <a:buSzPts val="700"/>
              <a:buChar char="●"/>
              <a:defRPr sz="2100"/>
            </a:lvl7pPr>
            <a:lvl8pPr marL="3657600" indent="-273050" algn="l">
              <a:lnSpc>
                <a:spcPct val="100000"/>
              </a:lnSpc>
              <a:spcBef>
                <a:spcPts val="0"/>
              </a:spcBef>
              <a:spcAft>
                <a:spcPts val="0"/>
              </a:spcAft>
              <a:buClr>
                <a:srgbClr val="000000"/>
              </a:buClr>
              <a:buSzPts val="700"/>
              <a:buChar char="○"/>
              <a:defRPr sz="2100"/>
            </a:lvl8pPr>
            <a:lvl9pPr marL="4114800" indent="-273050" algn="l">
              <a:lnSpc>
                <a:spcPct val="100000"/>
              </a:lnSpc>
              <a:spcBef>
                <a:spcPts val="0"/>
              </a:spcBef>
              <a:spcAft>
                <a:spcPts val="0"/>
              </a:spcAft>
              <a:buClr>
                <a:srgbClr val="000000"/>
              </a:buClr>
              <a:buSzPts val="700"/>
              <a:buChar char="■"/>
              <a:defRPr sz="2100"/>
            </a:lvl9pPr>
          </a:lstStyle>
          <a:p xmlns:a="http://schemas.openxmlformats.org/drawingml/2006/main"/>
        </p:txBody>
      </p:sp>
      <p:sp>
        <p:nvSpPr>
          <p:cNvPr id="419" name="Google Shape;419;p58">
            <a:extLst xmlns:a="http://schemas.openxmlformats.org/drawingml/2006/main">
              <a:ext uri="{FF2B5EF4-FFF2-40B4-BE49-F238E27FC236}">
                <a16:creationId xmlns:a16="http://schemas.microsoft.com/office/drawing/2014/main" id="{51ADF446-4378-47C0-8C3D-CF921C77DE28}"/>
              </a:ext>
            </a:extLst>
          </p:cNvPr>
          <p:cNvSpPr>
            <a:spLocks xmlns:a="http://schemas.openxmlformats.org/drawingml/2006/main" noGrp="1"/>
          </p:cNvSpPr>
          <p:nvPr>
            <p:ph type="body" idx="33"/>
          </p:nvPr>
        </p:nvSpPr>
        <p:spPr>
          <a:xfrm xmlns:a="http://schemas.openxmlformats.org/drawingml/2006/main">
            <a:off x="201377" y="2318533"/>
            <a:ext cx="992400" cy="418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7500" tIns="0" rIns="67500" bIns="0" anchor="ctr">
            <a:noAutofit/>
          </a:bodyPr>
          <a:lstStyle xmlns:a="http://schemas.openxmlformats.org/drawingml/2006/main">
            <a:lvl1pPr marL="457200" indent="-279400" algn="l">
              <a:lnSpc>
                <a:spcPct val="120000"/>
              </a:lnSpc>
              <a:spcBef>
                <a:spcPts val="0"/>
              </a:spcBef>
              <a:spcAft>
                <a:spcPts val="0"/>
              </a:spcAft>
              <a:buClr>
                <a:srgbClr val="7F7F7F"/>
              </a:buClr>
              <a:buSzPts val="800"/>
              <a:buFont typeface="Helvetica Neue"/>
              <a:buChar char="●"/>
              <a:defRPr sz="800">
                <a:solidFill>
                  <a:srgbClr val="7F7F7F"/>
                </a:solidFill>
              </a:defRPr>
            </a:lvl1pPr>
            <a:lvl2pPr marL="914400" indent="-273050" algn="l">
              <a:lnSpc>
                <a:spcPct val="100000"/>
              </a:lnSpc>
              <a:spcBef>
                <a:spcPts val="0"/>
              </a:spcBef>
              <a:spcAft>
                <a:spcPts val="0"/>
              </a:spcAft>
              <a:buClr>
                <a:srgbClr val="000000"/>
              </a:buClr>
              <a:buSzPts val="700"/>
              <a:buChar char="○"/>
              <a:defRPr sz="2100"/>
            </a:lvl2pPr>
            <a:lvl3pPr marL="1371600" indent="-273050" algn="l">
              <a:lnSpc>
                <a:spcPct val="100000"/>
              </a:lnSpc>
              <a:spcBef>
                <a:spcPts val="0"/>
              </a:spcBef>
              <a:spcAft>
                <a:spcPts val="0"/>
              </a:spcAft>
              <a:buClr>
                <a:srgbClr val="000000"/>
              </a:buClr>
              <a:buSzPts val="700"/>
              <a:buChar char="■"/>
              <a:defRPr sz="2100"/>
            </a:lvl3pPr>
            <a:lvl4pPr marL="1828800" indent="-273050" algn="l">
              <a:lnSpc>
                <a:spcPct val="100000"/>
              </a:lnSpc>
              <a:spcBef>
                <a:spcPts val="0"/>
              </a:spcBef>
              <a:spcAft>
                <a:spcPts val="0"/>
              </a:spcAft>
              <a:buClr>
                <a:srgbClr val="000000"/>
              </a:buClr>
              <a:buSzPts val="700"/>
              <a:buChar char="●"/>
              <a:defRPr sz="2100"/>
            </a:lvl4pPr>
            <a:lvl5pPr marL="2286000" indent="-273050" algn="l">
              <a:lnSpc>
                <a:spcPct val="100000"/>
              </a:lnSpc>
              <a:spcBef>
                <a:spcPts val="0"/>
              </a:spcBef>
              <a:spcAft>
                <a:spcPts val="0"/>
              </a:spcAft>
              <a:buClr>
                <a:srgbClr val="000000"/>
              </a:buClr>
              <a:buSzPts val="700"/>
              <a:buChar char="○"/>
              <a:defRPr sz="2100"/>
            </a:lvl5pPr>
            <a:lvl6pPr marL="2743200" indent="-273050" algn="l">
              <a:lnSpc>
                <a:spcPct val="100000"/>
              </a:lnSpc>
              <a:spcBef>
                <a:spcPts val="0"/>
              </a:spcBef>
              <a:spcAft>
                <a:spcPts val="0"/>
              </a:spcAft>
              <a:buClr>
                <a:srgbClr val="000000"/>
              </a:buClr>
              <a:buSzPts val="700"/>
              <a:buChar char="■"/>
              <a:defRPr sz="2100"/>
            </a:lvl6pPr>
            <a:lvl7pPr marL="3200400" indent="-273050" algn="l">
              <a:lnSpc>
                <a:spcPct val="100000"/>
              </a:lnSpc>
              <a:spcBef>
                <a:spcPts val="0"/>
              </a:spcBef>
              <a:spcAft>
                <a:spcPts val="0"/>
              </a:spcAft>
              <a:buClr>
                <a:srgbClr val="000000"/>
              </a:buClr>
              <a:buSzPts val="700"/>
              <a:buChar char="●"/>
              <a:defRPr sz="2100"/>
            </a:lvl7pPr>
            <a:lvl8pPr marL="3657600" indent="-273050" algn="l">
              <a:lnSpc>
                <a:spcPct val="100000"/>
              </a:lnSpc>
              <a:spcBef>
                <a:spcPts val="0"/>
              </a:spcBef>
              <a:spcAft>
                <a:spcPts val="0"/>
              </a:spcAft>
              <a:buClr>
                <a:srgbClr val="000000"/>
              </a:buClr>
              <a:buSzPts val="700"/>
              <a:buChar char="○"/>
              <a:defRPr sz="2100"/>
            </a:lvl8pPr>
            <a:lvl9pPr marL="4114800" indent="-273050" algn="l">
              <a:lnSpc>
                <a:spcPct val="100000"/>
              </a:lnSpc>
              <a:spcBef>
                <a:spcPts val="0"/>
              </a:spcBef>
              <a:spcAft>
                <a:spcPts val="0"/>
              </a:spcAft>
              <a:buClr>
                <a:srgbClr val="000000"/>
              </a:buClr>
              <a:buSzPts val="700"/>
              <a:buChar char="■"/>
              <a:defRPr sz="2100"/>
            </a:lvl9pPr>
          </a:lstStyle>
          <a:p xmlns:a="http://schemas.openxmlformats.org/drawingml/2006/main"/>
        </p:txBody>
      </p:sp>
      <p:sp>
        <p:nvSpPr>
          <p:cNvPr id="420" name="Google Shape;420;p58">
            <a:extLst xmlns:a="http://schemas.openxmlformats.org/drawingml/2006/main">
              <a:ext uri="{FF2B5EF4-FFF2-40B4-BE49-F238E27FC236}">
                <a16:creationId xmlns:a16="http://schemas.microsoft.com/office/drawing/2014/main" id="{FAE23BEB-866A-4790-A074-5DB7E0A972B7}"/>
              </a:ext>
            </a:extLst>
          </p:cNvPr>
          <p:cNvSpPr>
            <a:spLocks xmlns:a="http://schemas.openxmlformats.org/drawingml/2006/main" noGrp="1"/>
          </p:cNvSpPr>
          <p:nvPr>
            <p:ph type="body" idx="34"/>
          </p:nvPr>
        </p:nvSpPr>
        <p:spPr>
          <a:xfrm xmlns:a="http://schemas.openxmlformats.org/drawingml/2006/main">
            <a:off x="201377" y="869472"/>
            <a:ext cx="4313400" cy="541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lvl1pPr marL="457200" indent="-279400" algn="l">
              <a:lnSpc>
                <a:spcPct val="120000"/>
              </a:lnSpc>
              <a:spcBef>
                <a:spcPts val="0"/>
              </a:spcBef>
              <a:spcAft>
                <a:spcPts val="0"/>
              </a:spcAft>
              <a:buClr>
                <a:srgbClr val="7F7F7F"/>
              </a:buClr>
              <a:buSzPts val="800"/>
              <a:buFont typeface="Helvetica Neue"/>
              <a:buChar char="●"/>
              <a:defRPr sz="800">
                <a:solidFill>
                  <a:srgbClr val="7F7F7F"/>
                </a:solidFill>
              </a:defRPr>
            </a:lvl1pPr>
            <a:lvl2pPr marL="914400" indent="-273050" algn="l">
              <a:lnSpc>
                <a:spcPct val="100000"/>
              </a:lnSpc>
              <a:spcBef>
                <a:spcPts val="0"/>
              </a:spcBef>
              <a:spcAft>
                <a:spcPts val="0"/>
              </a:spcAft>
              <a:buClr>
                <a:srgbClr val="000000"/>
              </a:buClr>
              <a:buSzPts val="700"/>
              <a:buChar char="○"/>
              <a:defRPr sz="2100"/>
            </a:lvl2pPr>
            <a:lvl3pPr marL="1371600" indent="-273050" algn="l">
              <a:lnSpc>
                <a:spcPct val="100000"/>
              </a:lnSpc>
              <a:spcBef>
                <a:spcPts val="0"/>
              </a:spcBef>
              <a:spcAft>
                <a:spcPts val="0"/>
              </a:spcAft>
              <a:buClr>
                <a:srgbClr val="000000"/>
              </a:buClr>
              <a:buSzPts val="700"/>
              <a:buChar char="■"/>
              <a:defRPr sz="2100"/>
            </a:lvl3pPr>
            <a:lvl4pPr marL="1828800" indent="-273050" algn="l">
              <a:lnSpc>
                <a:spcPct val="100000"/>
              </a:lnSpc>
              <a:spcBef>
                <a:spcPts val="0"/>
              </a:spcBef>
              <a:spcAft>
                <a:spcPts val="0"/>
              </a:spcAft>
              <a:buClr>
                <a:srgbClr val="000000"/>
              </a:buClr>
              <a:buSzPts val="700"/>
              <a:buChar char="●"/>
              <a:defRPr sz="2100"/>
            </a:lvl4pPr>
            <a:lvl5pPr marL="2286000" indent="-273050" algn="l">
              <a:lnSpc>
                <a:spcPct val="100000"/>
              </a:lnSpc>
              <a:spcBef>
                <a:spcPts val="0"/>
              </a:spcBef>
              <a:spcAft>
                <a:spcPts val="0"/>
              </a:spcAft>
              <a:buClr>
                <a:srgbClr val="000000"/>
              </a:buClr>
              <a:buSzPts val="700"/>
              <a:buChar char="○"/>
              <a:defRPr sz="2100"/>
            </a:lvl5pPr>
            <a:lvl6pPr marL="2743200" indent="-273050" algn="l">
              <a:lnSpc>
                <a:spcPct val="100000"/>
              </a:lnSpc>
              <a:spcBef>
                <a:spcPts val="0"/>
              </a:spcBef>
              <a:spcAft>
                <a:spcPts val="0"/>
              </a:spcAft>
              <a:buClr>
                <a:srgbClr val="000000"/>
              </a:buClr>
              <a:buSzPts val="700"/>
              <a:buChar char="■"/>
              <a:defRPr sz="2100"/>
            </a:lvl6pPr>
            <a:lvl7pPr marL="3200400" indent="-273050" algn="l">
              <a:lnSpc>
                <a:spcPct val="100000"/>
              </a:lnSpc>
              <a:spcBef>
                <a:spcPts val="0"/>
              </a:spcBef>
              <a:spcAft>
                <a:spcPts val="0"/>
              </a:spcAft>
              <a:buClr>
                <a:srgbClr val="000000"/>
              </a:buClr>
              <a:buSzPts val="700"/>
              <a:buChar char="●"/>
              <a:defRPr sz="2100"/>
            </a:lvl7pPr>
            <a:lvl8pPr marL="3657600" indent="-273050" algn="l">
              <a:lnSpc>
                <a:spcPct val="100000"/>
              </a:lnSpc>
              <a:spcBef>
                <a:spcPts val="0"/>
              </a:spcBef>
              <a:spcAft>
                <a:spcPts val="0"/>
              </a:spcAft>
              <a:buClr>
                <a:srgbClr val="000000"/>
              </a:buClr>
              <a:buSzPts val="700"/>
              <a:buChar char="○"/>
              <a:defRPr sz="2100"/>
            </a:lvl8pPr>
            <a:lvl9pPr marL="4114800" indent="-273050" algn="l">
              <a:lnSpc>
                <a:spcPct val="100000"/>
              </a:lnSpc>
              <a:spcBef>
                <a:spcPts val="0"/>
              </a:spcBef>
              <a:spcAft>
                <a:spcPts val="0"/>
              </a:spcAft>
              <a:buClr>
                <a:srgbClr val="000000"/>
              </a:buClr>
              <a:buSzPts val="700"/>
              <a:buChar char="■"/>
              <a:defRPr sz="2100"/>
            </a:lvl9pPr>
          </a:lstStyle>
          <a:p xmlns:a="http://schemas.openxmlformats.org/drawingml/2006/main"/>
        </p:txBody>
      </p:sp>
      <p:sp>
        <p:nvSpPr>
          <p:cNvPr id="421" name="Google Shape;421;p58">
            <a:extLst xmlns:a="http://schemas.openxmlformats.org/drawingml/2006/main">
              <a:ext uri="{FF2B5EF4-FFF2-40B4-BE49-F238E27FC236}">
                <a16:creationId xmlns:a16="http://schemas.microsoft.com/office/drawing/2014/main" id="{DCF43C84-2302-45D9-8DE5-E6252AA54671}"/>
              </a:ext>
            </a:extLst>
          </p:cNvPr>
          <p:cNvSpPr>
            <a:spLocks xmlns:a="http://schemas.openxmlformats.org/drawingml/2006/main" noGrp="1"/>
          </p:cNvSpPr>
          <p:nvPr>
            <p:ph type="pic" idx="35"/>
          </p:nvPr>
        </p:nvSpPr>
        <p:spPr>
          <a:xfrm xmlns:a="http://schemas.openxmlformats.org/drawingml/2006/main">
            <a:off x="4645150" y="228600"/>
            <a:ext cx="4270200" cy="4690800"/>
          </a:xfrm>
          <a:prstGeom xmlns:a="http://schemas.openxmlformats.org/drawingml/2006/main" prst="roundRect">
            <a:avLst>
              <a:gd name="adj" fmla="val 1374"/>
            </a:avLst>
          </a:prstGeom>
          <a:noFill xmlns:a="http://schemas.openxmlformats.org/drawingml/2006/main"/>
          <a:ln xmlns:a="http://schemas.openxmlformats.org/drawingml/2006/main">
            <a:noFill/>
          </a:ln>
        </p:spPr>
      </p:sp>
      <p:sp>
        <p:nvSpPr>
          <p:cNvPr id="422" name="Google Shape;422;p58">
            <a:extLst xmlns:a="http://schemas.openxmlformats.org/drawingml/2006/main">
              <a:ext uri="{FF2B5EF4-FFF2-40B4-BE49-F238E27FC236}">
                <a16:creationId xmlns:a16="http://schemas.microsoft.com/office/drawing/2014/main" id="{CF6CA531-CDDB-406A-98C0-C1CF9C70EFA8}"/>
              </a:ext>
            </a:extLst>
          </p:cNvPr>
          <p:cNvSpPr>
            <a:spLocks xmlns:a="http://schemas.openxmlformats.org/drawingml/2006/main" noGrp="1"/>
          </p:cNvSpPr>
          <p:nvPr>
            <p:ph type="body" idx="36"/>
          </p:nvPr>
        </p:nvSpPr>
        <p:spPr>
          <a:xfrm xmlns:a="http://schemas.openxmlformats.org/drawingml/2006/main">
            <a:off x="201377" y="164051"/>
            <a:ext cx="2635800" cy="164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9050" tIns="19050" rIns="19050" bIns="19050" anchor="t">
            <a:spAutoFit/>
          </a:bodyPr>
          <a:lstStyle xmlns:a="http://schemas.openxmlformats.org/drawingml/2006/main">
            <a:lvl1pPr marL="457200" indent="-228600" algn="l">
              <a:lnSpc>
                <a:spcPct val="90000"/>
              </a:lnSpc>
              <a:spcBef>
                <a:spcPts val="400"/>
              </a:spcBef>
              <a:spcAft>
                <a:spcPts val="0"/>
              </a:spcAft>
              <a:buClr>
                <a:schemeClr val="dk2"/>
              </a:buClr>
              <a:buSzPts val="750"/>
              <a:buNone/>
              <a:defRPr sz="750" b="0" i="0" u="none" cap="none">
                <a:solidFill>
                  <a:schemeClr val="dk2"/>
                </a:solidFill>
              </a:defRPr>
            </a:lvl1pPr>
            <a:lvl2pPr marL="914400" indent="-276225" algn="l">
              <a:lnSpc>
                <a:spcPct val="90000"/>
              </a:lnSpc>
              <a:spcBef>
                <a:spcPts val="1200"/>
              </a:spcBef>
              <a:spcAft>
                <a:spcPts val="0"/>
              </a:spcAft>
              <a:buClr>
                <a:schemeClr val="lt1"/>
              </a:buClr>
              <a:buSzPts val="750"/>
              <a:buChar char="○"/>
              <a:defRPr sz="750"/>
            </a:lvl2pPr>
            <a:lvl3pPr marL="1371600" indent="-276225" algn="l">
              <a:lnSpc>
                <a:spcPct val="90000"/>
              </a:lnSpc>
              <a:spcBef>
                <a:spcPts val="1200"/>
              </a:spcBef>
              <a:spcAft>
                <a:spcPts val="0"/>
              </a:spcAft>
              <a:buClr>
                <a:schemeClr val="lt1"/>
              </a:buClr>
              <a:buSzPts val="750"/>
              <a:buChar char="■"/>
              <a:defRPr sz="750"/>
            </a:lvl3pPr>
            <a:lvl4pPr marL="1828800" indent="-276225" algn="l">
              <a:lnSpc>
                <a:spcPct val="90000"/>
              </a:lnSpc>
              <a:spcBef>
                <a:spcPts val="1200"/>
              </a:spcBef>
              <a:spcAft>
                <a:spcPts val="0"/>
              </a:spcAft>
              <a:buClr>
                <a:schemeClr val="lt1"/>
              </a:buClr>
              <a:buSzPts val="750"/>
              <a:buChar char="●"/>
              <a:defRPr sz="750"/>
            </a:lvl4pPr>
            <a:lvl5pPr marL="2286000" indent="-276225" algn="l">
              <a:lnSpc>
                <a:spcPct val="90000"/>
              </a:lnSpc>
              <a:spcBef>
                <a:spcPts val="1200"/>
              </a:spcBef>
              <a:spcAft>
                <a:spcPts val="0"/>
              </a:spcAft>
              <a:buClr>
                <a:schemeClr val="lt1"/>
              </a:buClr>
              <a:buSzPts val="750"/>
              <a:buChar char="○"/>
              <a:defRPr sz="750"/>
            </a:lvl5pPr>
            <a:lvl6pPr marL="2743200" indent="-276225" algn="l">
              <a:lnSpc>
                <a:spcPct val="90000"/>
              </a:lnSpc>
              <a:spcBef>
                <a:spcPts val="1200"/>
              </a:spcBef>
              <a:spcAft>
                <a:spcPts val="0"/>
              </a:spcAft>
              <a:buClr>
                <a:schemeClr val="dk1"/>
              </a:buClr>
              <a:buSzPts val="750"/>
              <a:buChar char="■"/>
              <a:defRPr sz="750"/>
            </a:lvl6pPr>
            <a:lvl7pPr marL="3200400" indent="-276225" algn="l">
              <a:lnSpc>
                <a:spcPct val="90000"/>
              </a:lnSpc>
              <a:spcBef>
                <a:spcPts val="1200"/>
              </a:spcBef>
              <a:spcAft>
                <a:spcPts val="0"/>
              </a:spcAft>
              <a:buClr>
                <a:schemeClr val="dk1"/>
              </a:buClr>
              <a:buSzPts val="750"/>
              <a:buChar char="●"/>
              <a:defRPr sz="750"/>
            </a:lvl7pPr>
            <a:lvl8pPr marL="3657600" indent="-276225" algn="l">
              <a:lnSpc>
                <a:spcPct val="90000"/>
              </a:lnSpc>
              <a:spcBef>
                <a:spcPts val="1200"/>
              </a:spcBef>
              <a:spcAft>
                <a:spcPts val="0"/>
              </a:spcAft>
              <a:buClr>
                <a:schemeClr val="dk1"/>
              </a:buClr>
              <a:buSzPts val="750"/>
              <a:buChar char="○"/>
              <a:defRPr sz="750"/>
            </a:lvl8pPr>
            <a:lvl9pPr marL="4114800" indent="-276225" algn="l">
              <a:lnSpc>
                <a:spcPct val="90000"/>
              </a:lnSpc>
              <a:spcBef>
                <a:spcPts val="1200"/>
              </a:spcBef>
              <a:spcAft>
                <a:spcPts val="1200"/>
              </a:spcAft>
              <a:buClr>
                <a:schemeClr val="dk1"/>
              </a:buClr>
              <a:buSzPts val="750"/>
              <a:buChar char="■"/>
              <a:defRPr sz="750"/>
            </a:lvl9pPr>
          </a:lstStyle>
          <a:p xmlns:a="http://schemas.openxmlformats.org/drawingml/2006/main"/>
        </p:txBody>
      </p:sp>
      <p:sp>
        <p:nvSpPr>
          <p:cNvPr id="423" name="Google Shape;423;p58">
            <a:extLst xmlns:a="http://schemas.openxmlformats.org/drawingml/2006/main">
              <a:ext uri="{FF2B5EF4-FFF2-40B4-BE49-F238E27FC236}">
                <a16:creationId xmlns:a16="http://schemas.microsoft.com/office/drawing/2014/main" id="{D15F62FD-F954-41C8-9470-794DC31EC459}"/>
              </a:ext>
            </a:extLst>
          </p:cNvPr>
          <p:cNvSpPr>
            <a:spLocks xmlns:a="http://schemas.openxmlformats.org/drawingml/2006/main" noGrp="1"/>
          </p:cNvSpPr>
          <p:nvPr>
            <p:ph type="title" idx="0"/>
          </p:nvPr>
        </p:nvSpPr>
        <p:spPr>
          <a:xfrm xmlns:a="http://schemas.openxmlformats.org/drawingml/2006/main">
            <a:off x="201377" y="295836"/>
            <a:ext cx="5191800" cy="346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300" tIns="17150" rIns="34300" bIns="17150" anchor="t">
            <a:noAutofit/>
          </a:bodyPr>
          <a:lstStyle xmlns:a="http://schemas.openxmlformats.org/drawingml/2006/main">
            <a:lvl1pPr algn="l">
              <a:lnSpc>
                <a:spcPct val="90000"/>
              </a:lnSpc>
              <a:spcBef>
                <a:spcPts val="0"/>
              </a:spcBef>
              <a:spcAft>
                <a:spcPts val="0"/>
              </a:spcAft>
              <a:buClr>
                <a:schemeClr val="dk1"/>
              </a:buClr>
              <a:buSzPts val="2250"/>
              <a:buFont typeface="Helvetica Neue"/>
              <a:buNone/>
              <a:defRPr sz="2250" b="0">
                <a:solidFill>
                  <a:schemeClr val="dk1"/>
                </a:solidFill>
              </a:defRPr>
            </a:lvl1pPr>
            <a:lvl2pPr>
              <a:spcBef>
                <a:spcPts val="0"/>
              </a:spcBef>
              <a:spcAft>
                <a:spcPts val="0"/>
              </a:spcAft>
              <a:buSzPts val="500"/>
              <a:buNone/>
              <a:defRPr sz="700"/>
            </a:lvl2pPr>
            <a:lvl3pPr>
              <a:spcBef>
                <a:spcPts val="0"/>
              </a:spcBef>
              <a:spcAft>
                <a:spcPts val="0"/>
              </a:spcAft>
              <a:buSzPts val="500"/>
              <a:buNone/>
              <a:defRPr sz="700"/>
            </a:lvl3pPr>
            <a:lvl4pPr>
              <a:spcBef>
                <a:spcPts val="0"/>
              </a:spcBef>
              <a:spcAft>
                <a:spcPts val="0"/>
              </a:spcAft>
              <a:buSzPts val="500"/>
              <a:buNone/>
              <a:defRPr sz="700"/>
            </a:lvl4pPr>
            <a:lvl5pPr>
              <a:spcBef>
                <a:spcPts val="0"/>
              </a:spcBef>
              <a:spcAft>
                <a:spcPts val="0"/>
              </a:spcAft>
              <a:buSzPts val="500"/>
              <a:buNone/>
              <a:defRPr sz="700"/>
            </a:lvl5pPr>
            <a:lvl6pPr>
              <a:spcBef>
                <a:spcPts val="0"/>
              </a:spcBef>
              <a:spcAft>
                <a:spcPts val="0"/>
              </a:spcAft>
              <a:buSzPts val="500"/>
              <a:buNone/>
              <a:defRPr sz="700"/>
            </a:lvl6pPr>
            <a:lvl7pPr>
              <a:spcBef>
                <a:spcPts val="0"/>
              </a:spcBef>
              <a:spcAft>
                <a:spcPts val="0"/>
              </a:spcAft>
              <a:buSzPts val="500"/>
              <a:buNone/>
              <a:defRPr sz="700"/>
            </a:lvl7pPr>
            <a:lvl8pPr>
              <a:spcBef>
                <a:spcPts val="0"/>
              </a:spcBef>
              <a:spcAft>
                <a:spcPts val="0"/>
              </a:spcAft>
              <a:buSzPts val="500"/>
              <a:buNone/>
              <a:defRPr sz="700"/>
            </a:lvl8pPr>
            <a:lvl9pPr>
              <a:spcBef>
                <a:spcPts val="0"/>
              </a:spcBef>
              <a:spcAft>
                <a:spcPts val="0"/>
              </a:spcAft>
              <a:buSzPts val="500"/>
              <a:buNone/>
              <a:defRPr sz="700"/>
            </a:lvl9pPr>
          </a:lstStyle>
          <a:p xmlns:a="http://schemas.openxmlformats.org/drawingml/2006/main"/>
        </p:txBody>
      </p:sp>
      <p:pic>
        <p:nvPicPr>
          <p:cNvPr id="463" name="Google Shape;424;p58"/>
          <p:cNvPicPr>
            <a:picLocks xmlns:a="http://schemas.openxmlformats.org/drawingml/2006/main" noChangeAspect="1"/>
          </p:cNvPicPr>
          <p:nvPr/>
        </p:nvPicPr>
        <p:blipFill>
          <a:blip xmlns:r="http://schemas.openxmlformats.org/officeDocument/2006/relationships" xmlns:a="http://schemas.openxmlformats.org/drawingml/2006/main" r:embed="R7f62cb461f814920">
            <a:alphaModFix/>
          </a:blip>
          <a:stretch xmlns:a="http://schemas.openxmlformats.org/drawingml/2006/main">
            <a:fillRect l="0" t="0" r="0" b="0"/>
          </a:stretch>
        </p:blipFill>
        <p:spPr>
          <a:xfrm xmlns:a="http://schemas.openxmlformats.org/drawingml/2006/main">
            <a:off x="228600" y="4836074"/>
            <a:ext cx="153925" cy="153925"/>
          </a:xfrm>
          <a:prstGeom xmlns:a="http://schemas.openxmlformats.org/drawingml/2006/main" prst="rect">
            <a:avLst/>
          </a:prstGeom>
          <a:ln xmlns:a="http://schemas.openxmlformats.org/drawingml/2006/main">
            <a:noFill/>
          </a:ln>
        </p:spPr>
      </p:pic>
    </p:spTree>
  </p:cSld>
</p:sldLayout>
</file>

<file path=ppt/slideLayouts/slideLayout58.xml><?xml version="1.0" encoding="utf-8"?>
<p:sldLayout xmlns:p="http://schemas.openxmlformats.org/presentationml/2006/main" matchingName="Data summary 2">
  <p:cSld name="Market Insights - Market Size Forecast_1_1">
    <p:bg>
      <p:bgPr>
        <a:solidFill xmlns:a="http://schemas.openxmlformats.org/drawingml/2006/main">
          <a:schemeClr val="lt1"/>
        </a:solidFill>
      </p:bgPr>
    </p:bg>
    <p:spTree>
      <p:nvGrpSpPr>
        <p:cNvPr id="1" name=""/>
        <p:cNvGrpSpPr/>
        <p:nvPr/>
      </p:nvGrpSpPr>
      <p:grpSpPr>
        <a:xfrm xmlns:a="http://schemas.openxmlformats.org/drawingml/2006/main"/>
      </p:grpSpPr>
      <p:sp>
        <p:nvSpPr>
          <p:cNvPr id="426" name="Google Shape;426;p59">
            <a:extLst xmlns:a="http://schemas.openxmlformats.org/drawingml/2006/main">
              <a:ext uri="{FF2B5EF4-FFF2-40B4-BE49-F238E27FC236}">
                <a16:creationId xmlns:a16="http://schemas.microsoft.com/office/drawing/2014/main" id="{8D0CB074-877F-4C81-8FCB-9AFAF4505456}"/>
              </a:ext>
            </a:extLst>
          </p:cNvPr>
          <p:cNvSpPr>
            <a:spLocks xmlns:a="http://schemas.openxmlformats.org/drawingml/2006/main" noGrp="1"/>
          </p:cNvSpPr>
          <p:nvPr>
            <p:ph type="pic" idx="2"/>
          </p:nvPr>
        </p:nvSpPr>
        <p:spPr>
          <a:xfrm xmlns:a="http://schemas.openxmlformats.org/drawingml/2006/main">
            <a:off x="3172975" y="228600"/>
            <a:ext cx="5742300" cy="4690800"/>
          </a:xfrm>
          <a:prstGeom xmlns:a="http://schemas.openxmlformats.org/drawingml/2006/main" prst="roundRect">
            <a:avLst>
              <a:gd name="adj" fmla="val 1374"/>
            </a:avLst>
          </a:prstGeom>
          <a:noFill xmlns:a="http://schemas.openxmlformats.org/drawingml/2006/main"/>
          <a:ln xmlns:a="http://schemas.openxmlformats.org/drawingml/2006/main">
            <a:noFill/>
          </a:ln>
        </p:spPr>
      </p:sp>
      <p:sp>
        <p:nvSpPr>
          <p:cNvPr id="427" name="Google Shape;427;p59">
            <a:extLst xmlns:a="http://schemas.openxmlformats.org/drawingml/2006/main">
              <a:ext uri="{FF2B5EF4-FFF2-40B4-BE49-F238E27FC236}">
                <a16:creationId xmlns:a16="http://schemas.microsoft.com/office/drawing/2014/main" id="{41F7EFEC-7F72-4843-A11A-A4E138083756}"/>
              </a:ext>
            </a:extLst>
          </p:cNvPr>
          <p:cNvSpPr>
            <a:spLocks xmlns:a="http://schemas.openxmlformats.org/drawingml/2006/main" noGrp="1"/>
          </p:cNvSpPr>
          <p:nvPr>
            <p:ph type="body" idx="1"/>
          </p:nvPr>
        </p:nvSpPr>
        <p:spPr>
          <a:xfrm xmlns:a="http://schemas.openxmlformats.org/drawingml/2006/main">
            <a:off x="201377" y="164051"/>
            <a:ext cx="2635800" cy="164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9050" tIns="19050" rIns="19050" bIns="19050" anchor="t">
            <a:spAutoFit/>
          </a:bodyPr>
          <a:lstStyle xmlns:a="http://schemas.openxmlformats.org/drawingml/2006/main">
            <a:lvl1pPr marL="457200" indent="-228600" algn="l">
              <a:lnSpc>
                <a:spcPct val="90000"/>
              </a:lnSpc>
              <a:spcBef>
                <a:spcPts val="400"/>
              </a:spcBef>
              <a:spcAft>
                <a:spcPts val="0"/>
              </a:spcAft>
              <a:buClr>
                <a:schemeClr val="dk2"/>
              </a:buClr>
              <a:buSzPts val="750"/>
              <a:buNone/>
              <a:defRPr sz="750" b="0" i="0" u="none" cap="none">
                <a:solidFill>
                  <a:schemeClr val="dk2"/>
                </a:solidFill>
              </a:defRPr>
            </a:lvl1pPr>
            <a:lvl2pPr marL="914400" indent="-276225" algn="l">
              <a:lnSpc>
                <a:spcPct val="90000"/>
              </a:lnSpc>
              <a:spcBef>
                <a:spcPts val="1200"/>
              </a:spcBef>
              <a:spcAft>
                <a:spcPts val="0"/>
              </a:spcAft>
              <a:buClr>
                <a:schemeClr val="lt1"/>
              </a:buClr>
              <a:buSzPts val="750"/>
              <a:buChar char="○"/>
              <a:defRPr sz="750"/>
            </a:lvl2pPr>
            <a:lvl3pPr marL="1371600" indent="-276225" algn="l">
              <a:lnSpc>
                <a:spcPct val="90000"/>
              </a:lnSpc>
              <a:spcBef>
                <a:spcPts val="1200"/>
              </a:spcBef>
              <a:spcAft>
                <a:spcPts val="0"/>
              </a:spcAft>
              <a:buClr>
                <a:schemeClr val="lt1"/>
              </a:buClr>
              <a:buSzPts val="750"/>
              <a:buChar char="■"/>
              <a:defRPr sz="750"/>
            </a:lvl3pPr>
            <a:lvl4pPr marL="1828800" indent="-276225" algn="l">
              <a:lnSpc>
                <a:spcPct val="90000"/>
              </a:lnSpc>
              <a:spcBef>
                <a:spcPts val="1200"/>
              </a:spcBef>
              <a:spcAft>
                <a:spcPts val="0"/>
              </a:spcAft>
              <a:buClr>
                <a:schemeClr val="lt1"/>
              </a:buClr>
              <a:buSzPts val="750"/>
              <a:buChar char="●"/>
              <a:defRPr sz="750"/>
            </a:lvl4pPr>
            <a:lvl5pPr marL="2286000" indent="-276225" algn="l">
              <a:lnSpc>
                <a:spcPct val="90000"/>
              </a:lnSpc>
              <a:spcBef>
                <a:spcPts val="1200"/>
              </a:spcBef>
              <a:spcAft>
                <a:spcPts val="0"/>
              </a:spcAft>
              <a:buClr>
                <a:schemeClr val="lt1"/>
              </a:buClr>
              <a:buSzPts val="750"/>
              <a:buChar char="○"/>
              <a:defRPr sz="750"/>
            </a:lvl5pPr>
            <a:lvl6pPr marL="2743200" indent="-276225" algn="l">
              <a:lnSpc>
                <a:spcPct val="90000"/>
              </a:lnSpc>
              <a:spcBef>
                <a:spcPts val="1200"/>
              </a:spcBef>
              <a:spcAft>
                <a:spcPts val="0"/>
              </a:spcAft>
              <a:buClr>
                <a:schemeClr val="dk1"/>
              </a:buClr>
              <a:buSzPts val="750"/>
              <a:buChar char="■"/>
              <a:defRPr sz="750"/>
            </a:lvl6pPr>
            <a:lvl7pPr marL="3200400" indent="-276225" algn="l">
              <a:lnSpc>
                <a:spcPct val="90000"/>
              </a:lnSpc>
              <a:spcBef>
                <a:spcPts val="1200"/>
              </a:spcBef>
              <a:spcAft>
                <a:spcPts val="0"/>
              </a:spcAft>
              <a:buClr>
                <a:schemeClr val="dk1"/>
              </a:buClr>
              <a:buSzPts val="750"/>
              <a:buChar char="●"/>
              <a:defRPr sz="750"/>
            </a:lvl7pPr>
            <a:lvl8pPr marL="3657600" indent="-276225" algn="l">
              <a:lnSpc>
                <a:spcPct val="90000"/>
              </a:lnSpc>
              <a:spcBef>
                <a:spcPts val="1200"/>
              </a:spcBef>
              <a:spcAft>
                <a:spcPts val="0"/>
              </a:spcAft>
              <a:buClr>
                <a:schemeClr val="dk1"/>
              </a:buClr>
              <a:buSzPts val="750"/>
              <a:buChar char="○"/>
              <a:defRPr sz="750"/>
            </a:lvl8pPr>
            <a:lvl9pPr marL="4114800" indent="-276225" algn="l">
              <a:lnSpc>
                <a:spcPct val="90000"/>
              </a:lnSpc>
              <a:spcBef>
                <a:spcPts val="1200"/>
              </a:spcBef>
              <a:spcAft>
                <a:spcPts val="1200"/>
              </a:spcAft>
              <a:buClr>
                <a:schemeClr val="dk1"/>
              </a:buClr>
              <a:buSzPts val="750"/>
              <a:buChar char="■"/>
              <a:defRPr sz="750"/>
            </a:lvl9pPr>
          </a:lstStyle>
          <a:p xmlns:a="http://schemas.openxmlformats.org/drawingml/2006/main"/>
        </p:txBody>
      </p:sp>
      <p:sp>
        <p:nvSpPr>
          <p:cNvPr id="428" name="Google Shape;428;p59">
            <a:extLst xmlns:a="http://schemas.openxmlformats.org/drawingml/2006/main">
              <a:ext uri="{FF2B5EF4-FFF2-40B4-BE49-F238E27FC236}">
                <a16:creationId xmlns:a16="http://schemas.microsoft.com/office/drawing/2014/main" id="{9AE0160B-61B0-48F2-980D-985D8F2A221F}"/>
              </a:ext>
            </a:extLst>
          </p:cNvPr>
          <p:cNvSpPr>
            <a:spLocks xmlns:a="http://schemas.openxmlformats.org/drawingml/2006/main" noGrp="1"/>
          </p:cNvSpPr>
          <p:nvPr>
            <p:ph type="title" idx="0"/>
          </p:nvPr>
        </p:nvSpPr>
        <p:spPr>
          <a:xfrm xmlns:a="http://schemas.openxmlformats.org/drawingml/2006/main">
            <a:off x="201375" y="295825"/>
            <a:ext cx="2834400" cy="346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300" tIns="17150" rIns="34300" bIns="17150" anchor="t">
            <a:noAutofit/>
          </a:bodyPr>
          <a:lstStyle xmlns:a="http://schemas.openxmlformats.org/drawingml/2006/main">
            <a:lvl1pPr algn="l">
              <a:lnSpc>
                <a:spcPct val="90000"/>
              </a:lnSpc>
              <a:spcBef>
                <a:spcPts val="0"/>
              </a:spcBef>
              <a:spcAft>
                <a:spcPts val="0"/>
              </a:spcAft>
              <a:buClr>
                <a:schemeClr val="dk1"/>
              </a:buClr>
              <a:buSzPts val="2250"/>
              <a:buFont typeface="Helvetica Neue"/>
              <a:buNone/>
              <a:defRPr sz="2250" b="0">
                <a:solidFill>
                  <a:schemeClr val="dk1"/>
                </a:solidFill>
              </a:defRPr>
            </a:lvl1pPr>
            <a:lvl2pPr>
              <a:spcBef>
                <a:spcPts val="0"/>
              </a:spcBef>
              <a:spcAft>
                <a:spcPts val="0"/>
              </a:spcAft>
              <a:buSzPts val="500"/>
              <a:buNone/>
              <a:defRPr sz="700"/>
            </a:lvl2pPr>
            <a:lvl3pPr>
              <a:spcBef>
                <a:spcPts val="0"/>
              </a:spcBef>
              <a:spcAft>
                <a:spcPts val="0"/>
              </a:spcAft>
              <a:buSzPts val="500"/>
              <a:buNone/>
              <a:defRPr sz="700"/>
            </a:lvl3pPr>
            <a:lvl4pPr>
              <a:spcBef>
                <a:spcPts val="0"/>
              </a:spcBef>
              <a:spcAft>
                <a:spcPts val="0"/>
              </a:spcAft>
              <a:buSzPts val="500"/>
              <a:buNone/>
              <a:defRPr sz="700"/>
            </a:lvl4pPr>
            <a:lvl5pPr>
              <a:spcBef>
                <a:spcPts val="0"/>
              </a:spcBef>
              <a:spcAft>
                <a:spcPts val="0"/>
              </a:spcAft>
              <a:buSzPts val="500"/>
              <a:buNone/>
              <a:defRPr sz="700"/>
            </a:lvl5pPr>
            <a:lvl6pPr>
              <a:spcBef>
                <a:spcPts val="0"/>
              </a:spcBef>
              <a:spcAft>
                <a:spcPts val="0"/>
              </a:spcAft>
              <a:buSzPts val="500"/>
              <a:buNone/>
              <a:defRPr sz="700"/>
            </a:lvl6pPr>
            <a:lvl7pPr>
              <a:spcBef>
                <a:spcPts val="0"/>
              </a:spcBef>
              <a:spcAft>
                <a:spcPts val="0"/>
              </a:spcAft>
              <a:buSzPts val="500"/>
              <a:buNone/>
              <a:defRPr sz="700"/>
            </a:lvl7pPr>
            <a:lvl8pPr>
              <a:spcBef>
                <a:spcPts val="0"/>
              </a:spcBef>
              <a:spcAft>
                <a:spcPts val="0"/>
              </a:spcAft>
              <a:buSzPts val="500"/>
              <a:buNone/>
              <a:defRPr sz="700"/>
            </a:lvl8pPr>
            <a:lvl9pPr>
              <a:spcBef>
                <a:spcPts val="0"/>
              </a:spcBef>
              <a:spcAft>
                <a:spcPts val="0"/>
              </a:spcAft>
              <a:buSzPts val="500"/>
              <a:buNone/>
              <a:defRPr sz="700"/>
            </a:lvl9pPr>
          </a:lstStyle>
          <a:p xmlns:a="http://schemas.openxmlformats.org/drawingml/2006/main"/>
        </p:txBody>
      </p:sp>
      <p:pic>
        <p:nvPicPr>
          <p:cNvPr id="433" name="Google Shape;429;p59"/>
          <p:cNvPicPr>
            <a:picLocks xmlns:a="http://schemas.openxmlformats.org/drawingml/2006/main" noChangeAspect="1"/>
          </p:cNvPicPr>
          <p:nvPr/>
        </p:nvPicPr>
        <p:blipFill>
          <a:blip xmlns:r="http://schemas.openxmlformats.org/officeDocument/2006/relationships" xmlns:a="http://schemas.openxmlformats.org/drawingml/2006/main" r:embed="Rb51ded058a6440f9">
            <a:alphaModFix/>
          </a:blip>
          <a:stretch xmlns:a="http://schemas.openxmlformats.org/drawingml/2006/main">
            <a:fillRect l="0" t="0" r="0" b="0"/>
          </a:stretch>
        </p:blipFill>
        <p:spPr>
          <a:xfrm xmlns:a="http://schemas.openxmlformats.org/drawingml/2006/main">
            <a:off x="228600" y="4836074"/>
            <a:ext cx="153925" cy="153925"/>
          </a:xfrm>
          <a:prstGeom xmlns:a="http://schemas.openxmlformats.org/drawingml/2006/main" prst="rect">
            <a:avLst/>
          </a:prstGeom>
          <a:ln xmlns:a="http://schemas.openxmlformats.org/drawingml/2006/main">
            <a:noFill/>
          </a:ln>
        </p:spPr>
      </p:pic>
    </p:spTree>
  </p:cSld>
</p:sldLayout>
</file>

<file path=ppt/slideLayouts/slideLayout59.xml><?xml version="1.0" encoding="utf-8"?>
<p:sldLayout xmlns:p="http://schemas.openxmlformats.org/presentationml/2006/main" matchingName="Data summary 3">
  <p:cSld name="Market Insights - Online Sales_1">
    <p:bg>
      <p:bgPr>
        <a:solidFill xmlns:a="http://schemas.openxmlformats.org/drawingml/2006/main">
          <a:schemeClr val="lt1"/>
        </a:solidFill>
      </p:bgPr>
    </p:bg>
    <p:spTree>
      <p:nvGrpSpPr>
        <p:cNvPr id="1" name=""/>
        <p:cNvGrpSpPr/>
        <p:nvPr/>
      </p:nvGrpSpPr>
      <p:grpSpPr>
        <a:xfrm xmlns:a="http://schemas.openxmlformats.org/drawingml/2006/main"/>
      </p:grpSpPr>
      <p:sp>
        <p:nvSpPr>
          <p:cNvPr id="431" name="Google Shape;431;p60">
            <a:extLst xmlns:a="http://schemas.openxmlformats.org/drawingml/2006/main">
              <a:ext uri="{FF2B5EF4-FFF2-40B4-BE49-F238E27FC236}">
                <a16:creationId xmlns:a16="http://schemas.microsoft.com/office/drawing/2014/main" id="{F0510CC5-95DE-4811-B2B7-B10FC9BB9BA0}"/>
              </a:ext>
            </a:extLst>
          </p:cNvPr>
          <p:cNvSpPr>
            <a:spLocks xmlns:a="http://schemas.openxmlformats.org/drawingml/2006/main" noGrp="1"/>
          </p:cNvSpPr>
          <p:nvPr/>
        </p:nvSpPr>
        <p:spPr>
          <a:xfrm xmlns:a="http://schemas.openxmlformats.org/drawingml/2006/main">
            <a:off x="220575" y="1278375"/>
            <a:ext cx="2803800" cy="3450000"/>
          </a:xfrm>
          <a:prstGeom xmlns:a="http://schemas.openxmlformats.org/drawingml/2006/main" prst="roundRect">
            <a:avLst>
              <a:gd name="adj" fmla="val 2770"/>
            </a:avLst>
          </a:prstGeom>
          <a:solidFill xmlns:a="http://schemas.openxmlformats.org/drawingml/2006/main">
            <a:srgbClr val="F4F2E6"/>
          </a:solidFill>
          <a:ln xmlns:a="http://schemas.openxmlformats.org/drawingml/2006/main">
            <a:noFill/>
          </a:ln>
        </p:spPr>
        <p:txBody>
          <a:bodyPr xmlns:a="http://schemas.openxmlformats.org/drawingml/2006/main" spcFirstLastPara="1" wrap="square" lIns="19050" tIns="19050" rIns="19050" bIns="1905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FFFFFF"/>
              </a:buClr>
              <a:buSzPts val="1800"/>
              <a:buFont typeface="Helvetica Neue"/>
              <a:buNone/>
            </a:pPr>
            <a:r>
              <a:t/>
            </a:r>
            <a:endParaRPr sz="1800" b="0" i="0" u="none" cap="none">
              <a:solidFill>
                <a:srgbClr val="000000"/>
              </a:solidFill>
              <a:latin typeface="Helvetica Neue"/>
              <a:ea typeface="Helvetica Neue"/>
              <a:cs typeface="Helvetica Neue"/>
            </a:endParaRPr>
          </a:p>
        </p:txBody>
      </p:sp>
      <p:sp>
        <p:nvSpPr>
          <p:cNvPr id="432" name="Google Shape;432;p60">
            <a:extLst xmlns:a="http://schemas.openxmlformats.org/drawingml/2006/main">
              <a:ext uri="{FF2B5EF4-FFF2-40B4-BE49-F238E27FC236}">
                <a16:creationId xmlns:a16="http://schemas.microsoft.com/office/drawing/2014/main" id="{0EDE9DAA-000E-4375-8D7F-61B0527FA7B8}"/>
              </a:ext>
            </a:extLst>
          </p:cNvPr>
          <p:cNvSpPr>
            <a:spLocks xmlns:a="http://schemas.openxmlformats.org/drawingml/2006/main" noGrp="1"/>
          </p:cNvSpPr>
          <p:nvPr>
            <p:ph type="body" idx="1"/>
          </p:nvPr>
        </p:nvSpPr>
        <p:spPr>
          <a:xfrm xmlns:a="http://schemas.openxmlformats.org/drawingml/2006/main">
            <a:off x="329693" y="2930054"/>
            <a:ext cx="2566200" cy="329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lvl1pPr marL="457200" indent="-374650" algn="l">
              <a:lnSpc>
                <a:spcPct val="100000"/>
              </a:lnSpc>
              <a:spcBef>
                <a:spcPts val="0"/>
              </a:spcBef>
              <a:spcAft>
                <a:spcPts val="0"/>
              </a:spcAft>
              <a:buClr>
                <a:schemeClr val="dk1"/>
              </a:buClr>
              <a:buSzPts val="2300"/>
              <a:buFont typeface="Helvetica Neue"/>
              <a:buChar char="●"/>
              <a:defRPr sz="2300">
                <a:solidFill>
                  <a:schemeClr val="dk1"/>
                </a:solidFill>
              </a:defRPr>
            </a:lvl1pPr>
            <a:lvl2pPr marL="914400" indent="-273050" algn="l">
              <a:lnSpc>
                <a:spcPct val="100000"/>
              </a:lnSpc>
              <a:spcBef>
                <a:spcPts val="0"/>
              </a:spcBef>
              <a:spcAft>
                <a:spcPts val="0"/>
              </a:spcAft>
              <a:buClr>
                <a:srgbClr val="000000"/>
              </a:buClr>
              <a:buSzPts val="700"/>
              <a:buChar char="○"/>
              <a:defRPr sz="2100"/>
            </a:lvl2pPr>
            <a:lvl3pPr marL="1371600" indent="-273050" algn="l">
              <a:lnSpc>
                <a:spcPct val="100000"/>
              </a:lnSpc>
              <a:spcBef>
                <a:spcPts val="0"/>
              </a:spcBef>
              <a:spcAft>
                <a:spcPts val="0"/>
              </a:spcAft>
              <a:buClr>
                <a:srgbClr val="000000"/>
              </a:buClr>
              <a:buSzPts val="700"/>
              <a:buChar char="■"/>
              <a:defRPr sz="2100"/>
            </a:lvl3pPr>
            <a:lvl4pPr marL="1828800" indent="-273050" algn="l">
              <a:lnSpc>
                <a:spcPct val="100000"/>
              </a:lnSpc>
              <a:spcBef>
                <a:spcPts val="0"/>
              </a:spcBef>
              <a:spcAft>
                <a:spcPts val="0"/>
              </a:spcAft>
              <a:buClr>
                <a:srgbClr val="000000"/>
              </a:buClr>
              <a:buSzPts val="700"/>
              <a:buChar char="●"/>
              <a:defRPr sz="2100"/>
            </a:lvl4pPr>
            <a:lvl5pPr marL="2286000" indent="-273050" algn="l">
              <a:lnSpc>
                <a:spcPct val="100000"/>
              </a:lnSpc>
              <a:spcBef>
                <a:spcPts val="0"/>
              </a:spcBef>
              <a:spcAft>
                <a:spcPts val="0"/>
              </a:spcAft>
              <a:buClr>
                <a:srgbClr val="000000"/>
              </a:buClr>
              <a:buSzPts val="700"/>
              <a:buChar char="○"/>
              <a:defRPr sz="2100"/>
            </a:lvl5pPr>
            <a:lvl6pPr marL="2743200" indent="-273050" algn="l">
              <a:lnSpc>
                <a:spcPct val="100000"/>
              </a:lnSpc>
              <a:spcBef>
                <a:spcPts val="0"/>
              </a:spcBef>
              <a:spcAft>
                <a:spcPts val="0"/>
              </a:spcAft>
              <a:buClr>
                <a:srgbClr val="000000"/>
              </a:buClr>
              <a:buSzPts val="700"/>
              <a:buChar char="■"/>
              <a:defRPr sz="2100"/>
            </a:lvl6pPr>
            <a:lvl7pPr marL="3200400" indent="-273050" algn="l">
              <a:lnSpc>
                <a:spcPct val="100000"/>
              </a:lnSpc>
              <a:spcBef>
                <a:spcPts val="0"/>
              </a:spcBef>
              <a:spcAft>
                <a:spcPts val="0"/>
              </a:spcAft>
              <a:buClr>
                <a:srgbClr val="000000"/>
              </a:buClr>
              <a:buSzPts val="700"/>
              <a:buChar char="●"/>
              <a:defRPr sz="2100"/>
            </a:lvl7pPr>
            <a:lvl8pPr marL="3657600" indent="-273050" algn="l">
              <a:lnSpc>
                <a:spcPct val="100000"/>
              </a:lnSpc>
              <a:spcBef>
                <a:spcPts val="0"/>
              </a:spcBef>
              <a:spcAft>
                <a:spcPts val="0"/>
              </a:spcAft>
              <a:buClr>
                <a:srgbClr val="000000"/>
              </a:buClr>
              <a:buSzPts val="700"/>
              <a:buChar char="○"/>
              <a:defRPr sz="2100"/>
            </a:lvl8pPr>
            <a:lvl9pPr marL="4114800" indent="-273050" algn="l">
              <a:lnSpc>
                <a:spcPct val="100000"/>
              </a:lnSpc>
              <a:spcBef>
                <a:spcPts val="0"/>
              </a:spcBef>
              <a:spcAft>
                <a:spcPts val="0"/>
              </a:spcAft>
              <a:buClr>
                <a:srgbClr val="000000"/>
              </a:buClr>
              <a:buSzPts val="700"/>
              <a:buChar char="■"/>
              <a:defRPr sz="2100"/>
            </a:lvl9pPr>
          </a:lstStyle>
          <a:p xmlns:a="http://schemas.openxmlformats.org/drawingml/2006/main"/>
        </p:txBody>
      </p:sp>
      <p:sp>
        <p:nvSpPr>
          <p:cNvPr id="433" name="Google Shape;433;p60">
            <a:extLst xmlns:a="http://schemas.openxmlformats.org/drawingml/2006/main">
              <a:ext uri="{FF2B5EF4-FFF2-40B4-BE49-F238E27FC236}">
                <a16:creationId xmlns:a16="http://schemas.microsoft.com/office/drawing/2014/main" id="{976A6829-66E2-41E9-9375-6C848D4B6267}"/>
              </a:ext>
            </a:extLst>
          </p:cNvPr>
          <p:cNvSpPr>
            <a:spLocks xmlns:a="http://schemas.openxmlformats.org/drawingml/2006/main" noGrp="1"/>
          </p:cNvSpPr>
          <p:nvPr>
            <p:ph type="body" idx="2"/>
          </p:nvPr>
        </p:nvSpPr>
        <p:spPr>
          <a:xfrm xmlns:a="http://schemas.openxmlformats.org/drawingml/2006/main">
            <a:off x="330214" y="2717160"/>
            <a:ext cx="2565900" cy="119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lvl1pPr marL="457200" indent="-279400" algn="l">
              <a:lnSpc>
                <a:spcPct val="120000"/>
              </a:lnSpc>
              <a:spcBef>
                <a:spcPts val="0"/>
              </a:spcBef>
              <a:spcAft>
                <a:spcPts val="0"/>
              </a:spcAft>
              <a:buClr>
                <a:srgbClr val="7F7F7F"/>
              </a:buClr>
              <a:buSzPts val="800"/>
              <a:buFont typeface="Helvetica Neue"/>
              <a:buChar char="●"/>
              <a:defRPr sz="800">
                <a:solidFill>
                  <a:srgbClr val="7F7F7F"/>
                </a:solidFill>
              </a:defRPr>
            </a:lvl1pPr>
            <a:lvl2pPr marL="914400" indent="-273050" algn="l">
              <a:lnSpc>
                <a:spcPct val="100000"/>
              </a:lnSpc>
              <a:spcBef>
                <a:spcPts val="0"/>
              </a:spcBef>
              <a:spcAft>
                <a:spcPts val="0"/>
              </a:spcAft>
              <a:buClr>
                <a:srgbClr val="000000"/>
              </a:buClr>
              <a:buSzPts val="700"/>
              <a:buChar char="○"/>
              <a:defRPr sz="2100"/>
            </a:lvl2pPr>
            <a:lvl3pPr marL="1371600" indent="-273050" algn="l">
              <a:lnSpc>
                <a:spcPct val="100000"/>
              </a:lnSpc>
              <a:spcBef>
                <a:spcPts val="0"/>
              </a:spcBef>
              <a:spcAft>
                <a:spcPts val="0"/>
              </a:spcAft>
              <a:buClr>
                <a:srgbClr val="000000"/>
              </a:buClr>
              <a:buSzPts val="700"/>
              <a:buChar char="■"/>
              <a:defRPr sz="2100"/>
            </a:lvl3pPr>
            <a:lvl4pPr marL="1828800" indent="-273050" algn="l">
              <a:lnSpc>
                <a:spcPct val="100000"/>
              </a:lnSpc>
              <a:spcBef>
                <a:spcPts val="0"/>
              </a:spcBef>
              <a:spcAft>
                <a:spcPts val="0"/>
              </a:spcAft>
              <a:buClr>
                <a:srgbClr val="000000"/>
              </a:buClr>
              <a:buSzPts val="700"/>
              <a:buChar char="●"/>
              <a:defRPr sz="2100"/>
            </a:lvl4pPr>
            <a:lvl5pPr marL="2286000" indent="-273050" algn="l">
              <a:lnSpc>
                <a:spcPct val="100000"/>
              </a:lnSpc>
              <a:spcBef>
                <a:spcPts val="0"/>
              </a:spcBef>
              <a:spcAft>
                <a:spcPts val="0"/>
              </a:spcAft>
              <a:buClr>
                <a:srgbClr val="000000"/>
              </a:buClr>
              <a:buSzPts val="700"/>
              <a:buChar char="○"/>
              <a:defRPr sz="2100"/>
            </a:lvl5pPr>
            <a:lvl6pPr marL="2743200" indent="-273050" algn="l">
              <a:lnSpc>
                <a:spcPct val="100000"/>
              </a:lnSpc>
              <a:spcBef>
                <a:spcPts val="0"/>
              </a:spcBef>
              <a:spcAft>
                <a:spcPts val="0"/>
              </a:spcAft>
              <a:buClr>
                <a:srgbClr val="000000"/>
              </a:buClr>
              <a:buSzPts val="700"/>
              <a:buChar char="■"/>
              <a:defRPr sz="2100"/>
            </a:lvl6pPr>
            <a:lvl7pPr marL="3200400" indent="-273050" algn="l">
              <a:lnSpc>
                <a:spcPct val="100000"/>
              </a:lnSpc>
              <a:spcBef>
                <a:spcPts val="0"/>
              </a:spcBef>
              <a:spcAft>
                <a:spcPts val="0"/>
              </a:spcAft>
              <a:buClr>
                <a:srgbClr val="000000"/>
              </a:buClr>
              <a:buSzPts val="700"/>
              <a:buChar char="●"/>
              <a:defRPr sz="2100"/>
            </a:lvl7pPr>
            <a:lvl8pPr marL="3657600" indent="-273050" algn="l">
              <a:lnSpc>
                <a:spcPct val="100000"/>
              </a:lnSpc>
              <a:spcBef>
                <a:spcPts val="0"/>
              </a:spcBef>
              <a:spcAft>
                <a:spcPts val="0"/>
              </a:spcAft>
              <a:buClr>
                <a:srgbClr val="000000"/>
              </a:buClr>
              <a:buSzPts val="700"/>
              <a:buChar char="○"/>
              <a:defRPr sz="2100"/>
            </a:lvl8pPr>
            <a:lvl9pPr marL="4114800" indent="-273050" algn="l">
              <a:lnSpc>
                <a:spcPct val="100000"/>
              </a:lnSpc>
              <a:spcBef>
                <a:spcPts val="0"/>
              </a:spcBef>
              <a:spcAft>
                <a:spcPts val="0"/>
              </a:spcAft>
              <a:buClr>
                <a:srgbClr val="000000"/>
              </a:buClr>
              <a:buSzPts val="700"/>
              <a:buChar char="■"/>
              <a:defRPr sz="2100"/>
            </a:lvl9pPr>
          </a:lstStyle>
          <a:p xmlns:a="http://schemas.openxmlformats.org/drawingml/2006/main"/>
        </p:txBody>
      </p:sp>
      <p:sp>
        <p:nvSpPr>
          <p:cNvPr id="434" name="Google Shape;434;p60">
            <a:extLst xmlns:a="http://schemas.openxmlformats.org/drawingml/2006/main">
              <a:ext uri="{FF2B5EF4-FFF2-40B4-BE49-F238E27FC236}">
                <a16:creationId xmlns:a16="http://schemas.microsoft.com/office/drawing/2014/main" id="{B7A201E2-4637-43AF-9C1E-2681A96ADBC4}"/>
              </a:ext>
            </a:extLst>
          </p:cNvPr>
          <p:cNvSpPr>
            <a:spLocks xmlns:a="http://schemas.openxmlformats.org/drawingml/2006/main" noGrp="1"/>
          </p:cNvSpPr>
          <p:nvPr/>
        </p:nvSpPr>
        <p:spPr>
          <a:xfrm xmlns:a="http://schemas.openxmlformats.org/drawingml/2006/main">
            <a:off x="6119825" y="1278374"/>
            <a:ext cx="2823000" cy="1652700"/>
          </a:xfrm>
          <a:prstGeom xmlns:a="http://schemas.openxmlformats.org/drawingml/2006/main" prst="roundRect">
            <a:avLst>
              <a:gd name="adj" fmla="val 5442"/>
            </a:avLst>
          </a:prstGeom>
          <a:solidFill xmlns:a="http://schemas.openxmlformats.org/drawingml/2006/main">
            <a:srgbClr val="F4F2E6"/>
          </a:solidFill>
          <a:ln xmlns:a="http://schemas.openxmlformats.org/drawingml/2006/main">
            <a:noFill/>
          </a:ln>
        </p:spPr>
        <p:txBody>
          <a:bodyPr xmlns:a="http://schemas.openxmlformats.org/drawingml/2006/main" spcFirstLastPara="1" wrap="square" lIns="19050" tIns="19050" rIns="19050" bIns="1905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FFFFFF"/>
              </a:buClr>
              <a:buSzPts val="1800"/>
              <a:buFont typeface="Helvetica Neue"/>
              <a:buNone/>
            </a:pPr>
            <a:r>
              <a:t/>
            </a:r>
            <a:endParaRPr sz="1800" b="0" i="0" u="none" cap="none">
              <a:solidFill>
                <a:srgbClr val="000000"/>
              </a:solidFill>
              <a:latin typeface="Helvetica Neue"/>
              <a:ea typeface="Helvetica Neue"/>
              <a:cs typeface="Helvetica Neue"/>
            </a:endParaRPr>
          </a:p>
        </p:txBody>
      </p:sp>
      <p:sp>
        <p:nvSpPr>
          <p:cNvPr id="435" name="Google Shape;435;p60">
            <a:extLst xmlns:a="http://schemas.openxmlformats.org/drawingml/2006/main">
              <a:ext uri="{FF2B5EF4-FFF2-40B4-BE49-F238E27FC236}">
                <a16:creationId xmlns:a16="http://schemas.microsoft.com/office/drawing/2014/main" id="{6BA310E7-6166-4BF3-AF22-E485BF653E08}"/>
              </a:ext>
            </a:extLst>
          </p:cNvPr>
          <p:cNvSpPr>
            <a:spLocks xmlns:a="http://schemas.openxmlformats.org/drawingml/2006/main" noGrp="1"/>
          </p:cNvSpPr>
          <p:nvPr>
            <p:ph type="body" idx="3"/>
          </p:nvPr>
        </p:nvSpPr>
        <p:spPr>
          <a:xfrm xmlns:a="http://schemas.openxmlformats.org/drawingml/2006/main">
            <a:off x="6248144" y="2797301"/>
            <a:ext cx="2566200" cy="329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b">
            <a:spAutoFit/>
          </a:bodyPr>
          <a:lstStyle xmlns:a="http://schemas.openxmlformats.org/drawingml/2006/main">
            <a:lvl1pPr marL="457200" indent="-374650" algn="l">
              <a:lnSpc>
                <a:spcPct val="100000"/>
              </a:lnSpc>
              <a:spcBef>
                <a:spcPts val="0"/>
              </a:spcBef>
              <a:spcAft>
                <a:spcPts val="0"/>
              </a:spcAft>
              <a:buClr>
                <a:schemeClr val="dk1"/>
              </a:buClr>
              <a:buSzPts val="2300"/>
              <a:buFont typeface="Helvetica Neue"/>
              <a:buChar char="●"/>
              <a:defRPr sz="2300">
                <a:solidFill>
                  <a:schemeClr val="dk1"/>
                </a:solidFill>
              </a:defRPr>
            </a:lvl1pPr>
            <a:lvl2pPr marL="914400" indent="-273050" algn="l">
              <a:lnSpc>
                <a:spcPct val="100000"/>
              </a:lnSpc>
              <a:spcBef>
                <a:spcPts val="0"/>
              </a:spcBef>
              <a:spcAft>
                <a:spcPts val="0"/>
              </a:spcAft>
              <a:buClr>
                <a:srgbClr val="000000"/>
              </a:buClr>
              <a:buSzPts val="700"/>
              <a:buChar char="○"/>
              <a:defRPr sz="2100"/>
            </a:lvl2pPr>
            <a:lvl3pPr marL="1371600" indent="-273050" algn="l">
              <a:lnSpc>
                <a:spcPct val="100000"/>
              </a:lnSpc>
              <a:spcBef>
                <a:spcPts val="0"/>
              </a:spcBef>
              <a:spcAft>
                <a:spcPts val="0"/>
              </a:spcAft>
              <a:buClr>
                <a:srgbClr val="000000"/>
              </a:buClr>
              <a:buSzPts val="700"/>
              <a:buChar char="■"/>
              <a:defRPr sz="2100"/>
            </a:lvl3pPr>
            <a:lvl4pPr marL="1828800" indent="-273050" algn="l">
              <a:lnSpc>
                <a:spcPct val="100000"/>
              </a:lnSpc>
              <a:spcBef>
                <a:spcPts val="0"/>
              </a:spcBef>
              <a:spcAft>
                <a:spcPts val="0"/>
              </a:spcAft>
              <a:buClr>
                <a:srgbClr val="000000"/>
              </a:buClr>
              <a:buSzPts val="700"/>
              <a:buChar char="●"/>
              <a:defRPr sz="2100"/>
            </a:lvl4pPr>
            <a:lvl5pPr marL="2286000" indent="-273050" algn="l">
              <a:lnSpc>
                <a:spcPct val="100000"/>
              </a:lnSpc>
              <a:spcBef>
                <a:spcPts val="0"/>
              </a:spcBef>
              <a:spcAft>
                <a:spcPts val="0"/>
              </a:spcAft>
              <a:buClr>
                <a:srgbClr val="000000"/>
              </a:buClr>
              <a:buSzPts val="700"/>
              <a:buChar char="○"/>
              <a:defRPr sz="2100"/>
            </a:lvl5pPr>
            <a:lvl6pPr marL="2743200" indent="-273050" algn="l">
              <a:lnSpc>
                <a:spcPct val="100000"/>
              </a:lnSpc>
              <a:spcBef>
                <a:spcPts val="0"/>
              </a:spcBef>
              <a:spcAft>
                <a:spcPts val="0"/>
              </a:spcAft>
              <a:buClr>
                <a:srgbClr val="000000"/>
              </a:buClr>
              <a:buSzPts val="700"/>
              <a:buChar char="■"/>
              <a:defRPr sz="2100"/>
            </a:lvl6pPr>
            <a:lvl7pPr marL="3200400" indent="-273050" algn="l">
              <a:lnSpc>
                <a:spcPct val="100000"/>
              </a:lnSpc>
              <a:spcBef>
                <a:spcPts val="0"/>
              </a:spcBef>
              <a:spcAft>
                <a:spcPts val="0"/>
              </a:spcAft>
              <a:buClr>
                <a:srgbClr val="000000"/>
              </a:buClr>
              <a:buSzPts val="700"/>
              <a:buChar char="●"/>
              <a:defRPr sz="2100"/>
            </a:lvl7pPr>
            <a:lvl8pPr marL="3657600" indent="-273050" algn="l">
              <a:lnSpc>
                <a:spcPct val="100000"/>
              </a:lnSpc>
              <a:spcBef>
                <a:spcPts val="0"/>
              </a:spcBef>
              <a:spcAft>
                <a:spcPts val="0"/>
              </a:spcAft>
              <a:buClr>
                <a:srgbClr val="000000"/>
              </a:buClr>
              <a:buSzPts val="700"/>
              <a:buChar char="○"/>
              <a:defRPr sz="2100"/>
            </a:lvl8pPr>
            <a:lvl9pPr marL="4114800" indent="-273050" algn="l">
              <a:lnSpc>
                <a:spcPct val="100000"/>
              </a:lnSpc>
              <a:spcBef>
                <a:spcPts val="0"/>
              </a:spcBef>
              <a:spcAft>
                <a:spcPts val="0"/>
              </a:spcAft>
              <a:buClr>
                <a:srgbClr val="000000"/>
              </a:buClr>
              <a:buSzPts val="700"/>
              <a:buChar char="■"/>
              <a:defRPr sz="2100"/>
            </a:lvl9pPr>
          </a:lstStyle>
          <a:p xmlns:a="http://schemas.openxmlformats.org/drawingml/2006/main"/>
        </p:txBody>
      </p:sp>
      <p:sp>
        <p:nvSpPr>
          <p:cNvPr id="436" name="Google Shape;436;p60">
            <a:extLst xmlns:a="http://schemas.openxmlformats.org/drawingml/2006/main">
              <a:ext uri="{FF2B5EF4-FFF2-40B4-BE49-F238E27FC236}">
                <a16:creationId xmlns:a16="http://schemas.microsoft.com/office/drawing/2014/main" id="{31A6DD76-9492-47A0-981E-1468DC794338}"/>
              </a:ext>
            </a:extLst>
          </p:cNvPr>
          <p:cNvSpPr>
            <a:spLocks xmlns:a="http://schemas.openxmlformats.org/drawingml/2006/main" noGrp="1"/>
          </p:cNvSpPr>
          <p:nvPr>
            <p:ph type="body" idx="4"/>
          </p:nvPr>
        </p:nvSpPr>
        <p:spPr>
          <a:xfrm xmlns:a="http://schemas.openxmlformats.org/drawingml/2006/main">
            <a:off x="6248671" y="1449468"/>
            <a:ext cx="2565900" cy="12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lvl1pPr marL="457200" indent="-279400" algn="l">
              <a:lnSpc>
                <a:spcPct val="120000"/>
              </a:lnSpc>
              <a:spcBef>
                <a:spcPts val="0"/>
              </a:spcBef>
              <a:spcAft>
                <a:spcPts val="0"/>
              </a:spcAft>
              <a:buClr>
                <a:srgbClr val="7F7F7F"/>
              </a:buClr>
              <a:buSzPts val="800"/>
              <a:buFont typeface="Helvetica Neue"/>
              <a:buChar char="●"/>
              <a:defRPr sz="800">
                <a:solidFill>
                  <a:srgbClr val="7F7F7F"/>
                </a:solidFill>
              </a:defRPr>
            </a:lvl1pPr>
            <a:lvl2pPr marL="914400" indent="-273050" algn="l">
              <a:lnSpc>
                <a:spcPct val="100000"/>
              </a:lnSpc>
              <a:spcBef>
                <a:spcPts val="0"/>
              </a:spcBef>
              <a:spcAft>
                <a:spcPts val="0"/>
              </a:spcAft>
              <a:buClr>
                <a:srgbClr val="000000"/>
              </a:buClr>
              <a:buSzPts val="700"/>
              <a:buChar char="○"/>
              <a:defRPr sz="2100"/>
            </a:lvl2pPr>
            <a:lvl3pPr marL="1371600" indent="-273050" algn="l">
              <a:lnSpc>
                <a:spcPct val="100000"/>
              </a:lnSpc>
              <a:spcBef>
                <a:spcPts val="0"/>
              </a:spcBef>
              <a:spcAft>
                <a:spcPts val="0"/>
              </a:spcAft>
              <a:buClr>
                <a:srgbClr val="000000"/>
              </a:buClr>
              <a:buSzPts val="700"/>
              <a:buChar char="■"/>
              <a:defRPr sz="2100"/>
            </a:lvl3pPr>
            <a:lvl4pPr marL="1828800" indent="-273050" algn="l">
              <a:lnSpc>
                <a:spcPct val="100000"/>
              </a:lnSpc>
              <a:spcBef>
                <a:spcPts val="0"/>
              </a:spcBef>
              <a:spcAft>
                <a:spcPts val="0"/>
              </a:spcAft>
              <a:buClr>
                <a:srgbClr val="000000"/>
              </a:buClr>
              <a:buSzPts val="700"/>
              <a:buChar char="●"/>
              <a:defRPr sz="2100"/>
            </a:lvl4pPr>
            <a:lvl5pPr marL="2286000" indent="-273050" algn="l">
              <a:lnSpc>
                <a:spcPct val="100000"/>
              </a:lnSpc>
              <a:spcBef>
                <a:spcPts val="0"/>
              </a:spcBef>
              <a:spcAft>
                <a:spcPts val="0"/>
              </a:spcAft>
              <a:buClr>
                <a:srgbClr val="000000"/>
              </a:buClr>
              <a:buSzPts val="700"/>
              <a:buChar char="○"/>
              <a:defRPr sz="2100"/>
            </a:lvl5pPr>
            <a:lvl6pPr marL="2743200" indent="-273050" algn="l">
              <a:lnSpc>
                <a:spcPct val="100000"/>
              </a:lnSpc>
              <a:spcBef>
                <a:spcPts val="0"/>
              </a:spcBef>
              <a:spcAft>
                <a:spcPts val="0"/>
              </a:spcAft>
              <a:buClr>
                <a:srgbClr val="000000"/>
              </a:buClr>
              <a:buSzPts val="700"/>
              <a:buChar char="■"/>
              <a:defRPr sz="2100"/>
            </a:lvl6pPr>
            <a:lvl7pPr marL="3200400" indent="-273050" algn="l">
              <a:lnSpc>
                <a:spcPct val="100000"/>
              </a:lnSpc>
              <a:spcBef>
                <a:spcPts val="0"/>
              </a:spcBef>
              <a:spcAft>
                <a:spcPts val="0"/>
              </a:spcAft>
              <a:buClr>
                <a:srgbClr val="000000"/>
              </a:buClr>
              <a:buSzPts val="700"/>
              <a:buChar char="●"/>
              <a:defRPr sz="2100"/>
            </a:lvl7pPr>
            <a:lvl8pPr marL="3657600" indent="-273050" algn="l">
              <a:lnSpc>
                <a:spcPct val="100000"/>
              </a:lnSpc>
              <a:spcBef>
                <a:spcPts val="0"/>
              </a:spcBef>
              <a:spcAft>
                <a:spcPts val="0"/>
              </a:spcAft>
              <a:buClr>
                <a:srgbClr val="000000"/>
              </a:buClr>
              <a:buSzPts val="700"/>
              <a:buChar char="○"/>
              <a:defRPr sz="2100"/>
            </a:lvl8pPr>
            <a:lvl9pPr marL="4114800" indent="-273050" algn="l">
              <a:lnSpc>
                <a:spcPct val="100000"/>
              </a:lnSpc>
              <a:spcBef>
                <a:spcPts val="0"/>
              </a:spcBef>
              <a:spcAft>
                <a:spcPts val="0"/>
              </a:spcAft>
              <a:buClr>
                <a:srgbClr val="000000"/>
              </a:buClr>
              <a:buSzPts val="700"/>
              <a:buChar char="■"/>
              <a:defRPr sz="2100"/>
            </a:lvl9pPr>
          </a:lstStyle>
          <a:p xmlns:a="http://schemas.openxmlformats.org/drawingml/2006/main"/>
        </p:txBody>
      </p:sp>
      <p:sp>
        <p:nvSpPr>
          <p:cNvPr id="437" name="Google Shape;437;p60">
            <a:extLst xmlns:a="http://schemas.openxmlformats.org/drawingml/2006/main">
              <a:ext uri="{FF2B5EF4-FFF2-40B4-BE49-F238E27FC236}">
                <a16:creationId xmlns:a16="http://schemas.microsoft.com/office/drawing/2014/main" id="{EC96B2B9-028E-4695-9EF4-2245C9B76D58}"/>
              </a:ext>
            </a:extLst>
          </p:cNvPr>
          <p:cNvSpPr>
            <a:spLocks xmlns:a="http://schemas.openxmlformats.org/drawingml/2006/main" noGrp="1"/>
          </p:cNvSpPr>
          <p:nvPr>
            <p:ph type="pic" idx="5"/>
          </p:nvPr>
        </p:nvSpPr>
        <p:spPr>
          <a:xfrm xmlns:a="http://schemas.openxmlformats.org/drawingml/2006/main">
            <a:off x="6119625" y="3060675"/>
            <a:ext cx="2823000" cy="1667700"/>
          </a:xfrm>
          <a:prstGeom xmlns:a="http://schemas.openxmlformats.org/drawingml/2006/main" prst="roundRect">
            <a:avLst>
              <a:gd name="adj" fmla="val 5428"/>
            </a:avLst>
          </a:prstGeom>
          <a:noFill xmlns:a="http://schemas.openxmlformats.org/drawingml/2006/main"/>
          <a:ln xmlns:a="http://schemas.openxmlformats.org/drawingml/2006/main">
            <a:noFill/>
          </a:ln>
        </p:spPr>
      </p:sp>
      <p:sp>
        <p:nvSpPr>
          <p:cNvPr id="438" name="Google Shape;438;p60">
            <a:extLst xmlns:a="http://schemas.openxmlformats.org/drawingml/2006/main">
              <a:ext uri="{FF2B5EF4-FFF2-40B4-BE49-F238E27FC236}">
                <a16:creationId xmlns:a16="http://schemas.microsoft.com/office/drawing/2014/main" id="{ECA4189F-0090-4E90-935B-DAFA5841ACCD}"/>
              </a:ext>
            </a:extLst>
          </p:cNvPr>
          <p:cNvSpPr>
            <a:spLocks xmlns:a="http://schemas.openxmlformats.org/drawingml/2006/main" noGrp="1"/>
          </p:cNvSpPr>
          <p:nvPr>
            <p:ph type="body" idx="6"/>
          </p:nvPr>
        </p:nvSpPr>
        <p:spPr>
          <a:xfrm xmlns:a="http://schemas.openxmlformats.org/drawingml/2006/main">
            <a:off x="329484" y="1967938"/>
            <a:ext cx="2566200" cy="197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lvl1pPr marL="457200" indent="-317500" algn="l">
              <a:lnSpc>
                <a:spcPct val="100000"/>
              </a:lnSpc>
              <a:spcBef>
                <a:spcPts val="0"/>
              </a:spcBef>
              <a:spcAft>
                <a:spcPts val="0"/>
              </a:spcAft>
              <a:buClr>
                <a:schemeClr val="dk1"/>
              </a:buClr>
              <a:buSzPts val="1400"/>
              <a:buFont typeface="Helvetica Neue"/>
              <a:buChar char="●"/>
              <a:defRPr sz="1400">
                <a:solidFill>
                  <a:schemeClr val="dk1"/>
                </a:solidFill>
              </a:defRPr>
            </a:lvl1pPr>
            <a:lvl2pPr marL="914400" indent="-273050" algn="l">
              <a:lnSpc>
                <a:spcPct val="100000"/>
              </a:lnSpc>
              <a:spcBef>
                <a:spcPts val="0"/>
              </a:spcBef>
              <a:spcAft>
                <a:spcPts val="0"/>
              </a:spcAft>
              <a:buClr>
                <a:srgbClr val="000000"/>
              </a:buClr>
              <a:buSzPts val="700"/>
              <a:buChar char="○"/>
              <a:defRPr sz="2100"/>
            </a:lvl2pPr>
            <a:lvl3pPr marL="1371600" indent="-273050" algn="l">
              <a:lnSpc>
                <a:spcPct val="100000"/>
              </a:lnSpc>
              <a:spcBef>
                <a:spcPts val="0"/>
              </a:spcBef>
              <a:spcAft>
                <a:spcPts val="0"/>
              </a:spcAft>
              <a:buClr>
                <a:srgbClr val="000000"/>
              </a:buClr>
              <a:buSzPts val="700"/>
              <a:buChar char="■"/>
              <a:defRPr sz="2100"/>
            </a:lvl3pPr>
            <a:lvl4pPr marL="1828800" indent="-273050" algn="l">
              <a:lnSpc>
                <a:spcPct val="100000"/>
              </a:lnSpc>
              <a:spcBef>
                <a:spcPts val="0"/>
              </a:spcBef>
              <a:spcAft>
                <a:spcPts val="0"/>
              </a:spcAft>
              <a:buClr>
                <a:srgbClr val="000000"/>
              </a:buClr>
              <a:buSzPts val="700"/>
              <a:buChar char="●"/>
              <a:defRPr sz="2100"/>
            </a:lvl4pPr>
            <a:lvl5pPr marL="2286000" indent="-273050" algn="l">
              <a:lnSpc>
                <a:spcPct val="100000"/>
              </a:lnSpc>
              <a:spcBef>
                <a:spcPts val="0"/>
              </a:spcBef>
              <a:spcAft>
                <a:spcPts val="0"/>
              </a:spcAft>
              <a:buClr>
                <a:srgbClr val="000000"/>
              </a:buClr>
              <a:buSzPts val="700"/>
              <a:buChar char="○"/>
              <a:defRPr sz="2100"/>
            </a:lvl5pPr>
            <a:lvl6pPr marL="2743200" indent="-273050" algn="l">
              <a:lnSpc>
                <a:spcPct val="100000"/>
              </a:lnSpc>
              <a:spcBef>
                <a:spcPts val="0"/>
              </a:spcBef>
              <a:spcAft>
                <a:spcPts val="0"/>
              </a:spcAft>
              <a:buClr>
                <a:srgbClr val="000000"/>
              </a:buClr>
              <a:buSzPts val="700"/>
              <a:buChar char="■"/>
              <a:defRPr sz="2100"/>
            </a:lvl6pPr>
            <a:lvl7pPr marL="3200400" indent="-273050" algn="l">
              <a:lnSpc>
                <a:spcPct val="100000"/>
              </a:lnSpc>
              <a:spcBef>
                <a:spcPts val="0"/>
              </a:spcBef>
              <a:spcAft>
                <a:spcPts val="0"/>
              </a:spcAft>
              <a:buClr>
                <a:srgbClr val="000000"/>
              </a:buClr>
              <a:buSzPts val="700"/>
              <a:buChar char="●"/>
              <a:defRPr sz="2100"/>
            </a:lvl7pPr>
            <a:lvl8pPr marL="3657600" indent="-273050" algn="l">
              <a:lnSpc>
                <a:spcPct val="100000"/>
              </a:lnSpc>
              <a:spcBef>
                <a:spcPts val="0"/>
              </a:spcBef>
              <a:spcAft>
                <a:spcPts val="0"/>
              </a:spcAft>
              <a:buClr>
                <a:srgbClr val="000000"/>
              </a:buClr>
              <a:buSzPts val="700"/>
              <a:buChar char="○"/>
              <a:defRPr sz="2100"/>
            </a:lvl8pPr>
            <a:lvl9pPr marL="4114800" indent="-273050" algn="l">
              <a:lnSpc>
                <a:spcPct val="100000"/>
              </a:lnSpc>
              <a:spcBef>
                <a:spcPts val="0"/>
              </a:spcBef>
              <a:spcAft>
                <a:spcPts val="0"/>
              </a:spcAft>
              <a:buClr>
                <a:srgbClr val="000000"/>
              </a:buClr>
              <a:buSzPts val="700"/>
              <a:buChar char="■"/>
              <a:defRPr sz="2100"/>
            </a:lvl9pPr>
          </a:lstStyle>
          <a:p xmlns:a="http://schemas.openxmlformats.org/drawingml/2006/main"/>
        </p:txBody>
      </p:sp>
      <p:sp>
        <p:nvSpPr>
          <p:cNvPr id="439" name="Google Shape;439;p60">
            <a:extLst xmlns:a="http://schemas.openxmlformats.org/drawingml/2006/main">
              <a:ext uri="{FF2B5EF4-FFF2-40B4-BE49-F238E27FC236}">
                <a16:creationId xmlns:a16="http://schemas.microsoft.com/office/drawing/2014/main" id="{4A467F44-31B3-48E1-AB88-877028933C4C}"/>
              </a:ext>
            </a:extLst>
          </p:cNvPr>
          <p:cNvSpPr>
            <a:spLocks xmlns:a="http://schemas.openxmlformats.org/drawingml/2006/main" noGrp="1"/>
          </p:cNvSpPr>
          <p:nvPr>
            <p:ph type="body" idx="7"/>
          </p:nvPr>
        </p:nvSpPr>
        <p:spPr>
          <a:xfrm xmlns:a="http://schemas.openxmlformats.org/drawingml/2006/main">
            <a:off x="329693" y="3590445"/>
            <a:ext cx="2566200" cy="329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lvl1pPr marL="457200" indent="-374650" algn="l">
              <a:lnSpc>
                <a:spcPct val="100000"/>
              </a:lnSpc>
              <a:spcBef>
                <a:spcPts val="0"/>
              </a:spcBef>
              <a:spcAft>
                <a:spcPts val="0"/>
              </a:spcAft>
              <a:buClr>
                <a:schemeClr val="dk1"/>
              </a:buClr>
              <a:buSzPts val="2300"/>
              <a:buFont typeface="Helvetica Neue"/>
              <a:buChar char="●"/>
              <a:defRPr sz="2300">
                <a:solidFill>
                  <a:schemeClr val="dk1"/>
                </a:solidFill>
              </a:defRPr>
            </a:lvl1pPr>
            <a:lvl2pPr marL="914400" indent="-273050" algn="l">
              <a:lnSpc>
                <a:spcPct val="100000"/>
              </a:lnSpc>
              <a:spcBef>
                <a:spcPts val="0"/>
              </a:spcBef>
              <a:spcAft>
                <a:spcPts val="0"/>
              </a:spcAft>
              <a:buClr>
                <a:srgbClr val="000000"/>
              </a:buClr>
              <a:buSzPts val="700"/>
              <a:buChar char="○"/>
              <a:defRPr sz="2100"/>
            </a:lvl2pPr>
            <a:lvl3pPr marL="1371600" indent="-273050" algn="l">
              <a:lnSpc>
                <a:spcPct val="100000"/>
              </a:lnSpc>
              <a:spcBef>
                <a:spcPts val="0"/>
              </a:spcBef>
              <a:spcAft>
                <a:spcPts val="0"/>
              </a:spcAft>
              <a:buClr>
                <a:srgbClr val="000000"/>
              </a:buClr>
              <a:buSzPts val="700"/>
              <a:buChar char="■"/>
              <a:defRPr sz="2100"/>
            </a:lvl3pPr>
            <a:lvl4pPr marL="1828800" indent="-273050" algn="l">
              <a:lnSpc>
                <a:spcPct val="100000"/>
              </a:lnSpc>
              <a:spcBef>
                <a:spcPts val="0"/>
              </a:spcBef>
              <a:spcAft>
                <a:spcPts val="0"/>
              </a:spcAft>
              <a:buClr>
                <a:srgbClr val="000000"/>
              </a:buClr>
              <a:buSzPts val="700"/>
              <a:buChar char="●"/>
              <a:defRPr sz="2100"/>
            </a:lvl4pPr>
            <a:lvl5pPr marL="2286000" indent="-273050" algn="l">
              <a:lnSpc>
                <a:spcPct val="100000"/>
              </a:lnSpc>
              <a:spcBef>
                <a:spcPts val="0"/>
              </a:spcBef>
              <a:spcAft>
                <a:spcPts val="0"/>
              </a:spcAft>
              <a:buClr>
                <a:srgbClr val="000000"/>
              </a:buClr>
              <a:buSzPts val="700"/>
              <a:buChar char="○"/>
              <a:defRPr sz="2100"/>
            </a:lvl5pPr>
            <a:lvl6pPr marL="2743200" indent="-273050" algn="l">
              <a:lnSpc>
                <a:spcPct val="100000"/>
              </a:lnSpc>
              <a:spcBef>
                <a:spcPts val="0"/>
              </a:spcBef>
              <a:spcAft>
                <a:spcPts val="0"/>
              </a:spcAft>
              <a:buClr>
                <a:srgbClr val="000000"/>
              </a:buClr>
              <a:buSzPts val="700"/>
              <a:buChar char="■"/>
              <a:defRPr sz="2100"/>
            </a:lvl6pPr>
            <a:lvl7pPr marL="3200400" indent="-273050" algn="l">
              <a:lnSpc>
                <a:spcPct val="100000"/>
              </a:lnSpc>
              <a:spcBef>
                <a:spcPts val="0"/>
              </a:spcBef>
              <a:spcAft>
                <a:spcPts val="0"/>
              </a:spcAft>
              <a:buClr>
                <a:srgbClr val="000000"/>
              </a:buClr>
              <a:buSzPts val="700"/>
              <a:buChar char="●"/>
              <a:defRPr sz="2100"/>
            </a:lvl7pPr>
            <a:lvl8pPr marL="3657600" indent="-273050" algn="l">
              <a:lnSpc>
                <a:spcPct val="100000"/>
              </a:lnSpc>
              <a:spcBef>
                <a:spcPts val="0"/>
              </a:spcBef>
              <a:spcAft>
                <a:spcPts val="0"/>
              </a:spcAft>
              <a:buClr>
                <a:srgbClr val="000000"/>
              </a:buClr>
              <a:buSzPts val="700"/>
              <a:buChar char="○"/>
              <a:defRPr sz="2100"/>
            </a:lvl8pPr>
            <a:lvl9pPr marL="4114800" indent="-273050" algn="l">
              <a:lnSpc>
                <a:spcPct val="100000"/>
              </a:lnSpc>
              <a:spcBef>
                <a:spcPts val="0"/>
              </a:spcBef>
              <a:spcAft>
                <a:spcPts val="0"/>
              </a:spcAft>
              <a:buClr>
                <a:srgbClr val="000000"/>
              </a:buClr>
              <a:buSzPts val="700"/>
              <a:buChar char="■"/>
              <a:defRPr sz="2100"/>
            </a:lvl9pPr>
          </a:lstStyle>
          <a:p xmlns:a="http://schemas.openxmlformats.org/drawingml/2006/main"/>
        </p:txBody>
      </p:sp>
      <p:sp>
        <p:nvSpPr>
          <p:cNvPr id="440" name="Google Shape;440;p60">
            <a:extLst xmlns:a="http://schemas.openxmlformats.org/drawingml/2006/main">
              <a:ext uri="{FF2B5EF4-FFF2-40B4-BE49-F238E27FC236}">
                <a16:creationId xmlns:a16="http://schemas.microsoft.com/office/drawing/2014/main" id="{B815879A-D873-4308-8119-7DEA019E720B}"/>
              </a:ext>
            </a:extLst>
          </p:cNvPr>
          <p:cNvSpPr>
            <a:spLocks xmlns:a="http://schemas.openxmlformats.org/drawingml/2006/main" noGrp="1"/>
          </p:cNvSpPr>
          <p:nvPr>
            <p:ph type="body" idx="8"/>
          </p:nvPr>
        </p:nvSpPr>
        <p:spPr>
          <a:xfrm xmlns:a="http://schemas.openxmlformats.org/drawingml/2006/main">
            <a:off x="330214" y="3377551"/>
            <a:ext cx="2565900" cy="119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lvl1pPr marL="457200" indent="-279400" algn="l">
              <a:lnSpc>
                <a:spcPct val="120000"/>
              </a:lnSpc>
              <a:spcBef>
                <a:spcPts val="0"/>
              </a:spcBef>
              <a:spcAft>
                <a:spcPts val="0"/>
              </a:spcAft>
              <a:buClr>
                <a:srgbClr val="7F7F7F"/>
              </a:buClr>
              <a:buSzPts val="800"/>
              <a:buFont typeface="Helvetica Neue"/>
              <a:buChar char="●"/>
              <a:defRPr sz="800">
                <a:solidFill>
                  <a:srgbClr val="7F7F7F"/>
                </a:solidFill>
              </a:defRPr>
            </a:lvl1pPr>
            <a:lvl2pPr marL="914400" indent="-273050" algn="l">
              <a:lnSpc>
                <a:spcPct val="100000"/>
              </a:lnSpc>
              <a:spcBef>
                <a:spcPts val="0"/>
              </a:spcBef>
              <a:spcAft>
                <a:spcPts val="0"/>
              </a:spcAft>
              <a:buClr>
                <a:srgbClr val="000000"/>
              </a:buClr>
              <a:buSzPts val="700"/>
              <a:buChar char="○"/>
              <a:defRPr sz="2100"/>
            </a:lvl2pPr>
            <a:lvl3pPr marL="1371600" indent="-273050" algn="l">
              <a:lnSpc>
                <a:spcPct val="100000"/>
              </a:lnSpc>
              <a:spcBef>
                <a:spcPts val="0"/>
              </a:spcBef>
              <a:spcAft>
                <a:spcPts val="0"/>
              </a:spcAft>
              <a:buClr>
                <a:srgbClr val="000000"/>
              </a:buClr>
              <a:buSzPts val="700"/>
              <a:buChar char="■"/>
              <a:defRPr sz="2100"/>
            </a:lvl3pPr>
            <a:lvl4pPr marL="1828800" indent="-273050" algn="l">
              <a:lnSpc>
                <a:spcPct val="100000"/>
              </a:lnSpc>
              <a:spcBef>
                <a:spcPts val="0"/>
              </a:spcBef>
              <a:spcAft>
                <a:spcPts val="0"/>
              </a:spcAft>
              <a:buClr>
                <a:srgbClr val="000000"/>
              </a:buClr>
              <a:buSzPts val="700"/>
              <a:buChar char="●"/>
              <a:defRPr sz="2100"/>
            </a:lvl4pPr>
            <a:lvl5pPr marL="2286000" indent="-273050" algn="l">
              <a:lnSpc>
                <a:spcPct val="100000"/>
              </a:lnSpc>
              <a:spcBef>
                <a:spcPts val="0"/>
              </a:spcBef>
              <a:spcAft>
                <a:spcPts val="0"/>
              </a:spcAft>
              <a:buClr>
                <a:srgbClr val="000000"/>
              </a:buClr>
              <a:buSzPts val="700"/>
              <a:buChar char="○"/>
              <a:defRPr sz="2100"/>
            </a:lvl5pPr>
            <a:lvl6pPr marL="2743200" indent="-273050" algn="l">
              <a:lnSpc>
                <a:spcPct val="100000"/>
              </a:lnSpc>
              <a:spcBef>
                <a:spcPts val="0"/>
              </a:spcBef>
              <a:spcAft>
                <a:spcPts val="0"/>
              </a:spcAft>
              <a:buClr>
                <a:srgbClr val="000000"/>
              </a:buClr>
              <a:buSzPts val="700"/>
              <a:buChar char="■"/>
              <a:defRPr sz="2100"/>
            </a:lvl6pPr>
            <a:lvl7pPr marL="3200400" indent="-273050" algn="l">
              <a:lnSpc>
                <a:spcPct val="100000"/>
              </a:lnSpc>
              <a:spcBef>
                <a:spcPts val="0"/>
              </a:spcBef>
              <a:spcAft>
                <a:spcPts val="0"/>
              </a:spcAft>
              <a:buClr>
                <a:srgbClr val="000000"/>
              </a:buClr>
              <a:buSzPts val="700"/>
              <a:buChar char="●"/>
              <a:defRPr sz="2100"/>
            </a:lvl7pPr>
            <a:lvl8pPr marL="3657600" indent="-273050" algn="l">
              <a:lnSpc>
                <a:spcPct val="100000"/>
              </a:lnSpc>
              <a:spcBef>
                <a:spcPts val="0"/>
              </a:spcBef>
              <a:spcAft>
                <a:spcPts val="0"/>
              </a:spcAft>
              <a:buClr>
                <a:srgbClr val="000000"/>
              </a:buClr>
              <a:buSzPts val="700"/>
              <a:buChar char="○"/>
              <a:defRPr sz="2100"/>
            </a:lvl8pPr>
            <a:lvl9pPr marL="4114800" indent="-273050" algn="l">
              <a:lnSpc>
                <a:spcPct val="100000"/>
              </a:lnSpc>
              <a:spcBef>
                <a:spcPts val="0"/>
              </a:spcBef>
              <a:spcAft>
                <a:spcPts val="0"/>
              </a:spcAft>
              <a:buClr>
                <a:srgbClr val="000000"/>
              </a:buClr>
              <a:buSzPts val="700"/>
              <a:buChar char="■"/>
              <a:defRPr sz="2100"/>
            </a:lvl9pPr>
          </a:lstStyle>
          <a:p xmlns:a="http://schemas.openxmlformats.org/drawingml/2006/main"/>
        </p:txBody>
      </p:sp>
      <p:sp>
        <p:nvSpPr>
          <p:cNvPr id="441" name="Google Shape;441;p60">
            <a:extLst xmlns:a="http://schemas.openxmlformats.org/drawingml/2006/main">
              <a:ext uri="{FF2B5EF4-FFF2-40B4-BE49-F238E27FC236}">
                <a16:creationId xmlns:a16="http://schemas.microsoft.com/office/drawing/2014/main" id="{7BC5BF4E-9BFD-4F8D-AC3C-B6E9F07F5E3F}"/>
              </a:ext>
            </a:extLst>
          </p:cNvPr>
          <p:cNvSpPr>
            <a:spLocks xmlns:a="http://schemas.openxmlformats.org/drawingml/2006/main" noGrp="1"/>
          </p:cNvSpPr>
          <p:nvPr>
            <p:ph type="body" idx="9"/>
          </p:nvPr>
        </p:nvSpPr>
        <p:spPr>
          <a:xfrm xmlns:a="http://schemas.openxmlformats.org/drawingml/2006/main">
            <a:off x="329487" y="4674108"/>
            <a:ext cx="2565900" cy="12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b">
            <a:spAutoFit/>
          </a:bodyPr>
          <a:lstStyle xmlns:a="http://schemas.openxmlformats.org/drawingml/2006/main">
            <a:lvl1pPr marL="457200" indent="-276225" algn="l">
              <a:lnSpc>
                <a:spcPct val="120000"/>
              </a:lnSpc>
              <a:spcBef>
                <a:spcPts val="0"/>
              </a:spcBef>
              <a:spcAft>
                <a:spcPts val="0"/>
              </a:spcAft>
              <a:buClr>
                <a:srgbClr val="7F7F7F"/>
              </a:buClr>
              <a:buSzPts val="750"/>
              <a:buFont typeface="Helvetica Neue"/>
              <a:buChar char="●"/>
              <a:defRPr sz="750">
                <a:solidFill>
                  <a:srgbClr val="7F7F7F"/>
                </a:solidFill>
              </a:defRPr>
            </a:lvl1pPr>
            <a:lvl2pPr marL="914400" indent="-273050" algn="l">
              <a:lnSpc>
                <a:spcPct val="100000"/>
              </a:lnSpc>
              <a:spcBef>
                <a:spcPts val="0"/>
              </a:spcBef>
              <a:spcAft>
                <a:spcPts val="0"/>
              </a:spcAft>
              <a:buClr>
                <a:srgbClr val="000000"/>
              </a:buClr>
              <a:buSzPts val="700"/>
              <a:buChar char="○"/>
              <a:defRPr sz="2100"/>
            </a:lvl2pPr>
            <a:lvl3pPr marL="1371600" indent="-273050" algn="l">
              <a:lnSpc>
                <a:spcPct val="100000"/>
              </a:lnSpc>
              <a:spcBef>
                <a:spcPts val="0"/>
              </a:spcBef>
              <a:spcAft>
                <a:spcPts val="0"/>
              </a:spcAft>
              <a:buClr>
                <a:srgbClr val="000000"/>
              </a:buClr>
              <a:buSzPts val="700"/>
              <a:buChar char="■"/>
              <a:defRPr sz="2100"/>
            </a:lvl3pPr>
            <a:lvl4pPr marL="1828800" indent="-273050" algn="l">
              <a:lnSpc>
                <a:spcPct val="100000"/>
              </a:lnSpc>
              <a:spcBef>
                <a:spcPts val="0"/>
              </a:spcBef>
              <a:spcAft>
                <a:spcPts val="0"/>
              </a:spcAft>
              <a:buClr>
                <a:srgbClr val="000000"/>
              </a:buClr>
              <a:buSzPts val="700"/>
              <a:buChar char="●"/>
              <a:defRPr sz="2100"/>
            </a:lvl4pPr>
            <a:lvl5pPr marL="2286000" indent="-273050" algn="l">
              <a:lnSpc>
                <a:spcPct val="100000"/>
              </a:lnSpc>
              <a:spcBef>
                <a:spcPts val="0"/>
              </a:spcBef>
              <a:spcAft>
                <a:spcPts val="0"/>
              </a:spcAft>
              <a:buClr>
                <a:srgbClr val="000000"/>
              </a:buClr>
              <a:buSzPts val="700"/>
              <a:buChar char="○"/>
              <a:defRPr sz="2100"/>
            </a:lvl5pPr>
            <a:lvl6pPr marL="2743200" indent="-273050" algn="l">
              <a:lnSpc>
                <a:spcPct val="100000"/>
              </a:lnSpc>
              <a:spcBef>
                <a:spcPts val="0"/>
              </a:spcBef>
              <a:spcAft>
                <a:spcPts val="0"/>
              </a:spcAft>
              <a:buClr>
                <a:srgbClr val="000000"/>
              </a:buClr>
              <a:buSzPts val="700"/>
              <a:buChar char="■"/>
              <a:defRPr sz="2100"/>
            </a:lvl6pPr>
            <a:lvl7pPr marL="3200400" indent="-273050" algn="l">
              <a:lnSpc>
                <a:spcPct val="100000"/>
              </a:lnSpc>
              <a:spcBef>
                <a:spcPts val="0"/>
              </a:spcBef>
              <a:spcAft>
                <a:spcPts val="0"/>
              </a:spcAft>
              <a:buClr>
                <a:srgbClr val="000000"/>
              </a:buClr>
              <a:buSzPts val="700"/>
              <a:buChar char="●"/>
              <a:defRPr sz="2100"/>
            </a:lvl7pPr>
            <a:lvl8pPr marL="3657600" indent="-273050" algn="l">
              <a:lnSpc>
                <a:spcPct val="100000"/>
              </a:lnSpc>
              <a:spcBef>
                <a:spcPts val="0"/>
              </a:spcBef>
              <a:spcAft>
                <a:spcPts val="0"/>
              </a:spcAft>
              <a:buClr>
                <a:srgbClr val="000000"/>
              </a:buClr>
              <a:buSzPts val="700"/>
              <a:buChar char="○"/>
              <a:defRPr sz="2100"/>
            </a:lvl8pPr>
            <a:lvl9pPr marL="4114800" indent="-273050" algn="l">
              <a:lnSpc>
                <a:spcPct val="100000"/>
              </a:lnSpc>
              <a:spcBef>
                <a:spcPts val="0"/>
              </a:spcBef>
              <a:spcAft>
                <a:spcPts val="0"/>
              </a:spcAft>
              <a:buClr>
                <a:srgbClr val="000000"/>
              </a:buClr>
              <a:buSzPts val="700"/>
              <a:buChar char="■"/>
              <a:defRPr sz="2100"/>
            </a:lvl9pPr>
          </a:lstStyle>
          <a:p xmlns:a="http://schemas.openxmlformats.org/drawingml/2006/main"/>
        </p:txBody>
      </p:sp>
      <p:sp>
        <p:nvSpPr>
          <p:cNvPr id="442" name="Google Shape;442;p60">
            <a:extLst xmlns:a="http://schemas.openxmlformats.org/drawingml/2006/main">
              <a:ext uri="{FF2B5EF4-FFF2-40B4-BE49-F238E27FC236}">
                <a16:creationId xmlns:a16="http://schemas.microsoft.com/office/drawing/2014/main" id="{B68FF018-1F14-4999-AA09-7F45E78FAEAA}"/>
              </a:ext>
            </a:extLst>
          </p:cNvPr>
          <p:cNvSpPr>
            <a:spLocks xmlns:a="http://schemas.openxmlformats.org/drawingml/2006/main" noGrp="1"/>
          </p:cNvSpPr>
          <p:nvPr>
            <p:ph type="pic" idx="13"/>
          </p:nvPr>
        </p:nvSpPr>
        <p:spPr>
          <a:xfrm xmlns:a="http://schemas.openxmlformats.org/drawingml/2006/main">
            <a:off x="3170100" y="1278375"/>
            <a:ext cx="2803800" cy="3450000"/>
          </a:xfrm>
          <a:prstGeom xmlns:a="http://schemas.openxmlformats.org/drawingml/2006/main" prst="roundRect">
            <a:avLst>
              <a:gd name="adj" fmla="val 1542"/>
            </a:avLst>
          </a:prstGeom>
          <a:noFill xmlns:a="http://schemas.openxmlformats.org/drawingml/2006/main"/>
          <a:ln xmlns:a="http://schemas.openxmlformats.org/drawingml/2006/main">
            <a:noFill/>
          </a:ln>
        </p:spPr>
      </p:sp>
      <p:sp>
        <p:nvSpPr>
          <p:cNvPr id="443" name="Google Shape;443;p60">
            <a:extLst xmlns:a="http://schemas.openxmlformats.org/drawingml/2006/main">
              <a:ext uri="{FF2B5EF4-FFF2-40B4-BE49-F238E27FC236}">
                <a16:creationId xmlns:a16="http://schemas.microsoft.com/office/drawing/2014/main" id="{1ADD9846-659C-465C-91CE-FE13F2D61B95}"/>
              </a:ext>
            </a:extLst>
          </p:cNvPr>
          <p:cNvSpPr>
            <a:spLocks xmlns:a="http://schemas.openxmlformats.org/drawingml/2006/main" noGrp="1"/>
          </p:cNvSpPr>
          <p:nvPr>
            <p:ph type="body" idx="14"/>
          </p:nvPr>
        </p:nvSpPr>
        <p:spPr>
          <a:xfrm xmlns:a="http://schemas.openxmlformats.org/drawingml/2006/main">
            <a:off x="201380" y="164050"/>
            <a:ext cx="5368200" cy="164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9050" tIns="19050" rIns="19050" bIns="19050" anchor="t">
            <a:spAutoFit/>
          </a:bodyPr>
          <a:lstStyle xmlns:a="http://schemas.openxmlformats.org/drawingml/2006/main">
            <a:lvl1pPr marL="457200" indent="-228600" algn="l">
              <a:lnSpc>
                <a:spcPct val="90000"/>
              </a:lnSpc>
              <a:spcBef>
                <a:spcPts val="400"/>
              </a:spcBef>
              <a:spcAft>
                <a:spcPts val="0"/>
              </a:spcAft>
              <a:buClr>
                <a:schemeClr val="dk2"/>
              </a:buClr>
              <a:buSzPts val="750"/>
              <a:buNone/>
              <a:defRPr sz="750" b="0" i="0" u="none" cap="none">
                <a:solidFill>
                  <a:schemeClr val="dk2"/>
                </a:solidFill>
              </a:defRPr>
            </a:lvl1pPr>
            <a:lvl2pPr marL="914400" indent="-276225" algn="l">
              <a:lnSpc>
                <a:spcPct val="90000"/>
              </a:lnSpc>
              <a:spcBef>
                <a:spcPts val="1200"/>
              </a:spcBef>
              <a:spcAft>
                <a:spcPts val="0"/>
              </a:spcAft>
              <a:buClr>
                <a:schemeClr val="lt1"/>
              </a:buClr>
              <a:buSzPts val="750"/>
              <a:buChar char="○"/>
              <a:defRPr sz="750"/>
            </a:lvl2pPr>
            <a:lvl3pPr marL="1371600" indent="-276225" algn="l">
              <a:lnSpc>
                <a:spcPct val="90000"/>
              </a:lnSpc>
              <a:spcBef>
                <a:spcPts val="1200"/>
              </a:spcBef>
              <a:spcAft>
                <a:spcPts val="0"/>
              </a:spcAft>
              <a:buClr>
                <a:schemeClr val="lt1"/>
              </a:buClr>
              <a:buSzPts val="750"/>
              <a:buChar char="■"/>
              <a:defRPr sz="750"/>
            </a:lvl3pPr>
            <a:lvl4pPr marL="1828800" indent="-276225" algn="l">
              <a:lnSpc>
                <a:spcPct val="90000"/>
              </a:lnSpc>
              <a:spcBef>
                <a:spcPts val="1200"/>
              </a:spcBef>
              <a:spcAft>
                <a:spcPts val="0"/>
              </a:spcAft>
              <a:buClr>
                <a:schemeClr val="lt1"/>
              </a:buClr>
              <a:buSzPts val="750"/>
              <a:buChar char="●"/>
              <a:defRPr sz="750"/>
            </a:lvl4pPr>
            <a:lvl5pPr marL="2286000" indent="-276225" algn="l">
              <a:lnSpc>
                <a:spcPct val="90000"/>
              </a:lnSpc>
              <a:spcBef>
                <a:spcPts val="1200"/>
              </a:spcBef>
              <a:spcAft>
                <a:spcPts val="0"/>
              </a:spcAft>
              <a:buClr>
                <a:schemeClr val="lt1"/>
              </a:buClr>
              <a:buSzPts val="750"/>
              <a:buChar char="○"/>
              <a:defRPr sz="750"/>
            </a:lvl5pPr>
            <a:lvl6pPr marL="2743200" indent="-276225" algn="l">
              <a:lnSpc>
                <a:spcPct val="90000"/>
              </a:lnSpc>
              <a:spcBef>
                <a:spcPts val="1200"/>
              </a:spcBef>
              <a:spcAft>
                <a:spcPts val="0"/>
              </a:spcAft>
              <a:buClr>
                <a:schemeClr val="dk1"/>
              </a:buClr>
              <a:buSzPts val="750"/>
              <a:buChar char="■"/>
              <a:defRPr sz="750"/>
            </a:lvl6pPr>
            <a:lvl7pPr marL="3200400" indent="-276225" algn="l">
              <a:lnSpc>
                <a:spcPct val="90000"/>
              </a:lnSpc>
              <a:spcBef>
                <a:spcPts val="1200"/>
              </a:spcBef>
              <a:spcAft>
                <a:spcPts val="0"/>
              </a:spcAft>
              <a:buClr>
                <a:schemeClr val="dk1"/>
              </a:buClr>
              <a:buSzPts val="750"/>
              <a:buChar char="●"/>
              <a:defRPr sz="750"/>
            </a:lvl7pPr>
            <a:lvl8pPr marL="3657600" indent="-276225" algn="l">
              <a:lnSpc>
                <a:spcPct val="90000"/>
              </a:lnSpc>
              <a:spcBef>
                <a:spcPts val="1200"/>
              </a:spcBef>
              <a:spcAft>
                <a:spcPts val="0"/>
              </a:spcAft>
              <a:buClr>
                <a:schemeClr val="dk1"/>
              </a:buClr>
              <a:buSzPts val="750"/>
              <a:buChar char="○"/>
              <a:defRPr sz="750"/>
            </a:lvl8pPr>
            <a:lvl9pPr marL="4114800" indent="-276225" algn="l">
              <a:lnSpc>
                <a:spcPct val="90000"/>
              </a:lnSpc>
              <a:spcBef>
                <a:spcPts val="1200"/>
              </a:spcBef>
              <a:spcAft>
                <a:spcPts val="1200"/>
              </a:spcAft>
              <a:buClr>
                <a:schemeClr val="dk1"/>
              </a:buClr>
              <a:buSzPts val="750"/>
              <a:buChar char="■"/>
              <a:defRPr sz="750"/>
            </a:lvl9pPr>
          </a:lstStyle>
          <a:p xmlns:a="http://schemas.openxmlformats.org/drawingml/2006/main"/>
        </p:txBody>
      </p:sp>
      <p:sp>
        <p:nvSpPr>
          <p:cNvPr id="444" name="Google Shape;444;p60">
            <a:extLst xmlns:a="http://schemas.openxmlformats.org/drawingml/2006/main">
              <a:ext uri="{FF2B5EF4-FFF2-40B4-BE49-F238E27FC236}">
                <a16:creationId xmlns:a16="http://schemas.microsoft.com/office/drawing/2014/main" id="{5AFAF3E0-8669-40A5-90B7-AFFD72ABC84C}"/>
              </a:ext>
            </a:extLst>
          </p:cNvPr>
          <p:cNvSpPr>
            <a:spLocks xmlns:a="http://schemas.openxmlformats.org/drawingml/2006/main" noGrp="1"/>
          </p:cNvSpPr>
          <p:nvPr>
            <p:ph type="title" idx="0"/>
          </p:nvPr>
        </p:nvSpPr>
        <p:spPr>
          <a:xfrm xmlns:a="http://schemas.openxmlformats.org/drawingml/2006/main">
            <a:off x="201375" y="295825"/>
            <a:ext cx="5772600" cy="346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300" tIns="17150" rIns="34300" bIns="17150" anchor="t">
            <a:noAutofit/>
          </a:bodyPr>
          <a:lstStyle xmlns:a="http://schemas.openxmlformats.org/drawingml/2006/main">
            <a:lvl1pPr algn="l">
              <a:lnSpc>
                <a:spcPct val="90000"/>
              </a:lnSpc>
              <a:spcBef>
                <a:spcPts val="0"/>
              </a:spcBef>
              <a:spcAft>
                <a:spcPts val="0"/>
              </a:spcAft>
              <a:buClr>
                <a:schemeClr val="dk1"/>
              </a:buClr>
              <a:buSzPts val="2250"/>
              <a:buFont typeface="Helvetica Neue"/>
              <a:buNone/>
              <a:defRPr sz="2250" b="0">
                <a:solidFill>
                  <a:schemeClr val="dk1"/>
                </a:solidFill>
              </a:defRPr>
            </a:lvl1pPr>
            <a:lvl2pPr>
              <a:spcBef>
                <a:spcPts val="0"/>
              </a:spcBef>
              <a:spcAft>
                <a:spcPts val="0"/>
              </a:spcAft>
              <a:buSzPts val="500"/>
              <a:buNone/>
              <a:defRPr sz="700"/>
            </a:lvl2pPr>
            <a:lvl3pPr>
              <a:spcBef>
                <a:spcPts val="0"/>
              </a:spcBef>
              <a:spcAft>
                <a:spcPts val="0"/>
              </a:spcAft>
              <a:buSzPts val="500"/>
              <a:buNone/>
              <a:defRPr sz="700"/>
            </a:lvl3pPr>
            <a:lvl4pPr>
              <a:spcBef>
                <a:spcPts val="0"/>
              </a:spcBef>
              <a:spcAft>
                <a:spcPts val="0"/>
              </a:spcAft>
              <a:buSzPts val="500"/>
              <a:buNone/>
              <a:defRPr sz="700"/>
            </a:lvl4pPr>
            <a:lvl5pPr>
              <a:spcBef>
                <a:spcPts val="0"/>
              </a:spcBef>
              <a:spcAft>
                <a:spcPts val="0"/>
              </a:spcAft>
              <a:buSzPts val="500"/>
              <a:buNone/>
              <a:defRPr sz="700"/>
            </a:lvl5pPr>
            <a:lvl6pPr>
              <a:spcBef>
                <a:spcPts val="0"/>
              </a:spcBef>
              <a:spcAft>
                <a:spcPts val="0"/>
              </a:spcAft>
              <a:buSzPts val="500"/>
              <a:buNone/>
              <a:defRPr sz="700"/>
            </a:lvl6pPr>
            <a:lvl7pPr>
              <a:spcBef>
                <a:spcPts val="0"/>
              </a:spcBef>
              <a:spcAft>
                <a:spcPts val="0"/>
              </a:spcAft>
              <a:buSzPts val="500"/>
              <a:buNone/>
              <a:defRPr sz="700"/>
            </a:lvl7pPr>
            <a:lvl8pPr>
              <a:spcBef>
                <a:spcPts val="0"/>
              </a:spcBef>
              <a:spcAft>
                <a:spcPts val="0"/>
              </a:spcAft>
              <a:buSzPts val="500"/>
              <a:buNone/>
              <a:defRPr sz="700"/>
            </a:lvl8pPr>
            <a:lvl9pPr>
              <a:spcBef>
                <a:spcPts val="0"/>
              </a:spcBef>
              <a:spcAft>
                <a:spcPts val="0"/>
              </a:spcAft>
              <a:buSzPts val="500"/>
              <a:buNone/>
              <a:defRPr sz="700"/>
            </a:lvl9pPr>
          </a:lstStyle>
          <a:p xmlns:a="http://schemas.openxmlformats.org/drawingml/2006/main"/>
        </p:txBody>
      </p:sp>
      <p:pic>
        <p:nvPicPr>
          <p:cNvPr id="460" name="Google Shape;445;p60"/>
          <p:cNvPicPr>
            <a:picLocks xmlns:a="http://schemas.openxmlformats.org/drawingml/2006/main" noChangeAspect="1"/>
          </p:cNvPicPr>
          <p:nvPr/>
        </p:nvPicPr>
        <p:blipFill>
          <a:blip xmlns:r="http://schemas.openxmlformats.org/officeDocument/2006/relationships" xmlns:a="http://schemas.openxmlformats.org/drawingml/2006/main" r:embed="R9a04aa18032c4e92">
            <a:alphaModFix/>
          </a:blip>
          <a:stretch xmlns:a="http://schemas.openxmlformats.org/drawingml/2006/main">
            <a:fillRect l="0" t="0" r="0" b="0"/>
          </a:stretch>
        </p:blipFill>
        <p:spPr>
          <a:xfrm xmlns:a="http://schemas.openxmlformats.org/drawingml/2006/main">
            <a:off x="228600" y="4836074"/>
            <a:ext cx="153925" cy="153925"/>
          </a:xfrm>
          <a:prstGeom xmlns:a="http://schemas.openxmlformats.org/drawingml/2006/main" prst="rect">
            <a:avLst/>
          </a:prstGeom>
          <a:ln xmlns:a="http://schemas.openxmlformats.org/drawingml/2006/main">
            <a:noFill/>
          </a:ln>
        </p:spPr>
      </p:pic>
    </p:spTree>
  </p:cSld>
</p:sldLayout>
</file>

<file path=ppt/slideLayouts/slideLayout60.xml><?xml version="1.0" encoding="utf-8"?>
<p:sldLayout xmlns:p="http://schemas.openxmlformats.org/presentationml/2006/main" matchingName="Data summary 4">
  <p:cSld name="Audience - Summary_1">
    <p:bg>
      <p:bgPr>
        <a:solidFill xmlns:a="http://schemas.openxmlformats.org/drawingml/2006/main">
          <a:schemeClr val="lt1"/>
        </a:solidFill>
      </p:bgPr>
    </p:bg>
    <p:spTree>
      <p:nvGrpSpPr>
        <p:cNvPr id="1" name=""/>
        <p:cNvGrpSpPr/>
        <p:nvPr/>
      </p:nvGrpSpPr>
      <p:grpSpPr>
        <a:xfrm xmlns:a="http://schemas.openxmlformats.org/drawingml/2006/main"/>
      </p:grpSpPr>
      <p:sp>
        <p:nvSpPr>
          <p:cNvPr id="447" name="Google Shape;447;p61">
            <a:extLst xmlns:a="http://schemas.openxmlformats.org/drawingml/2006/main">
              <a:ext uri="{FF2B5EF4-FFF2-40B4-BE49-F238E27FC236}">
                <a16:creationId xmlns:a16="http://schemas.microsoft.com/office/drawing/2014/main" id="{D56271B3-80A7-4324-9695-7C8E5D166A7E}"/>
              </a:ext>
            </a:extLst>
          </p:cNvPr>
          <p:cNvSpPr>
            <a:spLocks xmlns:a="http://schemas.openxmlformats.org/drawingml/2006/main" noGrp="1"/>
          </p:cNvSpPr>
          <p:nvPr/>
        </p:nvSpPr>
        <p:spPr>
          <a:xfrm xmlns:a="http://schemas.openxmlformats.org/drawingml/2006/main">
            <a:off x="201375" y="3295975"/>
            <a:ext cx="2823000" cy="1432500"/>
          </a:xfrm>
          <a:prstGeom xmlns:a="http://schemas.openxmlformats.org/drawingml/2006/main" prst="roundRect">
            <a:avLst>
              <a:gd name="adj" fmla="val 5442"/>
            </a:avLst>
          </a:prstGeom>
          <a:gradFill xmlns:a="http://schemas.openxmlformats.org/drawingml/2006/main">
            <a:gsLst>
              <a:gs pos="0">
                <a:srgbClr val="F4F2E6">
                  <a:alpha val="4310"/>
                </a:srgbClr>
              </a:gs>
              <a:gs pos="50000">
                <a:srgbClr val="F4F2E6">
                  <a:alpha val="4310"/>
                </a:srgbClr>
              </a:gs>
              <a:gs pos="100000">
                <a:schemeClr val="accent3">
                  <a:alpha val="4310"/>
                </a:schemeClr>
              </a:gs>
            </a:gsLst>
            <a:lin ang="5400012" scaled="0"/>
          </a:gradFill>
          <a:ln xmlns:a="http://schemas.openxmlformats.org/drawingml/2006/main">
            <a:noFill/>
          </a:ln>
        </p:spPr>
        <p:txBody>
          <a:bodyPr xmlns:a="http://schemas.openxmlformats.org/drawingml/2006/main" spcFirstLastPara="1" wrap="square" lIns="19050" tIns="19050" rIns="19050" bIns="1905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FFFFFF"/>
              </a:buClr>
              <a:buSzPts val="1800"/>
              <a:buFont typeface="Helvetica Neue"/>
              <a:buNone/>
            </a:pPr>
            <a:r>
              <a:t/>
            </a:r>
            <a:endParaRPr sz="1800" b="0" i="0" u="none" cap="none">
              <a:solidFill>
                <a:srgbClr val="000000"/>
              </a:solidFill>
              <a:latin typeface="Helvetica Neue"/>
              <a:ea typeface="Helvetica Neue"/>
              <a:cs typeface="Helvetica Neue"/>
            </a:endParaRPr>
          </a:p>
        </p:txBody>
      </p:sp>
      <p:sp>
        <p:nvSpPr>
          <p:cNvPr id="448" name="Google Shape;448;p61">
            <a:extLst xmlns:a="http://schemas.openxmlformats.org/drawingml/2006/main">
              <a:ext uri="{FF2B5EF4-FFF2-40B4-BE49-F238E27FC236}">
                <a16:creationId xmlns:a16="http://schemas.microsoft.com/office/drawing/2014/main" id="{49706F75-6352-4BBB-8FAC-4DCE11CD2802}"/>
              </a:ext>
            </a:extLst>
          </p:cNvPr>
          <p:cNvSpPr>
            <a:spLocks xmlns:a="http://schemas.openxmlformats.org/drawingml/2006/main" noGrp="1"/>
          </p:cNvSpPr>
          <p:nvPr>
            <p:ph type="body" idx="1"/>
          </p:nvPr>
        </p:nvSpPr>
        <p:spPr>
          <a:xfrm xmlns:a="http://schemas.openxmlformats.org/drawingml/2006/main">
            <a:off x="329695" y="3580592"/>
            <a:ext cx="2566500" cy="57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lvl1pPr marL="457200" indent="-469900" algn="l">
              <a:lnSpc>
                <a:spcPct val="100000"/>
              </a:lnSpc>
              <a:spcBef>
                <a:spcPts val="0"/>
              </a:spcBef>
              <a:spcAft>
                <a:spcPts val="0"/>
              </a:spcAft>
              <a:buClr>
                <a:schemeClr val="dk1"/>
              </a:buClr>
              <a:buSzPts val="3800"/>
              <a:buFont typeface="Helvetica Neue"/>
              <a:buChar char="●"/>
              <a:defRPr sz="3800">
                <a:solidFill>
                  <a:schemeClr val="dk1"/>
                </a:solidFill>
              </a:defRPr>
            </a:lvl1pPr>
            <a:lvl2pPr marL="914400" indent="-273050" algn="l">
              <a:lnSpc>
                <a:spcPct val="100000"/>
              </a:lnSpc>
              <a:spcBef>
                <a:spcPts val="0"/>
              </a:spcBef>
              <a:spcAft>
                <a:spcPts val="0"/>
              </a:spcAft>
              <a:buClr>
                <a:srgbClr val="000000"/>
              </a:buClr>
              <a:buSzPts val="700"/>
              <a:buChar char="○"/>
              <a:defRPr sz="2100"/>
            </a:lvl2pPr>
            <a:lvl3pPr marL="1371600" indent="-273050" algn="l">
              <a:lnSpc>
                <a:spcPct val="100000"/>
              </a:lnSpc>
              <a:spcBef>
                <a:spcPts val="0"/>
              </a:spcBef>
              <a:spcAft>
                <a:spcPts val="0"/>
              </a:spcAft>
              <a:buClr>
                <a:srgbClr val="000000"/>
              </a:buClr>
              <a:buSzPts val="700"/>
              <a:buChar char="■"/>
              <a:defRPr sz="2100"/>
            </a:lvl3pPr>
            <a:lvl4pPr marL="1828800" indent="-273050" algn="l">
              <a:lnSpc>
                <a:spcPct val="100000"/>
              </a:lnSpc>
              <a:spcBef>
                <a:spcPts val="0"/>
              </a:spcBef>
              <a:spcAft>
                <a:spcPts val="0"/>
              </a:spcAft>
              <a:buClr>
                <a:srgbClr val="000000"/>
              </a:buClr>
              <a:buSzPts val="700"/>
              <a:buChar char="●"/>
              <a:defRPr sz="2100"/>
            </a:lvl4pPr>
            <a:lvl5pPr marL="2286000" indent="-273050" algn="l">
              <a:lnSpc>
                <a:spcPct val="100000"/>
              </a:lnSpc>
              <a:spcBef>
                <a:spcPts val="0"/>
              </a:spcBef>
              <a:spcAft>
                <a:spcPts val="0"/>
              </a:spcAft>
              <a:buClr>
                <a:srgbClr val="000000"/>
              </a:buClr>
              <a:buSzPts val="700"/>
              <a:buChar char="○"/>
              <a:defRPr sz="2100"/>
            </a:lvl5pPr>
            <a:lvl6pPr marL="2743200" indent="-273050" algn="l">
              <a:lnSpc>
                <a:spcPct val="100000"/>
              </a:lnSpc>
              <a:spcBef>
                <a:spcPts val="0"/>
              </a:spcBef>
              <a:spcAft>
                <a:spcPts val="0"/>
              </a:spcAft>
              <a:buClr>
                <a:srgbClr val="000000"/>
              </a:buClr>
              <a:buSzPts val="700"/>
              <a:buChar char="■"/>
              <a:defRPr sz="2100"/>
            </a:lvl6pPr>
            <a:lvl7pPr marL="3200400" indent="-273050" algn="l">
              <a:lnSpc>
                <a:spcPct val="100000"/>
              </a:lnSpc>
              <a:spcBef>
                <a:spcPts val="0"/>
              </a:spcBef>
              <a:spcAft>
                <a:spcPts val="0"/>
              </a:spcAft>
              <a:buClr>
                <a:srgbClr val="000000"/>
              </a:buClr>
              <a:buSzPts val="700"/>
              <a:buChar char="●"/>
              <a:defRPr sz="2100"/>
            </a:lvl7pPr>
            <a:lvl8pPr marL="3657600" indent="-273050" algn="l">
              <a:lnSpc>
                <a:spcPct val="100000"/>
              </a:lnSpc>
              <a:spcBef>
                <a:spcPts val="0"/>
              </a:spcBef>
              <a:spcAft>
                <a:spcPts val="0"/>
              </a:spcAft>
              <a:buClr>
                <a:srgbClr val="000000"/>
              </a:buClr>
              <a:buSzPts val="700"/>
              <a:buChar char="○"/>
              <a:defRPr sz="2100"/>
            </a:lvl8pPr>
            <a:lvl9pPr marL="4114800" indent="-273050" algn="l">
              <a:lnSpc>
                <a:spcPct val="100000"/>
              </a:lnSpc>
              <a:spcBef>
                <a:spcPts val="0"/>
              </a:spcBef>
              <a:spcAft>
                <a:spcPts val="0"/>
              </a:spcAft>
              <a:buClr>
                <a:srgbClr val="000000"/>
              </a:buClr>
              <a:buSzPts val="700"/>
              <a:buChar char="■"/>
              <a:defRPr sz="2100"/>
            </a:lvl9pPr>
          </a:lstStyle>
          <a:p xmlns:a="http://schemas.openxmlformats.org/drawingml/2006/main"/>
        </p:txBody>
      </p:sp>
      <p:sp>
        <p:nvSpPr>
          <p:cNvPr id="449" name="Google Shape;449;p61">
            <a:extLst xmlns:a="http://schemas.openxmlformats.org/drawingml/2006/main">
              <a:ext uri="{FF2B5EF4-FFF2-40B4-BE49-F238E27FC236}">
                <a16:creationId xmlns:a16="http://schemas.microsoft.com/office/drawing/2014/main" id="{9DAF7E6C-A5AD-48C4-B371-EC77CFFBAA7F}"/>
              </a:ext>
            </a:extLst>
          </p:cNvPr>
          <p:cNvSpPr>
            <a:spLocks xmlns:a="http://schemas.openxmlformats.org/drawingml/2006/main" noGrp="1"/>
          </p:cNvSpPr>
          <p:nvPr>
            <p:ph type="body" idx="2"/>
          </p:nvPr>
        </p:nvSpPr>
        <p:spPr>
          <a:xfrm xmlns:a="http://schemas.openxmlformats.org/drawingml/2006/main">
            <a:off x="330216" y="3437255"/>
            <a:ext cx="2565900" cy="12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lvl1pPr marL="457200" indent="-279400" algn="l">
              <a:lnSpc>
                <a:spcPct val="120000"/>
              </a:lnSpc>
              <a:spcBef>
                <a:spcPts val="0"/>
              </a:spcBef>
              <a:spcAft>
                <a:spcPts val="0"/>
              </a:spcAft>
              <a:buClr>
                <a:srgbClr val="7F7F7F"/>
              </a:buClr>
              <a:buSzPts val="800"/>
              <a:buFont typeface="Helvetica Neue"/>
              <a:buChar char="●"/>
              <a:defRPr sz="800">
                <a:solidFill>
                  <a:srgbClr val="7F7F7F"/>
                </a:solidFill>
              </a:defRPr>
            </a:lvl1pPr>
            <a:lvl2pPr marL="914400" indent="-273050" algn="l">
              <a:lnSpc>
                <a:spcPct val="100000"/>
              </a:lnSpc>
              <a:spcBef>
                <a:spcPts val="0"/>
              </a:spcBef>
              <a:spcAft>
                <a:spcPts val="0"/>
              </a:spcAft>
              <a:buClr>
                <a:srgbClr val="000000"/>
              </a:buClr>
              <a:buSzPts val="700"/>
              <a:buChar char="○"/>
              <a:defRPr sz="2100"/>
            </a:lvl2pPr>
            <a:lvl3pPr marL="1371600" indent="-273050" algn="l">
              <a:lnSpc>
                <a:spcPct val="100000"/>
              </a:lnSpc>
              <a:spcBef>
                <a:spcPts val="0"/>
              </a:spcBef>
              <a:spcAft>
                <a:spcPts val="0"/>
              </a:spcAft>
              <a:buClr>
                <a:srgbClr val="000000"/>
              </a:buClr>
              <a:buSzPts val="700"/>
              <a:buChar char="■"/>
              <a:defRPr sz="2100"/>
            </a:lvl3pPr>
            <a:lvl4pPr marL="1828800" indent="-273050" algn="l">
              <a:lnSpc>
                <a:spcPct val="100000"/>
              </a:lnSpc>
              <a:spcBef>
                <a:spcPts val="0"/>
              </a:spcBef>
              <a:spcAft>
                <a:spcPts val="0"/>
              </a:spcAft>
              <a:buClr>
                <a:srgbClr val="000000"/>
              </a:buClr>
              <a:buSzPts val="700"/>
              <a:buChar char="●"/>
              <a:defRPr sz="2100"/>
            </a:lvl4pPr>
            <a:lvl5pPr marL="2286000" indent="-273050" algn="l">
              <a:lnSpc>
                <a:spcPct val="100000"/>
              </a:lnSpc>
              <a:spcBef>
                <a:spcPts val="0"/>
              </a:spcBef>
              <a:spcAft>
                <a:spcPts val="0"/>
              </a:spcAft>
              <a:buClr>
                <a:srgbClr val="000000"/>
              </a:buClr>
              <a:buSzPts val="700"/>
              <a:buChar char="○"/>
              <a:defRPr sz="2100"/>
            </a:lvl5pPr>
            <a:lvl6pPr marL="2743200" indent="-273050" algn="l">
              <a:lnSpc>
                <a:spcPct val="100000"/>
              </a:lnSpc>
              <a:spcBef>
                <a:spcPts val="0"/>
              </a:spcBef>
              <a:spcAft>
                <a:spcPts val="0"/>
              </a:spcAft>
              <a:buClr>
                <a:srgbClr val="000000"/>
              </a:buClr>
              <a:buSzPts val="700"/>
              <a:buChar char="■"/>
              <a:defRPr sz="2100"/>
            </a:lvl6pPr>
            <a:lvl7pPr marL="3200400" indent="-273050" algn="l">
              <a:lnSpc>
                <a:spcPct val="100000"/>
              </a:lnSpc>
              <a:spcBef>
                <a:spcPts val="0"/>
              </a:spcBef>
              <a:spcAft>
                <a:spcPts val="0"/>
              </a:spcAft>
              <a:buClr>
                <a:srgbClr val="000000"/>
              </a:buClr>
              <a:buSzPts val="700"/>
              <a:buChar char="●"/>
              <a:defRPr sz="2100"/>
            </a:lvl7pPr>
            <a:lvl8pPr marL="3657600" indent="-273050" algn="l">
              <a:lnSpc>
                <a:spcPct val="100000"/>
              </a:lnSpc>
              <a:spcBef>
                <a:spcPts val="0"/>
              </a:spcBef>
              <a:spcAft>
                <a:spcPts val="0"/>
              </a:spcAft>
              <a:buClr>
                <a:srgbClr val="000000"/>
              </a:buClr>
              <a:buSzPts val="700"/>
              <a:buChar char="○"/>
              <a:defRPr sz="2100"/>
            </a:lvl8pPr>
            <a:lvl9pPr marL="4114800" indent="-273050" algn="l">
              <a:lnSpc>
                <a:spcPct val="100000"/>
              </a:lnSpc>
              <a:spcBef>
                <a:spcPts val="0"/>
              </a:spcBef>
              <a:spcAft>
                <a:spcPts val="0"/>
              </a:spcAft>
              <a:buClr>
                <a:srgbClr val="000000"/>
              </a:buClr>
              <a:buSzPts val="700"/>
              <a:buChar char="■"/>
              <a:defRPr sz="2100"/>
            </a:lvl9pPr>
          </a:lstStyle>
          <a:p xmlns:a="http://schemas.openxmlformats.org/drawingml/2006/main"/>
        </p:txBody>
      </p:sp>
      <p:sp>
        <p:nvSpPr>
          <p:cNvPr id="450" name="Google Shape;450;p61">
            <a:extLst xmlns:a="http://schemas.openxmlformats.org/drawingml/2006/main">
              <a:ext uri="{FF2B5EF4-FFF2-40B4-BE49-F238E27FC236}">
                <a16:creationId xmlns:a16="http://schemas.microsoft.com/office/drawing/2014/main" id="{1A9059B4-1632-4CCA-9E54-F889A37BE480}"/>
              </a:ext>
            </a:extLst>
          </p:cNvPr>
          <p:cNvSpPr>
            <a:spLocks xmlns:a="http://schemas.openxmlformats.org/drawingml/2006/main" noGrp="1"/>
          </p:cNvSpPr>
          <p:nvPr>
            <p:ph type="body" idx="3"/>
          </p:nvPr>
        </p:nvSpPr>
        <p:spPr>
          <a:xfrm xmlns:a="http://schemas.openxmlformats.org/drawingml/2006/main">
            <a:off x="329487" y="4521708"/>
            <a:ext cx="2565900" cy="12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b">
            <a:spAutoFit/>
          </a:bodyPr>
          <a:lstStyle xmlns:a="http://schemas.openxmlformats.org/drawingml/2006/main">
            <a:lvl1pPr marL="457200" indent="-279400" algn="l">
              <a:lnSpc>
                <a:spcPct val="120000"/>
              </a:lnSpc>
              <a:spcBef>
                <a:spcPts val="0"/>
              </a:spcBef>
              <a:spcAft>
                <a:spcPts val="0"/>
              </a:spcAft>
              <a:buClr>
                <a:srgbClr val="7F7F7F"/>
              </a:buClr>
              <a:buSzPts val="800"/>
              <a:buFont typeface="Helvetica Neue"/>
              <a:buChar char="●"/>
              <a:defRPr sz="800">
                <a:solidFill>
                  <a:srgbClr val="7F7F7F"/>
                </a:solidFill>
              </a:defRPr>
            </a:lvl1pPr>
            <a:lvl2pPr marL="914400" indent="-273050" algn="l">
              <a:lnSpc>
                <a:spcPct val="100000"/>
              </a:lnSpc>
              <a:spcBef>
                <a:spcPts val="0"/>
              </a:spcBef>
              <a:spcAft>
                <a:spcPts val="0"/>
              </a:spcAft>
              <a:buClr>
                <a:srgbClr val="000000"/>
              </a:buClr>
              <a:buSzPts val="700"/>
              <a:buChar char="○"/>
              <a:defRPr sz="2100"/>
            </a:lvl2pPr>
            <a:lvl3pPr marL="1371600" indent="-273050" algn="l">
              <a:lnSpc>
                <a:spcPct val="100000"/>
              </a:lnSpc>
              <a:spcBef>
                <a:spcPts val="0"/>
              </a:spcBef>
              <a:spcAft>
                <a:spcPts val="0"/>
              </a:spcAft>
              <a:buClr>
                <a:srgbClr val="000000"/>
              </a:buClr>
              <a:buSzPts val="700"/>
              <a:buChar char="■"/>
              <a:defRPr sz="2100"/>
            </a:lvl3pPr>
            <a:lvl4pPr marL="1828800" indent="-273050" algn="l">
              <a:lnSpc>
                <a:spcPct val="100000"/>
              </a:lnSpc>
              <a:spcBef>
                <a:spcPts val="0"/>
              </a:spcBef>
              <a:spcAft>
                <a:spcPts val="0"/>
              </a:spcAft>
              <a:buClr>
                <a:srgbClr val="000000"/>
              </a:buClr>
              <a:buSzPts val="700"/>
              <a:buChar char="●"/>
              <a:defRPr sz="2100"/>
            </a:lvl4pPr>
            <a:lvl5pPr marL="2286000" indent="-273050" algn="l">
              <a:lnSpc>
                <a:spcPct val="100000"/>
              </a:lnSpc>
              <a:spcBef>
                <a:spcPts val="0"/>
              </a:spcBef>
              <a:spcAft>
                <a:spcPts val="0"/>
              </a:spcAft>
              <a:buClr>
                <a:srgbClr val="000000"/>
              </a:buClr>
              <a:buSzPts val="700"/>
              <a:buChar char="○"/>
              <a:defRPr sz="2100"/>
            </a:lvl5pPr>
            <a:lvl6pPr marL="2743200" indent="-273050" algn="l">
              <a:lnSpc>
                <a:spcPct val="100000"/>
              </a:lnSpc>
              <a:spcBef>
                <a:spcPts val="0"/>
              </a:spcBef>
              <a:spcAft>
                <a:spcPts val="0"/>
              </a:spcAft>
              <a:buClr>
                <a:srgbClr val="000000"/>
              </a:buClr>
              <a:buSzPts val="700"/>
              <a:buChar char="■"/>
              <a:defRPr sz="2100"/>
            </a:lvl6pPr>
            <a:lvl7pPr marL="3200400" indent="-273050" algn="l">
              <a:lnSpc>
                <a:spcPct val="100000"/>
              </a:lnSpc>
              <a:spcBef>
                <a:spcPts val="0"/>
              </a:spcBef>
              <a:spcAft>
                <a:spcPts val="0"/>
              </a:spcAft>
              <a:buClr>
                <a:srgbClr val="000000"/>
              </a:buClr>
              <a:buSzPts val="700"/>
              <a:buChar char="●"/>
              <a:defRPr sz="2100"/>
            </a:lvl7pPr>
            <a:lvl8pPr marL="3657600" indent="-273050" algn="l">
              <a:lnSpc>
                <a:spcPct val="100000"/>
              </a:lnSpc>
              <a:spcBef>
                <a:spcPts val="0"/>
              </a:spcBef>
              <a:spcAft>
                <a:spcPts val="0"/>
              </a:spcAft>
              <a:buClr>
                <a:srgbClr val="000000"/>
              </a:buClr>
              <a:buSzPts val="700"/>
              <a:buChar char="○"/>
              <a:defRPr sz="2100"/>
            </a:lvl8pPr>
            <a:lvl9pPr marL="4114800" indent="-273050" algn="l">
              <a:lnSpc>
                <a:spcPct val="100000"/>
              </a:lnSpc>
              <a:spcBef>
                <a:spcPts val="0"/>
              </a:spcBef>
              <a:spcAft>
                <a:spcPts val="0"/>
              </a:spcAft>
              <a:buClr>
                <a:srgbClr val="000000"/>
              </a:buClr>
              <a:buSzPts val="700"/>
              <a:buChar char="■"/>
              <a:defRPr sz="2100"/>
            </a:lvl9pPr>
          </a:lstStyle>
          <a:p xmlns:a="http://schemas.openxmlformats.org/drawingml/2006/main"/>
        </p:txBody>
      </p:sp>
      <p:sp>
        <p:nvSpPr>
          <p:cNvPr id="451" name="Google Shape;451;p61">
            <a:extLst xmlns:a="http://schemas.openxmlformats.org/drawingml/2006/main">
              <a:ext uri="{FF2B5EF4-FFF2-40B4-BE49-F238E27FC236}">
                <a16:creationId xmlns:a16="http://schemas.microsoft.com/office/drawing/2014/main" id="{F1CF09D5-5091-4DE9-881D-A6A06E75E98D}"/>
              </a:ext>
            </a:extLst>
          </p:cNvPr>
          <p:cNvSpPr>
            <a:spLocks xmlns:a="http://schemas.openxmlformats.org/drawingml/2006/main" noGrp="1"/>
          </p:cNvSpPr>
          <p:nvPr/>
        </p:nvSpPr>
        <p:spPr>
          <a:xfrm xmlns:a="http://schemas.openxmlformats.org/drawingml/2006/main">
            <a:off x="3160500" y="3295975"/>
            <a:ext cx="2823000" cy="1432500"/>
          </a:xfrm>
          <a:prstGeom xmlns:a="http://schemas.openxmlformats.org/drawingml/2006/main" prst="roundRect">
            <a:avLst>
              <a:gd name="adj" fmla="val 5442"/>
            </a:avLst>
          </a:prstGeom>
          <a:gradFill xmlns:a="http://schemas.openxmlformats.org/drawingml/2006/main">
            <a:gsLst>
              <a:gs pos="0">
                <a:srgbClr val="F4F2E6">
                  <a:alpha val="4310"/>
                </a:srgbClr>
              </a:gs>
              <a:gs pos="50000">
                <a:srgbClr val="F4F2E6">
                  <a:alpha val="4310"/>
                </a:srgbClr>
              </a:gs>
              <a:gs pos="100000">
                <a:schemeClr val="accent3">
                  <a:alpha val="4310"/>
                </a:schemeClr>
              </a:gs>
            </a:gsLst>
            <a:lin ang="5400012" scaled="0"/>
          </a:gradFill>
          <a:ln xmlns:a="http://schemas.openxmlformats.org/drawingml/2006/main">
            <a:noFill/>
          </a:ln>
        </p:spPr>
        <p:txBody>
          <a:bodyPr xmlns:a="http://schemas.openxmlformats.org/drawingml/2006/main" spcFirstLastPara="1" wrap="square" lIns="19050" tIns="19050" rIns="19050" bIns="1905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FFFFFF"/>
              </a:buClr>
              <a:buSzPts val="1800"/>
              <a:buFont typeface="Helvetica Neue"/>
              <a:buNone/>
            </a:pPr>
            <a:r>
              <a:t/>
            </a:r>
            <a:endParaRPr sz="1800" b="0" i="0" u="none" cap="none">
              <a:solidFill>
                <a:srgbClr val="000000"/>
              </a:solidFill>
              <a:latin typeface="Helvetica Neue"/>
              <a:ea typeface="Helvetica Neue"/>
              <a:cs typeface="Helvetica Neue"/>
            </a:endParaRPr>
          </a:p>
        </p:txBody>
      </p:sp>
      <p:sp>
        <p:nvSpPr>
          <p:cNvPr id="452" name="Google Shape;452;p61">
            <a:extLst xmlns:a="http://schemas.openxmlformats.org/drawingml/2006/main">
              <a:ext uri="{FF2B5EF4-FFF2-40B4-BE49-F238E27FC236}">
                <a16:creationId xmlns:a16="http://schemas.microsoft.com/office/drawing/2014/main" id="{CCE927C6-B31C-4A9A-A73F-362A485CD2EC}"/>
              </a:ext>
            </a:extLst>
          </p:cNvPr>
          <p:cNvSpPr>
            <a:spLocks xmlns:a="http://schemas.openxmlformats.org/drawingml/2006/main" noGrp="1"/>
          </p:cNvSpPr>
          <p:nvPr>
            <p:ph type="body" idx="4"/>
          </p:nvPr>
        </p:nvSpPr>
        <p:spPr>
          <a:xfrm xmlns:a="http://schemas.openxmlformats.org/drawingml/2006/main">
            <a:off x="3288818" y="3580592"/>
            <a:ext cx="2566500" cy="57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lvl1pPr marL="457200" indent="-469900" algn="l">
              <a:lnSpc>
                <a:spcPct val="100000"/>
              </a:lnSpc>
              <a:spcBef>
                <a:spcPts val="0"/>
              </a:spcBef>
              <a:spcAft>
                <a:spcPts val="0"/>
              </a:spcAft>
              <a:buClr>
                <a:schemeClr val="dk1"/>
              </a:buClr>
              <a:buSzPts val="3800"/>
              <a:buFont typeface="Helvetica Neue"/>
              <a:buChar char="●"/>
              <a:defRPr sz="3800">
                <a:solidFill>
                  <a:schemeClr val="dk1"/>
                </a:solidFill>
              </a:defRPr>
            </a:lvl1pPr>
            <a:lvl2pPr marL="914400" indent="-273050" algn="l">
              <a:lnSpc>
                <a:spcPct val="100000"/>
              </a:lnSpc>
              <a:spcBef>
                <a:spcPts val="0"/>
              </a:spcBef>
              <a:spcAft>
                <a:spcPts val="0"/>
              </a:spcAft>
              <a:buClr>
                <a:srgbClr val="000000"/>
              </a:buClr>
              <a:buSzPts val="700"/>
              <a:buChar char="○"/>
              <a:defRPr sz="2100"/>
            </a:lvl2pPr>
            <a:lvl3pPr marL="1371600" indent="-273050" algn="l">
              <a:lnSpc>
                <a:spcPct val="100000"/>
              </a:lnSpc>
              <a:spcBef>
                <a:spcPts val="0"/>
              </a:spcBef>
              <a:spcAft>
                <a:spcPts val="0"/>
              </a:spcAft>
              <a:buClr>
                <a:srgbClr val="000000"/>
              </a:buClr>
              <a:buSzPts val="700"/>
              <a:buChar char="■"/>
              <a:defRPr sz="2100"/>
            </a:lvl3pPr>
            <a:lvl4pPr marL="1828800" indent="-273050" algn="l">
              <a:lnSpc>
                <a:spcPct val="100000"/>
              </a:lnSpc>
              <a:spcBef>
                <a:spcPts val="0"/>
              </a:spcBef>
              <a:spcAft>
                <a:spcPts val="0"/>
              </a:spcAft>
              <a:buClr>
                <a:srgbClr val="000000"/>
              </a:buClr>
              <a:buSzPts val="700"/>
              <a:buChar char="●"/>
              <a:defRPr sz="2100"/>
            </a:lvl4pPr>
            <a:lvl5pPr marL="2286000" indent="-273050" algn="l">
              <a:lnSpc>
                <a:spcPct val="100000"/>
              </a:lnSpc>
              <a:spcBef>
                <a:spcPts val="0"/>
              </a:spcBef>
              <a:spcAft>
                <a:spcPts val="0"/>
              </a:spcAft>
              <a:buClr>
                <a:srgbClr val="000000"/>
              </a:buClr>
              <a:buSzPts val="700"/>
              <a:buChar char="○"/>
              <a:defRPr sz="2100"/>
            </a:lvl5pPr>
            <a:lvl6pPr marL="2743200" indent="-273050" algn="l">
              <a:lnSpc>
                <a:spcPct val="100000"/>
              </a:lnSpc>
              <a:spcBef>
                <a:spcPts val="0"/>
              </a:spcBef>
              <a:spcAft>
                <a:spcPts val="0"/>
              </a:spcAft>
              <a:buClr>
                <a:srgbClr val="000000"/>
              </a:buClr>
              <a:buSzPts val="700"/>
              <a:buChar char="■"/>
              <a:defRPr sz="2100"/>
            </a:lvl6pPr>
            <a:lvl7pPr marL="3200400" indent="-273050" algn="l">
              <a:lnSpc>
                <a:spcPct val="100000"/>
              </a:lnSpc>
              <a:spcBef>
                <a:spcPts val="0"/>
              </a:spcBef>
              <a:spcAft>
                <a:spcPts val="0"/>
              </a:spcAft>
              <a:buClr>
                <a:srgbClr val="000000"/>
              </a:buClr>
              <a:buSzPts val="700"/>
              <a:buChar char="●"/>
              <a:defRPr sz="2100"/>
            </a:lvl7pPr>
            <a:lvl8pPr marL="3657600" indent="-273050" algn="l">
              <a:lnSpc>
                <a:spcPct val="100000"/>
              </a:lnSpc>
              <a:spcBef>
                <a:spcPts val="0"/>
              </a:spcBef>
              <a:spcAft>
                <a:spcPts val="0"/>
              </a:spcAft>
              <a:buClr>
                <a:srgbClr val="000000"/>
              </a:buClr>
              <a:buSzPts val="700"/>
              <a:buChar char="○"/>
              <a:defRPr sz="2100"/>
            </a:lvl8pPr>
            <a:lvl9pPr marL="4114800" indent="-273050" algn="l">
              <a:lnSpc>
                <a:spcPct val="100000"/>
              </a:lnSpc>
              <a:spcBef>
                <a:spcPts val="0"/>
              </a:spcBef>
              <a:spcAft>
                <a:spcPts val="0"/>
              </a:spcAft>
              <a:buClr>
                <a:srgbClr val="000000"/>
              </a:buClr>
              <a:buSzPts val="700"/>
              <a:buChar char="■"/>
              <a:defRPr sz="2100"/>
            </a:lvl9pPr>
          </a:lstStyle>
          <a:p xmlns:a="http://schemas.openxmlformats.org/drawingml/2006/main"/>
        </p:txBody>
      </p:sp>
      <p:sp>
        <p:nvSpPr>
          <p:cNvPr id="453" name="Google Shape;453;p61">
            <a:extLst xmlns:a="http://schemas.openxmlformats.org/drawingml/2006/main">
              <a:ext uri="{FF2B5EF4-FFF2-40B4-BE49-F238E27FC236}">
                <a16:creationId xmlns:a16="http://schemas.microsoft.com/office/drawing/2014/main" id="{3BFF9CE8-A883-4852-9178-8CEC002DA628}"/>
              </a:ext>
            </a:extLst>
          </p:cNvPr>
          <p:cNvSpPr>
            <a:spLocks xmlns:a="http://schemas.openxmlformats.org/drawingml/2006/main" noGrp="1"/>
          </p:cNvSpPr>
          <p:nvPr>
            <p:ph type="body" idx="5"/>
          </p:nvPr>
        </p:nvSpPr>
        <p:spPr>
          <a:xfrm xmlns:a="http://schemas.openxmlformats.org/drawingml/2006/main">
            <a:off x="3289339" y="3437255"/>
            <a:ext cx="2565900" cy="12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lvl1pPr marL="457200" indent="-279400" algn="l">
              <a:lnSpc>
                <a:spcPct val="120000"/>
              </a:lnSpc>
              <a:spcBef>
                <a:spcPts val="0"/>
              </a:spcBef>
              <a:spcAft>
                <a:spcPts val="0"/>
              </a:spcAft>
              <a:buClr>
                <a:srgbClr val="7F7F7F"/>
              </a:buClr>
              <a:buSzPts val="800"/>
              <a:buFont typeface="Helvetica Neue"/>
              <a:buChar char="●"/>
              <a:defRPr sz="800">
                <a:solidFill>
                  <a:srgbClr val="7F7F7F"/>
                </a:solidFill>
              </a:defRPr>
            </a:lvl1pPr>
            <a:lvl2pPr marL="914400" indent="-273050" algn="l">
              <a:lnSpc>
                <a:spcPct val="100000"/>
              </a:lnSpc>
              <a:spcBef>
                <a:spcPts val="0"/>
              </a:spcBef>
              <a:spcAft>
                <a:spcPts val="0"/>
              </a:spcAft>
              <a:buClr>
                <a:srgbClr val="000000"/>
              </a:buClr>
              <a:buSzPts val="700"/>
              <a:buChar char="○"/>
              <a:defRPr sz="2100"/>
            </a:lvl2pPr>
            <a:lvl3pPr marL="1371600" indent="-273050" algn="l">
              <a:lnSpc>
                <a:spcPct val="100000"/>
              </a:lnSpc>
              <a:spcBef>
                <a:spcPts val="0"/>
              </a:spcBef>
              <a:spcAft>
                <a:spcPts val="0"/>
              </a:spcAft>
              <a:buClr>
                <a:srgbClr val="000000"/>
              </a:buClr>
              <a:buSzPts val="700"/>
              <a:buChar char="■"/>
              <a:defRPr sz="2100"/>
            </a:lvl3pPr>
            <a:lvl4pPr marL="1828800" indent="-273050" algn="l">
              <a:lnSpc>
                <a:spcPct val="100000"/>
              </a:lnSpc>
              <a:spcBef>
                <a:spcPts val="0"/>
              </a:spcBef>
              <a:spcAft>
                <a:spcPts val="0"/>
              </a:spcAft>
              <a:buClr>
                <a:srgbClr val="000000"/>
              </a:buClr>
              <a:buSzPts val="700"/>
              <a:buChar char="●"/>
              <a:defRPr sz="2100"/>
            </a:lvl4pPr>
            <a:lvl5pPr marL="2286000" indent="-273050" algn="l">
              <a:lnSpc>
                <a:spcPct val="100000"/>
              </a:lnSpc>
              <a:spcBef>
                <a:spcPts val="0"/>
              </a:spcBef>
              <a:spcAft>
                <a:spcPts val="0"/>
              </a:spcAft>
              <a:buClr>
                <a:srgbClr val="000000"/>
              </a:buClr>
              <a:buSzPts val="700"/>
              <a:buChar char="○"/>
              <a:defRPr sz="2100"/>
            </a:lvl5pPr>
            <a:lvl6pPr marL="2743200" indent="-273050" algn="l">
              <a:lnSpc>
                <a:spcPct val="100000"/>
              </a:lnSpc>
              <a:spcBef>
                <a:spcPts val="0"/>
              </a:spcBef>
              <a:spcAft>
                <a:spcPts val="0"/>
              </a:spcAft>
              <a:buClr>
                <a:srgbClr val="000000"/>
              </a:buClr>
              <a:buSzPts val="700"/>
              <a:buChar char="■"/>
              <a:defRPr sz="2100"/>
            </a:lvl6pPr>
            <a:lvl7pPr marL="3200400" indent="-273050" algn="l">
              <a:lnSpc>
                <a:spcPct val="100000"/>
              </a:lnSpc>
              <a:spcBef>
                <a:spcPts val="0"/>
              </a:spcBef>
              <a:spcAft>
                <a:spcPts val="0"/>
              </a:spcAft>
              <a:buClr>
                <a:srgbClr val="000000"/>
              </a:buClr>
              <a:buSzPts val="700"/>
              <a:buChar char="●"/>
              <a:defRPr sz="2100"/>
            </a:lvl7pPr>
            <a:lvl8pPr marL="3657600" indent="-273050" algn="l">
              <a:lnSpc>
                <a:spcPct val="100000"/>
              </a:lnSpc>
              <a:spcBef>
                <a:spcPts val="0"/>
              </a:spcBef>
              <a:spcAft>
                <a:spcPts val="0"/>
              </a:spcAft>
              <a:buClr>
                <a:srgbClr val="000000"/>
              </a:buClr>
              <a:buSzPts val="700"/>
              <a:buChar char="○"/>
              <a:defRPr sz="2100"/>
            </a:lvl8pPr>
            <a:lvl9pPr marL="4114800" indent="-273050" algn="l">
              <a:lnSpc>
                <a:spcPct val="100000"/>
              </a:lnSpc>
              <a:spcBef>
                <a:spcPts val="0"/>
              </a:spcBef>
              <a:spcAft>
                <a:spcPts val="0"/>
              </a:spcAft>
              <a:buClr>
                <a:srgbClr val="000000"/>
              </a:buClr>
              <a:buSzPts val="700"/>
              <a:buChar char="■"/>
              <a:defRPr sz="2100"/>
            </a:lvl9pPr>
          </a:lstStyle>
          <a:p xmlns:a="http://schemas.openxmlformats.org/drawingml/2006/main"/>
        </p:txBody>
      </p:sp>
      <p:sp>
        <p:nvSpPr>
          <p:cNvPr id="454" name="Google Shape;454;p61">
            <a:extLst xmlns:a="http://schemas.openxmlformats.org/drawingml/2006/main">
              <a:ext uri="{FF2B5EF4-FFF2-40B4-BE49-F238E27FC236}">
                <a16:creationId xmlns:a16="http://schemas.microsoft.com/office/drawing/2014/main" id="{5B58D196-CE72-4EFA-95CE-AC7FD66CB465}"/>
              </a:ext>
            </a:extLst>
          </p:cNvPr>
          <p:cNvSpPr>
            <a:spLocks xmlns:a="http://schemas.openxmlformats.org/drawingml/2006/main" noGrp="1"/>
          </p:cNvSpPr>
          <p:nvPr>
            <p:ph type="body" idx="6"/>
          </p:nvPr>
        </p:nvSpPr>
        <p:spPr>
          <a:xfrm xmlns:a="http://schemas.openxmlformats.org/drawingml/2006/main">
            <a:off x="3288609" y="4383209"/>
            <a:ext cx="2565900" cy="264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b">
            <a:spAutoFit/>
          </a:bodyPr>
          <a:lstStyle xmlns:a="http://schemas.openxmlformats.org/drawingml/2006/main">
            <a:lvl1pPr marL="457200" indent="-279400" algn="l">
              <a:lnSpc>
                <a:spcPct val="120000"/>
              </a:lnSpc>
              <a:spcBef>
                <a:spcPts val="0"/>
              </a:spcBef>
              <a:spcAft>
                <a:spcPts val="0"/>
              </a:spcAft>
              <a:buClr>
                <a:srgbClr val="7F7F7F"/>
              </a:buClr>
              <a:buSzPts val="800"/>
              <a:buFont typeface="Helvetica Neue"/>
              <a:buChar char="●"/>
              <a:defRPr sz="800">
                <a:solidFill>
                  <a:srgbClr val="7F7F7F"/>
                </a:solidFill>
              </a:defRPr>
            </a:lvl1pPr>
            <a:lvl2pPr marL="914400" indent="-273050" algn="l">
              <a:lnSpc>
                <a:spcPct val="100000"/>
              </a:lnSpc>
              <a:spcBef>
                <a:spcPts val="0"/>
              </a:spcBef>
              <a:spcAft>
                <a:spcPts val="0"/>
              </a:spcAft>
              <a:buClr>
                <a:srgbClr val="000000"/>
              </a:buClr>
              <a:buSzPts val="700"/>
              <a:buChar char="○"/>
              <a:defRPr sz="2100"/>
            </a:lvl2pPr>
            <a:lvl3pPr marL="1371600" indent="-273050" algn="l">
              <a:lnSpc>
                <a:spcPct val="100000"/>
              </a:lnSpc>
              <a:spcBef>
                <a:spcPts val="0"/>
              </a:spcBef>
              <a:spcAft>
                <a:spcPts val="0"/>
              </a:spcAft>
              <a:buClr>
                <a:srgbClr val="000000"/>
              </a:buClr>
              <a:buSzPts val="700"/>
              <a:buChar char="■"/>
              <a:defRPr sz="2100"/>
            </a:lvl3pPr>
            <a:lvl4pPr marL="1828800" indent="-273050" algn="l">
              <a:lnSpc>
                <a:spcPct val="100000"/>
              </a:lnSpc>
              <a:spcBef>
                <a:spcPts val="0"/>
              </a:spcBef>
              <a:spcAft>
                <a:spcPts val="0"/>
              </a:spcAft>
              <a:buClr>
                <a:srgbClr val="000000"/>
              </a:buClr>
              <a:buSzPts val="700"/>
              <a:buChar char="●"/>
              <a:defRPr sz="2100"/>
            </a:lvl4pPr>
            <a:lvl5pPr marL="2286000" indent="-273050" algn="l">
              <a:lnSpc>
                <a:spcPct val="100000"/>
              </a:lnSpc>
              <a:spcBef>
                <a:spcPts val="0"/>
              </a:spcBef>
              <a:spcAft>
                <a:spcPts val="0"/>
              </a:spcAft>
              <a:buClr>
                <a:srgbClr val="000000"/>
              </a:buClr>
              <a:buSzPts val="700"/>
              <a:buChar char="○"/>
              <a:defRPr sz="2100"/>
            </a:lvl5pPr>
            <a:lvl6pPr marL="2743200" indent="-273050" algn="l">
              <a:lnSpc>
                <a:spcPct val="100000"/>
              </a:lnSpc>
              <a:spcBef>
                <a:spcPts val="0"/>
              </a:spcBef>
              <a:spcAft>
                <a:spcPts val="0"/>
              </a:spcAft>
              <a:buClr>
                <a:srgbClr val="000000"/>
              </a:buClr>
              <a:buSzPts val="700"/>
              <a:buChar char="■"/>
              <a:defRPr sz="2100"/>
            </a:lvl6pPr>
            <a:lvl7pPr marL="3200400" indent="-273050" algn="l">
              <a:lnSpc>
                <a:spcPct val="100000"/>
              </a:lnSpc>
              <a:spcBef>
                <a:spcPts val="0"/>
              </a:spcBef>
              <a:spcAft>
                <a:spcPts val="0"/>
              </a:spcAft>
              <a:buClr>
                <a:srgbClr val="000000"/>
              </a:buClr>
              <a:buSzPts val="700"/>
              <a:buChar char="●"/>
              <a:defRPr sz="2100"/>
            </a:lvl7pPr>
            <a:lvl8pPr marL="3657600" indent="-273050" algn="l">
              <a:lnSpc>
                <a:spcPct val="100000"/>
              </a:lnSpc>
              <a:spcBef>
                <a:spcPts val="0"/>
              </a:spcBef>
              <a:spcAft>
                <a:spcPts val="0"/>
              </a:spcAft>
              <a:buClr>
                <a:srgbClr val="000000"/>
              </a:buClr>
              <a:buSzPts val="700"/>
              <a:buChar char="○"/>
              <a:defRPr sz="2100"/>
            </a:lvl8pPr>
            <a:lvl9pPr marL="4114800" indent="-273050" algn="l">
              <a:lnSpc>
                <a:spcPct val="100000"/>
              </a:lnSpc>
              <a:spcBef>
                <a:spcPts val="0"/>
              </a:spcBef>
              <a:spcAft>
                <a:spcPts val="0"/>
              </a:spcAft>
              <a:buClr>
                <a:srgbClr val="000000"/>
              </a:buClr>
              <a:buSzPts val="700"/>
              <a:buChar char="■"/>
              <a:defRPr sz="2100"/>
            </a:lvl9pPr>
          </a:lstStyle>
          <a:p xmlns:a="http://schemas.openxmlformats.org/drawingml/2006/main"/>
        </p:txBody>
      </p:sp>
      <p:sp>
        <p:nvSpPr>
          <p:cNvPr id="455" name="Google Shape;455;p61">
            <a:extLst xmlns:a="http://schemas.openxmlformats.org/drawingml/2006/main">
              <a:ext uri="{FF2B5EF4-FFF2-40B4-BE49-F238E27FC236}">
                <a16:creationId xmlns:a16="http://schemas.microsoft.com/office/drawing/2014/main" id="{DEE1EF92-9396-44B9-B947-45353E3DBEAC}"/>
              </a:ext>
            </a:extLst>
          </p:cNvPr>
          <p:cNvSpPr>
            <a:spLocks xmlns:a="http://schemas.openxmlformats.org/drawingml/2006/main" noGrp="1"/>
          </p:cNvSpPr>
          <p:nvPr/>
        </p:nvSpPr>
        <p:spPr>
          <a:xfrm xmlns:a="http://schemas.openxmlformats.org/drawingml/2006/main">
            <a:off x="6119625" y="3295975"/>
            <a:ext cx="2823000" cy="1432500"/>
          </a:xfrm>
          <a:prstGeom xmlns:a="http://schemas.openxmlformats.org/drawingml/2006/main" prst="roundRect">
            <a:avLst>
              <a:gd name="adj" fmla="val 5442"/>
            </a:avLst>
          </a:prstGeom>
          <a:gradFill xmlns:a="http://schemas.openxmlformats.org/drawingml/2006/main">
            <a:gsLst>
              <a:gs pos="0">
                <a:srgbClr val="F4F2E6">
                  <a:alpha val="4310"/>
                </a:srgbClr>
              </a:gs>
              <a:gs pos="50000">
                <a:srgbClr val="F4F2E6">
                  <a:alpha val="4310"/>
                </a:srgbClr>
              </a:gs>
              <a:gs pos="100000">
                <a:schemeClr val="accent3">
                  <a:alpha val="4310"/>
                </a:schemeClr>
              </a:gs>
            </a:gsLst>
            <a:lin ang="5400012" scaled="0"/>
          </a:gradFill>
          <a:ln xmlns:a="http://schemas.openxmlformats.org/drawingml/2006/main">
            <a:noFill/>
          </a:ln>
        </p:spPr>
        <p:txBody>
          <a:bodyPr xmlns:a="http://schemas.openxmlformats.org/drawingml/2006/main" spcFirstLastPara="1" wrap="square" lIns="19050" tIns="19050" rIns="19050" bIns="1905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FFFFFF"/>
              </a:buClr>
              <a:buSzPts val="1800"/>
              <a:buFont typeface="Helvetica Neue"/>
              <a:buNone/>
            </a:pPr>
            <a:r>
              <a:t/>
            </a:r>
            <a:endParaRPr sz="1800" b="0" i="0" u="none" cap="none">
              <a:solidFill>
                <a:srgbClr val="000000"/>
              </a:solidFill>
              <a:latin typeface="Helvetica Neue"/>
              <a:ea typeface="Helvetica Neue"/>
              <a:cs typeface="Helvetica Neue"/>
            </a:endParaRPr>
          </a:p>
        </p:txBody>
      </p:sp>
      <p:sp>
        <p:nvSpPr>
          <p:cNvPr id="456" name="Google Shape;456;p61">
            <a:extLst xmlns:a="http://schemas.openxmlformats.org/drawingml/2006/main">
              <a:ext uri="{FF2B5EF4-FFF2-40B4-BE49-F238E27FC236}">
                <a16:creationId xmlns:a16="http://schemas.microsoft.com/office/drawing/2014/main" id="{E84ABB41-2EA2-4E9E-B099-204A3AA7D37D}"/>
              </a:ext>
            </a:extLst>
          </p:cNvPr>
          <p:cNvSpPr>
            <a:spLocks xmlns:a="http://schemas.openxmlformats.org/drawingml/2006/main" noGrp="1"/>
          </p:cNvSpPr>
          <p:nvPr>
            <p:ph type="body" idx="7"/>
          </p:nvPr>
        </p:nvSpPr>
        <p:spPr>
          <a:xfrm xmlns:a="http://schemas.openxmlformats.org/drawingml/2006/main">
            <a:off x="6247940" y="3580592"/>
            <a:ext cx="2566500" cy="57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lvl1pPr marL="457200" indent="-469900" algn="l">
              <a:lnSpc>
                <a:spcPct val="100000"/>
              </a:lnSpc>
              <a:spcBef>
                <a:spcPts val="0"/>
              </a:spcBef>
              <a:spcAft>
                <a:spcPts val="0"/>
              </a:spcAft>
              <a:buClr>
                <a:schemeClr val="dk1"/>
              </a:buClr>
              <a:buSzPts val="3800"/>
              <a:buFont typeface="Helvetica Neue"/>
              <a:buChar char="●"/>
              <a:defRPr sz="3800">
                <a:solidFill>
                  <a:schemeClr val="dk1"/>
                </a:solidFill>
              </a:defRPr>
            </a:lvl1pPr>
            <a:lvl2pPr marL="914400" indent="-273050" algn="l">
              <a:lnSpc>
                <a:spcPct val="100000"/>
              </a:lnSpc>
              <a:spcBef>
                <a:spcPts val="0"/>
              </a:spcBef>
              <a:spcAft>
                <a:spcPts val="0"/>
              </a:spcAft>
              <a:buClr>
                <a:srgbClr val="000000"/>
              </a:buClr>
              <a:buSzPts val="700"/>
              <a:buChar char="○"/>
              <a:defRPr sz="2100"/>
            </a:lvl2pPr>
            <a:lvl3pPr marL="1371600" indent="-273050" algn="l">
              <a:lnSpc>
                <a:spcPct val="100000"/>
              </a:lnSpc>
              <a:spcBef>
                <a:spcPts val="0"/>
              </a:spcBef>
              <a:spcAft>
                <a:spcPts val="0"/>
              </a:spcAft>
              <a:buClr>
                <a:srgbClr val="000000"/>
              </a:buClr>
              <a:buSzPts val="700"/>
              <a:buChar char="■"/>
              <a:defRPr sz="2100"/>
            </a:lvl3pPr>
            <a:lvl4pPr marL="1828800" indent="-273050" algn="l">
              <a:lnSpc>
                <a:spcPct val="100000"/>
              </a:lnSpc>
              <a:spcBef>
                <a:spcPts val="0"/>
              </a:spcBef>
              <a:spcAft>
                <a:spcPts val="0"/>
              </a:spcAft>
              <a:buClr>
                <a:srgbClr val="000000"/>
              </a:buClr>
              <a:buSzPts val="700"/>
              <a:buChar char="●"/>
              <a:defRPr sz="2100"/>
            </a:lvl4pPr>
            <a:lvl5pPr marL="2286000" indent="-273050" algn="l">
              <a:lnSpc>
                <a:spcPct val="100000"/>
              </a:lnSpc>
              <a:spcBef>
                <a:spcPts val="0"/>
              </a:spcBef>
              <a:spcAft>
                <a:spcPts val="0"/>
              </a:spcAft>
              <a:buClr>
                <a:srgbClr val="000000"/>
              </a:buClr>
              <a:buSzPts val="700"/>
              <a:buChar char="○"/>
              <a:defRPr sz="2100"/>
            </a:lvl5pPr>
            <a:lvl6pPr marL="2743200" indent="-273050" algn="l">
              <a:lnSpc>
                <a:spcPct val="100000"/>
              </a:lnSpc>
              <a:spcBef>
                <a:spcPts val="0"/>
              </a:spcBef>
              <a:spcAft>
                <a:spcPts val="0"/>
              </a:spcAft>
              <a:buClr>
                <a:srgbClr val="000000"/>
              </a:buClr>
              <a:buSzPts val="700"/>
              <a:buChar char="■"/>
              <a:defRPr sz="2100"/>
            </a:lvl6pPr>
            <a:lvl7pPr marL="3200400" indent="-273050" algn="l">
              <a:lnSpc>
                <a:spcPct val="100000"/>
              </a:lnSpc>
              <a:spcBef>
                <a:spcPts val="0"/>
              </a:spcBef>
              <a:spcAft>
                <a:spcPts val="0"/>
              </a:spcAft>
              <a:buClr>
                <a:srgbClr val="000000"/>
              </a:buClr>
              <a:buSzPts val="700"/>
              <a:buChar char="●"/>
              <a:defRPr sz="2100"/>
            </a:lvl7pPr>
            <a:lvl8pPr marL="3657600" indent="-273050" algn="l">
              <a:lnSpc>
                <a:spcPct val="100000"/>
              </a:lnSpc>
              <a:spcBef>
                <a:spcPts val="0"/>
              </a:spcBef>
              <a:spcAft>
                <a:spcPts val="0"/>
              </a:spcAft>
              <a:buClr>
                <a:srgbClr val="000000"/>
              </a:buClr>
              <a:buSzPts val="700"/>
              <a:buChar char="○"/>
              <a:defRPr sz="2100"/>
            </a:lvl8pPr>
            <a:lvl9pPr marL="4114800" indent="-273050" algn="l">
              <a:lnSpc>
                <a:spcPct val="100000"/>
              </a:lnSpc>
              <a:spcBef>
                <a:spcPts val="0"/>
              </a:spcBef>
              <a:spcAft>
                <a:spcPts val="0"/>
              </a:spcAft>
              <a:buClr>
                <a:srgbClr val="000000"/>
              </a:buClr>
              <a:buSzPts val="700"/>
              <a:buChar char="■"/>
              <a:defRPr sz="2100"/>
            </a:lvl9pPr>
          </a:lstStyle>
          <a:p xmlns:a="http://schemas.openxmlformats.org/drawingml/2006/main"/>
        </p:txBody>
      </p:sp>
      <p:sp>
        <p:nvSpPr>
          <p:cNvPr id="457" name="Google Shape;457;p61">
            <a:extLst xmlns:a="http://schemas.openxmlformats.org/drawingml/2006/main">
              <a:ext uri="{FF2B5EF4-FFF2-40B4-BE49-F238E27FC236}">
                <a16:creationId xmlns:a16="http://schemas.microsoft.com/office/drawing/2014/main" id="{CF830BC8-6221-464E-9074-29536A98D765}"/>
              </a:ext>
            </a:extLst>
          </p:cNvPr>
          <p:cNvSpPr>
            <a:spLocks xmlns:a="http://schemas.openxmlformats.org/drawingml/2006/main" noGrp="1"/>
          </p:cNvSpPr>
          <p:nvPr>
            <p:ph type="body" idx="8"/>
          </p:nvPr>
        </p:nvSpPr>
        <p:spPr>
          <a:xfrm xmlns:a="http://schemas.openxmlformats.org/drawingml/2006/main">
            <a:off x="6248462" y="3437255"/>
            <a:ext cx="2565900" cy="12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lvl1pPr marL="457200" indent="-279400" algn="l">
              <a:lnSpc>
                <a:spcPct val="120000"/>
              </a:lnSpc>
              <a:spcBef>
                <a:spcPts val="0"/>
              </a:spcBef>
              <a:spcAft>
                <a:spcPts val="0"/>
              </a:spcAft>
              <a:buClr>
                <a:srgbClr val="7F7F7F"/>
              </a:buClr>
              <a:buSzPts val="800"/>
              <a:buFont typeface="Helvetica Neue"/>
              <a:buChar char="●"/>
              <a:defRPr sz="800">
                <a:solidFill>
                  <a:srgbClr val="7F7F7F"/>
                </a:solidFill>
              </a:defRPr>
            </a:lvl1pPr>
            <a:lvl2pPr marL="914400" indent="-273050" algn="l">
              <a:lnSpc>
                <a:spcPct val="100000"/>
              </a:lnSpc>
              <a:spcBef>
                <a:spcPts val="0"/>
              </a:spcBef>
              <a:spcAft>
                <a:spcPts val="0"/>
              </a:spcAft>
              <a:buClr>
                <a:srgbClr val="000000"/>
              </a:buClr>
              <a:buSzPts val="700"/>
              <a:buChar char="○"/>
              <a:defRPr sz="2100"/>
            </a:lvl2pPr>
            <a:lvl3pPr marL="1371600" indent="-273050" algn="l">
              <a:lnSpc>
                <a:spcPct val="100000"/>
              </a:lnSpc>
              <a:spcBef>
                <a:spcPts val="0"/>
              </a:spcBef>
              <a:spcAft>
                <a:spcPts val="0"/>
              </a:spcAft>
              <a:buClr>
                <a:srgbClr val="000000"/>
              </a:buClr>
              <a:buSzPts val="700"/>
              <a:buChar char="■"/>
              <a:defRPr sz="2100"/>
            </a:lvl3pPr>
            <a:lvl4pPr marL="1828800" indent="-273050" algn="l">
              <a:lnSpc>
                <a:spcPct val="100000"/>
              </a:lnSpc>
              <a:spcBef>
                <a:spcPts val="0"/>
              </a:spcBef>
              <a:spcAft>
                <a:spcPts val="0"/>
              </a:spcAft>
              <a:buClr>
                <a:srgbClr val="000000"/>
              </a:buClr>
              <a:buSzPts val="700"/>
              <a:buChar char="●"/>
              <a:defRPr sz="2100"/>
            </a:lvl4pPr>
            <a:lvl5pPr marL="2286000" indent="-273050" algn="l">
              <a:lnSpc>
                <a:spcPct val="100000"/>
              </a:lnSpc>
              <a:spcBef>
                <a:spcPts val="0"/>
              </a:spcBef>
              <a:spcAft>
                <a:spcPts val="0"/>
              </a:spcAft>
              <a:buClr>
                <a:srgbClr val="000000"/>
              </a:buClr>
              <a:buSzPts val="700"/>
              <a:buChar char="○"/>
              <a:defRPr sz="2100"/>
            </a:lvl5pPr>
            <a:lvl6pPr marL="2743200" indent="-273050" algn="l">
              <a:lnSpc>
                <a:spcPct val="100000"/>
              </a:lnSpc>
              <a:spcBef>
                <a:spcPts val="0"/>
              </a:spcBef>
              <a:spcAft>
                <a:spcPts val="0"/>
              </a:spcAft>
              <a:buClr>
                <a:srgbClr val="000000"/>
              </a:buClr>
              <a:buSzPts val="700"/>
              <a:buChar char="■"/>
              <a:defRPr sz="2100"/>
            </a:lvl6pPr>
            <a:lvl7pPr marL="3200400" indent="-273050" algn="l">
              <a:lnSpc>
                <a:spcPct val="100000"/>
              </a:lnSpc>
              <a:spcBef>
                <a:spcPts val="0"/>
              </a:spcBef>
              <a:spcAft>
                <a:spcPts val="0"/>
              </a:spcAft>
              <a:buClr>
                <a:srgbClr val="000000"/>
              </a:buClr>
              <a:buSzPts val="700"/>
              <a:buChar char="●"/>
              <a:defRPr sz="2100"/>
            </a:lvl7pPr>
            <a:lvl8pPr marL="3657600" indent="-273050" algn="l">
              <a:lnSpc>
                <a:spcPct val="100000"/>
              </a:lnSpc>
              <a:spcBef>
                <a:spcPts val="0"/>
              </a:spcBef>
              <a:spcAft>
                <a:spcPts val="0"/>
              </a:spcAft>
              <a:buClr>
                <a:srgbClr val="000000"/>
              </a:buClr>
              <a:buSzPts val="700"/>
              <a:buChar char="○"/>
              <a:defRPr sz="2100"/>
            </a:lvl8pPr>
            <a:lvl9pPr marL="4114800" indent="-273050" algn="l">
              <a:lnSpc>
                <a:spcPct val="100000"/>
              </a:lnSpc>
              <a:spcBef>
                <a:spcPts val="0"/>
              </a:spcBef>
              <a:spcAft>
                <a:spcPts val="0"/>
              </a:spcAft>
              <a:buClr>
                <a:srgbClr val="000000"/>
              </a:buClr>
              <a:buSzPts val="700"/>
              <a:buChar char="■"/>
              <a:defRPr sz="2100"/>
            </a:lvl9pPr>
          </a:lstStyle>
          <a:p xmlns:a="http://schemas.openxmlformats.org/drawingml/2006/main"/>
        </p:txBody>
      </p:sp>
      <p:sp>
        <p:nvSpPr>
          <p:cNvPr id="458" name="Google Shape;458;p61">
            <a:extLst xmlns:a="http://schemas.openxmlformats.org/drawingml/2006/main">
              <a:ext uri="{FF2B5EF4-FFF2-40B4-BE49-F238E27FC236}">
                <a16:creationId xmlns:a16="http://schemas.microsoft.com/office/drawing/2014/main" id="{CAF46BBF-C364-4308-9692-EE8C8FFB67ED}"/>
              </a:ext>
            </a:extLst>
          </p:cNvPr>
          <p:cNvSpPr>
            <a:spLocks xmlns:a="http://schemas.openxmlformats.org/drawingml/2006/main" noGrp="1"/>
          </p:cNvSpPr>
          <p:nvPr>
            <p:ph type="body" idx="9"/>
          </p:nvPr>
        </p:nvSpPr>
        <p:spPr>
          <a:xfrm xmlns:a="http://schemas.openxmlformats.org/drawingml/2006/main">
            <a:off x="6247732" y="4383209"/>
            <a:ext cx="2565900" cy="264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b">
            <a:spAutoFit/>
          </a:bodyPr>
          <a:lstStyle xmlns:a="http://schemas.openxmlformats.org/drawingml/2006/main">
            <a:lvl1pPr marL="457200" indent="-279400" algn="l">
              <a:lnSpc>
                <a:spcPct val="120000"/>
              </a:lnSpc>
              <a:spcBef>
                <a:spcPts val="0"/>
              </a:spcBef>
              <a:spcAft>
                <a:spcPts val="0"/>
              </a:spcAft>
              <a:buClr>
                <a:srgbClr val="7F7F7F"/>
              </a:buClr>
              <a:buSzPts val="800"/>
              <a:buFont typeface="Helvetica Neue"/>
              <a:buChar char="●"/>
              <a:defRPr sz="800">
                <a:solidFill>
                  <a:srgbClr val="7F7F7F"/>
                </a:solidFill>
              </a:defRPr>
            </a:lvl1pPr>
            <a:lvl2pPr marL="914400" indent="-273050" algn="l">
              <a:lnSpc>
                <a:spcPct val="100000"/>
              </a:lnSpc>
              <a:spcBef>
                <a:spcPts val="0"/>
              </a:spcBef>
              <a:spcAft>
                <a:spcPts val="0"/>
              </a:spcAft>
              <a:buClr>
                <a:srgbClr val="000000"/>
              </a:buClr>
              <a:buSzPts val="700"/>
              <a:buChar char="○"/>
              <a:defRPr sz="2100"/>
            </a:lvl2pPr>
            <a:lvl3pPr marL="1371600" indent="-273050" algn="l">
              <a:lnSpc>
                <a:spcPct val="100000"/>
              </a:lnSpc>
              <a:spcBef>
                <a:spcPts val="0"/>
              </a:spcBef>
              <a:spcAft>
                <a:spcPts val="0"/>
              </a:spcAft>
              <a:buClr>
                <a:srgbClr val="000000"/>
              </a:buClr>
              <a:buSzPts val="700"/>
              <a:buChar char="■"/>
              <a:defRPr sz="2100"/>
            </a:lvl3pPr>
            <a:lvl4pPr marL="1828800" indent="-273050" algn="l">
              <a:lnSpc>
                <a:spcPct val="100000"/>
              </a:lnSpc>
              <a:spcBef>
                <a:spcPts val="0"/>
              </a:spcBef>
              <a:spcAft>
                <a:spcPts val="0"/>
              </a:spcAft>
              <a:buClr>
                <a:srgbClr val="000000"/>
              </a:buClr>
              <a:buSzPts val="700"/>
              <a:buChar char="●"/>
              <a:defRPr sz="2100"/>
            </a:lvl4pPr>
            <a:lvl5pPr marL="2286000" indent="-273050" algn="l">
              <a:lnSpc>
                <a:spcPct val="100000"/>
              </a:lnSpc>
              <a:spcBef>
                <a:spcPts val="0"/>
              </a:spcBef>
              <a:spcAft>
                <a:spcPts val="0"/>
              </a:spcAft>
              <a:buClr>
                <a:srgbClr val="000000"/>
              </a:buClr>
              <a:buSzPts val="700"/>
              <a:buChar char="○"/>
              <a:defRPr sz="2100"/>
            </a:lvl5pPr>
            <a:lvl6pPr marL="2743200" indent="-273050" algn="l">
              <a:lnSpc>
                <a:spcPct val="100000"/>
              </a:lnSpc>
              <a:spcBef>
                <a:spcPts val="0"/>
              </a:spcBef>
              <a:spcAft>
                <a:spcPts val="0"/>
              </a:spcAft>
              <a:buClr>
                <a:srgbClr val="000000"/>
              </a:buClr>
              <a:buSzPts val="700"/>
              <a:buChar char="■"/>
              <a:defRPr sz="2100"/>
            </a:lvl6pPr>
            <a:lvl7pPr marL="3200400" indent="-273050" algn="l">
              <a:lnSpc>
                <a:spcPct val="100000"/>
              </a:lnSpc>
              <a:spcBef>
                <a:spcPts val="0"/>
              </a:spcBef>
              <a:spcAft>
                <a:spcPts val="0"/>
              </a:spcAft>
              <a:buClr>
                <a:srgbClr val="000000"/>
              </a:buClr>
              <a:buSzPts val="700"/>
              <a:buChar char="●"/>
              <a:defRPr sz="2100"/>
            </a:lvl7pPr>
            <a:lvl8pPr marL="3657600" indent="-273050" algn="l">
              <a:lnSpc>
                <a:spcPct val="100000"/>
              </a:lnSpc>
              <a:spcBef>
                <a:spcPts val="0"/>
              </a:spcBef>
              <a:spcAft>
                <a:spcPts val="0"/>
              </a:spcAft>
              <a:buClr>
                <a:srgbClr val="000000"/>
              </a:buClr>
              <a:buSzPts val="700"/>
              <a:buChar char="○"/>
              <a:defRPr sz="2100"/>
            </a:lvl8pPr>
            <a:lvl9pPr marL="4114800" indent="-273050" algn="l">
              <a:lnSpc>
                <a:spcPct val="100000"/>
              </a:lnSpc>
              <a:spcBef>
                <a:spcPts val="0"/>
              </a:spcBef>
              <a:spcAft>
                <a:spcPts val="0"/>
              </a:spcAft>
              <a:buClr>
                <a:srgbClr val="000000"/>
              </a:buClr>
              <a:buSzPts val="700"/>
              <a:buChar char="■"/>
              <a:defRPr sz="2100"/>
            </a:lvl9pPr>
          </a:lstStyle>
          <a:p xmlns:a="http://schemas.openxmlformats.org/drawingml/2006/main"/>
        </p:txBody>
      </p:sp>
      <p:sp>
        <p:nvSpPr>
          <p:cNvPr id="459" name="Google Shape;459;p61">
            <a:extLst xmlns:a="http://schemas.openxmlformats.org/drawingml/2006/main">
              <a:ext uri="{FF2B5EF4-FFF2-40B4-BE49-F238E27FC236}">
                <a16:creationId xmlns:a16="http://schemas.microsoft.com/office/drawing/2014/main" id="{49F206EB-8779-4146-A8E8-B2E50B7B4A37}"/>
              </a:ext>
            </a:extLst>
          </p:cNvPr>
          <p:cNvSpPr>
            <a:spLocks xmlns:a="http://schemas.openxmlformats.org/drawingml/2006/main" noGrp="1"/>
          </p:cNvSpPr>
          <p:nvPr>
            <p:ph type="body" idx="13"/>
          </p:nvPr>
        </p:nvSpPr>
        <p:spPr>
          <a:xfrm xmlns:a="http://schemas.openxmlformats.org/drawingml/2006/main">
            <a:off x="201380" y="164050"/>
            <a:ext cx="5368200" cy="164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9050" tIns="19050" rIns="19050" bIns="19050" anchor="t">
            <a:spAutoFit/>
          </a:bodyPr>
          <a:lstStyle xmlns:a="http://schemas.openxmlformats.org/drawingml/2006/main">
            <a:lvl1pPr marL="457200" indent="-228600" algn="l">
              <a:lnSpc>
                <a:spcPct val="90000"/>
              </a:lnSpc>
              <a:spcBef>
                <a:spcPts val="400"/>
              </a:spcBef>
              <a:spcAft>
                <a:spcPts val="0"/>
              </a:spcAft>
              <a:buClr>
                <a:schemeClr val="dk2"/>
              </a:buClr>
              <a:buSzPts val="750"/>
              <a:buNone/>
              <a:defRPr sz="750" b="0" i="0" u="none" cap="none">
                <a:solidFill>
                  <a:schemeClr val="dk2"/>
                </a:solidFill>
              </a:defRPr>
            </a:lvl1pPr>
            <a:lvl2pPr marL="914400" indent="-276225" algn="l">
              <a:lnSpc>
                <a:spcPct val="90000"/>
              </a:lnSpc>
              <a:spcBef>
                <a:spcPts val="1200"/>
              </a:spcBef>
              <a:spcAft>
                <a:spcPts val="0"/>
              </a:spcAft>
              <a:buClr>
                <a:schemeClr val="lt1"/>
              </a:buClr>
              <a:buSzPts val="750"/>
              <a:buChar char="○"/>
              <a:defRPr sz="750"/>
            </a:lvl2pPr>
            <a:lvl3pPr marL="1371600" indent="-276225" algn="l">
              <a:lnSpc>
                <a:spcPct val="90000"/>
              </a:lnSpc>
              <a:spcBef>
                <a:spcPts val="1200"/>
              </a:spcBef>
              <a:spcAft>
                <a:spcPts val="0"/>
              </a:spcAft>
              <a:buClr>
                <a:schemeClr val="lt1"/>
              </a:buClr>
              <a:buSzPts val="750"/>
              <a:buChar char="■"/>
              <a:defRPr sz="750"/>
            </a:lvl3pPr>
            <a:lvl4pPr marL="1828800" indent="-276225" algn="l">
              <a:lnSpc>
                <a:spcPct val="90000"/>
              </a:lnSpc>
              <a:spcBef>
                <a:spcPts val="1200"/>
              </a:spcBef>
              <a:spcAft>
                <a:spcPts val="0"/>
              </a:spcAft>
              <a:buClr>
                <a:schemeClr val="lt1"/>
              </a:buClr>
              <a:buSzPts val="750"/>
              <a:buChar char="●"/>
              <a:defRPr sz="750"/>
            </a:lvl4pPr>
            <a:lvl5pPr marL="2286000" indent="-276225" algn="l">
              <a:lnSpc>
                <a:spcPct val="90000"/>
              </a:lnSpc>
              <a:spcBef>
                <a:spcPts val="1200"/>
              </a:spcBef>
              <a:spcAft>
                <a:spcPts val="0"/>
              </a:spcAft>
              <a:buClr>
                <a:schemeClr val="lt1"/>
              </a:buClr>
              <a:buSzPts val="750"/>
              <a:buChar char="○"/>
              <a:defRPr sz="750"/>
            </a:lvl5pPr>
            <a:lvl6pPr marL="2743200" indent="-276225" algn="l">
              <a:lnSpc>
                <a:spcPct val="90000"/>
              </a:lnSpc>
              <a:spcBef>
                <a:spcPts val="1200"/>
              </a:spcBef>
              <a:spcAft>
                <a:spcPts val="0"/>
              </a:spcAft>
              <a:buClr>
                <a:schemeClr val="dk1"/>
              </a:buClr>
              <a:buSzPts val="750"/>
              <a:buChar char="■"/>
              <a:defRPr sz="750"/>
            </a:lvl6pPr>
            <a:lvl7pPr marL="3200400" indent="-276225" algn="l">
              <a:lnSpc>
                <a:spcPct val="90000"/>
              </a:lnSpc>
              <a:spcBef>
                <a:spcPts val="1200"/>
              </a:spcBef>
              <a:spcAft>
                <a:spcPts val="0"/>
              </a:spcAft>
              <a:buClr>
                <a:schemeClr val="dk1"/>
              </a:buClr>
              <a:buSzPts val="750"/>
              <a:buChar char="●"/>
              <a:defRPr sz="750"/>
            </a:lvl7pPr>
            <a:lvl8pPr marL="3657600" indent="-276225" algn="l">
              <a:lnSpc>
                <a:spcPct val="90000"/>
              </a:lnSpc>
              <a:spcBef>
                <a:spcPts val="1200"/>
              </a:spcBef>
              <a:spcAft>
                <a:spcPts val="0"/>
              </a:spcAft>
              <a:buClr>
                <a:schemeClr val="dk1"/>
              </a:buClr>
              <a:buSzPts val="750"/>
              <a:buChar char="○"/>
              <a:defRPr sz="750"/>
            </a:lvl8pPr>
            <a:lvl9pPr marL="4114800" indent="-276225" algn="l">
              <a:lnSpc>
                <a:spcPct val="90000"/>
              </a:lnSpc>
              <a:spcBef>
                <a:spcPts val="1200"/>
              </a:spcBef>
              <a:spcAft>
                <a:spcPts val="1200"/>
              </a:spcAft>
              <a:buClr>
                <a:schemeClr val="dk1"/>
              </a:buClr>
              <a:buSzPts val="750"/>
              <a:buChar char="■"/>
              <a:defRPr sz="750"/>
            </a:lvl9pPr>
          </a:lstStyle>
          <a:p xmlns:a="http://schemas.openxmlformats.org/drawingml/2006/main"/>
        </p:txBody>
      </p:sp>
      <p:sp>
        <p:nvSpPr>
          <p:cNvPr id="460" name="Google Shape;460;p61">
            <a:extLst xmlns:a="http://schemas.openxmlformats.org/drawingml/2006/main">
              <a:ext uri="{FF2B5EF4-FFF2-40B4-BE49-F238E27FC236}">
                <a16:creationId xmlns:a16="http://schemas.microsoft.com/office/drawing/2014/main" id="{9F9B654F-293F-4BA7-9E3E-31A6B9685349}"/>
              </a:ext>
            </a:extLst>
          </p:cNvPr>
          <p:cNvSpPr>
            <a:spLocks xmlns:a="http://schemas.openxmlformats.org/drawingml/2006/main" noGrp="1"/>
          </p:cNvSpPr>
          <p:nvPr>
            <p:ph type="title" idx="0"/>
          </p:nvPr>
        </p:nvSpPr>
        <p:spPr>
          <a:xfrm xmlns:a="http://schemas.openxmlformats.org/drawingml/2006/main">
            <a:off x="201375" y="295825"/>
            <a:ext cx="5772600" cy="346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300" tIns="17150" rIns="34300" bIns="17150" anchor="t">
            <a:noAutofit/>
          </a:bodyPr>
          <a:lstStyle xmlns:a="http://schemas.openxmlformats.org/drawingml/2006/main">
            <a:lvl1pPr algn="l">
              <a:lnSpc>
                <a:spcPct val="90000"/>
              </a:lnSpc>
              <a:spcBef>
                <a:spcPts val="0"/>
              </a:spcBef>
              <a:spcAft>
                <a:spcPts val="0"/>
              </a:spcAft>
              <a:buClr>
                <a:schemeClr val="dk1"/>
              </a:buClr>
              <a:buSzPts val="2250"/>
              <a:buFont typeface="Helvetica Neue"/>
              <a:buNone/>
              <a:defRPr sz="2250" b="0">
                <a:solidFill>
                  <a:schemeClr val="dk1"/>
                </a:solidFill>
              </a:defRPr>
            </a:lvl1pPr>
            <a:lvl2pPr>
              <a:spcBef>
                <a:spcPts val="0"/>
              </a:spcBef>
              <a:spcAft>
                <a:spcPts val="0"/>
              </a:spcAft>
              <a:buSzPts val="500"/>
              <a:buNone/>
              <a:defRPr sz="700"/>
            </a:lvl2pPr>
            <a:lvl3pPr>
              <a:spcBef>
                <a:spcPts val="0"/>
              </a:spcBef>
              <a:spcAft>
                <a:spcPts val="0"/>
              </a:spcAft>
              <a:buSzPts val="500"/>
              <a:buNone/>
              <a:defRPr sz="700"/>
            </a:lvl3pPr>
            <a:lvl4pPr>
              <a:spcBef>
                <a:spcPts val="0"/>
              </a:spcBef>
              <a:spcAft>
                <a:spcPts val="0"/>
              </a:spcAft>
              <a:buSzPts val="500"/>
              <a:buNone/>
              <a:defRPr sz="700"/>
            </a:lvl4pPr>
            <a:lvl5pPr>
              <a:spcBef>
                <a:spcPts val="0"/>
              </a:spcBef>
              <a:spcAft>
                <a:spcPts val="0"/>
              </a:spcAft>
              <a:buSzPts val="500"/>
              <a:buNone/>
              <a:defRPr sz="700"/>
            </a:lvl5pPr>
            <a:lvl6pPr>
              <a:spcBef>
                <a:spcPts val="0"/>
              </a:spcBef>
              <a:spcAft>
                <a:spcPts val="0"/>
              </a:spcAft>
              <a:buSzPts val="500"/>
              <a:buNone/>
              <a:defRPr sz="700"/>
            </a:lvl6pPr>
            <a:lvl7pPr>
              <a:spcBef>
                <a:spcPts val="0"/>
              </a:spcBef>
              <a:spcAft>
                <a:spcPts val="0"/>
              </a:spcAft>
              <a:buSzPts val="500"/>
              <a:buNone/>
              <a:defRPr sz="700"/>
            </a:lvl7pPr>
            <a:lvl8pPr>
              <a:spcBef>
                <a:spcPts val="0"/>
              </a:spcBef>
              <a:spcAft>
                <a:spcPts val="0"/>
              </a:spcAft>
              <a:buSzPts val="500"/>
              <a:buNone/>
              <a:defRPr sz="700"/>
            </a:lvl8pPr>
            <a:lvl9pPr>
              <a:spcBef>
                <a:spcPts val="0"/>
              </a:spcBef>
              <a:spcAft>
                <a:spcPts val="0"/>
              </a:spcAft>
              <a:buSzPts val="500"/>
              <a:buNone/>
              <a:defRPr sz="700"/>
            </a:lvl9pPr>
          </a:lstStyle>
          <a:p xmlns:a="http://schemas.openxmlformats.org/drawingml/2006/main"/>
        </p:txBody>
      </p:sp>
      <p:pic>
        <p:nvPicPr>
          <p:cNvPr id="476" name="Google Shape;461;p61"/>
          <p:cNvPicPr>
            <a:picLocks xmlns:a="http://schemas.openxmlformats.org/drawingml/2006/main" noChangeAspect="1"/>
          </p:cNvPicPr>
          <p:nvPr/>
        </p:nvPicPr>
        <p:blipFill>
          <a:blip xmlns:r="http://schemas.openxmlformats.org/officeDocument/2006/relationships" xmlns:a="http://schemas.openxmlformats.org/drawingml/2006/main" r:embed="R315a925bc62348a5">
            <a:alphaModFix/>
          </a:blip>
          <a:stretch xmlns:a="http://schemas.openxmlformats.org/drawingml/2006/main">
            <a:fillRect l="0" t="0" r="0" b="0"/>
          </a:stretch>
        </p:blipFill>
        <p:spPr>
          <a:xfrm xmlns:a="http://schemas.openxmlformats.org/drawingml/2006/main">
            <a:off x="228600" y="4836074"/>
            <a:ext cx="153925" cy="153925"/>
          </a:xfrm>
          <a:prstGeom xmlns:a="http://schemas.openxmlformats.org/drawingml/2006/main" prst="rect">
            <a:avLst/>
          </a:prstGeom>
          <a:ln xmlns:a="http://schemas.openxmlformats.org/drawingml/2006/main">
            <a:noFill/>
          </a:ln>
        </p:spPr>
      </p:pic>
    </p:spTree>
  </p:cSld>
</p:sldLayout>
</file>

<file path=ppt/slideLayouts/slideLayout61.xml><?xml version="1.0" encoding="utf-8"?>
<p:sldLayout xmlns:p="http://schemas.openxmlformats.org/presentationml/2006/main" matchingName="Data summary 5">
  <p:cSld name="Title 1 – Light_1_1">
    <p:bg>
      <p:bgPr>
        <a:solidFill xmlns:a="http://schemas.openxmlformats.org/drawingml/2006/main">
          <a:schemeClr val="lt1"/>
        </a:solidFill>
      </p:bgPr>
    </p:bg>
    <p:spTree>
      <p:nvGrpSpPr>
        <p:cNvPr id="1" name=""/>
        <p:cNvGrpSpPr/>
        <p:nvPr/>
      </p:nvGrpSpPr>
      <p:grpSpPr>
        <a:xfrm xmlns:a="http://schemas.openxmlformats.org/drawingml/2006/main"/>
      </p:grpSpPr>
      <p:sp>
        <p:nvSpPr>
          <p:cNvPr id="463" name="Google Shape;463;p62">
            <a:extLst xmlns:a="http://schemas.openxmlformats.org/drawingml/2006/main">
              <a:ext uri="{FF2B5EF4-FFF2-40B4-BE49-F238E27FC236}">
                <a16:creationId xmlns:a16="http://schemas.microsoft.com/office/drawing/2014/main" id="{66559299-43B0-42B4-94A6-BC91E4511E05}"/>
              </a:ext>
            </a:extLst>
          </p:cNvPr>
          <p:cNvSpPr>
            <a:spLocks xmlns:a="http://schemas.openxmlformats.org/drawingml/2006/main" noGrp="1"/>
          </p:cNvSpPr>
          <p:nvPr>
            <p:ph type="body" idx="1"/>
          </p:nvPr>
        </p:nvSpPr>
        <p:spPr>
          <a:xfrm xmlns:a="http://schemas.openxmlformats.org/drawingml/2006/main">
            <a:off x="228600" y="1746286"/>
            <a:ext cx="2807100" cy="2991000"/>
          </a:xfrm>
          <a:prstGeom xmlns:a="http://schemas.openxmlformats.org/drawingml/2006/main" prst="roundRect">
            <a:avLst>
              <a:gd name="adj" fmla="val 2728"/>
            </a:avLst>
          </a:prstGeom>
          <a:solidFill xmlns:a="http://schemas.openxmlformats.org/drawingml/2006/main">
            <a:srgbClr val="F4F2E6"/>
          </a:solidFill>
          <a:ln xmlns:a="http://schemas.openxmlformats.org/drawingml/2006/main">
            <a:noFill/>
          </a:ln>
        </p:spPr>
        <p:txBody>
          <a:bodyPr xmlns:a="http://schemas.openxmlformats.org/drawingml/2006/main" spcFirstLastPara="1" wrap="square" lIns="34300" tIns="109725" rIns="34300" bIns="17150" anchor="t">
            <a:normAutofit/>
          </a:bodyPr>
          <a:lstStyle xmlns:a="http://schemas.openxmlformats.org/drawingml/2006/main">
            <a:lvl1pPr marL="457200" indent="-228600">
              <a:lnSpc>
                <a:spcPct val="90000"/>
              </a:lnSpc>
              <a:spcBef>
                <a:spcPts val="400"/>
              </a:spcBef>
              <a:spcAft>
                <a:spcPts val="0"/>
              </a:spcAft>
              <a:buClr>
                <a:srgbClr val="F4F2E6"/>
              </a:buClr>
              <a:buSzPts val="1200"/>
              <a:buFont typeface="Arial"/>
              <a:buNone/>
              <a:defRPr sz="1200">
                <a:solidFill>
                  <a:srgbClr val="F4F2E6"/>
                </a:solidFill>
              </a:defRPr>
            </a:lvl1pPr>
            <a:lvl2pPr marL="914400" indent="-304800">
              <a:lnSpc>
                <a:spcPct val="90000"/>
              </a:lnSpc>
              <a:spcBef>
                <a:spcPts val="1200"/>
              </a:spcBef>
              <a:spcAft>
                <a:spcPts val="0"/>
              </a:spcAft>
              <a:buClr>
                <a:srgbClr val="F4F2E6"/>
              </a:buClr>
              <a:buSzPts val="1200"/>
              <a:buChar char="○"/>
              <a:defRPr sz="1200">
                <a:solidFill>
                  <a:srgbClr val="F4F2E6"/>
                </a:solidFill>
              </a:defRPr>
            </a:lvl2pPr>
            <a:lvl3pPr marL="1371600" indent="-304800">
              <a:lnSpc>
                <a:spcPct val="90000"/>
              </a:lnSpc>
              <a:spcBef>
                <a:spcPts val="1200"/>
              </a:spcBef>
              <a:spcAft>
                <a:spcPts val="0"/>
              </a:spcAft>
              <a:buClr>
                <a:srgbClr val="F4F2E6"/>
              </a:buClr>
              <a:buSzPts val="1200"/>
              <a:buChar char="■"/>
              <a:defRPr sz="1200">
                <a:solidFill>
                  <a:srgbClr val="F4F2E6"/>
                </a:solidFill>
              </a:defRPr>
            </a:lvl3pPr>
            <a:lvl4pPr marL="1828800" indent="-304800">
              <a:lnSpc>
                <a:spcPct val="90000"/>
              </a:lnSpc>
              <a:spcBef>
                <a:spcPts val="1200"/>
              </a:spcBef>
              <a:spcAft>
                <a:spcPts val="0"/>
              </a:spcAft>
              <a:buClr>
                <a:srgbClr val="F4F2E6"/>
              </a:buClr>
              <a:buSzPts val="1200"/>
              <a:buChar char="●"/>
              <a:defRPr sz="1200">
                <a:solidFill>
                  <a:srgbClr val="F4F2E6"/>
                </a:solidFill>
              </a:defRPr>
            </a:lvl4pPr>
            <a:lvl5pPr marL="2286000" indent="-304800">
              <a:lnSpc>
                <a:spcPct val="90000"/>
              </a:lnSpc>
              <a:spcBef>
                <a:spcPts val="1200"/>
              </a:spcBef>
              <a:spcAft>
                <a:spcPts val="0"/>
              </a:spcAft>
              <a:buClr>
                <a:srgbClr val="F4F2E6"/>
              </a:buClr>
              <a:buSzPts val="1200"/>
              <a:buChar char="○"/>
              <a:defRPr sz="1200">
                <a:solidFill>
                  <a:srgbClr val="F4F2E6"/>
                </a:solidFill>
              </a:defRPr>
            </a:lvl5pPr>
            <a:lvl6pPr marL="2743200" indent="-304800">
              <a:lnSpc>
                <a:spcPct val="90000"/>
              </a:lnSpc>
              <a:spcBef>
                <a:spcPts val="1200"/>
              </a:spcBef>
              <a:spcAft>
                <a:spcPts val="0"/>
              </a:spcAft>
              <a:buClr>
                <a:srgbClr val="F4F2E6"/>
              </a:buClr>
              <a:buSzPts val="1200"/>
              <a:buChar char="■"/>
              <a:defRPr sz="1200">
                <a:solidFill>
                  <a:srgbClr val="F4F2E6"/>
                </a:solidFill>
              </a:defRPr>
            </a:lvl6pPr>
            <a:lvl7pPr marL="3200400" indent="-304800">
              <a:lnSpc>
                <a:spcPct val="90000"/>
              </a:lnSpc>
              <a:spcBef>
                <a:spcPts val="1200"/>
              </a:spcBef>
              <a:spcAft>
                <a:spcPts val="0"/>
              </a:spcAft>
              <a:buClr>
                <a:srgbClr val="F4F2E6"/>
              </a:buClr>
              <a:buSzPts val="1200"/>
              <a:buChar char="●"/>
              <a:defRPr sz="1200">
                <a:solidFill>
                  <a:srgbClr val="F4F2E6"/>
                </a:solidFill>
              </a:defRPr>
            </a:lvl7pPr>
            <a:lvl8pPr marL="3657600" indent="-304800">
              <a:lnSpc>
                <a:spcPct val="90000"/>
              </a:lnSpc>
              <a:spcBef>
                <a:spcPts val="1200"/>
              </a:spcBef>
              <a:spcAft>
                <a:spcPts val="0"/>
              </a:spcAft>
              <a:buClr>
                <a:srgbClr val="F4F2E6"/>
              </a:buClr>
              <a:buSzPts val="1200"/>
              <a:buChar char="○"/>
              <a:defRPr sz="1200">
                <a:solidFill>
                  <a:srgbClr val="F4F2E6"/>
                </a:solidFill>
              </a:defRPr>
            </a:lvl8pPr>
            <a:lvl9pPr marL="4114800" indent="-304800">
              <a:lnSpc>
                <a:spcPct val="90000"/>
              </a:lnSpc>
              <a:spcBef>
                <a:spcPts val="1200"/>
              </a:spcBef>
              <a:spcAft>
                <a:spcPts val="1200"/>
              </a:spcAft>
              <a:buClr>
                <a:srgbClr val="F4F2E6"/>
              </a:buClr>
              <a:buSzPts val="1200"/>
              <a:buChar char="■"/>
              <a:defRPr sz="1200">
                <a:solidFill>
                  <a:srgbClr val="F4F2E6"/>
                </a:solidFill>
              </a:defRPr>
            </a:lvl9pPr>
          </a:lstStyle>
          <a:p xmlns:a="http://schemas.openxmlformats.org/drawingml/2006/main"/>
        </p:txBody>
      </p:sp>
      <p:sp>
        <p:nvSpPr>
          <p:cNvPr id="464" name="Google Shape;464;p62">
            <a:extLst xmlns:a="http://schemas.openxmlformats.org/drawingml/2006/main">
              <a:ext uri="{FF2B5EF4-FFF2-40B4-BE49-F238E27FC236}">
                <a16:creationId xmlns:a16="http://schemas.microsoft.com/office/drawing/2014/main" id="{CA08AD06-C851-4EF7-A213-6F0FD16738D3}"/>
              </a:ext>
            </a:extLst>
          </p:cNvPr>
          <p:cNvSpPr>
            <a:spLocks xmlns:a="http://schemas.openxmlformats.org/drawingml/2006/main" noGrp="1"/>
          </p:cNvSpPr>
          <p:nvPr>
            <p:ph type="body" idx="2"/>
          </p:nvPr>
        </p:nvSpPr>
        <p:spPr>
          <a:xfrm xmlns:a="http://schemas.openxmlformats.org/drawingml/2006/main">
            <a:off x="3163200" y="232925"/>
            <a:ext cx="2807100" cy="1428300"/>
          </a:xfrm>
          <a:prstGeom xmlns:a="http://schemas.openxmlformats.org/drawingml/2006/main" prst="roundRect">
            <a:avLst>
              <a:gd name="adj" fmla="val 2728"/>
            </a:avLst>
          </a:prstGeom>
          <a:solidFill xmlns:a="http://schemas.openxmlformats.org/drawingml/2006/main">
            <a:srgbClr val="F4F2E6"/>
          </a:solidFill>
          <a:ln xmlns:a="http://schemas.openxmlformats.org/drawingml/2006/main">
            <a:noFill/>
          </a:ln>
        </p:spPr>
        <p:txBody>
          <a:bodyPr xmlns:a="http://schemas.openxmlformats.org/drawingml/2006/main" spcFirstLastPara="1" wrap="square" lIns="34300" tIns="109725" rIns="34300" bIns="17150" anchor="t">
            <a:normAutofit/>
          </a:bodyPr>
          <a:lstStyle xmlns:a="http://schemas.openxmlformats.org/drawingml/2006/main">
            <a:lvl1pPr marL="457200" indent="-228600">
              <a:lnSpc>
                <a:spcPct val="90000"/>
              </a:lnSpc>
              <a:spcBef>
                <a:spcPts val="400"/>
              </a:spcBef>
              <a:spcAft>
                <a:spcPts val="0"/>
              </a:spcAft>
              <a:buClr>
                <a:srgbClr val="F4F2E6"/>
              </a:buClr>
              <a:buSzPts val="1200"/>
              <a:buFont typeface="Arial"/>
              <a:buNone/>
              <a:defRPr sz="1200">
                <a:solidFill>
                  <a:srgbClr val="F4F2E6"/>
                </a:solidFill>
              </a:defRPr>
            </a:lvl1pPr>
            <a:lvl2pPr marL="914400" indent="-304800">
              <a:lnSpc>
                <a:spcPct val="90000"/>
              </a:lnSpc>
              <a:spcBef>
                <a:spcPts val="1200"/>
              </a:spcBef>
              <a:spcAft>
                <a:spcPts val="0"/>
              </a:spcAft>
              <a:buClr>
                <a:srgbClr val="F4F2E6"/>
              </a:buClr>
              <a:buSzPts val="1200"/>
              <a:buChar char="○"/>
              <a:defRPr sz="1200">
                <a:solidFill>
                  <a:srgbClr val="F4F2E6"/>
                </a:solidFill>
              </a:defRPr>
            </a:lvl2pPr>
            <a:lvl3pPr marL="1371600" indent="-304800">
              <a:lnSpc>
                <a:spcPct val="90000"/>
              </a:lnSpc>
              <a:spcBef>
                <a:spcPts val="1200"/>
              </a:spcBef>
              <a:spcAft>
                <a:spcPts val="0"/>
              </a:spcAft>
              <a:buClr>
                <a:srgbClr val="F4F2E6"/>
              </a:buClr>
              <a:buSzPts val="1200"/>
              <a:buChar char="■"/>
              <a:defRPr sz="1200">
                <a:solidFill>
                  <a:srgbClr val="F4F2E6"/>
                </a:solidFill>
              </a:defRPr>
            </a:lvl3pPr>
            <a:lvl4pPr marL="1828800" indent="-304800">
              <a:lnSpc>
                <a:spcPct val="90000"/>
              </a:lnSpc>
              <a:spcBef>
                <a:spcPts val="1200"/>
              </a:spcBef>
              <a:spcAft>
                <a:spcPts val="0"/>
              </a:spcAft>
              <a:buClr>
                <a:srgbClr val="F4F2E6"/>
              </a:buClr>
              <a:buSzPts val="1200"/>
              <a:buChar char="●"/>
              <a:defRPr sz="1200">
                <a:solidFill>
                  <a:srgbClr val="F4F2E6"/>
                </a:solidFill>
              </a:defRPr>
            </a:lvl4pPr>
            <a:lvl5pPr marL="2286000" indent="-304800">
              <a:lnSpc>
                <a:spcPct val="90000"/>
              </a:lnSpc>
              <a:spcBef>
                <a:spcPts val="1200"/>
              </a:spcBef>
              <a:spcAft>
                <a:spcPts val="0"/>
              </a:spcAft>
              <a:buClr>
                <a:srgbClr val="F4F2E6"/>
              </a:buClr>
              <a:buSzPts val="1200"/>
              <a:buChar char="○"/>
              <a:defRPr sz="1200">
                <a:solidFill>
                  <a:srgbClr val="F4F2E6"/>
                </a:solidFill>
              </a:defRPr>
            </a:lvl5pPr>
            <a:lvl6pPr marL="2743200" indent="-304800">
              <a:lnSpc>
                <a:spcPct val="90000"/>
              </a:lnSpc>
              <a:spcBef>
                <a:spcPts val="1200"/>
              </a:spcBef>
              <a:spcAft>
                <a:spcPts val="0"/>
              </a:spcAft>
              <a:buClr>
                <a:srgbClr val="F4F2E6"/>
              </a:buClr>
              <a:buSzPts val="1200"/>
              <a:buChar char="■"/>
              <a:defRPr sz="1200">
                <a:solidFill>
                  <a:srgbClr val="F4F2E6"/>
                </a:solidFill>
              </a:defRPr>
            </a:lvl6pPr>
            <a:lvl7pPr marL="3200400" indent="-304800">
              <a:lnSpc>
                <a:spcPct val="90000"/>
              </a:lnSpc>
              <a:spcBef>
                <a:spcPts val="1200"/>
              </a:spcBef>
              <a:spcAft>
                <a:spcPts val="0"/>
              </a:spcAft>
              <a:buClr>
                <a:srgbClr val="F4F2E6"/>
              </a:buClr>
              <a:buSzPts val="1200"/>
              <a:buChar char="●"/>
              <a:defRPr sz="1200">
                <a:solidFill>
                  <a:srgbClr val="F4F2E6"/>
                </a:solidFill>
              </a:defRPr>
            </a:lvl7pPr>
            <a:lvl8pPr marL="3657600" indent="-304800">
              <a:lnSpc>
                <a:spcPct val="90000"/>
              </a:lnSpc>
              <a:spcBef>
                <a:spcPts val="1200"/>
              </a:spcBef>
              <a:spcAft>
                <a:spcPts val="0"/>
              </a:spcAft>
              <a:buClr>
                <a:srgbClr val="F4F2E6"/>
              </a:buClr>
              <a:buSzPts val="1200"/>
              <a:buChar char="○"/>
              <a:defRPr sz="1200">
                <a:solidFill>
                  <a:srgbClr val="F4F2E6"/>
                </a:solidFill>
              </a:defRPr>
            </a:lvl8pPr>
            <a:lvl9pPr marL="4114800" indent="-304800">
              <a:lnSpc>
                <a:spcPct val="90000"/>
              </a:lnSpc>
              <a:spcBef>
                <a:spcPts val="1200"/>
              </a:spcBef>
              <a:spcAft>
                <a:spcPts val="1200"/>
              </a:spcAft>
              <a:buClr>
                <a:srgbClr val="F4F2E6"/>
              </a:buClr>
              <a:buSzPts val="1200"/>
              <a:buChar char="■"/>
              <a:defRPr sz="1200">
                <a:solidFill>
                  <a:srgbClr val="F4F2E6"/>
                </a:solidFill>
              </a:defRPr>
            </a:lvl9pPr>
          </a:lstStyle>
          <a:p xmlns:a="http://schemas.openxmlformats.org/drawingml/2006/main"/>
        </p:txBody>
      </p:sp>
      <p:sp>
        <p:nvSpPr>
          <p:cNvPr id="465" name="Google Shape;465;p62">
            <a:extLst xmlns:a="http://schemas.openxmlformats.org/drawingml/2006/main">
              <a:ext uri="{FF2B5EF4-FFF2-40B4-BE49-F238E27FC236}">
                <a16:creationId xmlns:a16="http://schemas.microsoft.com/office/drawing/2014/main" id="{9437B932-C74F-43FC-9BE2-D469EB83DF95}"/>
              </a:ext>
            </a:extLst>
          </p:cNvPr>
          <p:cNvSpPr>
            <a:spLocks xmlns:a="http://schemas.openxmlformats.org/drawingml/2006/main" noGrp="1"/>
          </p:cNvSpPr>
          <p:nvPr>
            <p:ph type="body" idx="3"/>
          </p:nvPr>
        </p:nvSpPr>
        <p:spPr>
          <a:xfrm xmlns:a="http://schemas.openxmlformats.org/drawingml/2006/main">
            <a:off x="3163200" y="1754505"/>
            <a:ext cx="2807100" cy="1453200"/>
          </a:xfrm>
          <a:prstGeom xmlns:a="http://schemas.openxmlformats.org/drawingml/2006/main" prst="roundRect">
            <a:avLst>
              <a:gd name="adj" fmla="val 2728"/>
            </a:avLst>
          </a:prstGeom>
          <a:solidFill xmlns:a="http://schemas.openxmlformats.org/drawingml/2006/main">
            <a:srgbClr val="F4F2E6"/>
          </a:solidFill>
          <a:ln xmlns:a="http://schemas.openxmlformats.org/drawingml/2006/main">
            <a:noFill/>
          </a:ln>
        </p:spPr>
        <p:txBody>
          <a:bodyPr xmlns:a="http://schemas.openxmlformats.org/drawingml/2006/main" spcFirstLastPara="1" wrap="square" lIns="34300" tIns="109725" rIns="34300" bIns="17150" anchor="t">
            <a:normAutofit/>
          </a:bodyPr>
          <a:lstStyle xmlns:a="http://schemas.openxmlformats.org/drawingml/2006/main">
            <a:lvl1pPr marL="457200" indent="-228600">
              <a:lnSpc>
                <a:spcPct val="90000"/>
              </a:lnSpc>
              <a:spcBef>
                <a:spcPts val="400"/>
              </a:spcBef>
              <a:spcAft>
                <a:spcPts val="0"/>
              </a:spcAft>
              <a:buClr>
                <a:srgbClr val="F4F2E6"/>
              </a:buClr>
              <a:buSzPts val="1200"/>
              <a:buFont typeface="Arial"/>
              <a:buNone/>
              <a:defRPr sz="1200">
                <a:solidFill>
                  <a:srgbClr val="F4F2E6"/>
                </a:solidFill>
              </a:defRPr>
            </a:lvl1pPr>
            <a:lvl2pPr marL="914400" indent="-304800">
              <a:lnSpc>
                <a:spcPct val="90000"/>
              </a:lnSpc>
              <a:spcBef>
                <a:spcPts val="1200"/>
              </a:spcBef>
              <a:spcAft>
                <a:spcPts val="0"/>
              </a:spcAft>
              <a:buClr>
                <a:srgbClr val="F4F2E6"/>
              </a:buClr>
              <a:buSzPts val="1200"/>
              <a:buChar char="○"/>
              <a:defRPr sz="1200">
                <a:solidFill>
                  <a:srgbClr val="F4F2E6"/>
                </a:solidFill>
              </a:defRPr>
            </a:lvl2pPr>
            <a:lvl3pPr marL="1371600" indent="-304800">
              <a:lnSpc>
                <a:spcPct val="90000"/>
              </a:lnSpc>
              <a:spcBef>
                <a:spcPts val="1200"/>
              </a:spcBef>
              <a:spcAft>
                <a:spcPts val="0"/>
              </a:spcAft>
              <a:buClr>
                <a:srgbClr val="F4F2E6"/>
              </a:buClr>
              <a:buSzPts val="1200"/>
              <a:buChar char="■"/>
              <a:defRPr sz="1200">
                <a:solidFill>
                  <a:srgbClr val="F4F2E6"/>
                </a:solidFill>
              </a:defRPr>
            </a:lvl3pPr>
            <a:lvl4pPr marL="1828800" indent="-304800">
              <a:lnSpc>
                <a:spcPct val="90000"/>
              </a:lnSpc>
              <a:spcBef>
                <a:spcPts val="1200"/>
              </a:spcBef>
              <a:spcAft>
                <a:spcPts val="0"/>
              </a:spcAft>
              <a:buClr>
                <a:srgbClr val="F4F2E6"/>
              </a:buClr>
              <a:buSzPts val="1200"/>
              <a:buChar char="●"/>
              <a:defRPr sz="1200">
                <a:solidFill>
                  <a:srgbClr val="F4F2E6"/>
                </a:solidFill>
              </a:defRPr>
            </a:lvl4pPr>
            <a:lvl5pPr marL="2286000" indent="-304800">
              <a:lnSpc>
                <a:spcPct val="90000"/>
              </a:lnSpc>
              <a:spcBef>
                <a:spcPts val="1200"/>
              </a:spcBef>
              <a:spcAft>
                <a:spcPts val="0"/>
              </a:spcAft>
              <a:buClr>
                <a:srgbClr val="F4F2E6"/>
              </a:buClr>
              <a:buSzPts val="1200"/>
              <a:buChar char="○"/>
              <a:defRPr sz="1200">
                <a:solidFill>
                  <a:srgbClr val="F4F2E6"/>
                </a:solidFill>
              </a:defRPr>
            </a:lvl5pPr>
            <a:lvl6pPr marL="2743200" indent="-304800">
              <a:lnSpc>
                <a:spcPct val="90000"/>
              </a:lnSpc>
              <a:spcBef>
                <a:spcPts val="1200"/>
              </a:spcBef>
              <a:spcAft>
                <a:spcPts val="0"/>
              </a:spcAft>
              <a:buClr>
                <a:srgbClr val="F4F2E6"/>
              </a:buClr>
              <a:buSzPts val="1200"/>
              <a:buChar char="■"/>
              <a:defRPr sz="1200">
                <a:solidFill>
                  <a:srgbClr val="F4F2E6"/>
                </a:solidFill>
              </a:defRPr>
            </a:lvl6pPr>
            <a:lvl7pPr marL="3200400" indent="-304800">
              <a:lnSpc>
                <a:spcPct val="90000"/>
              </a:lnSpc>
              <a:spcBef>
                <a:spcPts val="1200"/>
              </a:spcBef>
              <a:spcAft>
                <a:spcPts val="0"/>
              </a:spcAft>
              <a:buClr>
                <a:srgbClr val="F4F2E6"/>
              </a:buClr>
              <a:buSzPts val="1200"/>
              <a:buChar char="●"/>
              <a:defRPr sz="1200">
                <a:solidFill>
                  <a:srgbClr val="F4F2E6"/>
                </a:solidFill>
              </a:defRPr>
            </a:lvl7pPr>
            <a:lvl8pPr marL="3657600" indent="-304800">
              <a:lnSpc>
                <a:spcPct val="90000"/>
              </a:lnSpc>
              <a:spcBef>
                <a:spcPts val="1200"/>
              </a:spcBef>
              <a:spcAft>
                <a:spcPts val="0"/>
              </a:spcAft>
              <a:buClr>
                <a:srgbClr val="F4F2E6"/>
              </a:buClr>
              <a:buSzPts val="1200"/>
              <a:buChar char="○"/>
              <a:defRPr sz="1200">
                <a:solidFill>
                  <a:srgbClr val="F4F2E6"/>
                </a:solidFill>
              </a:defRPr>
            </a:lvl8pPr>
            <a:lvl9pPr marL="4114800" indent="-304800">
              <a:lnSpc>
                <a:spcPct val="90000"/>
              </a:lnSpc>
              <a:spcBef>
                <a:spcPts val="1200"/>
              </a:spcBef>
              <a:spcAft>
                <a:spcPts val="1200"/>
              </a:spcAft>
              <a:buClr>
                <a:srgbClr val="F4F2E6"/>
              </a:buClr>
              <a:buSzPts val="1200"/>
              <a:buChar char="■"/>
              <a:defRPr sz="1200">
                <a:solidFill>
                  <a:srgbClr val="F4F2E6"/>
                </a:solidFill>
              </a:defRPr>
            </a:lvl9pPr>
          </a:lstStyle>
          <a:p xmlns:a="http://schemas.openxmlformats.org/drawingml/2006/main"/>
        </p:txBody>
      </p:sp>
      <p:sp>
        <p:nvSpPr>
          <p:cNvPr id="466" name="Google Shape;466;p62">
            <a:extLst xmlns:a="http://schemas.openxmlformats.org/drawingml/2006/main">
              <a:ext uri="{FF2B5EF4-FFF2-40B4-BE49-F238E27FC236}">
                <a16:creationId xmlns:a16="http://schemas.microsoft.com/office/drawing/2014/main" id="{7C265B08-5FEF-446F-9F5D-D62202AD007B}"/>
              </a:ext>
            </a:extLst>
          </p:cNvPr>
          <p:cNvSpPr>
            <a:spLocks xmlns:a="http://schemas.openxmlformats.org/drawingml/2006/main" noGrp="1"/>
          </p:cNvSpPr>
          <p:nvPr>
            <p:ph type="body" idx="4"/>
          </p:nvPr>
        </p:nvSpPr>
        <p:spPr>
          <a:xfrm xmlns:a="http://schemas.openxmlformats.org/drawingml/2006/main">
            <a:off x="3163200" y="3288724"/>
            <a:ext cx="2807100" cy="1453200"/>
          </a:xfrm>
          <a:prstGeom xmlns:a="http://schemas.openxmlformats.org/drawingml/2006/main" prst="roundRect">
            <a:avLst>
              <a:gd name="adj" fmla="val 2728"/>
            </a:avLst>
          </a:prstGeom>
          <a:solidFill xmlns:a="http://schemas.openxmlformats.org/drawingml/2006/main">
            <a:srgbClr val="F4F2E6"/>
          </a:solidFill>
          <a:ln xmlns:a="http://schemas.openxmlformats.org/drawingml/2006/main">
            <a:noFill/>
          </a:ln>
        </p:spPr>
        <p:txBody>
          <a:bodyPr xmlns:a="http://schemas.openxmlformats.org/drawingml/2006/main" spcFirstLastPara="1" wrap="square" lIns="34300" tIns="109725" rIns="34300" bIns="17150" anchor="t">
            <a:normAutofit/>
          </a:bodyPr>
          <a:lstStyle xmlns:a="http://schemas.openxmlformats.org/drawingml/2006/main">
            <a:lvl1pPr marL="457200" indent="-228600">
              <a:lnSpc>
                <a:spcPct val="90000"/>
              </a:lnSpc>
              <a:spcBef>
                <a:spcPts val="400"/>
              </a:spcBef>
              <a:spcAft>
                <a:spcPts val="0"/>
              </a:spcAft>
              <a:buClr>
                <a:srgbClr val="F4F2E6"/>
              </a:buClr>
              <a:buSzPts val="1200"/>
              <a:buFont typeface="Arial"/>
              <a:buNone/>
              <a:defRPr sz="1200">
                <a:solidFill>
                  <a:srgbClr val="F4F2E6"/>
                </a:solidFill>
              </a:defRPr>
            </a:lvl1pPr>
            <a:lvl2pPr marL="914400" indent="-304800">
              <a:lnSpc>
                <a:spcPct val="90000"/>
              </a:lnSpc>
              <a:spcBef>
                <a:spcPts val="1200"/>
              </a:spcBef>
              <a:spcAft>
                <a:spcPts val="0"/>
              </a:spcAft>
              <a:buClr>
                <a:srgbClr val="F4F2E6"/>
              </a:buClr>
              <a:buSzPts val="1200"/>
              <a:buChar char="○"/>
              <a:defRPr sz="1200">
                <a:solidFill>
                  <a:srgbClr val="F4F2E6"/>
                </a:solidFill>
              </a:defRPr>
            </a:lvl2pPr>
            <a:lvl3pPr marL="1371600" indent="-304800">
              <a:lnSpc>
                <a:spcPct val="90000"/>
              </a:lnSpc>
              <a:spcBef>
                <a:spcPts val="1200"/>
              </a:spcBef>
              <a:spcAft>
                <a:spcPts val="0"/>
              </a:spcAft>
              <a:buClr>
                <a:srgbClr val="F4F2E6"/>
              </a:buClr>
              <a:buSzPts val="1200"/>
              <a:buChar char="■"/>
              <a:defRPr sz="1200">
                <a:solidFill>
                  <a:srgbClr val="F4F2E6"/>
                </a:solidFill>
              </a:defRPr>
            </a:lvl3pPr>
            <a:lvl4pPr marL="1828800" indent="-304800">
              <a:lnSpc>
                <a:spcPct val="90000"/>
              </a:lnSpc>
              <a:spcBef>
                <a:spcPts val="1200"/>
              </a:spcBef>
              <a:spcAft>
                <a:spcPts val="0"/>
              </a:spcAft>
              <a:buClr>
                <a:srgbClr val="F4F2E6"/>
              </a:buClr>
              <a:buSzPts val="1200"/>
              <a:buChar char="●"/>
              <a:defRPr sz="1200">
                <a:solidFill>
                  <a:srgbClr val="F4F2E6"/>
                </a:solidFill>
              </a:defRPr>
            </a:lvl4pPr>
            <a:lvl5pPr marL="2286000" indent="-304800">
              <a:lnSpc>
                <a:spcPct val="90000"/>
              </a:lnSpc>
              <a:spcBef>
                <a:spcPts val="1200"/>
              </a:spcBef>
              <a:spcAft>
                <a:spcPts val="0"/>
              </a:spcAft>
              <a:buClr>
                <a:srgbClr val="F4F2E6"/>
              </a:buClr>
              <a:buSzPts val="1200"/>
              <a:buChar char="○"/>
              <a:defRPr sz="1200">
                <a:solidFill>
                  <a:srgbClr val="F4F2E6"/>
                </a:solidFill>
              </a:defRPr>
            </a:lvl5pPr>
            <a:lvl6pPr marL="2743200" indent="-304800">
              <a:lnSpc>
                <a:spcPct val="90000"/>
              </a:lnSpc>
              <a:spcBef>
                <a:spcPts val="1200"/>
              </a:spcBef>
              <a:spcAft>
                <a:spcPts val="0"/>
              </a:spcAft>
              <a:buClr>
                <a:srgbClr val="F4F2E6"/>
              </a:buClr>
              <a:buSzPts val="1200"/>
              <a:buChar char="■"/>
              <a:defRPr sz="1200">
                <a:solidFill>
                  <a:srgbClr val="F4F2E6"/>
                </a:solidFill>
              </a:defRPr>
            </a:lvl6pPr>
            <a:lvl7pPr marL="3200400" indent="-304800">
              <a:lnSpc>
                <a:spcPct val="90000"/>
              </a:lnSpc>
              <a:spcBef>
                <a:spcPts val="1200"/>
              </a:spcBef>
              <a:spcAft>
                <a:spcPts val="0"/>
              </a:spcAft>
              <a:buClr>
                <a:srgbClr val="F4F2E6"/>
              </a:buClr>
              <a:buSzPts val="1200"/>
              <a:buChar char="●"/>
              <a:defRPr sz="1200">
                <a:solidFill>
                  <a:srgbClr val="F4F2E6"/>
                </a:solidFill>
              </a:defRPr>
            </a:lvl7pPr>
            <a:lvl8pPr marL="3657600" indent="-304800">
              <a:lnSpc>
                <a:spcPct val="90000"/>
              </a:lnSpc>
              <a:spcBef>
                <a:spcPts val="1200"/>
              </a:spcBef>
              <a:spcAft>
                <a:spcPts val="0"/>
              </a:spcAft>
              <a:buClr>
                <a:srgbClr val="F4F2E6"/>
              </a:buClr>
              <a:buSzPts val="1200"/>
              <a:buChar char="○"/>
              <a:defRPr sz="1200">
                <a:solidFill>
                  <a:srgbClr val="F4F2E6"/>
                </a:solidFill>
              </a:defRPr>
            </a:lvl8pPr>
            <a:lvl9pPr marL="4114800" indent="-304800">
              <a:lnSpc>
                <a:spcPct val="90000"/>
              </a:lnSpc>
              <a:spcBef>
                <a:spcPts val="1200"/>
              </a:spcBef>
              <a:spcAft>
                <a:spcPts val="1200"/>
              </a:spcAft>
              <a:buClr>
                <a:srgbClr val="F4F2E6"/>
              </a:buClr>
              <a:buSzPts val="1200"/>
              <a:buChar char="■"/>
              <a:defRPr sz="1200">
                <a:solidFill>
                  <a:srgbClr val="F4F2E6"/>
                </a:solidFill>
              </a:defRPr>
            </a:lvl9pPr>
          </a:lstStyle>
          <a:p xmlns:a="http://schemas.openxmlformats.org/drawingml/2006/main"/>
        </p:txBody>
      </p:sp>
      <p:sp>
        <p:nvSpPr>
          <p:cNvPr id="467" name="Google Shape;467;p62">
            <a:extLst xmlns:a="http://schemas.openxmlformats.org/drawingml/2006/main">
              <a:ext uri="{FF2B5EF4-FFF2-40B4-BE49-F238E27FC236}">
                <a16:creationId xmlns:a16="http://schemas.microsoft.com/office/drawing/2014/main" id="{FE84D34C-83CD-4FC5-B500-9A36B86A4E6D}"/>
              </a:ext>
            </a:extLst>
          </p:cNvPr>
          <p:cNvSpPr>
            <a:spLocks xmlns:a="http://schemas.openxmlformats.org/drawingml/2006/main" noGrp="1"/>
          </p:cNvSpPr>
          <p:nvPr>
            <p:ph type="body" idx="5"/>
          </p:nvPr>
        </p:nvSpPr>
        <p:spPr>
          <a:xfrm xmlns:a="http://schemas.openxmlformats.org/drawingml/2006/main">
            <a:off x="6116025" y="232925"/>
            <a:ext cx="2807100" cy="2974800"/>
          </a:xfrm>
          <a:prstGeom xmlns:a="http://schemas.openxmlformats.org/drawingml/2006/main" prst="roundRect">
            <a:avLst>
              <a:gd name="adj" fmla="val 2728"/>
            </a:avLst>
          </a:prstGeom>
          <a:solidFill xmlns:a="http://schemas.openxmlformats.org/drawingml/2006/main">
            <a:srgbClr val="F4F2E6"/>
          </a:solidFill>
          <a:ln xmlns:a="http://schemas.openxmlformats.org/drawingml/2006/main">
            <a:noFill/>
          </a:ln>
        </p:spPr>
        <p:txBody>
          <a:bodyPr xmlns:a="http://schemas.openxmlformats.org/drawingml/2006/main" spcFirstLastPara="1" wrap="square" lIns="34300" tIns="109725" rIns="34300" bIns="17150" anchor="t">
            <a:normAutofit/>
          </a:bodyPr>
          <a:lstStyle xmlns:a="http://schemas.openxmlformats.org/drawingml/2006/main">
            <a:lvl1pPr marL="457200" indent="-228600">
              <a:lnSpc>
                <a:spcPct val="90000"/>
              </a:lnSpc>
              <a:spcBef>
                <a:spcPts val="400"/>
              </a:spcBef>
              <a:spcAft>
                <a:spcPts val="0"/>
              </a:spcAft>
              <a:buClr>
                <a:srgbClr val="F4F2E6"/>
              </a:buClr>
              <a:buSzPts val="1200"/>
              <a:buFont typeface="Arial"/>
              <a:buNone/>
              <a:defRPr sz="1200">
                <a:solidFill>
                  <a:srgbClr val="F4F2E6"/>
                </a:solidFill>
              </a:defRPr>
            </a:lvl1pPr>
            <a:lvl2pPr marL="914400" indent="-304800">
              <a:lnSpc>
                <a:spcPct val="90000"/>
              </a:lnSpc>
              <a:spcBef>
                <a:spcPts val="1200"/>
              </a:spcBef>
              <a:spcAft>
                <a:spcPts val="0"/>
              </a:spcAft>
              <a:buClr>
                <a:srgbClr val="F4F2E6"/>
              </a:buClr>
              <a:buSzPts val="1200"/>
              <a:buChar char="○"/>
              <a:defRPr sz="1200">
                <a:solidFill>
                  <a:srgbClr val="F4F2E6"/>
                </a:solidFill>
              </a:defRPr>
            </a:lvl2pPr>
            <a:lvl3pPr marL="1371600" indent="-304800">
              <a:lnSpc>
                <a:spcPct val="90000"/>
              </a:lnSpc>
              <a:spcBef>
                <a:spcPts val="1200"/>
              </a:spcBef>
              <a:spcAft>
                <a:spcPts val="0"/>
              </a:spcAft>
              <a:buClr>
                <a:srgbClr val="F4F2E6"/>
              </a:buClr>
              <a:buSzPts val="1200"/>
              <a:buChar char="■"/>
              <a:defRPr sz="1200">
                <a:solidFill>
                  <a:srgbClr val="F4F2E6"/>
                </a:solidFill>
              </a:defRPr>
            </a:lvl3pPr>
            <a:lvl4pPr marL="1828800" indent="-304800">
              <a:lnSpc>
                <a:spcPct val="90000"/>
              </a:lnSpc>
              <a:spcBef>
                <a:spcPts val="1200"/>
              </a:spcBef>
              <a:spcAft>
                <a:spcPts val="0"/>
              </a:spcAft>
              <a:buClr>
                <a:srgbClr val="F4F2E6"/>
              </a:buClr>
              <a:buSzPts val="1200"/>
              <a:buChar char="●"/>
              <a:defRPr sz="1200">
                <a:solidFill>
                  <a:srgbClr val="F4F2E6"/>
                </a:solidFill>
              </a:defRPr>
            </a:lvl4pPr>
            <a:lvl5pPr marL="2286000" indent="-304800">
              <a:lnSpc>
                <a:spcPct val="90000"/>
              </a:lnSpc>
              <a:spcBef>
                <a:spcPts val="1200"/>
              </a:spcBef>
              <a:spcAft>
                <a:spcPts val="0"/>
              </a:spcAft>
              <a:buClr>
                <a:srgbClr val="F4F2E6"/>
              </a:buClr>
              <a:buSzPts val="1200"/>
              <a:buChar char="○"/>
              <a:defRPr sz="1200">
                <a:solidFill>
                  <a:srgbClr val="F4F2E6"/>
                </a:solidFill>
              </a:defRPr>
            </a:lvl5pPr>
            <a:lvl6pPr marL="2743200" indent="-304800">
              <a:lnSpc>
                <a:spcPct val="90000"/>
              </a:lnSpc>
              <a:spcBef>
                <a:spcPts val="1200"/>
              </a:spcBef>
              <a:spcAft>
                <a:spcPts val="0"/>
              </a:spcAft>
              <a:buClr>
                <a:srgbClr val="F4F2E6"/>
              </a:buClr>
              <a:buSzPts val="1200"/>
              <a:buChar char="■"/>
              <a:defRPr sz="1200">
                <a:solidFill>
                  <a:srgbClr val="F4F2E6"/>
                </a:solidFill>
              </a:defRPr>
            </a:lvl6pPr>
            <a:lvl7pPr marL="3200400" indent="-304800">
              <a:lnSpc>
                <a:spcPct val="90000"/>
              </a:lnSpc>
              <a:spcBef>
                <a:spcPts val="1200"/>
              </a:spcBef>
              <a:spcAft>
                <a:spcPts val="0"/>
              </a:spcAft>
              <a:buClr>
                <a:srgbClr val="F4F2E6"/>
              </a:buClr>
              <a:buSzPts val="1200"/>
              <a:buChar char="●"/>
              <a:defRPr sz="1200">
                <a:solidFill>
                  <a:srgbClr val="F4F2E6"/>
                </a:solidFill>
              </a:defRPr>
            </a:lvl7pPr>
            <a:lvl8pPr marL="3657600" indent="-304800">
              <a:lnSpc>
                <a:spcPct val="90000"/>
              </a:lnSpc>
              <a:spcBef>
                <a:spcPts val="1200"/>
              </a:spcBef>
              <a:spcAft>
                <a:spcPts val="0"/>
              </a:spcAft>
              <a:buClr>
                <a:srgbClr val="F4F2E6"/>
              </a:buClr>
              <a:buSzPts val="1200"/>
              <a:buChar char="○"/>
              <a:defRPr sz="1200">
                <a:solidFill>
                  <a:srgbClr val="F4F2E6"/>
                </a:solidFill>
              </a:defRPr>
            </a:lvl8pPr>
            <a:lvl9pPr marL="4114800" indent="-304800">
              <a:lnSpc>
                <a:spcPct val="90000"/>
              </a:lnSpc>
              <a:spcBef>
                <a:spcPts val="1200"/>
              </a:spcBef>
              <a:spcAft>
                <a:spcPts val="1200"/>
              </a:spcAft>
              <a:buClr>
                <a:srgbClr val="F4F2E6"/>
              </a:buClr>
              <a:buSzPts val="1200"/>
              <a:buChar char="■"/>
              <a:defRPr sz="1200">
                <a:solidFill>
                  <a:srgbClr val="F4F2E6"/>
                </a:solidFill>
              </a:defRPr>
            </a:lvl9pPr>
          </a:lstStyle>
          <a:p xmlns:a="http://schemas.openxmlformats.org/drawingml/2006/main"/>
        </p:txBody>
      </p:sp>
      <p:sp>
        <p:nvSpPr>
          <p:cNvPr id="468" name="Google Shape;468;p62">
            <a:extLst xmlns:a="http://schemas.openxmlformats.org/drawingml/2006/main">
              <a:ext uri="{FF2B5EF4-FFF2-40B4-BE49-F238E27FC236}">
                <a16:creationId xmlns:a16="http://schemas.microsoft.com/office/drawing/2014/main" id="{6BDB0656-C680-46D5-A6FC-E32D573E2873}"/>
              </a:ext>
            </a:extLst>
          </p:cNvPr>
          <p:cNvSpPr>
            <a:spLocks xmlns:a="http://schemas.openxmlformats.org/drawingml/2006/main" noGrp="1"/>
          </p:cNvSpPr>
          <p:nvPr>
            <p:ph type="body" idx="6"/>
          </p:nvPr>
        </p:nvSpPr>
        <p:spPr>
          <a:xfrm xmlns:a="http://schemas.openxmlformats.org/drawingml/2006/main">
            <a:off x="6116025" y="3288724"/>
            <a:ext cx="2807100" cy="1453200"/>
          </a:xfrm>
          <a:prstGeom xmlns:a="http://schemas.openxmlformats.org/drawingml/2006/main" prst="roundRect">
            <a:avLst>
              <a:gd name="adj" fmla="val 2728"/>
            </a:avLst>
          </a:prstGeom>
          <a:solidFill xmlns:a="http://schemas.openxmlformats.org/drawingml/2006/main">
            <a:srgbClr val="F4F2E6"/>
          </a:solidFill>
          <a:ln xmlns:a="http://schemas.openxmlformats.org/drawingml/2006/main">
            <a:noFill/>
          </a:ln>
        </p:spPr>
        <p:txBody>
          <a:bodyPr xmlns:a="http://schemas.openxmlformats.org/drawingml/2006/main" spcFirstLastPara="1" wrap="square" lIns="34300" tIns="109725" rIns="34300" bIns="17150" anchor="t">
            <a:normAutofit/>
          </a:bodyPr>
          <a:lstStyle xmlns:a="http://schemas.openxmlformats.org/drawingml/2006/main">
            <a:lvl1pPr marL="457200" indent="-228600">
              <a:lnSpc>
                <a:spcPct val="90000"/>
              </a:lnSpc>
              <a:spcBef>
                <a:spcPts val="400"/>
              </a:spcBef>
              <a:spcAft>
                <a:spcPts val="0"/>
              </a:spcAft>
              <a:buClr>
                <a:srgbClr val="F4F2E6"/>
              </a:buClr>
              <a:buSzPts val="1200"/>
              <a:buFont typeface="Arial"/>
              <a:buNone/>
              <a:defRPr sz="1200">
                <a:solidFill>
                  <a:srgbClr val="F4F2E6"/>
                </a:solidFill>
              </a:defRPr>
            </a:lvl1pPr>
            <a:lvl2pPr marL="914400" indent="-304800">
              <a:lnSpc>
                <a:spcPct val="90000"/>
              </a:lnSpc>
              <a:spcBef>
                <a:spcPts val="1200"/>
              </a:spcBef>
              <a:spcAft>
                <a:spcPts val="0"/>
              </a:spcAft>
              <a:buClr>
                <a:srgbClr val="F4F2E6"/>
              </a:buClr>
              <a:buSzPts val="1200"/>
              <a:buChar char="○"/>
              <a:defRPr sz="1200">
                <a:solidFill>
                  <a:srgbClr val="F4F2E6"/>
                </a:solidFill>
              </a:defRPr>
            </a:lvl2pPr>
            <a:lvl3pPr marL="1371600" indent="-304800">
              <a:lnSpc>
                <a:spcPct val="90000"/>
              </a:lnSpc>
              <a:spcBef>
                <a:spcPts val="1200"/>
              </a:spcBef>
              <a:spcAft>
                <a:spcPts val="0"/>
              </a:spcAft>
              <a:buClr>
                <a:srgbClr val="F4F2E6"/>
              </a:buClr>
              <a:buSzPts val="1200"/>
              <a:buChar char="■"/>
              <a:defRPr sz="1200">
                <a:solidFill>
                  <a:srgbClr val="F4F2E6"/>
                </a:solidFill>
              </a:defRPr>
            </a:lvl3pPr>
            <a:lvl4pPr marL="1828800" indent="-304800">
              <a:lnSpc>
                <a:spcPct val="90000"/>
              </a:lnSpc>
              <a:spcBef>
                <a:spcPts val="1200"/>
              </a:spcBef>
              <a:spcAft>
                <a:spcPts val="0"/>
              </a:spcAft>
              <a:buClr>
                <a:srgbClr val="F4F2E6"/>
              </a:buClr>
              <a:buSzPts val="1200"/>
              <a:buChar char="●"/>
              <a:defRPr sz="1200">
                <a:solidFill>
                  <a:srgbClr val="F4F2E6"/>
                </a:solidFill>
              </a:defRPr>
            </a:lvl4pPr>
            <a:lvl5pPr marL="2286000" indent="-304800">
              <a:lnSpc>
                <a:spcPct val="90000"/>
              </a:lnSpc>
              <a:spcBef>
                <a:spcPts val="1200"/>
              </a:spcBef>
              <a:spcAft>
                <a:spcPts val="0"/>
              </a:spcAft>
              <a:buClr>
                <a:srgbClr val="F4F2E6"/>
              </a:buClr>
              <a:buSzPts val="1200"/>
              <a:buChar char="○"/>
              <a:defRPr sz="1200">
                <a:solidFill>
                  <a:srgbClr val="F4F2E6"/>
                </a:solidFill>
              </a:defRPr>
            </a:lvl5pPr>
            <a:lvl6pPr marL="2743200" indent="-304800">
              <a:lnSpc>
                <a:spcPct val="90000"/>
              </a:lnSpc>
              <a:spcBef>
                <a:spcPts val="1200"/>
              </a:spcBef>
              <a:spcAft>
                <a:spcPts val="0"/>
              </a:spcAft>
              <a:buClr>
                <a:srgbClr val="F4F2E6"/>
              </a:buClr>
              <a:buSzPts val="1200"/>
              <a:buChar char="■"/>
              <a:defRPr sz="1200">
                <a:solidFill>
                  <a:srgbClr val="F4F2E6"/>
                </a:solidFill>
              </a:defRPr>
            </a:lvl6pPr>
            <a:lvl7pPr marL="3200400" indent="-304800">
              <a:lnSpc>
                <a:spcPct val="90000"/>
              </a:lnSpc>
              <a:spcBef>
                <a:spcPts val="1200"/>
              </a:spcBef>
              <a:spcAft>
                <a:spcPts val="0"/>
              </a:spcAft>
              <a:buClr>
                <a:srgbClr val="F4F2E6"/>
              </a:buClr>
              <a:buSzPts val="1200"/>
              <a:buChar char="●"/>
              <a:defRPr sz="1200">
                <a:solidFill>
                  <a:srgbClr val="F4F2E6"/>
                </a:solidFill>
              </a:defRPr>
            </a:lvl7pPr>
            <a:lvl8pPr marL="3657600" indent="-304800">
              <a:lnSpc>
                <a:spcPct val="90000"/>
              </a:lnSpc>
              <a:spcBef>
                <a:spcPts val="1200"/>
              </a:spcBef>
              <a:spcAft>
                <a:spcPts val="0"/>
              </a:spcAft>
              <a:buClr>
                <a:srgbClr val="F4F2E6"/>
              </a:buClr>
              <a:buSzPts val="1200"/>
              <a:buChar char="○"/>
              <a:defRPr sz="1200">
                <a:solidFill>
                  <a:srgbClr val="F4F2E6"/>
                </a:solidFill>
              </a:defRPr>
            </a:lvl8pPr>
            <a:lvl9pPr marL="4114800" indent="-304800">
              <a:lnSpc>
                <a:spcPct val="90000"/>
              </a:lnSpc>
              <a:spcBef>
                <a:spcPts val="1200"/>
              </a:spcBef>
              <a:spcAft>
                <a:spcPts val="1200"/>
              </a:spcAft>
              <a:buClr>
                <a:srgbClr val="F4F2E6"/>
              </a:buClr>
              <a:buSzPts val="1200"/>
              <a:buChar char="■"/>
              <a:defRPr sz="1200">
                <a:solidFill>
                  <a:srgbClr val="F4F2E6"/>
                </a:solidFill>
              </a:defRPr>
            </a:lvl9pPr>
          </a:lstStyle>
          <a:p xmlns:a="http://schemas.openxmlformats.org/drawingml/2006/main"/>
        </p:txBody>
      </p:sp>
      <p:sp>
        <p:nvSpPr>
          <p:cNvPr id="469" name="Google Shape;469;p62">
            <a:extLst xmlns:a="http://schemas.openxmlformats.org/drawingml/2006/main">
              <a:ext uri="{FF2B5EF4-FFF2-40B4-BE49-F238E27FC236}">
                <a16:creationId xmlns:a16="http://schemas.microsoft.com/office/drawing/2014/main" id="{7007B006-7126-4BD2-8E9E-67F823650976}"/>
              </a:ext>
            </a:extLst>
          </p:cNvPr>
          <p:cNvSpPr>
            <a:spLocks xmlns:a="http://schemas.openxmlformats.org/drawingml/2006/main" noGrp="1"/>
          </p:cNvSpPr>
          <p:nvPr>
            <p:ph type="body" idx="7"/>
          </p:nvPr>
        </p:nvSpPr>
        <p:spPr>
          <a:xfrm xmlns:a="http://schemas.openxmlformats.org/drawingml/2006/main">
            <a:off x="304754" y="1861144"/>
            <a:ext cx="2637000" cy="20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9050" tIns="19050" rIns="19050" bIns="19050" anchor="t">
            <a:spAutoFit/>
          </a:bodyPr>
          <a:lstStyle xmlns:a="http://schemas.openxmlformats.org/drawingml/2006/main">
            <a:lvl1pPr marL="457200" indent="-228600" algn="l">
              <a:lnSpc>
                <a:spcPct val="90000"/>
              </a:lnSpc>
              <a:spcBef>
                <a:spcPts val="400"/>
              </a:spcBef>
              <a:spcAft>
                <a:spcPts val="0"/>
              </a:spcAft>
              <a:buClr>
                <a:schemeClr val="dk1"/>
              </a:buClr>
              <a:buSzPts val="1300"/>
              <a:buFont typeface="Arial"/>
              <a:buNone/>
              <a:defRPr sz="1300" b="0" i="0" u="none" cap="none">
                <a:solidFill>
                  <a:schemeClr val="dk1"/>
                </a:solidFill>
              </a:defRPr>
            </a:lvl1pPr>
            <a:lvl2pPr marL="914400" indent="-273050" algn="l">
              <a:lnSpc>
                <a:spcPct val="90000"/>
              </a:lnSpc>
              <a:spcBef>
                <a:spcPts val="1200"/>
              </a:spcBef>
              <a:spcAft>
                <a:spcPts val="0"/>
              </a:spcAft>
              <a:buClr>
                <a:schemeClr val="dk1"/>
              </a:buClr>
              <a:buSzPts val="700"/>
              <a:buChar char="○"/>
              <a:defRPr sz="900">
                <a:solidFill>
                  <a:schemeClr val="dk1"/>
                </a:solidFill>
              </a:defRPr>
            </a:lvl2pPr>
            <a:lvl3pPr marL="1371600" indent="-273050" algn="l">
              <a:lnSpc>
                <a:spcPct val="90000"/>
              </a:lnSpc>
              <a:spcBef>
                <a:spcPts val="1200"/>
              </a:spcBef>
              <a:spcAft>
                <a:spcPts val="0"/>
              </a:spcAft>
              <a:buClr>
                <a:schemeClr val="dk1"/>
              </a:buClr>
              <a:buSzPts val="700"/>
              <a:buChar char="■"/>
              <a:defRPr sz="800">
                <a:solidFill>
                  <a:schemeClr val="dk1"/>
                </a:solidFill>
              </a:defRPr>
            </a:lvl3pPr>
            <a:lvl4pPr marL="1828800" indent="-273050" algn="l">
              <a:lnSpc>
                <a:spcPct val="90000"/>
              </a:lnSpc>
              <a:spcBef>
                <a:spcPts val="1200"/>
              </a:spcBef>
              <a:spcAft>
                <a:spcPts val="0"/>
              </a:spcAft>
              <a:buClr>
                <a:schemeClr val="dk1"/>
              </a:buClr>
              <a:buSzPts val="700"/>
              <a:buChar char="●"/>
              <a:defRPr sz="700">
                <a:solidFill>
                  <a:schemeClr val="dk1"/>
                </a:solidFill>
              </a:defRPr>
            </a:lvl4pPr>
            <a:lvl5pPr marL="2286000" indent="-273050" algn="l">
              <a:lnSpc>
                <a:spcPct val="90000"/>
              </a:lnSpc>
              <a:spcBef>
                <a:spcPts val="1200"/>
              </a:spcBef>
              <a:spcAft>
                <a:spcPts val="0"/>
              </a:spcAft>
              <a:buClr>
                <a:schemeClr val="dk1"/>
              </a:buClr>
              <a:buSzPts val="700"/>
              <a:buChar char="○"/>
              <a:defRPr sz="700">
                <a:solidFill>
                  <a:schemeClr val="dk1"/>
                </a:solidFill>
              </a:defRPr>
            </a:lvl5pPr>
            <a:lvl6pPr marL="2743200" indent="-273050" algn="l">
              <a:lnSpc>
                <a:spcPct val="90000"/>
              </a:lnSpc>
              <a:spcBef>
                <a:spcPts val="1200"/>
              </a:spcBef>
              <a:spcAft>
                <a:spcPts val="0"/>
              </a:spcAft>
              <a:buClr>
                <a:schemeClr val="dk1"/>
              </a:buClr>
              <a:buSzPts val="700"/>
              <a:buChar char="■"/>
              <a:defRPr sz="700">
                <a:solidFill>
                  <a:schemeClr val="dk1"/>
                </a:solidFill>
              </a:defRPr>
            </a:lvl6pPr>
            <a:lvl7pPr marL="3200400" indent="-273050" algn="l">
              <a:lnSpc>
                <a:spcPct val="90000"/>
              </a:lnSpc>
              <a:spcBef>
                <a:spcPts val="1200"/>
              </a:spcBef>
              <a:spcAft>
                <a:spcPts val="0"/>
              </a:spcAft>
              <a:buClr>
                <a:schemeClr val="dk1"/>
              </a:buClr>
              <a:buSzPts val="700"/>
              <a:buChar char="●"/>
              <a:defRPr sz="700">
                <a:solidFill>
                  <a:schemeClr val="dk1"/>
                </a:solidFill>
              </a:defRPr>
            </a:lvl7pPr>
            <a:lvl8pPr marL="3657600" indent="-273050" algn="l">
              <a:lnSpc>
                <a:spcPct val="90000"/>
              </a:lnSpc>
              <a:spcBef>
                <a:spcPts val="1200"/>
              </a:spcBef>
              <a:spcAft>
                <a:spcPts val="0"/>
              </a:spcAft>
              <a:buClr>
                <a:schemeClr val="dk1"/>
              </a:buClr>
              <a:buSzPts val="700"/>
              <a:buChar char="○"/>
              <a:defRPr sz="700">
                <a:solidFill>
                  <a:schemeClr val="dk1"/>
                </a:solidFill>
              </a:defRPr>
            </a:lvl8pPr>
            <a:lvl9pPr marL="4114800" indent="-273050" algn="l">
              <a:lnSpc>
                <a:spcPct val="90000"/>
              </a:lnSpc>
              <a:spcBef>
                <a:spcPts val="1200"/>
              </a:spcBef>
              <a:spcAft>
                <a:spcPts val="1200"/>
              </a:spcAft>
              <a:buClr>
                <a:schemeClr val="dk1"/>
              </a:buClr>
              <a:buSzPts val="700"/>
              <a:buChar char="■"/>
              <a:defRPr sz="700">
                <a:solidFill>
                  <a:schemeClr val="dk1"/>
                </a:solidFill>
              </a:defRPr>
            </a:lvl9pPr>
          </a:lstStyle>
          <a:p xmlns:a="http://schemas.openxmlformats.org/drawingml/2006/main"/>
        </p:txBody>
      </p:sp>
      <p:sp>
        <p:nvSpPr>
          <p:cNvPr id="470" name="Google Shape;470;p62">
            <a:extLst xmlns:a="http://schemas.openxmlformats.org/drawingml/2006/main">
              <a:ext uri="{FF2B5EF4-FFF2-40B4-BE49-F238E27FC236}">
                <a16:creationId xmlns:a16="http://schemas.microsoft.com/office/drawing/2014/main" id="{85DA9715-17E6-4646-95D1-0244893D520C}"/>
              </a:ext>
            </a:extLst>
          </p:cNvPr>
          <p:cNvSpPr>
            <a:spLocks xmlns:a="http://schemas.openxmlformats.org/drawingml/2006/main" noGrp="1"/>
          </p:cNvSpPr>
          <p:nvPr>
            <p:ph type="body" idx="8"/>
          </p:nvPr>
        </p:nvSpPr>
        <p:spPr>
          <a:xfrm xmlns:a="http://schemas.openxmlformats.org/drawingml/2006/main">
            <a:off x="304754" y="4518777"/>
            <a:ext cx="2637000" cy="136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9050" tIns="19050" rIns="19050" bIns="19050" anchor="t">
            <a:spAutoFit/>
          </a:bodyPr>
          <a:lstStyle xmlns:a="http://schemas.openxmlformats.org/drawingml/2006/main">
            <a:lvl1pPr marL="457200" indent="-228600" algn="l">
              <a:lnSpc>
                <a:spcPct val="90000"/>
              </a:lnSpc>
              <a:spcBef>
                <a:spcPts val="400"/>
              </a:spcBef>
              <a:spcAft>
                <a:spcPts val="0"/>
              </a:spcAft>
              <a:buClr>
                <a:schemeClr val="dk1"/>
              </a:buClr>
              <a:buSzPts val="800"/>
              <a:buFont typeface="Arial"/>
              <a:buNone/>
              <a:defRPr sz="800" b="0" i="0" u="none" cap="none">
                <a:solidFill>
                  <a:schemeClr val="dk1"/>
                </a:solidFill>
              </a:defRPr>
            </a:lvl1pPr>
            <a:lvl2pPr marL="914400" indent="-273050" algn="l">
              <a:lnSpc>
                <a:spcPct val="90000"/>
              </a:lnSpc>
              <a:spcBef>
                <a:spcPts val="1200"/>
              </a:spcBef>
              <a:spcAft>
                <a:spcPts val="0"/>
              </a:spcAft>
              <a:buClr>
                <a:schemeClr val="dk1"/>
              </a:buClr>
              <a:buSzPts val="700"/>
              <a:buChar char="○"/>
              <a:defRPr sz="900">
                <a:solidFill>
                  <a:schemeClr val="dk1"/>
                </a:solidFill>
              </a:defRPr>
            </a:lvl2pPr>
            <a:lvl3pPr marL="1371600" indent="-273050" algn="l">
              <a:lnSpc>
                <a:spcPct val="90000"/>
              </a:lnSpc>
              <a:spcBef>
                <a:spcPts val="1200"/>
              </a:spcBef>
              <a:spcAft>
                <a:spcPts val="0"/>
              </a:spcAft>
              <a:buClr>
                <a:schemeClr val="dk1"/>
              </a:buClr>
              <a:buSzPts val="700"/>
              <a:buChar char="■"/>
              <a:defRPr sz="800">
                <a:solidFill>
                  <a:schemeClr val="dk1"/>
                </a:solidFill>
              </a:defRPr>
            </a:lvl3pPr>
            <a:lvl4pPr marL="1828800" indent="-273050" algn="l">
              <a:lnSpc>
                <a:spcPct val="90000"/>
              </a:lnSpc>
              <a:spcBef>
                <a:spcPts val="1200"/>
              </a:spcBef>
              <a:spcAft>
                <a:spcPts val="0"/>
              </a:spcAft>
              <a:buClr>
                <a:schemeClr val="dk1"/>
              </a:buClr>
              <a:buSzPts val="700"/>
              <a:buChar char="●"/>
              <a:defRPr sz="700">
                <a:solidFill>
                  <a:schemeClr val="dk1"/>
                </a:solidFill>
              </a:defRPr>
            </a:lvl4pPr>
            <a:lvl5pPr marL="2286000" indent="-273050" algn="l">
              <a:lnSpc>
                <a:spcPct val="90000"/>
              </a:lnSpc>
              <a:spcBef>
                <a:spcPts val="1200"/>
              </a:spcBef>
              <a:spcAft>
                <a:spcPts val="0"/>
              </a:spcAft>
              <a:buClr>
                <a:schemeClr val="dk1"/>
              </a:buClr>
              <a:buSzPts val="700"/>
              <a:buChar char="○"/>
              <a:defRPr sz="700">
                <a:solidFill>
                  <a:schemeClr val="dk1"/>
                </a:solidFill>
              </a:defRPr>
            </a:lvl5pPr>
            <a:lvl6pPr marL="2743200" indent="-273050" algn="l">
              <a:lnSpc>
                <a:spcPct val="90000"/>
              </a:lnSpc>
              <a:spcBef>
                <a:spcPts val="1200"/>
              </a:spcBef>
              <a:spcAft>
                <a:spcPts val="0"/>
              </a:spcAft>
              <a:buClr>
                <a:schemeClr val="dk1"/>
              </a:buClr>
              <a:buSzPts val="700"/>
              <a:buChar char="■"/>
              <a:defRPr sz="700">
                <a:solidFill>
                  <a:schemeClr val="dk1"/>
                </a:solidFill>
              </a:defRPr>
            </a:lvl6pPr>
            <a:lvl7pPr marL="3200400" indent="-273050" algn="l">
              <a:lnSpc>
                <a:spcPct val="90000"/>
              </a:lnSpc>
              <a:spcBef>
                <a:spcPts val="1200"/>
              </a:spcBef>
              <a:spcAft>
                <a:spcPts val="0"/>
              </a:spcAft>
              <a:buClr>
                <a:schemeClr val="dk1"/>
              </a:buClr>
              <a:buSzPts val="700"/>
              <a:buChar char="●"/>
              <a:defRPr sz="700">
                <a:solidFill>
                  <a:schemeClr val="dk1"/>
                </a:solidFill>
              </a:defRPr>
            </a:lvl7pPr>
            <a:lvl8pPr marL="3657600" indent="-273050" algn="l">
              <a:lnSpc>
                <a:spcPct val="90000"/>
              </a:lnSpc>
              <a:spcBef>
                <a:spcPts val="1200"/>
              </a:spcBef>
              <a:spcAft>
                <a:spcPts val="0"/>
              </a:spcAft>
              <a:buClr>
                <a:schemeClr val="dk1"/>
              </a:buClr>
              <a:buSzPts val="700"/>
              <a:buChar char="○"/>
              <a:defRPr sz="700">
                <a:solidFill>
                  <a:schemeClr val="dk1"/>
                </a:solidFill>
              </a:defRPr>
            </a:lvl8pPr>
            <a:lvl9pPr marL="4114800" indent="-273050" algn="l">
              <a:lnSpc>
                <a:spcPct val="90000"/>
              </a:lnSpc>
              <a:spcBef>
                <a:spcPts val="1200"/>
              </a:spcBef>
              <a:spcAft>
                <a:spcPts val="1200"/>
              </a:spcAft>
              <a:buClr>
                <a:schemeClr val="dk1"/>
              </a:buClr>
              <a:buSzPts val="700"/>
              <a:buChar char="■"/>
              <a:defRPr sz="700">
                <a:solidFill>
                  <a:schemeClr val="dk1"/>
                </a:solidFill>
              </a:defRPr>
            </a:lvl9pPr>
          </a:lstStyle>
          <a:p xmlns:a="http://schemas.openxmlformats.org/drawingml/2006/main"/>
        </p:txBody>
      </p:sp>
      <p:sp>
        <p:nvSpPr>
          <p:cNvPr id="471" name="Google Shape;471;p62">
            <a:extLst xmlns:a="http://schemas.openxmlformats.org/drawingml/2006/main">
              <a:ext uri="{FF2B5EF4-FFF2-40B4-BE49-F238E27FC236}">
                <a16:creationId xmlns:a16="http://schemas.microsoft.com/office/drawing/2014/main" id="{55F430E2-2927-4A2A-BE53-0EE9B93E7CE3}"/>
              </a:ext>
            </a:extLst>
          </p:cNvPr>
          <p:cNvSpPr>
            <a:spLocks xmlns:a="http://schemas.openxmlformats.org/drawingml/2006/main" noGrp="1"/>
          </p:cNvSpPr>
          <p:nvPr>
            <p:ph type="body" idx="9"/>
          </p:nvPr>
        </p:nvSpPr>
        <p:spPr>
          <a:xfrm xmlns:a="http://schemas.openxmlformats.org/drawingml/2006/main">
            <a:off x="3254148" y="306408"/>
            <a:ext cx="2637000" cy="20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9050" tIns="19050" rIns="19050" bIns="19050" anchor="t">
            <a:spAutoFit/>
          </a:bodyPr>
          <a:lstStyle xmlns:a="http://schemas.openxmlformats.org/drawingml/2006/main">
            <a:lvl1pPr marL="457200" indent="-228600" algn="l">
              <a:lnSpc>
                <a:spcPct val="90000"/>
              </a:lnSpc>
              <a:spcBef>
                <a:spcPts val="400"/>
              </a:spcBef>
              <a:spcAft>
                <a:spcPts val="0"/>
              </a:spcAft>
              <a:buClr>
                <a:schemeClr val="dk1"/>
              </a:buClr>
              <a:buSzPts val="1300"/>
              <a:buFont typeface="Arial"/>
              <a:buNone/>
              <a:defRPr sz="1300" b="0" i="0" u="none" cap="none">
                <a:solidFill>
                  <a:schemeClr val="dk1"/>
                </a:solidFill>
              </a:defRPr>
            </a:lvl1pPr>
            <a:lvl2pPr marL="914400" indent="-273050" algn="l">
              <a:lnSpc>
                <a:spcPct val="90000"/>
              </a:lnSpc>
              <a:spcBef>
                <a:spcPts val="1200"/>
              </a:spcBef>
              <a:spcAft>
                <a:spcPts val="0"/>
              </a:spcAft>
              <a:buClr>
                <a:schemeClr val="dk1"/>
              </a:buClr>
              <a:buSzPts val="700"/>
              <a:buChar char="○"/>
              <a:defRPr sz="900">
                <a:solidFill>
                  <a:schemeClr val="dk1"/>
                </a:solidFill>
              </a:defRPr>
            </a:lvl2pPr>
            <a:lvl3pPr marL="1371600" indent="-273050" algn="l">
              <a:lnSpc>
                <a:spcPct val="90000"/>
              </a:lnSpc>
              <a:spcBef>
                <a:spcPts val="1200"/>
              </a:spcBef>
              <a:spcAft>
                <a:spcPts val="0"/>
              </a:spcAft>
              <a:buClr>
                <a:schemeClr val="dk1"/>
              </a:buClr>
              <a:buSzPts val="700"/>
              <a:buChar char="■"/>
              <a:defRPr sz="800">
                <a:solidFill>
                  <a:schemeClr val="dk1"/>
                </a:solidFill>
              </a:defRPr>
            </a:lvl3pPr>
            <a:lvl4pPr marL="1828800" indent="-273050" algn="l">
              <a:lnSpc>
                <a:spcPct val="90000"/>
              </a:lnSpc>
              <a:spcBef>
                <a:spcPts val="1200"/>
              </a:spcBef>
              <a:spcAft>
                <a:spcPts val="0"/>
              </a:spcAft>
              <a:buClr>
                <a:schemeClr val="dk1"/>
              </a:buClr>
              <a:buSzPts val="700"/>
              <a:buChar char="●"/>
              <a:defRPr sz="700">
                <a:solidFill>
                  <a:schemeClr val="dk1"/>
                </a:solidFill>
              </a:defRPr>
            </a:lvl4pPr>
            <a:lvl5pPr marL="2286000" indent="-273050" algn="l">
              <a:lnSpc>
                <a:spcPct val="90000"/>
              </a:lnSpc>
              <a:spcBef>
                <a:spcPts val="1200"/>
              </a:spcBef>
              <a:spcAft>
                <a:spcPts val="0"/>
              </a:spcAft>
              <a:buClr>
                <a:schemeClr val="dk1"/>
              </a:buClr>
              <a:buSzPts val="700"/>
              <a:buChar char="○"/>
              <a:defRPr sz="700">
                <a:solidFill>
                  <a:schemeClr val="dk1"/>
                </a:solidFill>
              </a:defRPr>
            </a:lvl5pPr>
            <a:lvl6pPr marL="2743200" indent="-273050" algn="l">
              <a:lnSpc>
                <a:spcPct val="90000"/>
              </a:lnSpc>
              <a:spcBef>
                <a:spcPts val="1200"/>
              </a:spcBef>
              <a:spcAft>
                <a:spcPts val="0"/>
              </a:spcAft>
              <a:buClr>
                <a:schemeClr val="dk1"/>
              </a:buClr>
              <a:buSzPts val="700"/>
              <a:buChar char="■"/>
              <a:defRPr sz="700">
                <a:solidFill>
                  <a:schemeClr val="dk1"/>
                </a:solidFill>
              </a:defRPr>
            </a:lvl6pPr>
            <a:lvl7pPr marL="3200400" indent="-273050" algn="l">
              <a:lnSpc>
                <a:spcPct val="90000"/>
              </a:lnSpc>
              <a:spcBef>
                <a:spcPts val="1200"/>
              </a:spcBef>
              <a:spcAft>
                <a:spcPts val="0"/>
              </a:spcAft>
              <a:buClr>
                <a:schemeClr val="dk1"/>
              </a:buClr>
              <a:buSzPts val="700"/>
              <a:buChar char="●"/>
              <a:defRPr sz="700">
                <a:solidFill>
                  <a:schemeClr val="dk1"/>
                </a:solidFill>
              </a:defRPr>
            </a:lvl7pPr>
            <a:lvl8pPr marL="3657600" indent="-273050" algn="l">
              <a:lnSpc>
                <a:spcPct val="90000"/>
              </a:lnSpc>
              <a:spcBef>
                <a:spcPts val="1200"/>
              </a:spcBef>
              <a:spcAft>
                <a:spcPts val="0"/>
              </a:spcAft>
              <a:buClr>
                <a:schemeClr val="dk1"/>
              </a:buClr>
              <a:buSzPts val="700"/>
              <a:buChar char="○"/>
              <a:defRPr sz="700">
                <a:solidFill>
                  <a:schemeClr val="dk1"/>
                </a:solidFill>
              </a:defRPr>
            </a:lvl8pPr>
            <a:lvl9pPr marL="4114800" indent="-273050" algn="l">
              <a:lnSpc>
                <a:spcPct val="90000"/>
              </a:lnSpc>
              <a:spcBef>
                <a:spcPts val="1200"/>
              </a:spcBef>
              <a:spcAft>
                <a:spcPts val="1200"/>
              </a:spcAft>
              <a:buClr>
                <a:schemeClr val="dk1"/>
              </a:buClr>
              <a:buSzPts val="700"/>
              <a:buChar char="■"/>
              <a:defRPr sz="700">
                <a:solidFill>
                  <a:schemeClr val="dk1"/>
                </a:solidFill>
              </a:defRPr>
            </a:lvl9pPr>
          </a:lstStyle>
          <a:p xmlns:a="http://schemas.openxmlformats.org/drawingml/2006/main"/>
        </p:txBody>
      </p:sp>
      <p:sp>
        <p:nvSpPr>
          <p:cNvPr id="472" name="Google Shape;472;p62">
            <a:extLst xmlns:a="http://schemas.openxmlformats.org/drawingml/2006/main">
              <a:ext uri="{FF2B5EF4-FFF2-40B4-BE49-F238E27FC236}">
                <a16:creationId xmlns:a16="http://schemas.microsoft.com/office/drawing/2014/main" id="{2C14E7C7-E41D-4F50-B69E-F3BA6EF238FB}"/>
              </a:ext>
            </a:extLst>
          </p:cNvPr>
          <p:cNvSpPr>
            <a:spLocks xmlns:a="http://schemas.openxmlformats.org/drawingml/2006/main" noGrp="1"/>
          </p:cNvSpPr>
          <p:nvPr>
            <p:ph type="body" idx="13"/>
          </p:nvPr>
        </p:nvSpPr>
        <p:spPr>
          <a:xfrm xmlns:a="http://schemas.openxmlformats.org/drawingml/2006/main">
            <a:off x="6201148" y="306408"/>
            <a:ext cx="2637000" cy="20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9050" tIns="19050" rIns="19050" bIns="19050" anchor="t">
            <a:spAutoFit/>
          </a:bodyPr>
          <a:lstStyle xmlns:a="http://schemas.openxmlformats.org/drawingml/2006/main">
            <a:lvl1pPr marL="457200" indent="-228600" algn="l">
              <a:lnSpc>
                <a:spcPct val="90000"/>
              </a:lnSpc>
              <a:spcBef>
                <a:spcPts val="400"/>
              </a:spcBef>
              <a:spcAft>
                <a:spcPts val="0"/>
              </a:spcAft>
              <a:buClr>
                <a:schemeClr val="dk1"/>
              </a:buClr>
              <a:buSzPts val="1300"/>
              <a:buFont typeface="Arial"/>
              <a:buNone/>
              <a:defRPr sz="1300" b="0" i="0" u="none" cap="none">
                <a:solidFill>
                  <a:schemeClr val="dk1"/>
                </a:solidFill>
              </a:defRPr>
            </a:lvl1pPr>
            <a:lvl2pPr marL="914400" indent="-273050" algn="l">
              <a:lnSpc>
                <a:spcPct val="90000"/>
              </a:lnSpc>
              <a:spcBef>
                <a:spcPts val="1200"/>
              </a:spcBef>
              <a:spcAft>
                <a:spcPts val="0"/>
              </a:spcAft>
              <a:buClr>
                <a:schemeClr val="dk1"/>
              </a:buClr>
              <a:buSzPts val="700"/>
              <a:buChar char="○"/>
              <a:defRPr sz="900">
                <a:solidFill>
                  <a:schemeClr val="dk1"/>
                </a:solidFill>
              </a:defRPr>
            </a:lvl2pPr>
            <a:lvl3pPr marL="1371600" indent="-273050" algn="l">
              <a:lnSpc>
                <a:spcPct val="90000"/>
              </a:lnSpc>
              <a:spcBef>
                <a:spcPts val="1200"/>
              </a:spcBef>
              <a:spcAft>
                <a:spcPts val="0"/>
              </a:spcAft>
              <a:buClr>
                <a:schemeClr val="dk1"/>
              </a:buClr>
              <a:buSzPts val="700"/>
              <a:buChar char="■"/>
              <a:defRPr sz="800">
                <a:solidFill>
                  <a:schemeClr val="dk1"/>
                </a:solidFill>
              </a:defRPr>
            </a:lvl3pPr>
            <a:lvl4pPr marL="1828800" indent="-273050" algn="l">
              <a:lnSpc>
                <a:spcPct val="90000"/>
              </a:lnSpc>
              <a:spcBef>
                <a:spcPts val="1200"/>
              </a:spcBef>
              <a:spcAft>
                <a:spcPts val="0"/>
              </a:spcAft>
              <a:buClr>
                <a:schemeClr val="dk1"/>
              </a:buClr>
              <a:buSzPts val="700"/>
              <a:buChar char="●"/>
              <a:defRPr sz="700">
                <a:solidFill>
                  <a:schemeClr val="dk1"/>
                </a:solidFill>
              </a:defRPr>
            </a:lvl4pPr>
            <a:lvl5pPr marL="2286000" indent="-273050" algn="l">
              <a:lnSpc>
                <a:spcPct val="90000"/>
              </a:lnSpc>
              <a:spcBef>
                <a:spcPts val="1200"/>
              </a:spcBef>
              <a:spcAft>
                <a:spcPts val="0"/>
              </a:spcAft>
              <a:buClr>
                <a:schemeClr val="dk1"/>
              </a:buClr>
              <a:buSzPts val="700"/>
              <a:buChar char="○"/>
              <a:defRPr sz="700">
                <a:solidFill>
                  <a:schemeClr val="dk1"/>
                </a:solidFill>
              </a:defRPr>
            </a:lvl5pPr>
            <a:lvl6pPr marL="2743200" indent="-273050" algn="l">
              <a:lnSpc>
                <a:spcPct val="90000"/>
              </a:lnSpc>
              <a:spcBef>
                <a:spcPts val="1200"/>
              </a:spcBef>
              <a:spcAft>
                <a:spcPts val="0"/>
              </a:spcAft>
              <a:buClr>
                <a:schemeClr val="dk1"/>
              </a:buClr>
              <a:buSzPts val="700"/>
              <a:buChar char="■"/>
              <a:defRPr sz="700">
                <a:solidFill>
                  <a:schemeClr val="dk1"/>
                </a:solidFill>
              </a:defRPr>
            </a:lvl6pPr>
            <a:lvl7pPr marL="3200400" indent="-273050" algn="l">
              <a:lnSpc>
                <a:spcPct val="90000"/>
              </a:lnSpc>
              <a:spcBef>
                <a:spcPts val="1200"/>
              </a:spcBef>
              <a:spcAft>
                <a:spcPts val="0"/>
              </a:spcAft>
              <a:buClr>
                <a:schemeClr val="dk1"/>
              </a:buClr>
              <a:buSzPts val="700"/>
              <a:buChar char="●"/>
              <a:defRPr sz="700">
                <a:solidFill>
                  <a:schemeClr val="dk1"/>
                </a:solidFill>
              </a:defRPr>
            </a:lvl7pPr>
            <a:lvl8pPr marL="3657600" indent="-273050" algn="l">
              <a:lnSpc>
                <a:spcPct val="90000"/>
              </a:lnSpc>
              <a:spcBef>
                <a:spcPts val="1200"/>
              </a:spcBef>
              <a:spcAft>
                <a:spcPts val="0"/>
              </a:spcAft>
              <a:buClr>
                <a:schemeClr val="dk1"/>
              </a:buClr>
              <a:buSzPts val="700"/>
              <a:buChar char="○"/>
              <a:defRPr sz="700">
                <a:solidFill>
                  <a:schemeClr val="dk1"/>
                </a:solidFill>
              </a:defRPr>
            </a:lvl8pPr>
            <a:lvl9pPr marL="4114800" indent="-273050" algn="l">
              <a:lnSpc>
                <a:spcPct val="90000"/>
              </a:lnSpc>
              <a:spcBef>
                <a:spcPts val="1200"/>
              </a:spcBef>
              <a:spcAft>
                <a:spcPts val="1200"/>
              </a:spcAft>
              <a:buClr>
                <a:schemeClr val="dk1"/>
              </a:buClr>
              <a:buSzPts val="700"/>
              <a:buChar char="■"/>
              <a:defRPr sz="700">
                <a:solidFill>
                  <a:schemeClr val="dk1"/>
                </a:solidFill>
              </a:defRPr>
            </a:lvl9pPr>
          </a:lstStyle>
          <a:p xmlns:a="http://schemas.openxmlformats.org/drawingml/2006/main"/>
        </p:txBody>
      </p:sp>
      <p:sp>
        <p:nvSpPr>
          <p:cNvPr id="473" name="Google Shape;473;p62">
            <a:extLst xmlns:a="http://schemas.openxmlformats.org/drawingml/2006/main">
              <a:ext uri="{FF2B5EF4-FFF2-40B4-BE49-F238E27FC236}">
                <a16:creationId xmlns:a16="http://schemas.microsoft.com/office/drawing/2014/main" id="{74D7B304-C8AB-4953-9467-474BCB69F0C0}"/>
              </a:ext>
            </a:extLst>
          </p:cNvPr>
          <p:cNvSpPr>
            <a:spLocks xmlns:a="http://schemas.openxmlformats.org/drawingml/2006/main" noGrp="1"/>
          </p:cNvSpPr>
          <p:nvPr>
            <p:ph type="body" idx="14"/>
          </p:nvPr>
        </p:nvSpPr>
        <p:spPr>
          <a:xfrm xmlns:a="http://schemas.openxmlformats.org/drawingml/2006/main">
            <a:off x="3254148" y="1861144"/>
            <a:ext cx="2637000" cy="303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9050" tIns="19050" rIns="19050" bIns="19050" anchor="t">
            <a:spAutoFit/>
          </a:bodyPr>
          <a:lstStyle xmlns:a="http://schemas.openxmlformats.org/drawingml/2006/main">
            <a:lvl1pPr marL="457200" indent="-228600" algn="l">
              <a:lnSpc>
                <a:spcPct val="90000"/>
              </a:lnSpc>
              <a:spcBef>
                <a:spcPts val="400"/>
              </a:spcBef>
              <a:spcAft>
                <a:spcPts val="0"/>
              </a:spcAft>
              <a:buClr>
                <a:schemeClr val="dk1"/>
              </a:buClr>
              <a:buSzPts val="2300"/>
              <a:buNone/>
              <a:defRPr sz="2300" b="0" i="0" u="none" cap="none">
                <a:solidFill>
                  <a:schemeClr val="dk1"/>
                </a:solidFill>
              </a:defRPr>
            </a:lvl1pPr>
            <a:lvl2pPr marL="914400" indent="-273050" algn="l">
              <a:lnSpc>
                <a:spcPct val="90000"/>
              </a:lnSpc>
              <a:spcBef>
                <a:spcPts val="1200"/>
              </a:spcBef>
              <a:spcAft>
                <a:spcPts val="0"/>
              </a:spcAft>
              <a:buClr>
                <a:schemeClr val="dk1"/>
              </a:buClr>
              <a:buSzPts val="700"/>
              <a:buChar char="○"/>
              <a:defRPr sz="900">
                <a:solidFill>
                  <a:schemeClr val="dk1"/>
                </a:solidFill>
              </a:defRPr>
            </a:lvl2pPr>
            <a:lvl3pPr marL="1371600" indent="-273050" algn="l">
              <a:lnSpc>
                <a:spcPct val="90000"/>
              </a:lnSpc>
              <a:spcBef>
                <a:spcPts val="1200"/>
              </a:spcBef>
              <a:spcAft>
                <a:spcPts val="0"/>
              </a:spcAft>
              <a:buClr>
                <a:schemeClr val="dk1"/>
              </a:buClr>
              <a:buSzPts val="700"/>
              <a:buChar char="■"/>
              <a:defRPr sz="800">
                <a:solidFill>
                  <a:schemeClr val="dk1"/>
                </a:solidFill>
              </a:defRPr>
            </a:lvl3pPr>
            <a:lvl4pPr marL="1828800" indent="-273050" algn="l">
              <a:lnSpc>
                <a:spcPct val="90000"/>
              </a:lnSpc>
              <a:spcBef>
                <a:spcPts val="1200"/>
              </a:spcBef>
              <a:spcAft>
                <a:spcPts val="0"/>
              </a:spcAft>
              <a:buClr>
                <a:schemeClr val="dk1"/>
              </a:buClr>
              <a:buSzPts val="700"/>
              <a:buChar char="●"/>
              <a:defRPr sz="700">
                <a:solidFill>
                  <a:schemeClr val="dk1"/>
                </a:solidFill>
              </a:defRPr>
            </a:lvl4pPr>
            <a:lvl5pPr marL="2286000" indent="-273050" algn="l">
              <a:lnSpc>
                <a:spcPct val="90000"/>
              </a:lnSpc>
              <a:spcBef>
                <a:spcPts val="1200"/>
              </a:spcBef>
              <a:spcAft>
                <a:spcPts val="0"/>
              </a:spcAft>
              <a:buClr>
                <a:schemeClr val="dk1"/>
              </a:buClr>
              <a:buSzPts val="700"/>
              <a:buChar char="○"/>
              <a:defRPr sz="700">
                <a:solidFill>
                  <a:schemeClr val="dk1"/>
                </a:solidFill>
              </a:defRPr>
            </a:lvl5pPr>
            <a:lvl6pPr marL="2743200" indent="-273050" algn="l">
              <a:lnSpc>
                <a:spcPct val="90000"/>
              </a:lnSpc>
              <a:spcBef>
                <a:spcPts val="1200"/>
              </a:spcBef>
              <a:spcAft>
                <a:spcPts val="0"/>
              </a:spcAft>
              <a:buClr>
                <a:schemeClr val="dk1"/>
              </a:buClr>
              <a:buSzPts val="700"/>
              <a:buChar char="■"/>
              <a:defRPr sz="700">
                <a:solidFill>
                  <a:schemeClr val="dk1"/>
                </a:solidFill>
              </a:defRPr>
            </a:lvl6pPr>
            <a:lvl7pPr marL="3200400" indent="-273050" algn="l">
              <a:lnSpc>
                <a:spcPct val="90000"/>
              </a:lnSpc>
              <a:spcBef>
                <a:spcPts val="1200"/>
              </a:spcBef>
              <a:spcAft>
                <a:spcPts val="0"/>
              </a:spcAft>
              <a:buClr>
                <a:schemeClr val="dk1"/>
              </a:buClr>
              <a:buSzPts val="700"/>
              <a:buChar char="●"/>
              <a:defRPr sz="700">
                <a:solidFill>
                  <a:schemeClr val="dk1"/>
                </a:solidFill>
              </a:defRPr>
            </a:lvl7pPr>
            <a:lvl8pPr marL="3657600" indent="-273050" algn="l">
              <a:lnSpc>
                <a:spcPct val="90000"/>
              </a:lnSpc>
              <a:spcBef>
                <a:spcPts val="1200"/>
              </a:spcBef>
              <a:spcAft>
                <a:spcPts val="0"/>
              </a:spcAft>
              <a:buClr>
                <a:schemeClr val="dk1"/>
              </a:buClr>
              <a:buSzPts val="700"/>
              <a:buChar char="○"/>
              <a:defRPr sz="700">
                <a:solidFill>
                  <a:schemeClr val="dk1"/>
                </a:solidFill>
              </a:defRPr>
            </a:lvl8pPr>
            <a:lvl9pPr marL="4114800" indent="-273050" algn="l">
              <a:lnSpc>
                <a:spcPct val="90000"/>
              </a:lnSpc>
              <a:spcBef>
                <a:spcPts val="1200"/>
              </a:spcBef>
              <a:spcAft>
                <a:spcPts val="1200"/>
              </a:spcAft>
              <a:buClr>
                <a:schemeClr val="dk1"/>
              </a:buClr>
              <a:buSzPts val="700"/>
              <a:buChar char="■"/>
              <a:defRPr sz="700">
                <a:solidFill>
                  <a:schemeClr val="dk1"/>
                </a:solidFill>
              </a:defRPr>
            </a:lvl9pPr>
          </a:lstStyle>
          <a:p xmlns:a="http://schemas.openxmlformats.org/drawingml/2006/main"/>
        </p:txBody>
      </p:sp>
      <p:sp>
        <p:nvSpPr>
          <p:cNvPr id="474" name="Google Shape;474;p62">
            <a:extLst xmlns:a="http://schemas.openxmlformats.org/drawingml/2006/main">
              <a:ext uri="{FF2B5EF4-FFF2-40B4-BE49-F238E27FC236}">
                <a16:creationId xmlns:a16="http://schemas.microsoft.com/office/drawing/2014/main" id="{3BC994F1-6C07-4DF3-AEE7-85A28672DE27}"/>
              </a:ext>
            </a:extLst>
          </p:cNvPr>
          <p:cNvSpPr>
            <a:spLocks xmlns:a="http://schemas.openxmlformats.org/drawingml/2006/main" noGrp="1"/>
          </p:cNvSpPr>
          <p:nvPr>
            <p:ph type="body" idx="15"/>
          </p:nvPr>
        </p:nvSpPr>
        <p:spPr>
          <a:xfrm xmlns:a="http://schemas.openxmlformats.org/drawingml/2006/main">
            <a:off x="3252951" y="4518777"/>
            <a:ext cx="2637000" cy="136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9050" tIns="19050" rIns="19050" bIns="19050" anchor="t">
            <a:spAutoFit/>
          </a:bodyPr>
          <a:lstStyle xmlns:a="http://schemas.openxmlformats.org/drawingml/2006/main">
            <a:lvl1pPr marL="457200" indent="-228600" algn="l">
              <a:lnSpc>
                <a:spcPct val="90000"/>
              </a:lnSpc>
              <a:spcBef>
                <a:spcPts val="400"/>
              </a:spcBef>
              <a:spcAft>
                <a:spcPts val="0"/>
              </a:spcAft>
              <a:buClr>
                <a:schemeClr val="dk1"/>
              </a:buClr>
              <a:buSzPts val="800"/>
              <a:buFont typeface="Arial"/>
              <a:buNone/>
              <a:defRPr sz="800" b="0" i="0" u="none" cap="none">
                <a:solidFill>
                  <a:schemeClr val="dk1"/>
                </a:solidFill>
              </a:defRPr>
            </a:lvl1pPr>
            <a:lvl2pPr marL="914400" indent="-273050" algn="l">
              <a:lnSpc>
                <a:spcPct val="90000"/>
              </a:lnSpc>
              <a:spcBef>
                <a:spcPts val="1200"/>
              </a:spcBef>
              <a:spcAft>
                <a:spcPts val="0"/>
              </a:spcAft>
              <a:buClr>
                <a:schemeClr val="dk1"/>
              </a:buClr>
              <a:buSzPts val="700"/>
              <a:buChar char="○"/>
              <a:defRPr sz="900">
                <a:solidFill>
                  <a:schemeClr val="dk1"/>
                </a:solidFill>
              </a:defRPr>
            </a:lvl2pPr>
            <a:lvl3pPr marL="1371600" indent="-273050" algn="l">
              <a:lnSpc>
                <a:spcPct val="90000"/>
              </a:lnSpc>
              <a:spcBef>
                <a:spcPts val="1200"/>
              </a:spcBef>
              <a:spcAft>
                <a:spcPts val="0"/>
              </a:spcAft>
              <a:buClr>
                <a:schemeClr val="dk1"/>
              </a:buClr>
              <a:buSzPts val="700"/>
              <a:buChar char="■"/>
              <a:defRPr sz="800">
                <a:solidFill>
                  <a:schemeClr val="dk1"/>
                </a:solidFill>
              </a:defRPr>
            </a:lvl3pPr>
            <a:lvl4pPr marL="1828800" indent="-273050" algn="l">
              <a:lnSpc>
                <a:spcPct val="90000"/>
              </a:lnSpc>
              <a:spcBef>
                <a:spcPts val="1200"/>
              </a:spcBef>
              <a:spcAft>
                <a:spcPts val="0"/>
              </a:spcAft>
              <a:buClr>
                <a:schemeClr val="dk1"/>
              </a:buClr>
              <a:buSzPts val="700"/>
              <a:buChar char="●"/>
              <a:defRPr sz="700">
                <a:solidFill>
                  <a:schemeClr val="dk1"/>
                </a:solidFill>
              </a:defRPr>
            </a:lvl4pPr>
            <a:lvl5pPr marL="2286000" indent="-273050" algn="l">
              <a:lnSpc>
                <a:spcPct val="90000"/>
              </a:lnSpc>
              <a:spcBef>
                <a:spcPts val="1200"/>
              </a:spcBef>
              <a:spcAft>
                <a:spcPts val="0"/>
              </a:spcAft>
              <a:buClr>
                <a:schemeClr val="dk1"/>
              </a:buClr>
              <a:buSzPts val="700"/>
              <a:buChar char="○"/>
              <a:defRPr sz="700">
                <a:solidFill>
                  <a:schemeClr val="dk1"/>
                </a:solidFill>
              </a:defRPr>
            </a:lvl5pPr>
            <a:lvl6pPr marL="2743200" indent="-273050" algn="l">
              <a:lnSpc>
                <a:spcPct val="90000"/>
              </a:lnSpc>
              <a:spcBef>
                <a:spcPts val="1200"/>
              </a:spcBef>
              <a:spcAft>
                <a:spcPts val="0"/>
              </a:spcAft>
              <a:buClr>
                <a:schemeClr val="dk1"/>
              </a:buClr>
              <a:buSzPts val="700"/>
              <a:buChar char="■"/>
              <a:defRPr sz="700">
                <a:solidFill>
                  <a:schemeClr val="dk1"/>
                </a:solidFill>
              </a:defRPr>
            </a:lvl6pPr>
            <a:lvl7pPr marL="3200400" indent="-273050" algn="l">
              <a:lnSpc>
                <a:spcPct val="90000"/>
              </a:lnSpc>
              <a:spcBef>
                <a:spcPts val="1200"/>
              </a:spcBef>
              <a:spcAft>
                <a:spcPts val="0"/>
              </a:spcAft>
              <a:buClr>
                <a:schemeClr val="dk1"/>
              </a:buClr>
              <a:buSzPts val="700"/>
              <a:buChar char="●"/>
              <a:defRPr sz="700">
                <a:solidFill>
                  <a:schemeClr val="dk1"/>
                </a:solidFill>
              </a:defRPr>
            </a:lvl7pPr>
            <a:lvl8pPr marL="3657600" indent="-273050" algn="l">
              <a:lnSpc>
                <a:spcPct val="90000"/>
              </a:lnSpc>
              <a:spcBef>
                <a:spcPts val="1200"/>
              </a:spcBef>
              <a:spcAft>
                <a:spcPts val="0"/>
              </a:spcAft>
              <a:buClr>
                <a:schemeClr val="dk1"/>
              </a:buClr>
              <a:buSzPts val="700"/>
              <a:buChar char="○"/>
              <a:defRPr sz="700">
                <a:solidFill>
                  <a:schemeClr val="dk1"/>
                </a:solidFill>
              </a:defRPr>
            </a:lvl8pPr>
            <a:lvl9pPr marL="4114800" indent="-273050" algn="l">
              <a:lnSpc>
                <a:spcPct val="90000"/>
              </a:lnSpc>
              <a:spcBef>
                <a:spcPts val="1200"/>
              </a:spcBef>
              <a:spcAft>
                <a:spcPts val="1200"/>
              </a:spcAft>
              <a:buClr>
                <a:schemeClr val="dk1"/>
              </a:buClr>
              <a:buSzPts val="700"/>
              <a:buChar char="■"/>
              <a:defRPr sz="700">
                <a:solidFill>
                  <a:schemeClr val="dk1"/>
                </a:solidFill>
              </a:defRPr>
            </a:lvl9pPr>
          </a:lstStyle>
          <a:p xmlns:a="http://schemas.openxmlformats.org/drawingml/2006/main"/>
        </p:txBody>
      </p:sp>
      <p:sp>
        <p:nvSpPr>
          <p:cNvPr id="475" name="Google Shape;475;p62">
            <a:extLst xmlns:a="http://schemas.openxmlformats.org/drawingml/2006/main">
              <a:ext uri="{FF2B5EF4-FFF2-40B4-BE49-F238E27FC236}">
                <a16:creationId xmlns:a16="http://schemas.microsoft.com/office/drawing/2014/main" id="{4803F1D1-7998-44B2-B2ED-A4C96E503C6C}"/>
              </a:ext>
            </a:extLst>
          </p:cNvPr>
          <p:cNvSpPr>
            <a:spLocks xmlns:a="http://schemas.openxmlformats.org/drawingml/2006/main" noGrp="1"/>
          </p:cNvSpPr>
          <p:nvPr>
            <p:ph type="body" idx="16"/>
          </p:nvPr>
        </p:nvSpPr>
        <p:spPr>
          <a:xfrm xmlns:a="http://schemas.openxmlformats.org/drawingml/2006/main">
            <a:off x="3254148" y="3415881"/>
            <a:ext cx="2637000" cy="20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9050" tIns="19050" rIns="19050" bIns="19050" anchor="t">
            <a:spAutoFit/>
          </a:bodyPr>
          <a:lstStyle xmlns:a="http://schemas.openxmlformats.org/drawingml/2006/main">
            <a:lvl1pPr marL="457200" indent="-228600" algn="l">
              <a:lnSpc>
                <a:spcPct val="90000"/>
              </a:lnSpc>
              <a:spcBef>
                <a:spcPts val="400"/>
              </a:spcBef>
              <a:spcAft>
                <a:spcPts val="0"/>
              </a:spcAft>
              <a:buClr>
                <a:schemeClr val="dk1"/>
              </a:buClr>
              <a:buSzPts val="1300"/>
              <a:buFont typeface="Arial"/>
              <a:buNone/>
              <a:defRPr sz="1300" b="0" i="0" u="none" cap="none">
                <a:solidFill>
                  <a:schemeClr val="dk1"/>
                </a:solidFill>
              </a:defRPr>
            </a:lvl1pPr>
            <a:lvl2pPr marL="914400" indent="-273050" algn="l">
              <a:lnSpc>
                <a:spcPct val="90000"/>
              </a:lnSpc>
              <a:spcBef>
                <a:spcPts val="1200"/>
              </a:spcBef>
              <a:spcAft>
                <a:spcPts val="0"/>
              </a:spcAft>
              <a:buClr>
                <a:schemeClr val="dk1"/>
              </a:buClr>
              <a:buSzPts val="700"/>
              <a:buChar char="○"/>
              <a:defRPr sz="900">
                <a:solidFill>
                  <a:schemeClr val="dk1"/>
                </a:solidFill>
              </a:defRPr>
            </a:lvl2pPr>
            <a:lvl3pPr marL="1371600" indent="-273050" algn="l">
              <a:lnSpc>
                <a:spcPct val="90000"/>
              </a:lnSpc>
              <a:spcBef>
                <a:spcPts val="1200"/>
              </a:spcBef>
              <a:spcAft>
                <a:spcPts val="0"/>
              </a:spcAft>
              <a:buClr>
                <a:schemeClr val="dk1"/>
              </a:buClr>
              <a:buSzPts val="700"/>
              <a:buChar char="■"/>
              <a:defRPr sz="800">
                <a:solidFill>
                  <a:schemeClr val="dk1"/>
                </a:solidFill>
              </a:defRPr>
            </a:lvl3pPr>
            <a:lvl4pPr marL="1828800" indent="-273050" algn="l">
              <a:lnSpc>
                <a:spcPct val="90000"/>
              </a:lnSpc>
              <a:spcBef>
                <a:spcPts val="1200"/>
              </a:spcBef>
              <a:spcAft>
                <a:spcPts val="0"/>
              </a:spcAft>
              <a:buClr>
                <a:schemeClr val="dk1"/>
              </a:buClr>
              <a:buSzPts val="700"/>
              <a:buChar char="●"/>
              <a:defRPr sz="700">
                <a:solidFill>
                  <a:schemeClr val="dk1"/>
                </a:solidFill>
              </a:defRPr>
            </a:lvl4pPr>
            <a:lvl5pPr marL="2286000" indent="-273050" algn="l">
              <a:lnSpc>
                <a:spcPct val="90000"/>
              </a:lnSpc>
              <a:spcBef>
                <a:spcPts val="1200"/>
              </a:spcBef>
              <a:spcAft>
                <a:spcPts val="0"/>
              </a:spcAft>
              <a:buClr>
                <a:schemeClr val="dk1"/>
              </a:buClr>
              <a:buSzPts val="700"/>
              <a:buChar char="○"/>
              <a:defRPr sz="700">
                <a:solidFill>
                  <a:schemeClr val="dk1"/>
                </a:solidFill>
              </a:defRPr>
            </a:lvl5pPr>
            <a:lvl6pPr marL="2743200" indent="-273050" algn="l">
              <a:lnSpc>
                <a:spcPct val="90000"/>
              </a:lnSpc>
              <a:spcBef>
                <a:spcPts val="1200"/>
              </a:spcBef>
              <a:spcAft>
                <a:spcPts val="0"/>
              </a:spcAft>
              <a:buClr>
                <a:schemeClr val="dk1"/>
              </a:buClr>
              <a:buSzPts val="700"/>
              <a:buChar char="■"/>
              <a:defRPr sz="700">
                <a:solidFill>
                  <a:schemeClr val="dk1"/>
                </a:solidFill>
              </a:defRPr>
            </a:lvl6pPr>
            <a:lvl7pPr marL="3200400" indent="-273050" algn="l">
              <a:lnSpc>
                <a:spcPct val="90000"/>
              </a:lnSpc>
              <a:spcBef>
                <a:spcPts val="1200"/>
              </a:spcBef>
              <a:spcAft>
                <a:spcPts val="0"/>
              </a:spcAft>
              <a:buClr>
                <a:schemeClr val="dk1"/>
              </a:buClr>
              <a:buSzPts val="700"/>
              <a:buChar char="●"/>
              <a:defRPr sz="700">
                <a:solidFill>
                  <a:schemeClr val="dk1"/>
                </a:solidFill>
              </a:defRPr>
            </a:lvl7pPr>
            <a:lvl8pPr marL="3657600" indent="-273050" algn="l">
              <a:lnSpc>
                <a:spcPct val="90000"/>
              </a:lnSpc>
              <a:spcBef>
                <a:spcPts val="1200"/>
              </a:spcBef>
              <a:spcAft>
                <a:spcPts val="0"/>
              </a:spcAft>
              <a:buClr>
                <a:schemeClr val="dk1"/>
              </a:buClr>
              <a:buSzPts val="700"/>
              <a:buChar char="○"/>
              <a:defRPr sz="700">
                <a:solidFill>
                  <a:schemeClr val="dk1"/>
                </a:solidFill>
              </a:defRPr>
            </a:lvl8pPr>
            <a:lvl9pPr marL="4114800" indent="-273050" algn="l">
              <a:lnSpc>
                <a:spcPct val="90000"/>
              </a:lnSpc>
              <a:spcBef>
                <a:spcPts val="1200"/>
              </a:spcBef>
              <a:spcAft>
                <a:spcPts val="1200"/>
              </a:spcAft>
              <a:buClr>
                <a:schemeClr val="dk1"/>
              </a:buClr>
              <a:buSzPts val="700"/>
              <a:buChar char="■"/>
              <a:defRPr sz="700">
                <a:solidFill>
                  <a:schemeClr val="dk1"/>
                </a:solidFill>
              </a:defRPr>
            </a:lvl9pPr>
          </a:lstStyle>
          <a:p xmlns:a="http://schemas.openxmlformats.org/drawingml/2006/main"/>
        </p:txBody>
      </p:sp>
      <p:sp>
        <p:nvSpPr>
          <p:cNvPr id="476" name="Google Shape;476;p62">
            <a:extLst xmlns:a="http://schemas.openxmlformats.org/drawingml/2006/main">
              <a:ext uri="{FF2B5EF4-FFF2-40B4-BE49-F238E27FC236}">
                <a16:creationId xmlns:a16="http://schemas.microsoft.com/office/drawing/2014/main" id="{A37BC2A2-031F-4518-B1F9-A45744ABC4EB}"/>
              </a:ext>
            </a:extLst>
          </p:cNvPr>
          <p:cNvSpPr>
            <a:spLocks xmlns:a="http://schemas.openxmlformats.org/drawingml/2006/main" noGrp="1"/>
          </p:cNvSpPr>
          <p:nvPr>
            <p:ph type="body" idx="17"/>
          </p:nvPr>
        </p:nvSpPr>
        <p:spPr>
          <a:xfrm xmlns:a="http://schemas.openxmlformats.org/drawingml/2006/main">
            <a:off x="6201148" y="3415881"/>
            <a:ext cx="2637000" cy="303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9050" tIns="19050" rIns="19050" bIns="19050" anchor="t">
            <a:spAutoFit/>
          </a:bodyPr>
          <a:lstStyle xmlns:a="http://schemas.openxmlformats.org/drawingml/2006/main">
            <a:lvl1pPr marL="457200" indent="-228600" algn="l">
              <a:lnSpc>
                <a:spcPct val="90000"/>
              </a:lnSpc>
              <a:spcBef>
                <a:spcPts val="400"/>
              </a:spcBef>
              <a:spcAft>
                <a:spcPts val="0"/>
              </a:spcAft>
              <a:buClr>
                <a:schemeClr val="dk1"/>
              </a:buClr>
              <a:buSzPts val="2300"/>
              <a:buNone/>
              <a:defRPr sz="2300" b="0" i="0" u="none" cap="none">
                <a:solidFill>
                  <a:schemeClr val="dk1"/>
                </a:solidFill>
              </a:defRPr>
            </a:lvl1pPr>
            <a:lvl2pPr marL="914400" indent="-273050" algn="l">
              <a:lnSpc>
                <a:spcPct val="90000"/>
              </a:lnSpc>
              <a:spcBef>
                <a:spcPts val="1200"/>
              </a:spcBef>
              <a:spcAft>
                <a:spcPts val="0"/>
              </a:spcAft>
              <a:buClr>
                <a:schemeClr val="dk1"/>
              </a:buClr>
              <a:buSzPts val="700"/>
              <a:buChar char="○"/>
              <a:defRPr sz="900">
                <a:solidFill>
                  <a:schemeClr val="dk1"/>
                </a:solidFill>
              </a:defRPr>
            </a:lvl2pPr>
            <a:lvl3pPr marL="1371600" indent="-273050" algn="l">
              <a:lnSpc>
                <a:spcPct val="90000"/>
              </a:lnSpc>
              <a:spcBef>
                <a:spcPts val="1200"/>
              </a:spcBef>
              <a:spcAft>
                <a:spcPts val="0"/>
              </a:spcAft>
              <a:buClr>
                <a:schemeClr val="dk1"/>
              </a:buClr>
              <a:buSzPts val="700"/>
              <a:buChar char="■"/>
              <a:defRPr sz="800">
                <a:solidFill>
                  <a:schemeClr val="dk1"/>
                </a:solidFill>
              </a:defRPr>
            </a:lvl3pPr>
            <a:lvl4pPr marL="1828800" indent="-273050" algn="l">
              <a:lnSpc>
                <a:spcPct val="90000"/>
              </a:lnSpc>
              <a:spcBef>
                <a:spcPts val="1200"/>
              </a:spcBef>
              <a:spcAft>
                <a:spcPts val="0"/>
              </a:spcAft>
              <a:buClr>
                <a:schemeClr val="dk1"/>
              </a:buClr>
              <a:buSzPts val="700"/>
              <a:buChar char="●"/>
              <a:defRPr sz="700">
                <a:solidFill>
                  <a:schemeClr val="dk1"/>
                </a:solidFill>
              </a:defRPr>
            </a:lvl4pPr>
            <a:lvl5pPr marL="2286000" indent="-273050" algn="l">
              <a:lnSpc>
                <a:spcPct val="90000"/>
              </a:lnSpc>
              <a:spcBef>
                <a:spcPts val="1200"/>
              </a:spcBef>
              <a:spcAft>
                <a:spcPts val="0"/>
              </a:spcAft>
              <a:buClr>
                <a:schemeClr val="dk1"/>
              </a:buClr>
              <a:buSzPts val="700"/>
              <a:buChar char="○"/>
              <a:defRPr sz="700">
                <a:solidFill>
                  <a:schemeClr val="dk1"/>
                </a:solidFill>
              </a:defRPr>
            </a:lvl5pPr>
            <a:lvl6pPr marL="2743200" indent="-273050" algn="l">
              <a:lnSpc>
                <a:spcPct val="90000"/>
              </a:lnSpc>
              <a:spcBef>
                <a:spcPts val="1200"/>
              </a:spcBef>
              <a:spcAft>
                <a:spcPts val="0"/>
              </a:spcAft>
              <a:buClr>
                <a:schemeClr val="dk1"/>
              </a:buClr>
              <a:buSzPts val="700"/>
              <a:buChar char="■"/>
              <a:defRPr sz="700">
                <a:solidFill>
                  <a:schemeClr val="dk1"/>
                </a:solidFill>
              </a:defRPr>
            </a:lvl6pPr>
            <a:lvl7pPr marL="3200400" indent="-273050" algn="l">
              <a:lnSpc>
                <a:spcPct val="90000"/>
              </a:lnSpc>
              <a:spcBef>
                <a:spcPts val="1200"/>
              </a:spcBef>
              <a:spcAft>
                <a:spcPts val="0"/>
              </a:spcAft>
              <a:buClr>
                <a:schemeClr val="dk1"/>
              </a:buClr>
              <a:buSzPts val="700"/>
              <a:buChar char="●"/>
              <a:defRPr sz="700">
                <a:solidFill>
                  <a:schemeClr val="dk1"/>
                </a:solidFill>
              </a:defRPr>
            </a:lvl7pPr>
            <a:lvl8pPr marL="3657600" indent="-273050" algn="l">
              <a:lnSpc>
                <a:spcPct val="90000"/>
              </a:lnSpc>
              <a:spcBef>
                <a:spcPts val="1200"/>
              </a:spcBef>
              <a:spcAft>
                <a:spcPts val="0"/>
              </a:spcAft>
              <a:buClr>
                <a:schemeClr val="dk1"/>
              </a:buClr>
              <a:buSzPts val="700"/>
              <a:buChar char="○"/>
              <a:defRPr sz="700">
                <a:solidFill>
                  <a:schemeClr val="dk1"/>
                </a:solidFill>
              </a:defRPr>
            </a:lvl8pPr>
            <a:lvl9pPr marL="4114800" indent="-273050" algn="l">
              <a:lnSpc>
                <a:spcPct val="90000"/>
              </a:lnSpc>
              <a:spcBef>
                <a:spcPts val="1200"/>
              </a:spcBef>
              <a:spcAft>
                <a:spcPts val="1200"/>
              </a:spcAft>
              <a:buClr>
                <a:schemeClr val="dk1"/>
              </a:buClr>
              <a:buSzPts val="700"/>
              <a:buChar char="■"/>
              <a:defRPr sz="700">
                <a:solidFill>
                  <a:schemeClr val="dk1"/>
                </a:solidFill>
              </a:defRPr>
            </a:lvl9pPr>
          </a:lstStyle>
          <a:p xmlns:a="http://schemas.openxmlformats.org/drawingml/2006/main"/>
        </p:txBody>
      </p:sp>
      <p:sp>
        <p:nvSpPr>
          <p:cNvPr id="477" name="Google Shape;477;p62">
            <a:extLst xmlns:a="http://schemas.openxmlformats.org/drawingml/2006/main">
              <a:ext uri="{FF2B5EF4-FFF2-40B4-BE49-F238E27FC236}">
                <a16:creationId xmlns:a16="http://schemas.microsoft.com/office/drawing/2014/main" id="{26372584-292B-4001-801C-EEE01D93974F}"/>
              </a:ext>
            </a:extLst>
          </p:cNvPr>
          <p:cNvSpPr>
            <a:spLocks xmlns:a="http://schemas.openxmlformats.org/drawingml/2006/main" noGrp="1"/>
          </p:cNvSpPr>
          <p:nvPr>
            <p:ph type="title" idx="0"/>
          </p:nvPr>
        </p:nvSpPr>
        <p:spPr>
          <a:xfrm xmlns:a="http://schemas.openxmlformats.org/drawingml/2006/main">
            <a:off x="201375" y="295825"/>
            <a:ext cx="2834400" cy="346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300" tIns="17150" rIns="34300" bIns="17150" anchor="t">
            <a:noAutofit/>
          </a:bodyPr>
          <a:lstStyle xmlns:a="http://schemas.openxmlformats.org/drawingml/2006/main">
            <a:lvl1pPr algn="l">
              <a:lnSpc>
                <a:spcPct val="90000"/>
              </a:lnSpc>
              <a:spcBef>
                <a:spcPts val="0"/>
              </a:spcBef>
              <a:spcAft>
                <a:spcPts val="0"/>
              </a:spcAft>
              <a:buClr>
                <a:schemeClr val="dk1"/>
              </a:buClr>
              <a:buSzPts val="2250"/>
              <a:buFont typeface="Helvetica Neue"/>
              <a:buNone/>
              <a:defRPr sz="2250" b="0">
                <a:solidFill>
                  <a:schemeClr val="dk1"/>
                </a:solidFill>
              </a:defRPr>
            </a:lvl1pPr>
            <a:lvl2pPr>
              <a:spcBef>
                <a:spcPts val="0"/>
              </a:spcBef>
              <a:spcAft>
                <a:spcPts val="0"/>
              </a:spcAft>
              <a:buSzPts val="500"/>
              <a:buNone/>
              <a:defRPr sz="700"/>
            </a:lvl2pPr>
            <a:lvl3pPr>
              <a:spcBef>
                <a:spcPts val="0"/>
              </a:spcBef>
              <a:spcAft>
                <a:spcPts val="0"/>
              </a:spcAft>
              <a:buSzPts val="500"/>
              <a:buNone/>
              <a:defRPr sz="700"/>
            </a:lvl3pPr>
            <a:lvl4pPr>
              <a:spcBef>
                <a:spcPts val="0"/>
              </a:spcBef>
              <a:spcAft>
                <a:spcPts val="0"/>
              </a:spcAft>
              <a:buSzPts val="500"/>
              <a:buNone/>
              <a:defRPr sz="700"/>
            </a:lvl4pPr>
            <a:lvl5pPr>
              <a:spcBef>
                <a:spcPts val="0"/>
              </a:spcBef>
              <a:spcAft>
                <a:spcPts val="0"/>
              </a:spcAft>
              <a:buSzPts val="500"/>
              <a:buNone/>
              <a:defRPr sz="700"/>
            </a:lvl5pPr>
            <a:lvl6pPr>
              <a:spcBef>
                <a:spcPts val="0"/>
              </a:spcBef>
              <a:spcAft>
                <a:spcPts val="0"/>
              </a:spcAft>
              <a:buSzPts val="500"/>
              <a:buNone/>
              <a:defRPr sz="700"/>
            </a:lvl6pPr>
            <a:lvl7pPr>
              <a:spcBef>
                <a:spcPts val="0"/>
              </a:spcBef>
              <a:spcAft>
                <a:spcPts val="0"/>
              </a:spcAft>
              <a:buSzPts val="500"/>
              <a:buNone/>
              <a:defRPr sz="700"/>
            </a:lvl7pPr>
            <a:lvl8pPr>
              <a:spcBef>
                <a:spcPts val="0"/>
              </a:spcBef>
              <a:spcAft>
                <a:spcPts val="0"/>
              </a:spcAft>
              <a:buSzPts val="500"/>
              <a:buNone/>
              <a:defRPr sz="700"/>
            </a:lvl8pPr>
            <a:lvl9pPr>
              <a:spcBef>
                <a:spcPts val="0"/>
              </a:spcBef>
              <a:spcAft>
                <a:spcPts val="0"/>
              </a:spcAft>
              <a:buSzPts val="500"/>
              <a:buNone/>
              <a:defRPr sz="700"/>
            </a:lvl9pPr>
          </a:lstStyle>
          <a:p xmlns:a="http://schemas.openxmlformats.org/drawingml/2006/main"/>
        </p:txBody>
      </p:sp>
      <p:pic>
        <p:nvPicPr>
          <p:cNvPr id="494" name="Google Shape;478;p62"/>
          <p:cNvPicPr>
            <a:picLocks xmlns:a="http://schemas.openxmlformats.org/drawingml/2006/main" noChangeAspect="1"/>
          </p:cNvPicPr>
          <p:nvPr/>
        </p:nvPicPr>
        <p:blipFill>
          <a:blip xmlns:r="http://schemas.openxmlformats.org/officeDocument/2006/relationships" xmlns:a="http://schemas.openxmlformats.org/drawingml/2006/main" r:embed="Rad7db552e861404b">
            <a:alphaModFix/>
          </a:blip>
          <a:stretch xmlns:a="http://schemas.openxmlformats.org/drawingml/2006/main">
            <a:fillRect l="0" t="0" r="0" b="0"/>
          </a:stretch>
        </p:blipFill>
        <p:spPr>
          <a:xfrm xmlns:a="http://schemas.openxmlformats.org/drawingml/2006/main">
            <a:off x="228600" y="4836074"/>
            <a:ext cx="153925" cy="153925"/>
          </a:xfrm>
          <a:prstGeom xmlns:a="http://schemas.openxmlformats.org/drawingml/2006/main" prst="rect">
            <a:avLst/>
          </a:prstGeom>
          <a:ln xmlns:a="http://schemas.openxmlformats.org/drawingml/2006/main">
            <a:noFill/>
          </a:ln>
        </p:spPr>
      </p:pic>
    </p:spTree>
  </p:cSld>
</p:sldLayout>
</file>

<file path=ppt/slideLayouts/slideLayout62.xml><?xml version="1.0" encoding="utf-8"?>
<p:sldLayout xmlns:p="http://schemas.openxmlformats.org/presentationml/2006/main" matchingName="Data viz - Large title 1">
  <p:cSld name="6_Custom Layout_1">
    <p:bg>
      <p:bgPr>
        <a:solidFill xmlns:a="http://schemas.openxmlformats.org/drawingml/2006/main">
          <a:schemeClr val="lt1"/>
        </a:solidFill>
      </p:bgPr>
    </p:bg>
    <p:spTree>
      <p:nvGrpSpPr>
        <p:cNvPr id="1" name=""/>
        <p:cNvGrpSpPr/>
        <p:nvPr/>
      </p:nvGrpSpPr>
      <p:grpSpPr>
        <a:xfrm xmlns:a="http://schemas.openxmlformats.org/drawingml/2006/main"/>
      </p:grpSpPr>
      <p:sp>
        <p:nvSpPr>
          <p:cNvPr id="480" name="Google Shape;480;p63">
            <a:extLst xmlns:a="http://schemas.openxmlformats.org/drawingml/2006/main">
              <a:ext uri="{FF2B5EF4-FFF2-40B4-BE49-F238E27FC236}">
                <a16:creationId xmlns:a16="http://schemas.microsoft.com/office/drawing/2014/main" id="{3D894E12-4B98-48BD-B28E-4478AC4F3CC5}"/>
              </a:ext>
            </a:extLst>
          </p:cNvPr>
          <p:cNvSpPr>
            <a:spLocks xmlns:a="http://schemas.openxmlformats.org/drawingml/2006/main" noGrp="1"/>
          </p:cNvSpPr>
          <p:nvPr>
            <p:ph type="body" idx="1"/>
          </p:nvPr>
        </p:nvSpPr>
        <p:spPr>
          <a:xfrm xmlns:a="http://schemas.openxmlformats.org/drawingml/2006/main">
            <a:off x="201377" y="164051"/>
            <a:ext cx="2635800" cy="164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9050" tIns="19050" rIns="19050" bIns="19050" anchor="t">
            <a:spAutoFit/>
          </a:bodyPr>
          <a:lstStyle xmlns:a="http://schemas.openxmlformats.org/drawingml/2006/main">
            <a:lvl1pPr marL="457200" indent="-228600" algn="l">
              <a:lnSpc>
                <a:spcPct val="90000"/>
              </a:lnSpc>
              <a:spcBef>
                <a:spcPts val="400"/>
              </a:spcBef>
              <a:spcAft>
                <a:spcPts val="0"/>
              </a:spcAft>
              <a:buClr>
                <a:schemeClr val="dk2"/>
              </a:buClr>
              <a:buSzPts val="750"/>
              <a:buNone/>
              <a:defRPr sz="750" b="0" i="0" u="none" cap="none">
                <a:solidFill>
                  <a:schemeClr val="dk2"/>
                </a:solidFill>
              </a:defRPr>
            </a:lvl1pPr>
            <a:lvl2pPr marL="914400" indent="-276225" algn="l">
              <a:lnSpc>
                <a:spcPct val="90000"/>
              </a:lnSpc>
              <a:spcBef>
                <a:spcPts val="1200"/>
              </a:spcBef>
              <a:spcAft>
                <a:spcPts val="0"/>
              </a:spcAft>
              <a:buClr>
                <a:schemeClr val="lt1"/>
              </a:buClr>
              <a:buSzPts val="750"/>
              <a:buChar char="○"/>
              <a:defRPr sz="750"/>
            </a:lvl2pPr>
            <a:lvl3pPr marL="1371600" indent="-276225" algn="l">
              <a:lnSpc>
                <a:spcPct val="90000"/>
              </a:lnSpc>
              <a:spcBef>
                <a:spcPts val="1200"/>
              </a:spcBef>
              <a:spcAft>
                <a:spcPts val="0"/>
              </a:spcAft>
              <a:buClr>
                <a:schemeClr val="lt1"/>
              </a:buClr>
              <a:buSzPts val="750"/>
              <a:buChar char="■"/>
              <a:defRPr sz="750"/>
            </a:lvl3pPr>
            <a:lvl4pPr marL="1828800" indent="-276225" algn="l">
              <a:lnSpc>
                <a:spcPct val="90000"/>
              </a:lnSpc>
              <a:spcBef>
                <a:spcPts val="1200"/>
              </a:spcBef>
              <a:spcAft>
                <a:spcPts val="0"/>
              </a:spcAft>
              <a:buClr>
                <a:schemeClr val="lt1"/>
              </a:buClr>
              <a:buSzPts val="750"/>
              <a:buChar char="●"/>
              <a:defRPr sz="750"/>
            </a:lvl4pPr>
            <a:lvl5pPr marL="2286000" indent="-276225" algn="l">
              <a:lnSpc>
                <a:spcPct val="90000"/>
              </a:lnSpc>
              <a:spcBef>
                <a:spcPts val="1200"/>
              </a:spcBef>
              <a:spcAft>
                <a:spcPts val="0"/>
              </a:spcAft>
              <a:buClr>
                <a:schemeClr val="lt1"/>
              </a:buClr>
              <a:buSzPts val="750"/>
              <a:buChar char="○"/>
              <a:defRPr sz="750"/>
            </a:lvl5pPr>
            <a:lvl6pPr marL="2743200" indent="-276225" algn="l">
              <a:lnSpc>
                <a:spcPct val="90000"/>
              </a:lnSpc>
              <a:spcBef>
                <a:spcPts val="1200"/>
              </a:spcBef>
              <a:spcAft>
                <a:spcPts val="0"/>
              </a:spcAft>
              <a:buClr>
                <a:schemeClr val="dk1"/>
              </a:buClr>
              <a:buSzPts val="750"/>
              <a:buChar char="■"/>
              <a:defRPr sz="750"/>
            </a:lvl6pPr>
            <a:lvl7pPr marL="3200400" indent="-276225" algn="l">
              <a:lnSpc>
                <a:spcPct val="90000"/>
              </a:lnSpc>
              <a:spcBef>
                <a:spcPts val="1200"/>
              </a:spcBef>
              <a:spcAft>
                <a:spcPts val="0"/>
              </a:spcAft>
              <a:buClr>
                <a:schemeClr val="dk1"/>
              </a:buClr>
              <a:buSzPts val="750"/>
              <a:buChar char="●"/>
              <a:defRPr sz="750"/>
            </a:lvl7pPr>
            <a:lvl8pPr marL="3657600" indent="-276225" algn="l">
              <a:lnSpc>
                <a:spcPct val="90000"/>
              </a:lnSpc>
              <a:spcBef>
                <a:spcPts val="1200"/>
              </a:spcBef>
              <a:spcAft>
                <a:spcPts val="0"/>
              </a:spcAft>
              <a:buClr>
                <a:schemeClr val="dk1"/>
              </a:buClr>
              <a:buSzPts val="750"/>
              <a:buChar char="○"/>
              <a:defRPr sz="750"/>
            </a:lvl8pPr>
            <a:lvl9pPr marL="4114800" indent="-276225" algn="l">
              <a:lnSpc>
                <a:spcPct val="90000"/>
              </a:lnSpc>
              <a:spcBef>
                <a:spcPts val="1200"/>
              </a:spcBef>
              <a:spcAft>
                <a:spcPts val="1200"/>
              </a:spcAft>
              <a:buClr>
                <a:schemeClr val="dk1"/>
              </a:buClr>
              <a:buSzPts val="750"/>
              <a:buChar char="■"/>
              <a:defRPr sz="750"/>
            </a:lvl9pPr>
          </a:lstStyle>
          <a:p xmlns:a="http://schemas.openxmlformats.org/drawingml/2006/main"/>
        </p:txBody>
      </p:sp>
      <p:sp>
        <p:nvSpPr>
          <p:cNvPr id="481" name="Google Shape;481;p63">
            <a:extLst xmlns:a="http://schemas.openxmlformats.org/drawingml/2006/main">
              <a:ext uri="{FF2B5EF4-FFF2-40B4-BE49-F238E27FC236}">
                <a16:creationId xmlns:a16="http://schemas.microsoft.com/office/drawing/2014/main" id="{EE6DBB0A-CFEE-4558-8DEB-0D7B13FFABC4}"/>
              </a:ext>
            </a:extLst>
          </p:cNvPr>
          <p:cNvSpPr>
            <a:spLocks xmlns:a="http://schemas.openxmlformats.org/drawingml/2006/main" noGrp="1"/>
          </p:cNvSpPr>
          <p:nvPr>
            <p:ph type="title" idx="0"/>
          </p:nvPr>
        </p:nvSpPr>
        <p:spPr>
          <a:xfrm xmlns:a="http://schemas.openxmlformats.org/drawingml/2006/main">
            <a:off x="201377" y="366541"/>
            <a:ext cx="5580000" cy="496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0575" tIns="17150" rIns="20575" bIns="17150" anchor="t">
            <a:spAutoFit/>
          </a:bodyPr>
          <a:lstStyle xmlns:a="http://schemas.openxmlformats.org/drawingml/2006/main">
            <a:lvl1pPr algn="l">
              <a:lnSpc>
                <a:spcPct val="80000"/>
              </a:lnSpc>
              <a:spcBef>
                <a:spcPts val="0"/>
              </a:spcBef>
              <a:spcAft>
                <a:spcPts val="0"/>
              </a:spcAft>
              <a:buClr>
                <a:schemeClr val="dk1"/>
              </a:buClr>
              <a:buSzPts val="3800"/>
              <a:buFont typeface="Helvetica Neue"/>
              <a:buNone/>
              <a:defRPr sz="3800">
                <a:solidFill>
                  <a:schemeClr val="dk1"/>
                </a:solidFill>
              </a:defRPr>
            </a:lvl1pPr>
            <a:lvl2pPr>
              <a:spcBef>
                <a:spcPts val="0"/>
              </a:spcBef>
              <a:spcAft>
                <a:spcPts val="0"/>
              </a:spcAft>
              <a:buSzPts val="500"/>
              <a:buNone/>
              <a:defRPr sz="700"/>
            </a:lvl2pPr>
            <a:lvl3pPr>
              <a:spcBef>
                <a:spcPts val="0"/>
              </a:spcBef>
              <a:spcAft>
                <a:spcPts val="0"/>
              </a:spcAft>
              <a:buSzPts val="500"/>
              <a:buNone/>
              <a:defRPr sz="700"/>
            </a:lvl3pPr>
            <a:lvl4pPr>
              <a:spcBef>
                <a:spcPts val="0"/>
              </a:spcBef>
              <a:spcAft>
                <a:spcPts val="0"/>
              </a:spcAft>
              <a:buSzPts val="500"/>
              <a:buNone/>
              <a:defRPr sz="700"/>
            </a:lvl4pPr>
            <a:lvl5pPr>
              <a:spcBef>
                <a:spcPts val="0"/>
              </a:spcBef>
              <a:spcAft>
                <a:spcPts val="0"/>
              </a:spcAft>
              <a:buSzPts val="500"/>
              <a:buNone/>
              <a:defRPr sz="700"/>
            </a:lvl5pPr>
            <a:lvl6pPr>
              <a:spcBef>
                <a:spcPts val="0"/>
              </a:spcBef>
              <a:spcAft>
                <a:spcPts val="0"/>
              </a:spcAft>
              <a:buSzPts val="500"/>
              <a:buNone/>
              <a:defRPr sz="700"/>
            </a:lvl6pPr>
            <a:lvl7pPr>
              <a:spcBef>
                <a:spcPts val="0"/>
              </a:spcBef>
              <a:spcAft>
                <a:spcPts val="0"/>
              </a:spcAft>
              <a:buSzPts val="500"/>
              <a:buNone/>
              <a:defRPr sz="700"/>
            </a:lvl7pPr>
            <a:lvl8pPr>
              <a:spcBef>
                <a:spcPts val="0"/>
              </a:spcBef>
              <a:spcAft>
                <a:spcPts val="0"/>
              </a:spcAft>
              <a:buSzPts val="500"/>
              <a:buNone/>
              <a:defRPr sz="700"/>
            </a:lvl8pPr>
            <a:lvl9pPr>
              <a:spcBef>
                <a:spcPts val="0"/>
              </a:spcBef>
              <a:spcAft>
                <a:spcPts val="0"/>
              </a:spcAft>
              <a:buSzPts val="500"/>
              <a:buNone/>
              <a:defRPr sz="700"/>
            </a:lvl9pPr>
          </a:lstStyle>
          <a:p xmlns:a="http://schemas.openxmlformats.org/drawingml/2006/main"/>
        </p:txBody>
      </p:sp>
      <p:sp>
        <p:nvSpPr>
          <p:cNvPr id="482" name="Google Shape;482;p63">
            <a:extLst xmlns:a="http://schemas.openxmlformats.org/drawingml/2006/main">
              <a:ext uri="{FF2B5EF4-FFF2-40B4-BE49-F238E27FC236}">
                <a16:creationId xmlns:a16="http://schemas.microsoft.com/office/drawing/2014/main" id="{0CEB6C1A-2E45-4ED1-A0AD-A48FC3947E92}"/>
              </a:ext>
            </a:extLst>
          </p:cNvPr>
          <p:cNvSpPr>
            <a:spLocks xmlns:a="http://schemas.openxmlformats.org/drawingml/2006/main" noGrp="1"/>
          </p:cNvSpPr>
          <p:nvPr>
            <p:ph type="body" idx="2"/>
          </p:nvPr>
        </p:nvSpPr>
        <p:spPr>
          <a:xfrm xmlns:a="http://schemas.openxmlformats.org/drawingml/2006/main">
            <a:off x="1671000" y="4375429"/>
            <a:ext cx="5802000" cy="163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9050" tIns="19050" rIns="19050" bIns="19050" anchor="t">
            <a:spAutoFit/>
          </a:bodyPr>
          <a:lstStyle xmlns:a="http://schemas.openxmlformats.org/drawingml/2006/main">
            <a:lvl1pPr marL="457200" indent="-228600" algn="ctr">
              <a:lnSpc>
                <a:spcPct val="90000"/>
              </a:lnSpc>
              <a:spcBef>
                <a:spcPts val="400"/>
              </a:spcBef>
              <a:spcAft>
                <a:spcPts val="0"/>
              </a:spcAft>
              <a:buClr>
                <a:schemeClr val="dk2"/>
              </a:buClr>
              <a:buSzPts val="500"/>
              <a:buNone/>
              <a:defRPr sz="500" b="0" i="0" u="none" cap="none">
                <a:solidFill>
                  <a:schemeClr val="dk2"/>
                </a:solidFill>
              </a:defRPr>
            </a:lvl1pPr>
            <a:lvl2pPr marL="914400" indent="-273050" algn="ctr">
              <a:lnSpc>
                <a:spcPct val="90000"/>
              </a:lnSpc>
              <a:spcBef>
                <a:spcPts val="1200"/>
              </a:spcBef>
              <a:spcAft>
                <a:spcPts val="0"/>
              </a:spcAft>
              <a:buClr>
                <a:schemeClr val="lt1"/>
              </a:buClr>
              <a:buSzPts val="700"/>
              <a:buChar char="○"/>
              <a:defRPr sz="900"/>
            </a:lvl2pPr>
            <a:lvl3pPr marL="1371600" indent="-273050" algn="ctr">
              <a:lnSpc>
                <a:spcPct val="90000"/>
              </a:lnSpc>
              <a:spcBef>
                <a:spcPts val="1200"/>
              </a:spcBef>
              <a:spcAft>
                <a:spcPts val="0"/>
              </a:spcAft>
              <a:buClr>
                <a:schemeClr val="lt1"/>
              </a:buClr>
              <a:buSzPts val="700"/>
              <a:buChar char="■"/>
              <a:defRPr sz="800"/>
            </a:lvl3pPr>
            <a:lvl4pPr marL="1828800" indent="-273050" algn="ctr">
              <a:lnSpc>
                <a:spcPct val="90000"/>
              </a:lnSpc>
              <a:spcBef>
                <a:spcPts val="1200"/>
              </a:spcBef>
              <a:spcAft>
                <a:spcPts val="0"/>
              </a:spcAft>
              <a:buClr>
                <a:schemeClr val="lt1"/>
              </a:buClr>
              <a:buSzPts val="700"/>
              <a:buChar char="●"/>
              <a:defRPr sz="700"/>
            </a:lvl4pPr>
            <a:lvl5pPr marL="2286000" indent="-273050" algn="ctr">
              <a:lnSpc>
                <a:spcPct val="90000"/>
              </a:lnSpc>
              <a:spcBef>
                <a:spcPts val="1200"/>
              </a:spcBef>
              <a:spcAft>
                <a:spcPts val="0"/>
              </a:spcAft>
              <a:buClr>
                <a:schemeClr val="lt1"/>
              </a:buClr>
              <a:buSzPts val="700"/>
              <a:buChar char="○"/>
              <a:defRPr sz="700"/>
            </a:lvl5pPr>
            <a:lvl6pPr marL="2743200" indent="-273050" algn="ctr">
              <a:lnSpc>
                <a:spcPct val="90000"/>
              </a:lnSpc>
              <a:spcBef>
                <a:spcPts val="1200"/>
              </a:spcBef>
              <a:spcAft>
                <a:spcPts val="0"/>
              </a:spcAft>
              <a:buClr>
                <a:schemeClr val="dk1"/>
              </a:buClr>
              <a:buSzPts val="700"/>
              <a:buChar char="■"/>
              <a:defRPr sz="700"/>
            </a:lvl6pPr>
            <a:lvl7pPr marL="3200400" indent="-273050" algn="ctr">
              <a:lnSpc>
                <a:spcPct val="90000"/>
              </a:lnSpc>
              <a:spcBef>
                <a:spcPts val="1200"/>
              </a:spcBef>
              <a:spcAft>
                <a:spcPts val="0"/>
              </a:spcAft>
              <a:buClr>
                <a:schemeClr val="dk1"/>
              </a:buClr>
              <a:buSzPts val="700"/>
              <a:buChar char="●"/>
              <a:defRPr sz="700"/>
            </a:lvl7pPr>
            <a:lvl8pPr marL="3657600" indent="-273050" algn="ctr">
              <a:lnSpc>
                <a:spcPct val="90000"/>
              </a:lnSpc>
              <a:spcBef>
                <a:spcPts val="1200"/>
              </a:spcBef>
              <a:spcAft>
                <a:spcPts val="0"/>
              </a:spcAft>
              <a:buClr>
                <a:schemeClr val="dk1"/>
              </a:buClr>
              <a:buSzPts val="700"/>
              <a:buChar char="○"/>
              <a:defRPr sz="700"/>
            </a:lvl8pPr>
            <a:lvl9pPr marL="4114800" indent="-273050" algn="ctr">
              <a:lnSpc>
                <a:spcPct val="90000"/>
              </a:lnSpc>
              <a:spcBef>
                <a:spcPts val="1200"/>
              </a:spcBef>
              <a:spcAft>
                <a:spcPts val="1200"/>
              </a:spcAft>
              <a:buClr>
                <a:schemeClr val="dk1"/>
              </a:buClr>
              <a:buSzPts val="700"/>
              <a:buChar char="■"/>
              <a:defRPr sz="700"/>
            </a:lvl9pPr>
          </a:lstStyle>
          <a:p xmlns:a="http://schemas.openxmlformats.org/drawingml/2006/main"/>
        </p:txBody>
      </p:sp>
      <p:pic>
        <p:nvPicPr>
          <p:cNvPr id="487" name="Google Shape;483;p63"/>
          <p:cNvPicPr>
            <a:picLocks xmlns:a="http://schemas.openxmlformats.org/drawingml/2006/main" noChangeAspect="1"/>
          </p:cNvPicPr>
          <p:nvPr/>
        </p:nvPicPr>
        <p:blipFill>
          <a:blip xmlns:r="http://schemas.openxmlformats.org/officeDocument/2006/relationships" xmlns:a="http://schemas.openxmlformats.org/drawingml/2006/main" r:embed="R430f405468db4ff9">
            <a:alphaModFix/>
          </a:blip>
          <a:stretch xmlns:a="http://schemas.openxmlformats.org/drawingml/2006/main">
            <a:fillRect l="0" t="0" r="0" b="0"/>
          </a:stretch>
        </p:blipFill>
        <p:spPr>
          <a:xfrm xmlns:a="http://schemas.openxmlformats.org/drawingml/2006/main">
            <a:off x="228600" y="4836074"/>
            <a:ext cx="153925" cy="153925"/>
          </a:xfrm>
          <a:prstGeom xmlns:a="http://schemas.openxmlformats.org/drawingml/2006/main" prst="rect">
            <a:avLst/>
          </a:prstGeom>
          <a:ln xmlns:a="http://schemas.openxmlformats.org/drawingml/2006/main">
            <a:noFill/>
          </a:ln>
        </p:spPr>
      </p:pic>
    </p:spTree>
  </p:cSld>
</p:sldLayout>
</file>

<file path=ppt/slideLayouts/slideLayout63.xml><?xml version="1.0" encoding="utf-8"?>
<p:sldLayout xmlns:p="http://schemas.openxmlformats.org/presentationml/2006/main" matchingName="Data viz - Large title 2">
  <p:cSld name="10_Custom Layout_1">
    <p:bg>
      <p:bgPr>
        <a:solidFill xmlns:a="http://schemas.openxmlformats.org/drawingml/2006/main">
          <a:schemeClr val="lt1"/>
        </a:solidFill>
      </p:bgPr>
    </p:bg>
    <p:spTree>
      <p:nvGrpSpPr>
        <p:cNvPr id="1" name=""/>
        <p:cNvGrpSpPr/>
        <p:nvPr/>
      </p:nvGrpSpPr>
      <p:grpSpPr>
        <a:xfrm xmlns:a="http://schemas.openxmlformats.org/drawingml/2006/main"/>
      </p:grpSpPr>
      <p:sp>
        <p:nvSpPr>
          <p:cNvPr id="485" name="Google Shape;485;p64">
            <a:extLst xmlns:a="http://schemas.openxmlformats.org/drawingml/2006/main">
              <a:ext uri="{FF2B5EF4-FFF2-40B4-BE49-F238E27FC236}">
                <a16:creationId xmlns:a16="http://schemas.microsoft.com/office/drawing/2014/main" id="{9746E477-B8D8-4482-92E3-7D20B5447505}"/>
              </a:ext>
            </a:extLst>
          </p:cNvPr>
          <p:cNvSpPr>
            <a:spLocks xmlns:a="http://schemas.openxmlformats.org/drawingml/2006/main" noGrp="1"/>
          </p:cNvSpPr>
          <p:nvPr>
            <p:ph type="body" idx="1"/>
          </p:nvPr>
        </p:nvSpPr>
        <p:spPr>
          <a:xfrm xmlns:a="http://schemas.openxmlformats.org/drawingml/2006/main">
            <a:off x="201377" y="164051"/>
            <a:ext cx="2635800" cy="164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9050" tIns="19050" rIns="19050" bIns="19050" anchor="t">
            <a:spAutoFit/>
          </a:bodyPr>
          <a:lstStyle xmlns:a="http://schemas.openxmlformats.org/drawingml/2006/main">
            <a:lvl1pPr marL="457200" indent="-228600" algn="l">
              <a:lnSpc>
                <a:spcPct val="90000"/>
              </a:lnSpc>
              <a:spcBef>
                <a:spcPts val="400"/>
              </a:spcBef>
              <a:spcAft>
                <a:spcPts val="0"/>
              </a:spcAft>
              <a:buClr>
                <a:schemeClr val="dk2"/>
              </a:buClr>
              <a:buSzPts val="750"/>
              <a:buNone/>
              <a:defRPr sz="750" b="0" i="0" u="none" cap="none">
                <a:solidFill>
                  <a:schemeClr val="dk2"/>
                </a:solidFill>
              </a:defRPr>
            </a:lvl1pPr>
            <a:lvl2pPr marL="914400" indent="-276225" algn="l">
              <a:lnSpc>
                <a:spcPct val="90000"/>
              </a:lnSpc>
              <a:spcBef>
                <a:spcPts val="1200"/>
              </a:spcBef>
              <a:spcAft>
                <a:spcPts val="0"/>
              </a:spcAft>
              <a:buClr>
                <a:schemeClr val="lt1"/>
              </a:buClr>
              <a:buSzPts val="750"/>
              <a:buChar char="○"/>
              <a:defRPr sz="750"/>
            </a:lvl2pPr>
            <a:lvl3pPr marL="1371600" indent="-276225" algn="l">
              <a:lnSpc>
                <a:spcPct val="90000"/>
              </a:lnSpc>
              <a:spcBef>
                <a:spcPts val="1200"/>
              </a:spcBef>
              <a:spcAft>
                <a:spcPts val="0"/>
              </a:spcAft>
              <a:buClr>
                <a:schemeClr val="lt1"/>
              </a:buClr>
              <a:buSzPts val="750"/>
              <a:buChar char="■"/>
              <a:defRPr sz="750"/>
            </a:lvl3pPr>
            <a:lvl4pPr marL="1828800" indent="-276225" algn="l">
              <a:lnSpc>
                <a:spcPct val="90000"/>
              </a:lnSpc>
              <a:spcBef>
                <a:spcPts val="1200"/>
              </a:spcBef>
              <a:spcAft>
                <a:spcPts val="0"/>
              </a:spcAft>
              <a:buClr>
                <a:schemeClr val="lt1"/>
              </a:buClr>
              <a:buSzPts val="750"/>
              <a:buChar char="●"/>
              <a:defRPr sz="750"/>
            </a:lvl4pPr>
            <a:lvl5pPr marL="2286000" indent="-276225" algn="l">
              <a:lnSpc>
                <a:spcPct val="90000"/>
              </a:lnSpc>
              <a:spcBef>
                <a:spcPts val="1200"/>
              </a:spcBef>
              <a:spcAft>
                <a:spcPts val="0"/>
              </a:spcAft>
              <a:buClr>
                <a:schemeClr val="lt1"/>
              </a:buClr>
              <a:buSzPts val="750"/>
              <a:buChar char="○"/>
              <a:defRPr sz="750"/>
            </a:lvl5pPr>
            <a:lvl6pPr marL="2743200" indent="-276225" algn="l">
              <a:lnSpc>
                <a:spcPct val="90000"/>
              </a:lnSpc>
              <a:spcBef>
                <a:spcPts val="1200"/>
              </a:spcBef>
              <a:spcAft>
                <a:spcPts val="0"/>
              </a:spcAft>
              <a:buClr>
                <a:schemeClr val="dk1"/>
              </a:buClr>
              <a:buSzPts val="750"/>
              <a:buChar char="■"/>
              <a:defRPr sz="750"/>
            </a:lvl6pPr>
            <a:lvl7pPr marL="3200400" indent="-276225" algn="l">
              <a:lnSpc>
                <a:spcPct val="90000"/>
              </a:lnSpc>
              <a:spcBef>
                <a:spcPts val="1200"/>
              </a:spcBef>
              <a:spcAft>
                <a:spcPts val="0"/>
              </a:spcAft>
              <a:buClr>
                <a:schemeClr val="dk1"/>
              </a:buClr>
              <a:buSzPts val="750"/>
              <a:buChar char="●"/>
              <a:defRPr sz="750"/>
            </a:lvl7pPr>
            <a:lvl8pPr marL="3657600" indent="-276225" algn="l">
              <a:lnSpc>
                <a:spcPct val="90000"/>
              </a:lnSpc>
              <a:spcBef>
                <a:spcPts val="1200"/>
              </a:spcBef>
              <a:spcAft>
                <a:spcPts val="0"/>
              </a:spcAft>
              <a:buClr>
                <a:schemeClr val="dk1"/>
              </a:buClr>
              <a:buSzPts val="750"/>
              <a:buChar char="○"/>
              <a:defRPr sz="750"/>
            </a:lvl8pPr>
            <a:lvl9pPr marL="4114800" indent="-276225" algn="l">
              <a:lnSpc>
                <a:spcPct val="90000"/>
              </a:lnSpc>
              <a:spcBef>
                <a:spcPts val="1200"/>
              </a:spcBef>
              <a:spcAft>
                <a:spcPts val="1200"/>
              </a:spcAft>
              <a:buClr>
                <a:schemeClr val="dk1"/>
              </a:buClr>
              <a:buSzPts val="750"/>
              <a:buChar char="■"/>
              <a:defRPr sz="750"/>
            </a:lvl9pPr>
          </a:lstStyle>
          <a:p xmlns:a="http://schemas.openxmlformats.org/drawingml/2006/main"/>
        </p:txBody>
      </p:sp>
      <p:sp>
        <p:nvSpPr>
          <p:cNvPr id="486" name="Google Shape;486;p64">
            <a:extLst xmlns:a="http://schemas.openxmlformats.org/drawingml/2006/main">
              <a:ext uri="{FF2B5EF4-FFF2-40B4-BE49-F238E27FC236}">
                <a16:creationId xmlns:a16="http://schemas.microsoft.com/office/drawing/2014/main" id="{AA6665C0-3E2E-4F2A-B933-4EE336A014C6}"/>
              </a:ext>
            </a:extLst>
          </p:cNvPr>
          <p:cNvSpPr>
            <a:spLocks xmlns:a="http://schemas.openxmlformats.org/drawingml/2006/main" noGrp="1"/>
          </p:cNvSpPr>
          <p:nvPr>
            <p:ph type="body" idx="2"/>
          </p:nvPr>
        </p:nvSpPr>
        <p:spPr>
          <a:xfrm xmlns:a="http://schemas.openxmlformats.org/drawingml/2006/main">
            <a:off x="5898990" y="316984"/>
            <a:ext cx="2931900" cy="932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9050" tIns="19050" rIns="19050" bIns="19050" anchor="t">
            <a:noAutofit/>
          </a:bodyPr>
          <a:lstStyle xmlns:a="http://schemas.openxmlformats.org/drawingml/2006/main">
            <a:lvl1pPr marL="457200" indent="-228600" algn="l">
              <a:lnSpc>
                <a:spcPct val="90000"/>
              </a:lnSpc>
              <a:spcBef>
                <a:spcPts val="400"/>
              </a:spcBef>
              <a:spcAft>
                <a:spcPts val="0"/>
              </a:spcAft>
              <a:buClr>
                <a:schemeClr val="dk2"/>
              </a:buClr>
              <a:buSzPts val="900"/>
              <a:buNone/>
              <a:defRPr sz="900" b="0" i="0" u="none" cap="none">
                <a:solidFill>
                  <a:schemeClr val="dk2"/>
                </a:solidFill>
              </a:defRPr>
            </a:lvl1pPr>
            <a:lvl2pPr marL="914400" indent="-273050" algn="l">
              <a:lnSpc>
                <a:spcPct val="90000"/>
              </a:lnSpc>
              <a:spcBef>
                <a:spcPts val="1200"/>
              </a:spcBef>
              <a:spcAft>
                <a:spcPts val="0"/>
              </a:spcAft>
              <a:buClr>
                <a:schemeClr val="lt1"/>
              </a:buClr>
              <a:buSzPts val="700"/>
              <a:buChar char="○"/>
              <a:defRPr sz="900"/>
            </a:lvl2pPr>
            <a:lvl3pPr marL="1371600" indent="-273050" algn="l">
              <a:lnSpc>
                <a:spcPct val="90000"/>
              </a:lnSpc>
              <a:spcBef>
                <a:spcPts val="1200"/>
              </a:spcBef>
              <a:spcAft>
                <a:spcPts val="0"/>
              </a:spcAft>
              <a:buClr>
                <a:schemeClr val="lt1"/>
              </a:buClr>
              <a:buSzPts val="700"/>
              <a:buChar char="■"/>
              <a:defRPr sz="800"/>
            </a:lvl3pPr>
            <a:lvl4pPr marL="1828800" indent="-273050" algn="l">
              <a:lnSpc>
                <a:spcPct val="90000"/>
              </a:lnSpc>
              <a:spcBef>
                <a:spcPts val="1200"/>
              </a:spcBef>
              <a:spcAft>
                <a:spcPts val="0"/>
              </a:spcAft>
              <a:buClr>
                <a:schemeClr val="lt1"/>
              </a:buClr>
              <a:buSzPts val="700"/>
              <a:buChar char="●"/>
              <a:defRPr sz="700"/>
            </a:lvl4pPr>
            <a:lvl5pPr marL="2286000" indent="-273050" algn="l">
              <a:lnSpc>
                <a:spcPct val="90000"/>
              </a:lnSpc>
              <a:spcBef>
                <a:spcPts val="1200"/>
              </a:spcBef>
              <a:spcAft>
                <a:spcPts val="0"/>
              </a:spcAft>
              <a:buClr>
                <a:schemeClr val="lt1"/>
              </a:buClr>
              <a:buSzPts val="700"/>
              <a:buChar char="○"/>
              <a:defRPr sz="700"/>
            </a:lvl5pPr>
            <a:lvl6pPr marL="2743200" indent="-273050" algn="l">
              <a:lnSpc>
                <a:spcPct val="90000"/>
              </a:lnSpc>
              <a:spcBef>
                <a:spcPts val="1200"/>
              </a:spcBef>
              <a:spcAft>
                <a:spcPts val="0"/>
              </a:spcAft>
              <a:buClr>
                <a:schemeClr val="dk1"/>
              </a:buClr>
              <a:buSzPts val="700"/>
              <a:buChar char="■"/>
              <a:defRPr sz="700"/>
            </a:lvl6pPr>
            <a:lvl7pPr marL="3200400" indent="-273050" algn="l">
              <a:lnSpc>
                <a:spcPct val="90000"/>
              </a:lnSpc>
              <a:spcBef>
                <a:spcPts val="1200"/>
              </a:spcBef>
              <a:spcAft>
                <a:spcPts val="0"/>
              </a:spcAft>
              <a:buClr>
                <a:schemeClr val="dk1"/>
              </a:buClr>
              <a:buSzPts val="700"/>
              <a:buChar char="●"/>
              <a:defRPr sz="700"/>
            </a:lvl7pPr>
            <a:lvl8pPr marL="3657600" indent="-273050" algn="l">
              <a:lnSpc>
                <a:spcPct val="90000"/>
              </a:lnSpc>
              <a:spcBef>
                <a:spcPts val="1200"/>
              </a:spcBef>
              <a:spcAft>
                <a:spcPts val="0"/>
              </a:spcAft>
              <a:buClr>
                <a:schemeClr val="dk1"/>
              </a:buClr>
              <a:buSzPts val="700"/>
              <a:buChar char="○"/>
              <a:defRPr sz="700"/>
            </a:lvl8pPr>
            <a:lvl9pPr marL="4114800" indent="-273050" algn="l">
              <a:lnSpc>
                <a:spcPct val="90000"/>
              </a:lnSpc>
              <a:spcBef>
                <a:spcPts val="1200"/>
              </a:spcBef>
              <a:spcAft>
                <a:spcPts val="1200"/>
              </a:spcAft>
              <a:buClr>
                <a:schemeClr val="dk1"/>
              </a:buClr>
              <a:buSzPts val="700"/>
              <a:buChar char="■"/>
              <a:defRPr sz="700"/>
            </a:lvl9pPr>
          </a:lstStyle>
          <a:p xmlns:a="http://schemas.openxmlformats.org/drawingml/2006/main"/>
        </p:txBody>
      </p:sp>
      <p:sp>
        <p:nvSpPr>
          <p:cNvPr id="487" name="Google Shape;487;p64">
            <a:extLst xmlns:a="http://schemas.openxmlformats.org/drawingml/2006/main">
              <a:ext uri="{FF2B5EF4-FFF2-40B4-BE49-F238E27FC236}">
                <a16:creationId xmlns:a16="http://schemas.microsoft.com/office/drawing/2014/main" id="{DBD0801E-BDB9-4430-9B81-35A68A749362}"/>
              </a:ext>
            </a:extLst>
          </p:cNvPr>
          <p:cNvSpPr>
            <a:spLocks xmlns:a="http://schemas.openxmlformats.org/drawingml/2006/main" noGrp="1"/>
          </p:cNvSpPr>
          <p:nvPr>
            <p:ph type="title" idx="0"/>
          </p:nvPr>
        </p:nvSpPr>
        <p:spPr>
          <a:xfrm xmlns:a="http://schemas.openxmlformats.org/drawingml/2006/main">
            <a:off x="201377" y="366541"/>
            <a:ext cx="5580000" cy="496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0575" tIns="17150" rIns="20575" bIns="17150" anchor="t">
            <a:spAutoFit/>
          </a:bodyPr>
          <a:lstStyle xmlns:a="http://schemas.openxmlformats.org/drawingml/2006/main">
            <a:lvl1pPr algn="l">
              <a:lnSpc>
                <a:spcPct val="80000"/>
              </a:lnSpc>
              <a:spcBef>
                <a:spcPts val="0"/>
              </a:spcBef>
              <a:spcAft>
                <a:spcPts val="0"/>
              </a:spcAft>
              <a:buClr>
                <a:schemeClr val="dk1"/>
              </a:buClr>
              <a:buSzPts val="3800"/>
              <a:buFont typeface="Helvetica Neue"/>
              <a:buNone/>
              <a:defRPr sz="3800">
                <a:solidFill>
                  <a:schemeClr val="dk1"/>
                </a:solidFill>
              </a:defRPr>
            </a:lvl1pPr>
            <a:lvl2pPr>
              <a:spcBef>
                <a:spcPts val="0"/>
              </a:spcBef>
              <a:spcAft>
                <a:spcPts val="0"/>
              </a:spcAft>
              <a:buSzPts val="500"/>
              <a:buNone/>
              <a:defRPr sz="700"/>
            </a:lvl2pPr>
            <a:lvl3pPr>
              <a:spcBef>
                <a:spcPts val="0"/>
              </a:spcBef>
              <a:spcAft>
                <a:spcPts val="0"/>
              </a:spcAft>
              <a:buSzPts val="500"/>
              <a:buNone/>
              <a:defRPr sz="700"/>
            </a:lvl3pPr>
            <a:lvl4pPr>
              <a:spcBef>
                <a:spcPts val="0"/>
              </a:spcBef>
              <a:spcAft>
                <a:spcPts val="0"/>
              </a:spcAft>
              <a:buSzPts val="500"/>
              <a:buNone/>
              <a:defRPr sz="700"/>
            </a:lvl4pPr>
            <a:lvl5pPr>
              <a:spcBef>
                <a:spcPts val="0"/>
              </a:spcBef>
              <a:spcAft>
                <a:spcPts val="0"/>
              </a:spcAft>
              <a:buSzPts val="500"/>
              <a:buNone/>
              <a:defRPr sz="700"/>
            </a:lvl5pPr>
            <a:lvl6pPr>
              <a:spcBef>
                <a:spcPts val="0"/>
              </a:spcBef>
              <a:spcAft>
                <a:spcPts val="0"/>
              </a:spcAft>
              <a:buSzPts val="500"/>
              <a:buNone/>
              <a:defRPr sz="700"/>
            </a:lvl6pPr>
            <a:lvl7pPr>
              <a:spcBef>
                <a:spcPts val="0"/>
              </a:spcBef>
              <a:spcAft>
                <a:spcPts val="0"/>
              </a:spcAft>
              <a:buSzPts val="500"/>
              <a:buNone/>
              <a:defRPr sz="700"/>
            </a:lvl7pPr>
            <a:lvl8pPr>
              <a:spcBef>
                <a:spcPts val="0"/>
              </a:spcBef>
              <a:spcAft>
                <a:spcPts val="0"/>
              </a:spcAft>
              <a:buSzPts val="500"/>
              <a:buNone/>
              <a:defRPr sz="700"/>
            </a:lvl8pPr>
            <a:lvl9pPr>
              <a:spcBef>
                <a:spcPts val="0"/>
              </a:spcBef>
              <a:spcAft>
                <a:spcPts val="0"/>
              </a:spcAft>
              <a:buSzPts val="500"/>
              <a:buNone/>
              <a:defRPr sz="700"/>
            </a:lvl9pPr>
          </a:lstStyle>
          <a:p xmlns:a="http://schemas.openxmlformats.org/drawingml/2006/main"/>
        </p:txBody>
      </p:sp>
      <p:pic>
        <p:nvPicPr>
          <p:cNvPr id="492" name="Google Shape;488;p64"/>
          <p:cNvPicPr>
            <a:picLocks xmlns:a="http://schemas.openxmlformats.org/drawingml/2006/main" noChangeAspect="1"/>
          </p:cNvPicPr>
          <p:nvPr/>
        </p:nvPicPr>
        <p:blipFill>
          <a:blip xmlns:r="http://schemas.openxmlformats.org/officeDocument/2006/relationships" xmlns:a="http://schemas.openxmlformats.org/drawingml/2006/main" r:embed="R600a2b8d5987415b">
            <a:alphaModFix/>
          </a:blip>
          <a:stretch xmlns:a="http://schemas.openxmlformats.org/drawingml/2006/main">
            <a:fillRect l="0" t="0" r="0" b="0"/>
          </a:stretch>
        </p:blipFill>
        <p:spPr>
          <a:xfrm xmlns:a="http://schemas.openxmlformats.org/drawingml/2006/main">
            <a:off x="228600" y="4836074"/>
            <a:ext cx="153925" cy="153925"/>
          </a:xfrm>
          <a:prstGeom xmlns:a="http://schemas.openxmlformats.org/drawingml/2006/main" prst="rect">
            <a:avLst/>
          </a:prstGeom>
          <a:ln xmlns:a="http://schemas.openxmlformats.org/drawingml/2006/main">
            <a:noFill/>
          </a:ln>
        </p:spPr>
      </p:pic>
    </p:spTree>
  </p:cSld>
</p:sldLayout>
</file>

<file path=ppt/slideLayouts/slideLayout64.xml><?xml version="1.0" encoding="utf-8"?>
<p:sldLayout xmlns:p="http://schemas.openxmlformats.org/presentationml/2006/main" matchingName="Appendix 1">
  <p:cSld name="Market Insights">
    <p:bg>
      <p:bgPr>
        <a:solidFill xmlns:a="http://schemas.openxmlformats.org/drawingml/2006/main">
          <a:schemeClr val="lt1"/>
        </a:solidFill>
      </p:bgPr>
    </p:bg>
    <p:spTree>
      <p:nvGrpSpPr>
        <p:cNvPr id="1" name=""/>
        <p:cNvGrpSpPr/>
        <p:nvPr/>
      </p:nvGrpSpPr>
      <p:grpSpPr>
        <a:xfrm xmlns:a="http://schemas.openxmlformats.org/drawingml/2006/main"/>
      </p:grpSpPr>
      <p:sp>
        <p:nvSpPr>
          <p:cNvPr id="490" name="Google Shape;490;p65">
            <a:extLst xmlns:a="http://schemas.openxmlformats.org/drawingml/2006/main">
              <a:ext uri="{FF2B5EF4-FFF2-40B4-BE49-F238E27FC236}">
                <a16:creationId xmlns:a16="http://schemas.microsoft.com/office/drawing/2014/main" id="{9F06F219-A2D1-4F3A-ACF7-6441BC7BC162}"/>
              </a:ext>
            </a:extLst>
          </p:cNvPr>
          <p:cNvSpPr>
            <a:spLocks xmlns:a="http://schemas.openxmlformats.org/drawingml/2006/main" noGrp="1"/>
          </p:cNvSpPr>
          <p:nvPr>
            <p:ph type="body" idx="1"/>
          </p:nvPr>
        </p:nvSpPr>
        <p:spPr>
          <a:xfrm xmlns:a="http://schemas.openxmlformats.org/drawingml/2006/main">
            <a:off x="201377" y="121440"/>
            <a:ext cx="8741400" cy="415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lvl1pPr marL="457200" indent="-317500" algn="l">
              <a:lnSpc>
                <a:spcPct val="100000"/>
              </a:lnSpc>
              <a:spcBef>
                <a:spcPts val="0"/>
              </a:spcBef>
              <a:spcAft>
                <a:spcPts val="0"/>
              </a:spcAft>
              <a:buClr>
                <a:schemeClr val="dk1"/>
              </a:buClr>
              <a:buSzPts val="1400"/>
              <a:buFont typeface="Helvetica Neue"/>
              <a:buChar char="●"/>
              <a:defRPr sz="1400">
                <a:solidFill>
                  <a:schemeClr val="dk1"/>
                </a:solidFill>
              </a:defRPr>
            </a:lvl1pPr>
            <a:lvl2pPr marL="914400" indent="-273050" algn="l">
              <a:lnSpc>
                <a:spcPct val="100000"/>
              </a:lnSpc>
              <a:spcBef>
                <a:spcPts val="0"/>
              </a:spcBef>
              <a:spcAft>
                <a:spcPts val="0"/>
              </a:spcAft>
              <a:buClr>
                <a:srgbClr val="000000"/>
              </a:buClr>
              <a:buSzPts val="700"/>
              <a:buChar char="○"/>
              <a:defRPr sz="2100"/>
            </a:lvl2pPr>
            <a:lvl3pPr marL="1371600" indent="-273050" algn="l">
              <a:lnSpc>
                <a:spcPct val="100000"/>
              </a:lnSpc>
              <a:spcBef>
                <a:spcPts val="0"/>
              </a:spcBef>
              <a:spcAft>
                <a:spcPts val="0"/>
              </a:spcAft>
              <a:buClr>
                <a:srgbClr val="000000"/>
              </a:buClr>
              <a:buSzPts val="700"/>
              <a:buChar char="■"/>
              <a:defRPr sz="2100"/>
            </a:lvl3pPr>
            <a:lvl4pPr marL="1828800" indent="-273050" algn="l">
              <a:lnSpc>
                <a:spcPct val="100000"/>
              </a:lnSpc>
              <a:spcBef>
                <a:spcPts val="0"/>
              </a:spcBef>
              <a:spcAft>
                <a:spcPts val="0"/>
              </a:spcAft>
              <a:buClr>
                <a:srgbClr val="000000"/>
              </a:buClr>
              <a:buSzPts val="700"/>
              <a:buChar char="●"/>
              <a:defRPr sz="2100"/>
            </a:lvl4pPr>
            <a:lvl5pPr marL="2286000" indent="-273050" algn="l">
              <a:lnSpc>
                <a:spcPct val="100000"/>
              </a:lnSpc>
              <a:spcBef>
                <a:spcPts val="0"/>
              </a:spcBef>
              <a:spcAft>
                <a:spcPts val="0"/>
              </a:spcAft>
              <a:buClr>
                <a:srgbClr val="000000"/>
              </a:buClr>
              <a:buSzPts val="700"/>
              <a:buChar char="○"/>
              <a:defRPr sz="2100"/>
            </a:lvl5pPr>
            <a:lvl6pPr marL="2743200" indent="-273050" algn="l">
              <a:lnSpc>
                <a:spcPct val="100000"/>
              </a:lnSpc>
              <a:spcBef>
                <a:spcPts val="0"/>
              </a:spcBef>
              <a:spcAft>
                <a:spcPts val="0"/>
              </a:spcAft>
              <a:buClr>
                <a:srgbClr val="000000"/>
              </a:buClr>
              <a:buSzPts val="700"/>
              <a:buChar char="■"/>
              <a:defRPr sz="2100"/>
            </a:lvl6pPr>
            <a:lvl7pPr marL="3200400" indent="-273050" algn="l">
              <a:lnSpc>
                <a:spcPct val="100000"/>
              </a:lnSpc>
              <a:spcBef>
                <a:spcPts val="0"/>
              </a:spcBef>
              <a:spcAft>
                <a:spcPts val="0"/>
              </a:spcAft>
              <a:buClr>
                <a:srgbClr val="000000"/>
              </a:buClr>
              <a:buSzPts val="700"/>
              <a:buChar char="●"/>
              <a:defRPr sz="2100"/>
            </a:lvl7pPr>
            <a:lvl8pPr marL="3657600" indent="-273050" algn="l">
              <a:lnSpc>
                <a:spcPct val="100000"/>
              </a:lnSpc>
              <a:spcBef>
                <a:spcPts val="0"/>
              </a:spcBef>
              <a:spcAft>
                <a:spcPts val="0"/>
              </a:spcAft>
              <a:buClr>
                <a:srgbClr val="000000"/>
              </a:buClr>
              <a:buSzPts val="700"/>
              <a:buChar char="○"/>
              <a:defRPr sz="2100"/>
            </a:lvl8pPr>
            <a:lvl9pPr marL="4114800" indent="-273050" algn="l">
              <a:lnSpc>
                <a:spcPct val="100000"/>
              </a:lnSpc>
              <a:spcBef>
                <a:spcPts val="0"/>
              </a:spcBef>
              <a:spcAft>
                <a:spcPts val="0"/>
              </a:spcAft>
              <a:buClr>
                <a:srgbClr val="000000"/>
              </a:buClr>
              <a:buSzPts val="700"/>
              <a:buChar char="■"/>
              <a:defRPr sz="2100"/>
            </a:lvl9pPr>
          </a:lstStyle>
          <a:p xmlns:a="http://schemas.openxmlformats.org/drawingml/2006/main"/>
        </p:txBody>
      </p:sp>
      <p:sp>
        <p:nvSpPr>
          <p:cNvPr id="491" name="Google Shape;491;p65">
            <a:extLst xmlns:a="http://schemas.openxmlformats.org/drawingml/2006/main">
              <a:ext uri="{FF2B5EF4-FFF2-40B4-BE49-F238E27FC236}">
                <a16:creationId xmlns:a16="http://schemas.microsoft.com/office/drawing/2014/main" id="{4BD586BD-ECC3-4B38-B957-A5108DBB57A7}"/>
              </a:ext>
            </a:extLst>
          </p:cNvPr>
          <p:cNvSpPr>
            <a:spLocks xmlns:a="http://schemas.openxmlformats.org/drawingml/2006/main" noGrp="1"/>
          </p:cNvSpPr>
          <p:nvPr/>
        </p:nvSpPr>
        <p:spPr>
          <a:xfrm xmlns:a="http://schemas.openxmlformats.org/drawingml/2006/main">
            <a:off x="201375" y="2763674"/>
            <a:ext cx="4311000" cy="1828800"/>
          </a:xfrm>
          <a:prstGeom xmlns:a="http://schemas.openxmlformats.org/drawingml/2006/main" prst="roundRect">
            <a:avLst>
              <a:gd name="adj" fmla="val 5442"/>
            </a:avLst>
          </a:prstGeom>
          <a:solidFill xmlns:a="http://schemas.openxmlformats.org/drawingml/2006/main">
            <a:srgbClr val="F4F2E6"/>
          </a:solidFill>
          <a:ln xmlns:a="http://schemas.openxmlformats.org/drawingml/2006/main">
            <a:noFill/>
          </a:ln>
        </p:spPr>
        <p:txBody>
          <a:bodyPr xmlns:a="http://schemas.openxmlformats.org/drawingml/2006/main" spcFirstLastPara="1" wrap="square" lIns="19050" tIns="19050" rIns="19050" bIns="1905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FFFFFF"/>
              </a:buClr>
              <a:buSzPts val="1800"/>
              <a:buFont typeface="Helvetica Neue"/>
              <a:buNone/>
            </a:pPr>
            <a:r>
              <a:t/>
            </a:r>
            <a:endParaRPr sz="1800" b="0" i="0" u="none" cap="none">
              <a:solidFill>
                <a:srgbClr val="000000"/>
              </a:solidFill>
              <a:latin typeface="Helvetica Neue"/>
              <a:ea typeface="Helvetica Neue"/>
              <a:cs typeface="Helvetica Neue"/>
            </a:endParaRPr>
          </a:p>
        </p:txBody>
      </p:sp>
      <p:sp>
        <p:nvSpPr>
          <p:cNvPr id="492" name="Google Shape;492;p65">
            <a:extLst xmlns:a="http://schemas.openxmlformats.org/drawingml/2006/main">
              <a:ext uri="{FF2B5EF4-FFF2-40B4-BE49-F238E27FC236}">
                <a16:creationId xmlns:a16="http://schemas.microsoft.com/office/drawing/2014/main" id="{AF1AF472-B057-45EE-B186-B394D5553838}"/>
              </a:ext>
            </a:extLst>
          </p:cNvPr>
          <p:cNvSpPr>
            <a:spLocks xmlns:a="http://schemas.openxmlformats.org/drawingml/2006/main" noGrp="1"/>
          </p:cNvSpPr>
          <p:nvPr>
            <p:ph type="body" idx="2"/>
          </p:nvPr>
        </p:nvSpPr>
        <p:spPr>
          <a:xfrm xmlns:a="http://schemas.openxmlformats.org/drawingml/2006/main">
            <a:off x="330216" y="4459580"/>
            <a:ext cx="4031400" cy="264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b">
            <a:spAutoFit/>
          </a:bodyPr>
          <a:lstStyle xmlns:a="http://schemas.openxmlformats.org/drawingml/2006/main">
            <a:lvl1pPr marL="457200" indent="-279400" algn="l">
              <a:lnSpc>
                <a:spcPct val="120000"/>
              </a:lnSpc>
              <a:spcBef>
                <a:spcPts val="0"/>
              </a:spcBef>
              <a:spcAft>
                <a:spcPts val="0"/>
              </a:spcAft>
              <a:buClr>
                <a:srgbClr val="7F7F7F"/>
              </a:buClr>
              <a:buSzPts val="800"/>
              <a:buFont typeface="Helvetica Neue"/>
              <a:buChar char="●"/>
              <a:defRPr sz="800">
                <a:solidFill>
                  <a:srgbClr val="7F7F7F"/>
                </a:solidFill>
              </a:defRPr>
            </a:lvl1pPr>
            <a:lvl2pPr marL="914400" indent="-273050" algn="l">
              <a:lnSpc>
                <a:spcPct val="100000"/>
              </a:lnSpc>
              <a:spcBef>
                <a:spcPts val="0"/>
              </a:spcBef>
              <a:spcAft>
                <a:spcPts val="0"/>
              </a:spcAft>
              <a:buClr>
                <a:srgbClr val="000000"/>
              </a:buClr>
              <a:buSzPts val="700"/>
              <a:buChar char="○"/>
              <a:defRPr sz="2100"/>
            </a:lvl2pPr>
            <a:lvl3pPr marL="1371600" indent="-273050" algn="l">
              <a:lnSpc>
                <a:spcPct val="100000"/>
              </a:lnSpc>
              <a:spcBef>
                <a:spcPts val="0"/>
              </a:spcBef>
              <a:spcAft>
                <a:spcPts val="0"/>
              </a:spcAft>
              <a:buClr>
                <a:srgbClr val="000000"/>
              </a:buClr>
              <a:buSzPts val="700"/>
              <a:buChar char="■"/>
              <a:defRPr sz="2100"/>
            </a:lvl3pPr>
            <a:lvl4pPr marL="1828800" indent="-273050" algn="l">
              <a:lnSpc>
                <a:spcPct val="100000"/>
              </a:lnSpc>
              <a:spcBef>
                <a:spcPts val="0"/>
              </a:spcBef>
              <a:spcAft>
                <a:spcPts val="0"/>
              </a:spcAft>
              <a:buClr>
                <a:srgbClr val="000000"/>
              </a:buClr>
              <a:buSzPts val="700"/>
              <a:buChar char="●"/>
              <a:defRPr sz="2100"/>
            </a:lvl4pPr>
            <a:lvl5pPr marL="2286000" indent="-273050" algn="l">
              <a:lnSpc>
                <a:spcPct val="100000"/>
              </a:lnSpc>
              <a:spcBef>
                <a:spcPts val="0"/>
              </a:spcBef>
              <a:spcAft>
                <a:spcPts val="0"/>
              </a:spcAft>
              <a:buClr>
                <a:srgbClr val="000000"/>
              </a:buClr>
              <a:buSzPts val="700"/>
              <a:buChar char="○"/>
              <a:defRPr sz="2100"/>
            </a:lvl5pPr>
            <a:lvl6pPr marL="2743200" indent="-273050" algn="l">
              <a:lnSpc>
                <a:spcPct val="100000"/>
              </a:lnSpc>
              <a:spcBef>
                <a:spcPts val="0"/>
              </a:spcBef>
              <a:spcAft>
                <a:spcPts val="0"/>
              </a:spcAft>
              <a:buClr>
                <a:srgbClr val="000000"/>
              </a:buClr>
              <a:buSzPts val="700"/>
              <a:buChar char="■"/>
              <a:defRPr sz="2100"/>
            </a:lvl6pPr>
            <a:lvl7pPr marL="3200400" indent="-273050" algn="l">
              <a:lnSpc>
                <a:spcPct val="100000"/>
              </a:lnSpc>
              <a:spcBef>
                <a:spcPts val="0"/>
              </a:spcBef>
              <a:spcAft>
                <a:spcPts val="0"/>
              </a:spcAft>
              <a:buClr>
                <a:srgbClr val="000000"/>
              </a:buClr>
              <a:buSzPts val="700"/>
              <a:buChar char="●"/>
              <a:defRPr sz="2100"/>
            </a:lvl7pPr>
            <a:lvl8pPr marL="3657600" indent="-273050" algn="l">
              <a:lnSpc>
                <a:spcPct val="100000"/>
              </a:lnSpc>
              <a:spcBef>
                <a:spcPts val="0"/>
              </a:spcBef>
              <a:spcAft>
                <a:spcPts val="0"/>
              </a:spcAft>
              <a:buClr>
                <a:srgbClr val="000000"/>
              </a:buClr>
              <a:buSzPts val="700"/>
              <a:buChar char="○"/>
              <a:defRPr sz="2100"/>
            </a:lvl8pPr>
            <a:lvl9pPr marL="4114800" indent="-273050" algn="l">
              <a:lnSpc>
                <a:spcPct val="100000"/>
              </a:lnSpc>
              <a:spcBef>
                <a:spcPts val="0"/>
              </a:spcBef>
              <a:spcAft>
                <a:spcPts val="0"/>
              </a:spcAft>
              <a:buClr>
                <a:srgbClr val="000000"/>
              </a:buClr>
              <a:buSzPts val="700"/>
              <a:buChar char="■"/>
              <a:defRPr sz="2100"/>
            </a:lvl9pPr>
          </a:lstStyle>
          <a:p xmlns:a="http://schemas.openxmlformats.org/drawingml/2006/main"/>
        </p:txBody>
      </p:sp>
      <p:sp>
        <p:nvSpPr>
          <p:cNvPr id="493" name="Google Shape;493;p65">
            <a:extLst xmlns:a="http://schemas.openxmlformats.org/drawingml/2006/main">
              <a:ext uri="{FF2B5EF4-FFF2-40B4-BE49-F238E27FC236}">
                <a16:creationId xmlns:a16="http://schemas.microsoft.com/office/drawing/2014/main" id="{A76377BA-ACE5-4AA9-84F1-0C6DD92942AE}"/>
              </a:ext>
            </a:extLst>
          </p:cNvPr>
          <p:cNvSpPr>
            <a:spLocks xmlns:a="http://schemas.openxmlformats.org/drawingml/2006/main" noGrp="1"/>
          </p:cNvSpPr>
          <p:nvPr>
            <p:ph type="body" idx="3"/>
          </p:nvPr>
        </p:nvSpPr>
        <p:spPr>
          <a:xfrm xmlns:a="http://schemas.openxmlformats.org/drawingml/2006/main">
            <a:off x="330214" y="3080325"/>
            <a:ext cx="4031400" cy="218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lvl1pPr marL="457200" indent="-317500" algn="l">
              <a:lnSpc>
                <a:spcPct val="120000"/>
              </a:lnSpc>
              <a:spcBef>
                <a:spcPts val="0"/>
              </a:spcBef>
              <a:spcAft>
                <a:spcPts val="0"/>
              </a:spcAft>
              <a:buClr>
                <a:schemeClr val="dk1"/>
              </a:buClr>
              <a:buSzPts val="1400"/>
              <a:buFont typeface="Helvetica Neue"/>
              <a:buChar char="●"/>
              <a:defRPr sz="1400">
                <a:solidFill>
                  <a:schemeClr val="dk1"/>
                </a:solidFill>
              </a:defRPr>
            </a:lvl1pPr>
            <a:lvl2pPr marL="914400" indent="-273050" algn="l">
              <a:lnSpc>
                <a:spcPct val="100000"/>
              </a:lnSpc>
              <a:spcBef>
                <a:spcPts val="0"/>
              </a:spcBef>
              <a:spcAft>
                <a:spcPts val="0"/>
              </a:spcAft>
              <a:buClr>
                <a:srgbClr val="000000"/>
              </a:buClr>
              <a:buSzPts val="700"/>
              <a:buChar char="○"/>
              <a:defRPr sz="2100"/>
            </a:lvl2pPr>
            <a:lvl3pPr marL="1371600" indent="-273050" algn="l">
              <a:lnSpc>
                <a:spcPct val="100000"/>
              </a:lnSpc>
              <a:spcBef>
                <a:spcPts val="0"/>
              </a:spcBef>
              <a:spcAft>
                <a:spcPts val="0"/>
              </a:spcAft>
              <a:buClr>
                <a:srgbClr val="000000"/>
              </a:buClr>
              <a:buSzPts val="700"/>
              <a:buChar char="■"/>
              <a:defRPr sz="2100"/>
            </a:lvl3pPr>
            <a:lvl4pPr marL="1828800" indent="-273050" algn="l">
              <a:lnSpc>
                <a:spcPct val="100000"/>
              </a:lnSpc>
              <a:spcBef>
                <a:spcPts val="0"/>
              </a:spcBef>
              <a:spcAft>
                <a:spcPts val="0"/>
              </a:spcAft>
              <a:buClr>
                <a:srgbClr val="000000"/>
              </a:buClr>
              <a:buSzPts val="700"/>
              <a:buChar char="●"/>
              <a:defRPr sz="2100"/>
            </a:lvl4pPr>
            <a:lvl5pPr marL="2286000" indent="-273050" algn="l">
              <a:lnSpc>
                <a:spcPct val="100000"/>
              </a:lnSpc>
              <a:spcBef>
                <a:spcPts val="0"/>
              </a:spcBef>
              <a:spcAft>
                <a:spcPts val="0"/>
              </a:spcAft>
              <a:buClr>
                <a:srgbClr val="000000"/>
              </a:buClr>
              <a:buSzPts val="700"/>
              <a:buChar char="○"/>
              <a:defRPr sz="2100"/>
            </a:lvl5pPr>
            <a:lvl6pPr marL="2743200" indent="-273050" algn="l">
              <a:lnSpc>
                <a:spcPct val="100000"/>
              </a:lnSpc>
              <a:spcBef>
                <a:spcPts val="0"/>
              </a:spcBef>
              <a:spcAft>
                <a:spcPts val="0"/>
              </a:spcAft>
              <a:buClr>
                <a:srgbClr val="000000"/>
              </a:buClr>
              <a:buSzPts val="700"/>
              <a:buChar char="■"/>
              <a:defRPr sz="2100"/>
            </a:lvl6pPr>
            <a:lvl7pPr marL="3200400" indent="-273050" algn="l">
              <a:lnSpc>
                <a:spcPct val="100000"/>
              </a:lnSpc>
              <a:spcBef>
                <a:spcPts val="0"/>
              </a:spcBef>
              <a:spcAft>
                <a:spcPts val="0"/>
              </a:spcAft>
              <a:buClr>
                <a:srgbClr val="000000"/>
              </a:buClr>
              <a:buSzPts val="700"/>
              <a:buChar char="●"/>
              <a:defRPr sz="2100"/>
            </a:lvl7pPr>
            <a:lvl8pPr marL="3657600" indent="-273050" algn="l">
              <a:lnSpc>
                <a:spcPct val="100000"/>
              </a:lnSpc>
              <a:spcBef>
                <a:spcPts val="0"/>
              </a:spcBef>
              <a:spcAft>
                <a:spcPts val="0"/>
              </a:spcAft>
              <a:buClr>
                <a:srgbClr val="000000"/>
              </a:buClr>
              <a:buSzPts val="700"/>
              <a:buChar char="○"/>
              <a:defRPr sz="2100"/>
            </a:lvl8pPr>
            <a:lvl9pPr marL="4114800" indent="-273050" algn="l">
              <a:lnSpc>
                <a:spcPct val="100000"/>
              </a:lnSpc>
              <a:spcBef>
                <a:spcPts val="0"/>
              </a:spcBef>
              <a:spcAft>
                <a:spcPts val="0"/>
              </a:spcAft>
              <a:buClr>
                <a:srgbClr val="000000"/>
              </a:buClr>
              <a:buSzPts val="700"/>
              <a:buChar char="■"/>
              <a:defRPr sz="2100"/>
            </a:lvl9pPr>
          </a:lstStyle>
          <a:p xmlns:a="http://schemas.openxmlformats.org/drawingml/2006/main"/>
        </p:txBody>
      </p:sp>
      <p:sp>
        <p:nvSpPr>
          <p:cNvPr id="494" name="Google Shape;494;p65">
            <a:extLst xmlns:a="http://schemas.openxmlformats.org/drawingml/2006/main">
              <a:ext uri="{FF2B5EF4-FFF2-40B4-BE49-F238E27FC236}">
                <a16:creationId xmlns:a16="http://schemas.microsoft.com/office/drawing/2014/main" id="{34F73711-45D9-4A14-A7C6-26EC10ED0303}"/>
              </a:ext>
            </a:extLst>
          </p:cNvPr>
          <p:cNvSpPr>
            <a:spLocks xmlns:a="http://schemas.openxmlformats.org/drawingml/2006/main" noGrp="1"/>
          </p:cNvSpPr>
          <p:nvPr>
            <p:ph type="body" idx="4"/>
          </p:nvPr>
        </p:nvSpPr>
        <p:spPr>
          <a:xfrm xmlns:a="http://schemas.openxmlformats.org/drawingml/2006/main">
            <a:off x="330214" y="2896092"/>
            <a:ext cx="4031400" cy="121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lvl1pPr marL="457200" indent="-279400" algn="l">
              <a:lnSpc>
                <a:spcPct val="120000"/>
              </a:lnSpc>
              <a:spcBef>
                <a:spcPts val="0"/>
              </a:spcBef>
              <a:spcAft>
                <a:spcPts val="0"/>
              </a:spcAft>
              <a:buClr>
                <a:srgbClr val="7F7F7F"/>
              </a:buClr>
              <a:buSzPts val="800"/>
              <a:buFont typeface="Helvetica Neue"/>
              <a:buChar char="●"/>
              <a:defRPr sz="800">
                <a:solidFill>
                  <a:srgbClr val="7F7F7F"/>
                </a:solidFill>
              </a:defRPr>
            </a:lvl1pPr>
            <a:lvl2pPr marL="914400" indent="-273050" algn="l">
              <a:lnSpc>
                <a:spcPct val="100000"/>
              </a:lnSpc>
              <a:spcBef>
                <a:spcPts val="0"/>
              </a:spcBef>
              <a:spcAft>
                <a:spcPts val="0"/>
              </a:spcAft>
              <a:buClr>
                <a:srgbClr val="000000"/>
              </a:buClr>
              <a:buSzPts val="700"/>
              <a:buChar char="○"/>
              <a:defRPr sz="2100"/>
            </a:lvl2pPr>
            <a:lvl3pPr marL="1371600" indent="-273050" algn="l">
              <a:lnSpc>
                <a:spcPct val="100000"/>
              </a:lnSpc>
              <a:spcBef>
                <a:spcPts val="0"/>
              </a:spcBef>
              <a:spcAft>
                <a:spcPts val="0"/>
              </a:spcAft>
              <a:buClr>
                <a:srgbClr val="000000"/>
              </a:buClr>
              <a:buSzPts val="700"/>
              <a:buChar char="■"/>
              <a:defRPr sz="2100"/>
            </a:lvl3pPr>
            <a:lvl4pPr marL="1828800" indent="-273050" algn="l">
              <a:lnSpc>
                <a:spcPct val="100000"/>
              </a:lnSpc>
              <a:spcBef>
                <a:spcPts val="0"/>
              </a:spcBef>
              <a:spcAft>
                <a:spcPts val="0"/>
              </a:spcAft>
              <a:buClr>
                <a:srgbClr val="000000"/>
              </a:buClr>
              <a:buSzPts val="700"/>
              <a:buChar char="●"/>
              <a:defRPr sz="2100"/>
            </a:lvl4pPr>
            <a:lvl5pPr marL="2286000" indent="-273050" algn="l">
              <a:lnSpc>
                <a:spcPct val="100000"/>
              </a:lnSpc>
              <a:spcBef>
                <a:spcPts val="0"/>
              </a:spcBef>
              <a:spcAft>
                <a:spcPts val="0"/>
              </a:spcAft>
              <a:buClr>
                <a:srgbClr val="000000"/>
              </a:buClr>
              <a:buSzPts val="700"/>
              <a:buChar char="○"/>
              <a:defRPr sz="2100"/>
            </a:lvl5pPr>
            <a:lvl6pPr marL="2743200" indent="-273050" algn="l">
              <a:lnSpc>
                <a:spcPct val="100000"/>
              </a:lnSpc>
              <a:spcBef>
                <a:spcPts val="0"/>
              </a:spcBef>
              <a:spcAft>
                <a:spcPts val="0"/>
              </a:spcAft>
              <a:buClr>
                <a:srgbClr val="000000"/>
              </a:buClr>
              <a:buSzPts val="700"/>
              <a:buChar char="■"/>
              <a:defRPr sz="2100"/>
            </a:lvl6pPr>
            <a:lvl7pPr marL="3200400" indent="-273050" algn="l">
              <a:lnSpc>
                <a:spcPct val="100000"/>
              </a:lnSpc>
              <a:spcBef>
                <a:spcPts val="0"/>
              </a:spcBef>
              <a:spcAft>
                <a:spcPts val="0"/>
              </a:spcAft>
              <a:buClr>
                <a:srgbClr val="000000"/>
              </a:buClr>
              <a:buSzPts val="700"/>
              <a:buChar char="●"/>
              <a:defRPr sz="2100"/>
            </a:lvl7pPr>
            <a:lvl8pPr marL="3657600" indent="-273050" algn="l">
              <a:lnSpc>
                <a:spcPct val="100000"/>
              </a:lnSpc>
              <a:spcBef>
                <a:spcPts val="0"/>
              </a:spcBef>
              <a:spcAft>
                <a:spcPts val="0"/>
              </a:spcAft>
              <a:buClr>
                <a:srgbClr val="000000"/>
              </a:buClr>
              <a:buSzPts val="700"/>
              <a:buChar char="○"/>
              <a:defRPr sz="2100"/>
            </a:lvl8pPr>
            <a:lvl9pPr marL="4114800" indent="-273050" algn="l">
              <a:lnSpc>
                <a:spcPct val="100000"/>
              </a:lnSpc>
              <a:spcBef>
                <a:spcPts val="0"/>
              </a:spcBef>
              <a:spcAft>
                <a:spcPts val="0"/>
              </a:spcAft>
              <a:buClr>
                <a:srgbClr val="000000"/>
              </a:buClr>
              <a:buSzPts val="700"/>
              <a:buChar char="■"/>
              <a:defRPr sz="2100"/>
            </a:lvl9pPr>
          </a:lstStyle>
          <a:p xmlns:a="http://schemas.openxmlformats.org/drawingml/2006/main"/>
        </p:txBody>
      </p:sp>
      <p:sp>
        <p:nvSpPr>
          <p:cNvPr id="495" name="Google Shape;495;p65">
            <a:extLst xmlns:a="http://schemas.openxmlformats.org/drawingml/2006/main">
              <a:ext uri="{FF2B5EF4-FFF2-40B4-BE49-F238E27FC236}">
                <a16:creationId xmlns:a16="http://schemas.microsoft.com/office/drawing/2014/main" id="{51E38C07-6534-4E92-BE1B-6477A029A3F6}"/>
              </a:ext>
            </a:extLst>
          </p:cNvPr>
          <p:cNvSpPr>
            <a:spLocks xmlns:a="http://schemas.openxmlformats.org/drawingml/2006/main" noGrp="1"/>
          </p:cNvSpPr>
          <p:nvPr/>
        </p:nvSpPr>
        <p:spPr>
          <a:xfrm xmlns:a="http://schemas.openxmlformats.org/drawingml/2006/main">
            <a:off x="4641400" y="2763674"/>
            <a:ext cx="4311000" cy="1828800"/>
          </a:xfrm>
          <a:prstGeom xmlns:a="http://schemas.openxmlformats.org/drawingml/2006/main" prst="roundRect">
            <a:avLst>
              <a:gd name="adj" fmla="val 5442"/>
            </a:avLst>
          </a:prstGeom>
          <a:solidFill xmlns:a="http://schemas.openxmlformats.org/drawingml/2006/main">
            <a:srgbClr val="F4F2E6"/>
          </a:solidFill>
          <a:ln xmlns:a="http://schemas.openxmlformats.org/drawingml/2006/main">
            <a:noFill/>
          </a:ln>
        </p:spPr>
        <p:txBody>
          <a:bodyPr xmlns:a="http://schemas.openxmlformats.org/drawingml/2006/main" spcFirstLastPara="1" wrap="square" lIns="19050" tIns="19050" rIns="19050" bIns="1905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FFFFFF"/>
              </a:buClr>
              <a:buSzPts val="1800"/>
              <a:buFont typeface="Helvetica Neue"/>
              <a:buNone/>
            </a:pPr>
            <a:r>
              <a:t/>
            </a:r>
            <a:endParaRPr sz="1800" b="0" i="0" u="none" cap="none">
              <a:solidFill>
                <a:srgbClr val="000000"/>
              </a:solidFill>
              <a:latin typeface="Helvetica Neue"/>
              <a:ea typeface="Helvetica Neue"/>
              <a:cs typeface="Helvetica Neue"/>
            </a:endParaRPr>
          </a:p>
        </p:txBody>
      </p:sp>
      <p:sp>
        <p:nvSpPr>
          <p:cNvPr id="496" name="Google Shape;496;p65">
            <a:extLst xmlns:a="http://schemas.openxmlformats.org/drawingml/2006/main">
              <a:ext uri="{FF2B5EF4-FFF2-40B4-BE49-F238E27FC236}">
                <a16:creationId xmlns:a16="http://schemas.microsoft.com/office/drawing/2014/main" id="{6445661A-F0F7-403E-888D-EEFFC4B56AC9}"/>
              </a:ext>
            </a:extLst>
          </p:cNvPr>
          <p:cNvSpPr>
            <a:spLocks xmlns:a="http://schemas.openxmlformats.org/drawingml/2006/main" noGrp="1"/>
          </p:cNvSpPr>
          <p:nvPr>
            <p:ph type="body" idx="5"/>
          </p:nvPr>
        </p:nvSpPr>
        <p:spPr>
          <a:xfrm xmlns:a="http://schemas.openxmlformats.org/drawingml/2006/main">
            <a:off x="4770242" y="4459580"/>
            <a:ext cx="4031400" cy="264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b">
            <a:spAutoFit/>
          </a:bodyPr>
          <a:lstStyle xmlns:a="http://schemas.openxmlformats.org/drawingml/2006/main">
            <a:lvl1pPr marL="457200" indent="-279400" algn="l">
              <a:lnSpc>
                <a:spcPct val="120000"/>
              </a:lnSpc>
              <a:spcBef>
                <a:spcPts val="0"/>
              </a:spcBef>
              <a:spcAft>
                <a:spcPts val="0"/>
              </a:spcAft>
              <a:buClr>
                <a:srgbClr val="7F7F7F"/>
              </a:buClr>
              <a:buSzPts val="800"/>
              <a:buFont typeface="Helvetica Neue"/>
              <a:buChar char="●"/>
              <a:defRPr sz="800">
                <a:solidFill>
                  <a:srgbClr val="7F7F7F"/>
                </a:solidFill>
              </a:defRPr>
            </a:lvl1pPr>
            <a:lvl2pPr marL="914400" indent="-273050" algn="l">
              <a:lnSpc>
                <a:spcPct val="100000"/>
              </a:lnSpc>
              <a:spcBef>
                <a:spcPts val="0"/>
              </a:spcBef>
              <a:spcAft>
                <a:spcPts val="0"/>
              </a:spcAft>
              <a:buClr>
                <a:srgbClr val="000000"/>
              </a:buClr>
              <a:buSzPts val="700"/>
              <a:buChar char="○"/>
              <a:defRPr sz="2100"/>
            </a:lvl2pPr>
            <a:lvl3pPr marL="1371600" indent="-273050" algn="l">
              <a:lnSpc>
                <a:spcPct val="100000"/>
              </a:lnSpc>
              <a:spcBef>
                <a:spcPts val="0"/>
              </a:spcBef>
              <a:spcAft>
                <a:spcPts val="0"/>
              </a:spcAft>
              <a:buClr>
                <a:srgbClr val="000000"/>
              </a:buClr>
              <a:buSzPts val="700"/>
              <a:buChar char="■"/>
              <a:defRPr sz="2100"/>
            </a:lvl3pPr>
            <a:lvl4pPr marL="1828800" indent="-273050" algn="l">
              <a:lnSpc>
                <a:spcPct val="100000"/>
              </a:lnSpc>
              <a:spcBef>
                <a:spcPts val="0"/>
              </a:spcBef>
              <a:spcAft>
                <a:spcPts val="0"/>
              </a:spcAft>
              <a:buClr>
                <a:srgbClr val="000000"/>
              </a:buClr>
              <a:buSzPts val="700"/>
              <a:buChar char="●"/>
              <a:defRPr sz="2100"/>
            </a:lvl4pPr>
            <a:lvl5pPr marL="2286000" indent="-273050" algn="l">
              <a:lnSpc>
                <a:spcPct val="100000"/>
              </a:lnSpc>
              <a:spcBef>
                <a:spcPts val="0"/>
              </a:spcBef>
              <a:spcAft>
                <a:spcPts val="0"/>
              </a:spcAft>
              <a:buClr>
                <a:srgbClr val="000000"/>
              </a:buClr>
              <a:buSzPts val="700"/>
              <a:buChar char="○"/>
              <a:defRPr sz="2100"/>
            </a:lvl5pPr>
            <a:lvl6pPr marL="2743200" indent="-273050" algn="l">
              <a:lnSpc>
                <a:spcPct val="100000"/>
              </a:lnSpc>
              <a:spcBef>
                <a:spcPts val="0"/>
              </a:spcBef>
              <a:spcAft>
                <a:spcPts val="0"/>
              </a:spcAft>
              <a:buClr>
                <a:srgbClr val="000000"/>
              </a:buClr>
              <a:buSzPts val="700"/>
              <a:buChar char="■"/>
              <a:defRPr sz="2100"/>
            </a:lvl6pPr>
            <a:lvl7pPr marL="3200400" indent="-273050" algn="l">
              <a:lnSpc>
                <a:spcPct val="100000"/>
              </a:lnSpc>
              <a:spcBef>
                <a:spcPts val="0"/>
              </a:spcBef>
              <a:spcAft>
                <a:spcPts val="0"/>
              </a:spcAft>
              <a:buClr>
                <a:srgbClr val="000000"/>
              </a:buClr>
              <a:buSzPts val="700"/>
              <a:buChar char="●"/>
              <a:defRPr sz="2100"/>
            </a:lvl7pPr>
            <a:lvl8pPr marL="3657600" indent="-273050" algn="l">
              <a:lnSpc>
                <a:spcPct val="100000"/>
              </a:lnSpc>
              <a:spcBef>
                <a:spcPts val="0"/>
              </a:spcBef>
              <a:spcAft>
                <a:spcPts val="0"/>
              </a:spcAft>
              <a:buClr>
                <a:srgbClr val="000000"/>
              </a:buClr>
              <a:buSzPts val="700"/>
              <a:buChar char="○"/>
              <a:defRPr sz="2100"/>
            </a:lvl8pPr>
            <a:lvl9pPr marL="4114800" indent="-273050" algn="l">
              <a:lnSpc>
                <a:spcPct val="100000"/>
              </a:lnSpc>
              <a:spcBef>
                <a:spcPts val="0"/>
              </a:spcBef>
              <a:spcAft>
                <a:spcPts val="0"/>
              </a:spcAft>
              <a:buClr>
                <a:srgbClr val="000000"/>
              </a:buClr>
              <a:buSzPts val="700"/>
              <a:buChar char="■"/>
              <a:defRPr sz="2100"/>
            </a:lvl9pPr>
          </a:lstStyle>
          <a:p xmlns:a="http://schemas.openxmlformats.org/drawingml/2006/main"/>
        </p:txBody>
      </p:sp>
      <p:sp>
        <p:nvSpPr>
          <p:cNvPr id="497" name="Google Shape;497;p65">
            <a:extLst xmlns:a="http://schemas.openxmlformats.org/drawingml/2006/main">
              <a:ext uri="{FF2B5EF4-FFF2-40B4-BE49-F238E27FC236}">
                <a16:creationId xmlns:a16="http://schemas.microsoft.com/office/drawing/2014/main" id="{6380BB2A-3D6C-44B2-9F54-A5E32D99478A}"/>
              </a:ext>
            </a:extLst>
          </p:cNvPr>
          <p:cNvSpPr>
            <a:spLocks xmlns:a="http://schemas.openxmlformats.org/drawingml/2006/main" noGrp="1"/>
          </p:cNvSpPr>
          <p:nvPr>
            <p:ph type="body" idx="6"/>
          </p:nvPr>
        </p:nvSpPr>
        <p:spPr>
          <a:xfrm xmlns:a="http://schemas.openxmlformats.org/drawingml/2006/main">
            <a:off x="4770240" y="3080325"/>
            <a:ext cx="4031400" cy="218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lvl1pPr marL="457200" indent="-317500" algn="l">
              <a:lnSpc>
                <a:spcPct val="120000"/>
              </a:lnSpc>
              <a:spcBef>
                <a:spcPts val="0"/>
              </a:spcBef>
              <a:spcAft>
                <a:spcPts val="0"/>
              </a:spcAft>
              <a:buClr>
                <a:schemeClr val="dk1"/>
              </a:buClr>
              <a:buSzPts val="1400"/>
              <a:buFont typeface="Helvetica Neue"/>
              <a:buChar char="●"/>
              <a:defRPr sz="1400">
                <a:solidFill>
                  <a:schemeClr val="dk1"/>
                </a:solidFill>
              </a:defRPr>
            </a:lvl1pPr>
            <a:lvl2pPr marL="914400" indent="-273050" algn="l">
              <a:lnSpc>
                <a:spcPct val="100000"/>
              </a:lnSpc>
              <a:spcBef>
                <a:spcPts val="0"/>
              </a:spcBef>
              <a:spcAft>
                <a:spcPts val="0"/>
              </a:spcAft>
              <a:buClr>
                <a:srgbClr val="000000"/>
              </a:buClr>
              <a:buSzPts val="700"/>
              <a:buChar char="○"/>
              <a:defRPr sz="2100"/>
            </a:lvl2pPr>
            <a:lvl3pPr marL="1371600" indent="-273050" algn="l">
              <a:lnSpc>
                <a:spcPct val="100000"/>
              </a:lnSpc>
              <a:spcBef>
                <a:spcPts val="0"/>
              </a:spcBef>
              <a:spcAft>
                <a:spcPts val="0"/>
              </a:spcAft>
              <a:buClr>
                <a:srgbClr val="000000"/>
              </a:buClr>
              <a:buSzPts val="700"/>
              <a:buChar char="■"/>
              <a:defRPr sz="2100"/>
            </a:lvl3pPr>
            <a:lvl4pPr marL="1828800" indent="-273050" algn="l">
              <a:lnSpc>
                <a:spcPct val="100000"/>
              </a:lnSpc>
              <a:spcBef>
                <a:spcPts val="0"/>
              </a:spcBef>
              <a:spcAft>
                <a:spcPts val="0"/>
              </a:spcAft>
              <a:buClr>
                <a:srgbClr val="000000"/>
              </a:buClr>
              <a:buSzPts val="700"/>
              <a:buChar char="●"/>
              <a:defRPr sz="2100"/>
            </a:lvl4pPr>
            <a:lvl5pPr marL="2286000" indent="-273050" algn="l">
              <a:lnSpc>
                <a:spcPct val="100000"/>
              </a:lnSpc>
              <a:spcBef>
                <a:spcPts val="0"/>
              </a:spcBef>
              <a:spcAft>
                <a:spcPts val="0"/>
              </a:spcAft>
              <a:buClr>
                <a:srgbClr val="000000"/>
              </a:buClr>
              <a:buSzPts val="700"/>
              <a:buChar char="○"/>
              <a:defRPr sz="2100"/>
            </a:lvl5pPr>
            <a:lvl6pPr marL="2743200" indent="-273050" algn="l">
              <a:lnSpc>
                <a:spcPct val="100000"/>
              </a:lnSpc>
              <a:spcBef>
                <a:spcPts val="0"/>
              </a:spcBef>
              <a:spcAft>
                <a:spcPts val="0"/>
              </a:spcAft>
              <a:buClr>
                <a:srgbClr val="000000"/>
              </a:buClr>
              <a:buSzPts val="700"/>
              <a:buChar char="■"/>
              <a:defRPr sz="2100"/>
            </a:lvl6pPr>
            <a:lvl7pPr marL="3200400" indent="-273050" algn="l">
              <a:lnSpc>
                <a:spcPct val="100000"/>
              </a:lnSpc>
              <a:spcBef>
                <a:spcPts val="0"/>
              </a:spcBef>
              <a:spcAft>
                <a:spcPts val="0"/>
              </a:spcAft>
              <a:buClr>
                <a:srgbClr val="000000"/>
              </a:buClr>
              <a:buSzPts val="700"/>
              <a:buChar char="●"/>
              <a:defRPr sz="2100"/>
            </a:lvl7pPr>
            <a:lvl8pPr marL="3657600" indent="-273050" algn="l">
              <a:lnSpc>
                <a:spcPct val="100000"/>
              </a:lnSpc>
              <a:spcBef>
                <a:spcPts val="0"/>
              </a:spcBef>
              <a:spcAft>
                <a:spcPts val="0"/>
              </a:spcAft>
              <a:buClr>
                <a:srgbClr val="000000"/>
              </a:buClr>
              <a:buSzPts val="700"/>
              <a:buChar char="○"/>
              <a:defRPr sz="2100"/>
            </a:lvl8pPr>
            <a:lvl9pPr marL="4114800" indent="-273050" algn="l">
              <a:lnSpc>
                <a:spcPct val="100000"/>
              </a:lnSpc>
              <a:spcBef>
                <a:spcPts val="0"/>
              </a:spcBef>
              <a:spcAft>
                <a:spcPts val="0"/>
              </a:spcAft>
              <a:buClr>
                <a:srgbClr val="000000"/>
              </a:buClr>
              <a:buSzPts val="700"/>
              <a:buChar char="■"/>
              <a:defRPr sz="2100"/>
            </a:lvl9pPr>
          </a:lstStyle>
          <a:p xmlns:a="http://schemas.openxmlformats.org/drawingml/2006/main"/>
        </p:txBody>
      </p:sp>
      <p:sp>
        <p:nvSpPr>
          <p:cNvPr id="498" name="Google Shape;498;p65">
            <a:extLst xmlns:a="http://schemas.openxmlformats.org/drawingml/2006/main">
              <a:ext uri="{FF2B5EF4-FFF2-40B4-BE49-F238E27FC236}">
                <a16:creationId xmlns:a16="http://schemas.microsoft.com/office/drawing/2014/main" id="{4EF7BF3B-9A12-4926-AA44-ED6D1267CCE9}"/>
              </a:ext>
            </a:extLst>
          </p:cNvPr>
          <p:cNvSpPr>
            <a:spLocks xmlns:a="http://schemas.openxmlformats.org/drawingml/2006/main" noGrp="1"/>
          </p:cNvSpPr>
          <p:nvPr>
            <p:ph type="body" idx="7"/>
          </p:nvPr>
        </p:nvSpPr>
        <p:spPr>
          <a:xfrm xmlns:a="http://schemas.openxmlformats.org/drawingml/2006/main">
            <a:off x="4770240" y="2896092"/>
            <a:ext cx="4031400" cy="121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lvl1pPr marL="457200" indent="-279400" algn="l">
              <a:lnSpc>
                <a:spcPct val="120000"/>
              </a:lnSpc>
              <a:spcBef>
                <a:spcPts val="0"/>
              </a:spcBef>
              <a:spcAft>
                <a:spcPts val="0"/>
              </a:spcAft>
              <a:buClr>
                <a:srgbClr val="7F7F7F"/>
              </a:buClr>
              <a:buSzPts val="800"/>
              <a:buFont typeface="Helvetica Neue"/>
              <a:buChar char="●"/>
              <a:defRPr sz="800">
                <a:solidFill>
                  <a:srgbClr val="7F7F7F"/>
                </a:solidFill>
              </a:defRPr>
            </a:lvl1pPr>
            <a:lvl2pPr marL="914400" indent="-273050" algn="l">
              <a:lnSpc>
                <a:spcPct val="100000"/>
              </a:lnSpc>
              <a:spcBef>
                <a:spcPts val="0"/>
              </a:spcBef>
              <a:spcAft>
                <a:spcPts val="0"/>
              </a:spcAft>
              <a:buClr>
                <a:srgbClr val="000000"/>
              </a:buClr>
              <a:buSzPts val="700"/>
              <a:buChar char="○"/>
              <a:defRPr sz="2100"/>
            </a:lvl2pPr>
            <a:lvl3pPr marL="1371600" indent="-273050" algn="l">
              <a:lnSpc>
                <a:spcPct val="100000"/>
              </a:lnSpc>
              <a:spcBef>
                <a:spcPts val="0"/>
              </a:spcBef>
              <a:spcAft>
                <a:spcPts val="0"/>
              </a:spcAft>
              <a:buClr>
                <a:srgbClr val="000000"/>
              </a:buClr>
              <a:buSzPts val="700"/>
              <a:buChar char="■"/>
              <a:defRPr sz="2100"/>
            </a:lvl3pPr>
            <a:lvl4pPr marL="1828800" indent="-273050" algn="l">
              <a:lnSpc>
                <a:spcPct val="100000"/>
              </a:lnSpc>
              <a:spcBef>
                <a:spcPts val="0"/>
              </a:spcBef>
              <a:spcAft>
                <a:spcPts val="0"/>
              </a:spcAft>
              <a:buClr>
                <a:srgbClr val="000000"/>
              </a:buClr>
              <a:buSzPts val="700"/>
              <a:buChar char="●"/>
              <a:defRPr sz="2100"/>
            </a:lvl4pPr>
            <a:lvl5pPr marL="2286000" indent="-273050" algn="l">
              <a:lnSpc>
                <a:spcPct val="100000"/>
              </a:lnSpc>
              <a:spcBef>
                <a:spcPts val="0"/>
              </a:spcBef>
              <a:spcAft>
                <a:spcPts val="0"/>
              </a:spcAft>
              <a:buClr>
                <a:srgbClr val="000000"/>
              </a:buClr>
              <a:buSzPts val="700"/>
              <a:buChar char="○"/>
              <a:defRPr sz="2100"/>
            </a:lvl5pPr>
            <a:lvl6pPr marL="2743200" indent="-273050" algn="l">
              <a:lnSpc>
                <a:spcPct val="100000"/>
              </a:lnSpc>
              <a:spcBef>
                <a:spcPts val="0"/>
              </a:spcBef>
              <a:spcAft>
                <a:spcPts val="0"/>
              </a:spcAft>
              <a:buClr>
                <a:srgbClr val="000000"/>
              </a:buClr>
              <a:buSzPts val="700"/>
              <a:buChar char="■"/>
              <a:defRPr sz="2100"/>
            </a:lvl6pPr>
            <a:lvl7pPr marL="3200400" indent="-273050" algn="l">
              <a:lnSpc>
                <a:spcPct val="100000"/>
              </a:lnSpc>
              <a:spcBef>
                <a:spcPts val="0"/>
              </a:spcBef>
              <a:spcAft>
                <a:spcPts val="0"/>
              </a:spcAft>
              <a:buClr>
                <a:srgbClr val="000000"/>
              </a:buClr>
              <a:buSzPts val="700"/>
              <a:buChar char="●"/>
              <a:defRPr sz="2100"/>
            </a:lvl7pPr>
            <a:lvl8pPr marL="3657600" indent="-273050" algn="l">
              <a:lnSpc>
                <a:spcPct val="100000"/>
              </a:lnSpc>
              <a:spcBef>
                <a:spcPts val="0"/>
              </a:spcBef>
              <a:spcAft>
                <a:spcPts val="0"/>
              </a:spcAft>
              <a:buClr>
                <a:srgbClr val="000000"/>
              </a:buClr>
              <a:buSzPts val="700"/>
              <a:buChar char="○"/>
              <a:defRPr sz="2100"/>
            </a:lvl8pPr>
            <a:lvl9pPr marL="4114800" indent="-273050" algn="l">
              <a:lnSpc>
                <a:spcPct val="100000"/>
              </a:lnSpc>
              <a:spcBef>
                <a:spcPts val="0"/>
              </a:spcBef>
              <a:spcAft>
                <a:spcPts val="0"/>
              </a:spcAft>
              <a:buClr>
                <a:srgbClr val="000000"/>
              </a:buClr>
              <a:buSzPts val="700"/>
              <a:buChar char="■"/>
              <a:defRPr sz="2100"/>
            </a:lvl9pPr>
          </a:lstStyle>
          <a:p xmlns:a="http://schemas.openxmlformats.org/drawingml/2006/main"/>
        </p:txBody>
      </p:sp>
      <p:sp>
        <p:nvSpPr>
          <p:cNvPr id="499" name="Google Shape;499;p65">
            <a:extLst xmlns:a="http://schemas.openxmlformats.org/drawingml/2006/main">
              <a:ext uri="{FF2B5EF4-FFF2-40B4-BE49-F238E27FC236}">
                <a16:creationId xmlns:a16="http://schemas.microsoft.com/office/drawing/2014/main" id="{50F1FB7D-159D-4781-97D9-76A6090762CD}"/>
              </a:ext>
            </a:extLst>
          </p:cNvPr>
          <p:cNvSpPr>
            <a:spLocks xmlns:a="http://schemas.openxmlformats.org/drawingml/2006/main" noGrp="1"/>
          </p:cNvSpPr>
          <p:nvPr/>
        </p:nvSpPr>
        <p:spPr>
          <a:xfrm xmlns:a="http://schemas.openxmlformats.org/drawingml/2006/main">
            <a:off x="201375" y="758952"/>
            <a:ext cx="4311000" cy="1828800"/>
          </a:xfrm>
          <a:prstGeom xmlns:a="http://schemas.openxmlformats.org/drawingml/2006/main" prst="roundRect">
            <a:avLst>
              <a:gd name="adj" fmla="val 5442"/>
            </a:avLst>
          </a:prstGeom>
          <a:solidFill xmlns:a="http://schemas.openxmlformats.org/drawingml/2006/main">
            <a:srgbClr val="F4F2E6"/>
          </a:solidFill>
          <a:ln xmlns:a="http://schemas.openxmlformats.org/drawingml/2006/main">
            <a:noFill/>
          </a:ln>
        </p:spPr>
        <p:txBody>
          <a:bodyPr xmlns:a="http://schemas.openxmlformats.org/drawingml/2006/main" spcFirstLastPara="1" wrap="square" lIns="19050" tIns="19050" rIns="19050" bIns="1905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FFFFFF"/>
              </a:buClr>
              <a:buSzPts val="1800"/>
              <a:buFont typeface="Helvetica Neue"/>
              <a:buNone/>
            </a:pPr>
            <a:r>
              <a:t/>
            </a:r>
            <a:endParaRPr sz="1800" b="0" i="0" u="none" cap="none">
              <a:solidFill>
                <a:srgbClr val="000000"/>
              </a:solidFill>
              <a:latin typeface="Helvetica Neue"/>
              <a:ea typeface="Helvetica Neue"/>
              <a:cs typeface="Helvetica Neue"/>
            </a:endParaRPr>
          </a:p>
        </p:txBody>
      </p:sp>
      <p:sp>
        <p:nvSpPr>
          <p:cNvPr id="500" name="Google Shape;500;p65">
            <a:extLst xmlns:a="http://schemas.openxmlformats.org/drawingml/2006/main">
              <a:ext uri="{FF2B5EF4-FFF2-40B4-BE49-F238E27FC236}">
                <a16:creationId xmlns:a16="http://schemas.microsoft.com/office/drawing/2014/main" id="{F84DD15C-0FEF-4A32-9536-4B474AC3D2B6}"/>
              </a:ext>
            </a:extLst>
          </p:cNvPr>
          <p:cNvSpPr>
            <a:spLocks xmlns:a="http://schemas.openxmlformats.org/drawingml/2006/main" noGrp="1"/>
          </p:cNvSpPr>
          <p:nvPr>
            <p:ph type="body" idx="8"/>
          </p:nvPr>
        </p:nvSpPr>
        <p:spPr>
          <a:xfrm xmlns:a="http://schemas.openxmlformats.org/drawingml/2006/main">
            <a:off x="330214" y="2239313"/>
            <a:ext cx="4031400" cy="255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b">
            <a:spAutoFit/>
          </a:bodyPr>
          <a:lstStyle xmlns:a="http://schemas.openxmlformats.org/drawingml/2006/main">
            <a:lvl1pPr marL="457200" indent="-279400" algn="l">
              <a:lnSpc>
                <a:spcPct val="120000"/>
              </a:lnSpc>
              <a:spcBef>
                <a:spcPts val="0"/>
              </a:spcBef>
              <a:spcAft>
                <a:spcPts val="0"/>
              </a:spcAft>
              <a:buClr>
                <a:srgbClr val="7F7F7F"/>
              </a:buClr>
              <a:buSzPts val="800"/>
              <a:buFont typeface="Helvetica Neue"/>
              <a:buChar char="●"/>
              <a:defRPr sz="800">
                <a:solidFill>
                  <a:srgbClr val="7F7F7F"/>
                </a:solidFill>
              </a:defRPr>
            </a:lvl1pPr>
            <a:lvl2pPr marL="914400" indent="-273050" algn="l">
              <a:lnSpc>
                <a:spcPct val="100000"/>
              </a:lnSpc>
              <a:spcBef>
                <a:spcPts val="0"/>
              </a:spcBef>
              <a:spcAft>
                <a:spcPts val="0"/>
              </a:spcAft>
              <a:buClr>
                <a:srgbClr val="000000"/>
              </a:buClr>
              <a:buSzPts val="700"/>
              <a:buChar char="○"/>
              <a:defRPr sz="2100"/>
            </a:lvl2pPr>
            <a:lvl3pPr marL="1371600" indent="-273050" algn="l">
              <a:lnSpc>
                <a:spcPct val="100000"/>
              </a:lnSpc>
              <a:spcBef>
                <a:spcPts val="0"/>
              </a:spcBef>
              <a:spcAft>
                <a:spcPts val="0"/>
              </a:spcAft>
              <a:buClr>
                <a:srgbClr val="000000"/>
              </a:buClr>
              <a:buSzPts val="700"/>
              <a:buChar char="■"/>
              <a:defRPr sz="2100"/>
            </a:lvl3pPr>
            <a:lvl4pPr marL="1828800" indent="-273050" algn="l">
              <a:lnSpc>
                <a:spcPct val="100000"/>
              </a:lnSpc>
              <a:spcBef>
                <a:spcPts val="0"/>
              </a:spcBef>
              <a:spcAft>
                <a:spcPts val="0"/>
              </a:spcAft>
              <a:buClr>
                <a:srgbClr val="000000"/>
              </a:buClr>
              <a:buSzPts val="700"/>
              <a:buChar char="●"/>
              <a:defRPr sz="2100"/>
            </a:lvl4pPr>
            <a:lvl5pPr marL="2286000" indent="-273050" algn="l">
              <a:lnSpc>
                <a:spcPct val="100000"/>
              </a:lnSpc>
              <a:spcBef>
                <a:spcPts val="0"/>
              </a:spcBef>
              <a:spcAft>
                <a:spcPts val="0"/>
              </a:spcAft>
              <a:buClr>
                <a:srgbClr val="000000"/>
              </a:buClr>
              <a:buSzPts val="700"/>
              <a:buChar char="○"/>
              <a:defRPr sz="2100"/>
            </a:lvl5pPr>
            <a:lvl6pPr marL="2743200" indent="-273050" algn="l">
              <a:lnSpc>
                <a:spcPct val="100000"/>
              </a:lnSpc>
              <a:spcBef>
                <a:spcPts val="0"/>
              </a:spcBef>
              <a:spcAft>
                <a:spcPts val="0"/>
              </a:spcAft>
              <a:buClr>
                <a:srgbClr val="000000"/>
              </a:buClr>
              <a:buSzPts val="700"/>
              <a:buChar char="■"/>
              <a:defRPr sz="2100"/>
            </a:lvl6pPr>
            <a:lvl7pPr marL="3200400" indent="-273050" algn="l">
              <a:lnSpc>
                <a:spcPct val="100000"/>
              </a:lnSpc>
              <a:spcBef>
                <a:spcPts val="0"/>
              </a:spcBef>
              <a:spcAft>
                <a:spcPts val="0"/>
              </a:spcAft>
              <a:buClr>
                <a:srgbClr val="000000"/>
              </a:buClr>
              <a:buSzPts val="700"/>
              <a:buChar char="●"/>
              <a:defRPr sz="2100"/>
            </a:lvl7pPr>
            <a:lvl8pPr marL="3657600" indent="-273050" algn="l">
              <a:lnSpc>
                <a:spcPct val="100000"/>
              </a:lnSpc>
              <a:spcBef>
                <a:spcPts val="0"/>
              </a:spcBef>
              <a:spcAft>
                <a:spcPts val="0"/>
              </a:spcAft>
              <a:buClr>
                <a:srgbClr val="000000"/>
              </a:buClr>
              <a:buSzPts val="700"/>
              <a:buChar char="○"/>
              <a:defRPr sz="2100"/>
            </a:lvl8pPr>
            <a:lvl9pPr marL="4114800" indent="-273050" algn="l">
              <a:lnSpc>
                <a:spcPct val="100000"/>
              </a:lnSpc>
              <a:spcBef>
                <a:spcPts val="0"/>
              </a:spcBef>
              <a:spcAft>
                <a:spcPts val="0"/>
              </a:spcAft>
              <a:buClr>
                <a:srgbClr val="000000"/>
              </a:buClr>
              <a:buSzPts val="700"/>
              <a:buChar char="■"/>
              <a:defRPr sz="2100"/>
            </a:lvl9pPr>
          </a:lstStyle>
          <a:p xmlns:a="http://schemas.openxmlformats.org/drawingml/2006/main"/>
        </p:txBody>
      </p:sp>
      <p:sp>
        <p:nvSpPr>
          <p:cNvPr id="501" name="Google Shape;501;p65">
            <a:extLst xmlns:a="http://schemas.openxmlformats.org/drawingml/2006/main">
              <a:ext uri="{FF2B5EF4-FFF2-40B4-BE49-F238E27FC236}">
                <a16:creationId xmlns:a16="http://schemas.microsoft.com/office/drawing/2014/main" id="{26EA2FB5-E887-4054-9E52-9A9C986B831B}"/>
              </a:ext>
            </a:extLst>
          </p:cNvPr>
          <p:cNvSpPr>
            <a:spLocks xmlns:a="http://schemas.openxmlformats.org/drawingml/2006/main" noGrp="1"/>
          </p:cNvSpPr>
          <p:nvPr>
            <p:ph type="body" idx="9"/>
          </p:nvPr>
        </p:nvSpPr>
        <p:spPr>
          <a:xfrm xmlns:a="http://schemas.openxmlformats.org/drawingml/2006/main">
            <a:off x="330214" y="991600"/>
            <a:ext cx="4031400" cy="218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lvl1pPr marL="457200" indent="-317500" algn="l">
              <a:lnSpc>
                <a:spcPct val="120000"/>
              </a:lnSpc>
              <a:spcBef>
                <a:spcPts val="0"/>
              </a:spcBef>
              <a:spcAft>
                <a:spcPts val="0"/>
              </a:spcAft>
              <a:buClr>
                <a:schemeClr val="dk1"/>
              </a:buClr>
              <a:buSzPts val="1400"/>
              <a:buFont typeface="Helvetica Neue"/>
              <a:buChar char="●"/>
              <a:defRPr sz="1400">
                <a:solidFill>
                  <a:schemeClr val="dk1"/>
                </a:solidFill>
              </a:defRPr>
            </a:lvl1pPr>
            <a:lvl2pPr marL="914400" indent="-273050" algn="l">
              <a:lnSpc>
                <a:spcPct val="100000"/>
              </a:lnSpc>
              <a:spcBef>
                <a:spcPts val="0"/>
              </a:spcBef>
              <a:spcAft>
                <a:spcPts val="0"/>
              </a:spcAft>
              <a:buClr>
                <a:srgbClr val="000000"/>
              </a:buClr>
              <a:buSzPts val="700"/>
              <a:buChar char="○"/>
              <a:defRPr sz="2100"/>
            </a:lvl2pPr>
            <a:lvl3pPr marL="1371600" indent="-273050" algn="l">
              <a:lnSpc>
                <a:spcPct val="100000"/>
              </a:lnSpc>
              <a:spcBef>
                <a:spcPts val="0"/>
              </a:spcBef>
              <a:spcAft>
                <a:spcPts val="0"/>
              </a:spcAft>
              <a:buClr>
                <a:srgbClr val="000000"/>
              </a:buClr>
              <a:buSzPts val="700"/>
              <a:buChar char="■"/>
              <a:defRPr sz="2100"/>
            </a:lvl3pPr>
            <a:lvl4pPr marL="1828800" indent="-273050" algn="l">
              <a:lnSpc>
                <a:spcPct val="100000"/>
              </a:lnSpc>
              <a:spcBef>
                <a:spcPts val="0"/>
              </a:spcBef>
              <a:spcAft>
                <a:spcPts val="0"/>
              </a:spcAft>
              <a:buClr>
                <a:srgbClr val="000000"/>
              </a:buClr>
              <a:buSzPts val="700"/>
              <a:buChar char="●"/>
              <a:defRPr sz="2100"/>
            </a:lvl4pPr>
            <a:lvl5pPr marL="2286000" indent="-273050" algn="l">
              <a:lnSpc>
                <a:spcPct val="100000"/>
              </a:lnSpc>
              <a:spcBef>
                <a:spcPts val="0"/>
              </a:spcBef>
              <a:spcAft>
                <a:spcPts val="0"/>
              </a:spcAft>
              <a:buClr>
                <a:srgbClr val="000000"/>
              </a:buClr>
              <a:buSzPts val="700"/>
              <a:buChar char="○"/>
              <a:defRPr sz="2100"/>
            </a:lvl5pPr>
            <a:lvl6pPr marL="2743200" indent="-273050" algn="l">
              <a:lnSpc>
                <a:spcPct val="100000"/>
              </a:lnSpc>
              <a:spcBef>
                <a:spcPts val="0"/>
              </a:spcBef>
              <a:spcAft>
                <a:spcPts val="0"/>
              </a:spcAft>
              <a:buClr>
                <a:srgbClr val="000000"/>
              </a:buClr>
              <a:buSzPts val="700"/>
              <a:buChar char="■"/>
              <a:defRPr sz="2100"/>
            </a:lvl6pPr>
            <a:lvl7pPr marL="3200400" indent="-273050" algn="l">
              <a:lnSpc>
                <a:spcPct val="100000"/>
              </a:lnSpc>
              <a:spcBef>
                <a:spcPts val="0"/>
              </a:spcBef>
              <a:spcAft>
                <a:spcPts val="0"/>
              </a:spcAft>
              <a:buClr>
                <a:srgbClr val="000000"/>
              </a:buClr>
              <a:buSzPts val="700"/>
              <a:buChar char="●"/>
              <a:defRPr sz="2100"/>
            </a:lvl7pPr>
            <a:lvl8pPr marL="3657600" indent="-273050" algn="l">
              <a:lnSpc>
                <a:spcPct val="100000"/>
              </a:lnSpc>
              <a:spcBef>
                <a:spcPts val="0"/>
              </a:spcBef>
              <a:spcAft>
                <a:spcPts val="0"/>
              </a:spcAft>
              <a:buClr>
                <a:srgbClr val="000000"/>
              </a:buClr>
              <a:buSzPts val="700"/>
              <a:buChar char="○"/>
              <a:defRPr sz="2100"/>
            </a:lvl8pPr>
            <a:lvl9pPr marL="4114800" indent="-273050" algn="l">
              <a:lnSpc>
                <a:spcPct val="100000"/>
              </a:lnSpc>
              <a:spcBef>
                <a:spcPts val="0"/>
              </a:spcBef>
              <a:spcAft>
                <a:spcPts val="0"/>
              </a:spcAft>
              <a:buClr>
                <a:srgbClr val="000000"/>
              </a:buClr>
              <a:buSzPts val="700"/>
              <a:buChar char="■"/>
              <a:defRPr sz="2100"/>
            </a:lvl9pPr>
          </a:lstStyle>
          <a:p xmlns:a="http://schemas.openxmlformats.org/drawingml/2006/main"/>
        </p:txBody>
      </p:sp>
      <p:sp>
        <p:nvSpPr>
          <p:cNvPr id="502" name="Google Shape;502;p65">
            <a:extLst xmlns:a="http://schemas.openxmlformats.org/drawingml/2006/main">
              <a:ext uri="{FF2B5EF4-FFF2-40B4-BE49-F238E27FC236}">
                <a16:creationId xmlns:a16="http://schemas.microsoft.com/office/drawing/2014/main" id="{5E84E55C-B17F-4663-9BD8-925F41AE86BC}"/>
              </a:ext>
            </a:extLst>
          </p:cNvPr>
          <p:cNvSpPr>
            <a:spLocks xmlns:a="http://schemas.openxmlformats.org/drawingml/2006/main" noGrp="1"/>
          </p:cNvSpPr>
          <p:nvPr>
            <p:ph type="body" idx="13"/>
          </p:nvPr>
        </p:nvSpPr>
        <p:spPr>
          <a:xfrm xmlns:a="http://schemas.openxmlformats.org/drawingml/2006/main">
            <a:off x="330214" y="807366"/>
            <a:ext cx="4031400" cy="121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lvl1pPr marL="457200" indent="-279400" algn="l">
              <a:lnSpc>
                <a:spcPct val="120000"/>
              </a:lnSpc>
              <a:spcBef>
                <a:spcPts val="0"/>
              </a:spcBef>
              <a:spcAft>
                <a:spcPts val="0"/>
              </a:spcAft>
              <a:buClr>
                <a:srgbClr val="7F7F7F"/>
              </a:buClr>
              <a:buSzPts val="800"/>
              <a:buFont typeface="Helvetica Neue"/>
              <a:buChar char="●"/>
              <a:defRPr sz="800">
                <a:solidFill>
                  <a:srgbClr val="7F7F7F"/>
                </a:solidFill>
              </a:defRPr>
            </a:lvl1pPr>
            <a:lvl2pPr marL="914400" indent="-273050" algn="l">
              <a:lnSpc>
                <a:spcPct val="100000"/>
              </a:lnSpc>
              <a:spcBef>
                <a:spcPts val="0"/>
              </a:spcBef>
              <a:spcAft>
                <a:spcPts val="0"/>
              </a:spcAft>
              <a:buClr>
                <a:srgbClr val="000000"/>
              </a:buClr>
              <a:buSzPts val="700"/>
              <a:buChar char="○"/>
              <a:defRPr sz="2100"/>
            </a:lvl2pPr>
            <a:lvl3pPr marL="1371600" indent="-273050" algn="l">
              <a:lnSpc>
                <a:spcPct val="100000"/>
              </a:lnSpc>
              <a:spcBef>
                <a:spcPts val="0"/>
              </a:spcBef>
              <a:spcAft>
                <a:spcPts val="0"/>
              </a:spcAft>
              <a:buClr>
                <a:srgbClr val="000000"/>
              </a:buClr>
              <a:buSzPts val="700"/>
              <a:buChar char="■"/>
              <a:defRPr sz="2100"/>
            </a:lvl3pPr>
            <a:lvl4pPr marL="1828800" indent="-273050" algn="l">
              <a:lnSpc>
                <a:spcPct val="100000"/>
              </a:lnSpc>
              <a:spcBef>
                <a:spcPts val="0"/>
              </a:spcBef>
              <a:spcAft>
                <a:spcPts val="0"/>
              </a:spcAft>
              <a:buClr>
                <a:srgbClr val="000000"/>
              </a:buClr>
              <a:buSzPts val="700"/>
              <a:buChar char="●"/>
              <a:defRPr sz="2100"/>
            </a:lvl4pPr>
            <a:lvl5pPr marL="2286000" indent="-273050" algn="l">
              <a:lnSpc>
                <a:spcPct val="100000"/>
              </a:lnSpc>
              <a:spcBef>
                <a:spcPts val="0"/>
              </a:spcBef>
              <a:spcAft>
                <a:spcPts val="0"/>
              </a:spcAft>
              <a:buClr>
                <a:srgbClr val="000000"/>
              </a:buClr>
              <a:buSzPts val="700"/>
              <a:buChar char="○"/>
              <a:defRPr sz="2100"/>
            </a:lvl5pPr>
            <a:lvl6pPr marL="2743200" indent="-273050" algn="l">
              <a:lnSpc>
                <a:spcPct val="100000"/>
              </a:lnSpc>
              <a:spcBef>
                <a:spcPts val="0"/>
              </a:spcBef>
              <a:spcAft>
                <a:spcPts val="0"/>
              </a:spcAft>
              <a:buClr>
                <a:srgbClr val="000000"/>
              </a:buClr>
              <a:buSzPts val="700"/>
              <a:buChar char="■"/>
              <a:defRPr sz="2100"/>
            </a:lvl6pPr>
            <a:lvl7pPr marL="3200400" indent="-273050" algn="l">
              <a:lnSpc>
                <a:spcPct val="100000"/>
              </a:lnSpc>
              <a:spcBef>
                <a:spcPts val="0"/>
              </a:spcBef>
              <a:spcAft>
                <a:spcPts val="0"/>
              </a:spcAft>
              <a:buClr>
                <a:srgbClr val="000000"/>
              </a:buClr>
              <a:buSzPts val="700"/>
              <a:buChar char="●"/>
              <a:defRPr sz="2100"/>
            </a:lvl7pPr>
            <a:lvl8pPr marL="3657600" indent="-273050" algn="l">
              <a:lnSpc>
                <a:spcPct val="100000"/>
              </a:lnSpc>
              <a:spcBef>
                <a:spcPts val="0"/>
              </a:spcBef>
              <a:spcAft>
                <a:spcPts val="0"/>
              </a:spcAft>
              <a:buClr>
                <a:srgbClr val="000000"/>
              </a:buClr>
              <a:buSzPts val="700"/>
              <a:buChar char="○"/>
              <a:defRPr sz="2100"/>
            </a:lvl8pPr>
            <a:lvl9pPr marL="4114800" indent="-273050" algn="l">
              <a:lnSpc>
                <a:spcPct val="100000"/>
              </a:lnSpc>
              <a:spcBef>
                <a:spcPts val="0"/>
              </a:spcBef>
              <a:spcAft>
                <a:spcPts val="0"/>
              </a:spcAft>
              <a:buClr>
                <a:srgbClr val="000000"/>
              </a:buClr>
              <a:buSzPts val="700"/>
              <a:buChar char="■"/>
              <a:defRPr sz="2100"/>
            </a:lvl9pPr>
          </a:lstStyle>
          <a:p xmlns:a="http://schemas.openxmlformats.org/drawingml/2006/main"/>
        </p:txBody>
      </p:sp>
      <p:sp>
        <p:nvSpPr>
          <p:cNvPr id="503" name="Google Shape;503;p65">
            <a:extLst xmlns:a="http://schemas.openxmlformats.org/drawingml/2006/main">
              <a:ext uri="{FF2B5EF4-FFF2-40B4-BE49-F238E27FC236}">
                <a16:creationId xmlns:a16="http://schemas.microsoft.com/office/drawing/2014/main" id="{B89AF0D4-AA53-4E2E-BC74-7224C98DBEE4}"/>
              </a:ext>
            </a:extLst>
          </p:cNvPr>
          <p:cNvSpPr>
            <a:spLocks xmlns:a="http://schemas.openxmlformats.org/drawingml/2006/main" noGrp="1"/>
          </p:cNvSpPr>
          <p:nvPr/>
        </p:nvSpPr>
        <p:spPr>
          <a:xfrm xmlns:a="http://schemas.openxmlformats.org/drawingml/2006/main">
            <a:off x="4641400" y="758952"/>
            <a:ext cx="4311000" cy="1828800"/>
          </a:xfrm>
          <a:prstGeom xmlns:a="http://schemas.openxmlformats.org/drawingml/2006/main" prst="roundRect">
            <a:avLst>
              <a:gd name="adj" fmla="val 5442"/>
            </a:avLst>
          </a:prstGeom>
          <a:solidFill xmlns:a="http://schemas.openxmlformats.org/drawingml/2006/main">
            <a:srgbClr val="F4F2E6"/>
          </a:solidFill>
          <a:ln xmlns:a="http://schemas.openxmlformats.org/drawingml/2006/main">
            <a:noFill/>
          </a:ln>
        </p:spPr>
        <p:txBody>
          <a:bodyPr xmlns:a="http://schemas.openxmlformats.org/drawingml/2006/main" spcFirstLastPara="1" wrap="square" lIns="19050" tIns="19050" rIns="19050" bIns="1905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FFFFFF"/>
              </a:buClr>
              <a:buSzPts val="1800"/>
              <a:buFont typeface="Helvetica Neue"/>
              <a:buNone/>
            </a:pPr>
            <a:r>
              <a:t/>
            </a:r>
            <a:endParaRPr sz="1800" b="0" i="0" u="none" cap="none">
              <a:solidFill>
                <a:srgbClr val="000000"/>
              </a:solidFill>
              <a:latin typeface="Helvetica Neue"/>
              <a:ea typeface="Helvetica Neue"/>
              <a:cs typeface="Helvetica Neue"/>
            </a:endParaRPr>
          </a:p>
        </p:txBody>
      </p:sp>
      <p:sp>
        <p:nvSpPr>
          <p:cNvPr id="504" name="Google Shape;504;p65">
            <a:extLst xmlns:a="http://schemas.openxmlformats.org/drawingml/2006/main">
              <a:ext uri="{FF2B5EF4-FFF2-40B4-BE49-F238E27FC236}">
                <a16:creationId xmlns:a16="http://schemas.microsoft.com/office/drawing/2014/main" id="{35D0CFF3-729C-4397-A110-9310F63575E8}"/>
              </a:ext>
            </a:extLst>
          </p:cNvPr>
          <p:cNvSpPr>
            <a:spLocks xmlns:a="http://schemas.openxmlformats.org/drawingml/2006/main" noGrp="1"/>
          </p:cNvSpPr>
          <p:nvPr>
            <p:ph type="body" idx="14"/>
          </p:nvPr>
        </p:nvSpPr>
        <p:spPr>
          <a:xfrm xmlns:a="http://schemas.openxmlformats.org/drawingml/2006/main">
            <a:off x="4770240" y="2239313"/>
            <a:ext cx="4031400" cy="255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b">
            <a:spAutoFit/>
          </a:bodyPr>
          <a:lstStyle xmlns:a="http://schemas.openxmlformats.org/drawingml/2006/main">
            <a:lvl1pPr marL="457200" indent="-279400" algn="l">
              <a:lnSpc>
                <a:spcPct val="120000"/>
              </a:lnSpc>
              <a:spcBef>
                <a:spcPts val="0"/>
              </a:spcBef>
              <a:spcAft>
                <a:spcPts val="0"/>
              </a:spcAft>
              <a:buClr>
                <a:srgbClr val="7F7F7F"/>
              </a:buClr>
              <a:buSzPts val="800"/>
              <a:buFont typeface="Helvetica Neue"/>
              <a:buChar char="●"/>
              <a:defRPr sz="800">
                <a:solidFill>
                  <a:srgbClr val="7F7F7F"/>
                </a:solidFill>
              </a:defRPr>
            </a:lvl1pPr>
            <a:lvl2pPr marL="914400" indent="-273050" algn="l">
              <a:lnSpc>
                <a:spcPct val="100000"/>
              </a:lnSpc>
              <a:spcBef>
                <a:spcPts val="0"/>
              </a:spcBef>
              <a:spcAft>
                <a:spcPts val="0"/>
              </a:spcAft>
              <a:buClr>
                <a:srgbClr val="000000"/>
              </a:buClr>
              <a:buSzPts val="700"/>
              <a:buChar char="○"/>
              <a:defRPr sz="2100"/>
            </a:lvl2pPr>
            <a:lvl3pPr marL="1371600" indent="-273050" algn="l">
              <a:lnSpc>
                <a:spcPct val="100000"/>
              </a:lnSpc>
              <a:spcBef>
                <a:spcPts val="0"/>
              </a:spcBef>
              <a:spcAft>
                <a:spcPts val="0"/>
              </a:spcAft>
              <a:buClr>
                <a:srgbClr val="000000"/>
              </a:buClr>
              <a:buSzPts val="700"/>
              <a:buChar char="■"/>
              <a:defRPr sz="2100"/>
            </a:lvl3pPr>
            <a:lvl4pPr marL="1828800" indent="-273050" algn="l">
              <a:lnSpc>
                <a:spcPct val="100000"/>
              </a:lnSpc>
              <a:spcBef>
                <a:spcPts val="0"/>
              </a:spcBef>
              <a:spcAft>
                <a:spcPts val="0"/>
              </a:spcAft>
              <a:buClr>
                <a:srgbClr val="000000"/>
              </a:buClr>
              <a:buSzPts val="700"/>
              <a:buChar char="●"/>
              <a:defRPr sz="2100"/>
            </a:lvl4pPr>
            <a:lvl5pPr marL="2286000" indent="-273050" algn="l">
              <a:lnSpc>
                <a:spcPct val="100000"/>
              </a:lnSpc>
              <a:spcBef>
                <a:spcPts val="0"/>
              </a:spcBef>
              <a:spcAft>
                <a:spcPts val="0"/>
              </a:spcAft>
              <a:buClr>
                <a:srgbClr val="000000"/>
              </a:buClr>
              <a:buSzPts val="700"/>
              <a:buChar char="○"/>
              <a:defRPr sz="2100"/>
            </a:lvl5pPr>
            <a:lvl6pPr marL="2743200" indent="-273050" algn="l">
              <a:lnSpc>
                <a:spcPct val="100000"/>
              </a:lnSpc>
              <a:spcBef>
                <a:spcPts val="0"/>
              </a:spcBef>
              <a:spcAft>
                <a:spcPts val="0"/>
              </a:spcAft>
              <a:buClr>
                <a:srgbClr val="000000"/>
              </a:buClr>
              <a:buSzPts val="700"/>
              <a:buChar char="■"/>
              <a:defRPr sz="2100"/>
            </a:lvl6pPr>
            <a:lvl7pPr marL="3200400" indent="-273050" algn="l">
              <a:lnSpc>
                <a:spcPct val="100000"/>
              </a:lnSpc>
              <a:spcBef>
                <a:spcPts val="0"/>
              </a:spcBef>
              <a:spcAft>
                <a:spcPts val="0"/>
              </a:spcAft>
              <a:buClr>
                <a:srgbClr val="000000"/>
              </a:buClr>
              <a:buSzPts val="700"/>
              <a:buChar char="●"/>
              <a:defRPr sz="2100"/>
            </a:lvl7pPr>
            <a:lvl8pPr marL="3657600" indent="-273050" algn="l">
              <a:lnSpc>
                <a:spcPct val="100000"/>
              </a:lnSpc>
              <a:spcBef>
                <a:spcPts val="0"/>
              </a:spcBef>
              <a:spcAft>
                <a:spcPts val="0"/>
              </a:spcAft>
              <a:buClr>
                <a:srgbClr val="000000"/>
              </a:buClr>
              <a:buSzPts val="700"/>
              <a:buChar char="○"/>
              <a:defRPr sz="2100"/>
            </a:lvl8pPr>
            <a:lvl9pPr marL="4114800" indent="-273050" algn="l">
              <a:lnSpc>
                <a:spcPct val="100000"/>
              </a:lnSpc>
              <a:spcBef>
                <a:spcPts val="0"/>
              </a:spcBef>
              <a:spcAft>
                <a:spcPts val="0"/>
              </a:spcAft>
              <a:buClr>
                <a:srgbClr val="000000"/>
              </a:buClr>
              <a:buSzPts val="700"/>
              <a:buChar char="■"/>
              <a:defRPr sz="2100"/>
            </a:lvl9pPr>
          </a:lstStyle>
          <a:p xmlns:a="http://schemas.openxmlformats.org/drawingml/2006/main"/>
        </p:txBody>
      </p:sp>
      <p:sp>
        <p:nvSpPr>
          <p:cNvPr id="505" name="Google Shape;505;p65">
            <a:extLst xmlns:a="http://schemas.openxmlformats.org/drawingml/2006/main">
              <a:ext uri="{FF2B5EF4-FFF2-40B4-BE49-F238E27FC236}">
                <a16:creationId xmlns:a16="http://schemas.microsoft.com/office/drawing/2014/main" id="{41524B61-2954-484B-8A65-85D2FBBB262A}"/>
              </a:ext>
            </a:extLst>
          </p:cNvPr>
          <p:cNvSpPr>
            <a:spLocks xmlns:a="http://schemas.openxmlformats.org/drawingml/2006/main" noGrp="1"/>
          </p:cNvSpPr>
          <p:nvPr>
            <p:ph type="body" idx="15"/>
          </p:nvPr>
        </p:nvSpPr>
        <p:spPr>
          <a:xfrm xmlns:a="http://schemas.openxmlformats.org/drawingml/2006/main">
            <a:off x="4770240" y="991600"/>
            <a:ext cx="4031400" cy="218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lvl1pPr marL="457200" indent="-317500" algn="l">
              <a:lnSpc>
                <a:spcPct val="120000"/>
              </a:lnSpc>
              <a:spcBef>
                <a:spcPts val="0"/>
              </a:spcBef>
              <a:spcAft>
                <a:spcPts val="0"/>
              </a:spcAft>
              <a:buClr>
                <a:schemeClr val="dk1"/>
              </a:buClr>
              <a:buSzPts val="1400"/>
              <a:buFont typeface="Helvetica Neue"/>
              <a:buChar char="●"/>
              <a:defRPr sz="1400">
                <a:solidFill>
                  <a:schemeClr val="dk1"/>
                </a:solidFill>
              </a:defRPr>
            </a:lvl1pPr>
            <a:lvl2pPr marL="914400" indent="-273050" algn="l">
              <a:lnSpc>
                <a:spcPct val="100000"/>
              </a:lnSpc>
              <a:spcBef>
                <a:spcPts val="0"/>
              </a:spcBef>
              <a:spcAft>
                <a:spcPts val="0"/>
              </a:spcAft>
              <a:buClr>
                <a:srgbClr val="000000"/>
              </a:buClr>
              <a:buSzPts val="700"/>
              <a:buChar char="○"/>
              <a:defRPr sz="2100"/>
            </a:lvl2pPr>
            <a:lvl3pPr marL="1371600" indent="-273050" algn="l">
              <a:lnSpc>
                <a:spcPct val="100000"/>
              </a:lnSpc>
              <a:spcBef>
                <a:spcPts val="0"/>
              </a:spcBef>
              <a:spcAft>
                <a:spcPts val="0"/>
              </a:spcAft>
              <a:buClr>
                <a:srgbClr val="000000"/>
              </a:buClr>
              <a:buSzPts val="700"/>
              <a:buChar char="■"/>
              <a:defRPr sz="2100"/>
            </a:lvl3pPr>
            <a:lvl4pPr marL="1828800" indent="-273050" algn="l">
              <a:lnSpc>
                <a:spcPct val="100000"/>
              </a:lnSpc>
              <a:spcBef>
                <a:spcPts val="0"/>
              </a:spcBef>
              <a:spcAft>
                <a:spcPts val="0"/>
              </a:spcAft>
              <a:buClr>
                <a:srgbClr val="000000"/>
              </a:buClr>
              <a:buSzPts val="700"/>
              <a:buChar char="●"/>
              <a:defRPr sz="2100"/>
            </a:lvl4pPr>
            <a:lvl5pPr marL="2286000" indent="-273050" algn="l">
              <a:lnSpc>
                <a:spcPct val="100000"/>
              </a:lnSpc>
              <a:spcBef>
                <a:spcPts val="0"/>
              </a:spcBef>
              <a:spcAft>
                <a:spcPts val="0"/>
              </a:spcAft>
              <a:buClr>
                <a:srgbClr val="000000"/>
              </a:buClr>
              <a:buSzPts val="700"/>
              <a:buChar char="○"/>
              <a:defRPr sz="2100"/>
            </a:lvl5pPr>
            <a:lvl6pPr marL="2743200" indent="-273050" algn="l">
              <a:lnSpc>
                <a:spcPct val="100000"/>
              </a:lnSpc>
              <a:spcBef>
                <a:spcPts val="0"/>
              </a:spcBef>
              <a:spcAft>
                <a:spcPts val="0"/>
              </a:spcAft>
              <a:buClr>
                <a:srgbClr val="000000"/>
              </a:buClr>
              <a:buSzPts val="700"/>
              <a:buChar char="■"/>
              <a:defRPr sz="2100"/>
            </a:lvl6pPr>
            <a:lvl7pPr marL="3200400" indent="-273050" algn="l">
              <a:lnSpc>
                <a:spcPct val="100000"/>
              </a:lnSpc>
              <a:spcBef>
                <a:spcPts val="0"/>
              </a:spcBef>
              <a:spcAft>
                <a:spcPts val="0"/>
              </a:spcAft>
              <a:buClr>
                <a:srgbClr val="000000"/>
              </a:buClr>
              <a:buSzPts val="700"/>
              <a:buChar char="●"/>
              <a:defRPr sz="2100"/>
            </a:lvl7pPr>
            <a:lvl8pPr marL="3657600" indent="-273050" algn="l">
              <a:lnSpc>
                <a:spcPct val="100000"/>
              </a:lnSpc>
              <a:spcBef>
                <a:spcPts val="0"/>
              </a:spcBef>
              <a:spcAft>
                <a:spcPts val="0"/>
              </a:spcAft>
              <a:buClr>
                <a:srgbClr val="000000"/>
              </a:buClr>
              <a:buSzPts val="700"/>
              <a:buChar char="○"/>
              <a:defRPr sz="2100"/>
            </a:lvl8pPr>
            <a:lvl9pPr marL="4114800" indent="-273050" algn="l">
              <a:lnSpc>
                <a:spcPct val="100000"/>
              </a:lnSpc>
              <a:spcBef>
                <a:spcPts val="0"/>
              </a:spcBef>
              <a:spcAft>
                <a:spcPts val="0"/>
              </a:spcAft>
              <a:buClr>
                <a:srgbClr val="000000"/>
              </a:buClr>
              <a:buSzPts val="700"/>
              <a:buChar char="■"/>
              <a:defRPr sz="2100"/>
            </a:lvl9pPr>
          </a:lstStyle>
          <a:p xmlns:a="http://schemas.openxmlformats.org/drawingml/2006/main"/>
        </p:txBody>
      </p:sp>
      <p:sp>
        <p:nvSpPr>
          <p:cNvPr id="506" name="Google Shape;506;p65">
            <a:extLst xmlns:a="http://schemas.openxmlformats.org/drawingml/2006/main">
              <a:ext uri="{FF2B5EF4-FFF2-40B4-BE49-F238E27FC236}">
                <a16:creationId xmlns:a16="http://schemas.microsoft.com/office/drawing/2014/main" id="{B32CAF64-D86A-49FF-9BBD-E1D7FED2FD9D}"/>
              </a:ext>
            </a:extLst>
          </p:cNvPr>
          <p:cNvSpPr>
            <a:spLocks xmlns:a="http://schemas.openxmlformats.org/drawingml/2006/main" noGrp="1"/>
          </p:cNvSpPr>
          <p:nvPr>
            <p:ph type="body" idx="16"/>
          </p:nvPr>
        </p:nvSpPr>
        <p:spPr>
          <a:xfrm xmlns:a="http://schemas.openxmlformats.org/drawingml/2006/main">
            <a:off x="4770240" y="807366"/>
            <a:ext cx="4031400" cy="121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lvl1pPr marL="457200" indent="-279400" algn="l">
              <a:lnSpc>
                <a:spcPct val="120000"/>
              </a:lnSpc>
              <a:spcBef>
                <a:spcPts val="0"/>
              </a:spcBef>
              <a:spcAft>
                <a:spcPts val="0"/>
              </a:spcAft>
              <a:buClr>
                <a:srgbClr val="7F7F7F"/>
              </a:buClr>
              <a:buSzPts val="800"/>
              <a:buFont typeface="Helvetica Neue"/>
              <a:buChar char="●"/>
              <a:defRPr sz="800">
                <a:solidFill>
                  <a:srgbClr val="7F7F7F"/>
                </a:solidFill>
              </a:defRPr>
            </a:lvl1pPr>
            <a:lvl2pPr marL="914400" indent="-273050" algn="l">
              <a:lnSpc>
                <a:spcPct val="100000"/>
              </a:lnSpc>
              <a:spcBef>
                <a:spcPts val="0"/>
              </a:spcBef>
              <a:spcAft>
                <a:spcPts val="0"/>
              </a:spcAft>
              <a:buClr>
                <a:srgbClr val="000000"/>
              </a:buClr>
              <a:buSzPts val="700"/>
              <a:buChar char="○"/>
              <a:defRPr sz="2100"/>
            </a:lvl2pPr>
            <a:lvl3pPr marL="1371600" indent="-273050" algn="l">
              <a:lnSpc>
                <a:spcPct val="100000"/>
              </a:lnSpc>
              <a:spcBef>
                <a:spcPts val="0"/>
              </a:spcBef>
              <a:spcAft>
                <a:spcPts val="0"/>
              </a:spcAft>
              <a:buClr>
                <a:srgbClr val="000000"/>
              </a:buClr>
              <a:buSzPts val="700"/>
              <a:buChar char="■"/>
              <a:defRPr sz="2100"/>
            </a:lvl3pPr>
            <a:lvl4pPr marL="1828800" indent="-273050" algn="l">
              <a:lnSpc>
                <a:spcPct val="100000"/>
              </a:lnSpc>
              <a:spcBef>
                <a:spcPts val="0"/>
              </a:spcBef>
              <a:spcAft>
                <a:spcPts val="0"/>
              </a:spcAft>
              <a:buClr>
                <a:srgbClr val="000000"/>
              </a:buClr>
              <a:buSzPts val="700"/>
              <a:buChar char="●"/>
              <a:defRPr sz="2100"/>
            </a:lvl4pPr>
            <a:lvl5pPr marL="2286000" indent="-273050" algn="l">
              <a:lnSpc>
                <a:spcPct val="100000"/>
              </a:lnSpc>
              <a:spcBef>
                <a:spcPts val="0"/>
              </a:spcBef>
              <a:spcAft>
                <a:spcPts val="0"/>
              </a:spcAft>
              <a:buClr>
                <a:srgbClr val="000000"/>
              </a:buClr>
              <a:buSzPts val="700"/>
              <a:buChar char="○"/>
              <a:defRPr sz="2100"/>
            </a:lvl5pPr>
            <a:lvl6pPr marL="2743200" indent="-273050" algn="l">
              <a:lnSpc>
                <a:spcPct val="100000"/>
              </a:lnSpc>
              <a:spcBef>
                <a:spcPts val="0"/>
              </a:spcBef>
              <a:spcAft>
                <a:spcPts val="0"/>
              </a:spcAft>
              <a:buClr>
                <a:srgbClr val="000000"/>
              </a:buClr>
              <a:buSzPts val="700"/>
              <a:buChar char="■"/>
              <a:defRPr sz="2100"/>
            </a:lvl6pPr>
            <a:lvl7pPr marL="3200400" indent="-273050" algn="l">
              <a:lnSpc>
                <a:spcPct val="100000"/>
              </a:lnSpc>
              <a:spcBef>
                <a:spcPts val="0"/>
              </a:spcBef>
              <a:spcAft>
                <a:spcPts val="0"/>
              </a:spcAft>
              <a:buClr>
                <a:srgbClr val="000000"/>
              </a:buClr>
              <a:buSzPts val="700"/>
              <a:buChar char="●"/>
              <a:defRPr sz="2100"/>
            </a:lvl7pPr>
            <a:lvl8pPr marL="3657600" indent="-273050" algn="l">
              <a:lnSpc>
                <a:spcPct val="100000"/>
              </a:lnSpc>
              <a:spcBef>
                <a:spcPts val="0"/>
              </a:spcBef>
              <a:spcAft>
                <a:spcPts val="0"/>
              </a:spcAft>
              <a:buClr>
                <a:srgbClr val="000000"/>
              </a:buClr>
              <a:buSzPts val="700"/>
              <a:buChar char="○"/>
              <a:defRPr sz="2100"/>
            </a:lvl8pPr>
            <a:lvl9pPr marL="4114800" indent="-273050" algn="l">
              <a:lnSpc>
                <a:spcPct val="100000"/>
              </a:lnSpc>
              <a:spcBef>
                <a:spcPts val="0"/>
              </a:spcBef>
              <a:spcAft>
                <a:spcPts val="0"/>
              </a:spcAft>
              <a:buClr>
                <a:srgbClr val="000000"/>
              </a:buClr>
              <a:buSzPts val="700"/>
              <a:buChar char="■"/>
              <a:defRPr sz="2100"/>
            </a:lvl9pPr>
          </a:lstStyle>
          <a:p xmlns:a="http://schemas.openxmlformats.org/drawingml/2006/main"/>
        </p:txBody>
      </p:sp>
      <p:pic>
        <p:nvPicPr>
          <p:cNvPr id="525" name="Google Shape;507;p65"/>
          <p:cNvPicPr>
            <a:picLocks xmlns:a="http://schemas.openxmlformats.org/drawingml/2006/main" noChangeAspect="1"/>
          </p:cNvPicPr>
          <p:nvPr/>
        </p:nvPicPr>
        <p:blipFill>
          <a:blip xmlns:r="http://schemas.openxmlformats.org/officeDocument/2006/relationships" xmlns:a="http://schemas.openxmlformats.org/drawingml/2006/main" r:embed="R0ed61f8cfc194ea8">
            <a:alphaModFix/>
          </a:blip>
          <a:stretch xmlns:a="http://schemas.openxmlformats.org/drawingml/2006/main">
            <a:fillRect l="0" t="0" r="0" b="0"/>
          </a:stretch>
        </p:blipFill>
        <p:spPr>
          <a:xfrm xmlns:a="http://schemas.openxmlformats.org/drawingml/2006/main">
            <a:off x="228600" y="4836074"/>
            <a:ext cx="153925" cy="153925"/>
          </a:xfrm>
          <a:prstGeom xmlns:a="http://schemas.openxmlformats.org/drawingml/2006/main" prst="rect">
            <a:avLst/>
          </a:prstGeom>
          <a:ln xmlns:a="http://schemas.openxmlformats.org/drawingml/2006/main">
            <a:noFill/>
          </a:ln>
        </p:spPr>
      </p:pic>
    </p:spTree>
  </p:cSld>
</p:sldLayout>
</file>

<file path=ppt/slideLayouts/slideLayout65.xml><?xml version="1.0" encoding="utf-8"?>
<p:sldLayout xmlns:p="http://schemas.openxmlformats.org/presentationml/2006/main" matchingName="Appendix 2">
  <p:cSld name="Audience - Overview">
    <p:bg>
      <p:bgPr>
        <a:solidFill xmlns:a="http://schemas.openxmlformats.org/drawingml/2006/main">
          <a:schemeClr val="lt1"/>
        </a:solidFill>
      </p:bgPr>
    </p:bg>
    <p:spTree>
      <p:nvGrpSpPr>
        <p:cNvPr id="1" name=""/>
        <p:cNvGrpSpPr/>
        <p:nvPr/>
      </p:nvGrpSpPr>
      <p:grpSpPr>
        <a:xfrm xmlns:a="http://schemas.openxmlformats.org/drawingml/2006/main"/>
      </p:grpSpPr>
      <p:sp>
        <p:nvSpPr>
          <p:cNvPr id="509" name="Google Shape;509;p66">
            <a:extLst xmlns:a="http://schemas.openxmlformats.org/drawingml/2006/main">
              <a:ext uri="{FF2B5EF4-FFF2-40B4-BE49-F238E27FC236}">
                <a16:creationId xmlns:a16="http://schemas.microsoft.com/office/drawing/2014/main" id="{CCA39EC2-9E60-4C54-853C-1EAFA94FD0EF}"/>
              </a:ext>
            </a:extLst>
          </p:cNvPr>
          <p:cNvSpPr>
            <a:spLocks xmlns:a="http://schemas.openxmlformats.org/drawingml/2006/main" noGrp="1"/>
          </p:cNvSpPr>
          <p:nvPr>
            <p:ph type="body" idx="1"/>
          </p:nvPr>
        </p:nvSpPr>
        <p:spPr>
          <a:xfrm xmlns:a="http://schemas.openxmlformats.org/drawingml/2006/main">
            <a:off x="201377" y="197640"/>
            <a:ext cx="8741400" cy="415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lvl1pPr marL="457200" indent="-317500" algn="l">
              <a:lnSpc>
                <a:spcPct val="100000"/>
              </a:lnSpc>
              <a:spcBef>
                <a:spcPts val="0"/>
              </a:spcBef>
              <a:spcAft>
                <a:spcPts val="0"/>
              </a:spcAft>
              <a:buClr>
                <a:schemeClr val="dk1"/>
              </a:buClr>
              <a:buSzPts val="1400"/>
              <a:buFont typeface="Helvetica Neue"/>
              <a:buChar char="●"/>
              <a:defRPr sz="1400">
                <a:solidFill>
                  <a:schemeClr val="dk1"/>
                </a:solidFill>
              </a:defRPr>
            </a:lvl1pPr>
            <a:lvl2pPr marL="914400" indent="-273050" algn="l">
              <a:lnSpc>
                <a:spcPct val="100000"/>
              </a:lnSpc>
              <a:spcBef>
                <a:spcPts val="0"/>
              </a:spcBef>
              <a:spcAft>
                <a:spcPts val="0"/>
              </a:spcAft>
              <a:buClr>
                <a:srgbClr val="000000"/>
              </a:buClr>
              <a:buSzPts val="700"/>
              <a:buChar char="○"/>
              <a:defRPr sz="2100"/>
            </a:lvl2pPr>
            <a:lvl3pPr marL="1371600" indent="-273050" algn="l">
              <a:lnSpc>
                <a:spcPct val="100000"/>
              </a:lnSpc>
              <a:spcBef>
                <a:spcPts val="0"/>
              </a:spcBef>
              <a:spcAft>
                <a:spcPts val="0"/>
              </a:spcAft>
              <a:buClr>
                <a:srgbClr val="000000"/>
              </a:buClr>
              <a:buSzPts val="700"/>
              <a:buChar char="■"/>
              <a:defRPr sz="2100"/>
            </a:lvl3pPr>
            <a:lvl4pPr marL="1828800" indent="-273050" algn="l">
              <a:lnSpc>
                <a:spcPct val="100000"/>
              </a:lnSpc>
              <a:spcBef>
                <a:spcPts val="0"/>
              </a:spcBef>
              <a:spcAft>
                <a:spcPts val="0"/>
              </a:spcAft>
              <a:buClr>
                <a:srgbClr val="000000"/>
              </a:buClr>
              <a:buSzPts val="700"/>
              <a:buChar char="●"/>
              <a:defRPr sz="2100"/>
            </a:lvl4pPr>
            <a:lvl5pPr marL="2286000" indent="-273050" algn="l">
              <a:lnSpc>
                <a:spcPct val="100000"/>
              </a:lnSpc>
              <a:spcBef>
                <a:spcPts val="0"/>
              </a:spcBef>
              <a:spcAft>
                <a:spcPts val="0"/>
              </a:spcAft>
              <a:buClr>
                <a:srgbClr val="000000"/>
              </a:buClr>
              <a:buSzPts val="700"/>
              <a:buChar char="○"/>
              <a:defRPr sz="2100"/>
            </a:lvl5pPr>
            <a:lvl6pPr marL="2743200" indent="-273050" algn="l">
              <a:lnSpc>
                <a:spcPct val="100000"/>
              </a:lnSpc>
              <a:spcBef>
                <a:spcPts val="0"/>
              </a:spcBef>
              <a:spcAft>
                <a:spcPts val="0"/>
              </a:spcAft>
              <a:buClr>
                <a:srgbClr val="000000"/>
              </a:buClr>
              <a:buSzPts val="700"/>
              <a:buChar char="■"/>
              <a:defRPr sz="2100"/>
            </a:lvl6pPr>
            <a:lvl7pPr marL="3200400" indent="-273050" algn="l">
              <a:lnSpc>
                <a:spcPct val="100000"/>
              </a:lnSpc>
              <a:spcBef>
                <a:spcPts val="0"/>
              </a:spcBef>
              <a:spcAft>
                <a:spcPts val="0"/>
              </a:spcAft>
              <a:buClr>
                <a:srgbClr val="000000"/>
              </a:buClr>
              <a:buSzPts val="700"/>
              <a:buChar char="●"/>
              <a:defRPr sz="2100"/>
            </a:lvl7pPr>
            <a:lvl8pPr marL="3657600" indent="-273050" algn="l">
              <a:lnSpc>
                <a:spcPct val="100000"/>
              </a:lnSpc>
              <a:spcBef>
                <a:spcPts val="0"/>
              </a:spcBef>
              <a:spcAft>
                <a:spcPts val="0"/>
              </a:spcAft>
              <a:buClr>
                <a:srgbClr val="000000"/>
              </a:buClr>
              <a:buSzPts val="700"/>
              <a:buChar char="○"/>
              <a:defRPr sz="2100"/>
            </a:lvl8pPr>
            <a:lvl9pPr marL="4114800" indent="-273050" algn="l">
              <a:lnSpc>
                <a:spcPct val="100000"/>
              </a:lnSpc>
              <a:spcBef>
                <a:spcPts val="0"/>
              </a:spcBef>
              <a:spcAft>
                <a:spcPts val="0"/>
              </a:spcAft>
              <a:buClr>
                <a:srgbClr val="000000"/>
              </a:buClr>
              <a:buSzPts val="700"/>
              <a:buChar char="■"/>
              <a:defRPr sz="2100"/>
            </a:lvl9pPr>
          </a:lstStyle>
          <a:p xmlns:a="http://schemas.openxmlformats.org/drawingml/2006/main"/>
        </p:txBody>
      </p:sp>
      <p:sp>
        <p:nvSpPr>
          <p:cNvPr id="510" name="Google Shape;510;p66">
            <a:extLst xmlns:a="http://schemas.openxmlformats.org/drawingml/2006/main">
              <a:ext uri="{FF2B5EF4-FFF2-40B4-BE49-F238E27FC236}">
                <a16:creationId xmlns:a16="http://schemas.microsoft.com/office/drawing/2014/main" id="{E22B7BFD-AF9B-4F0A-993C-B639F9C42F2B}"/>
              </a:ext>
            </a:extLst>
          </p:cNvPr>
          <p:cNvSpPr>
            <a:spLocks xmlns:a="http://schemas.openxmlformats.org/drawingml/2006/main" noGrp="1"/>
          </p:cNvSpPr>
          <p:nvPr>
            <p:ph type="body" idx="2"/>
          </p:nvPr>
        </p:nvSpPr>
        <p:spPr>
          <a:xfrm xmlns:a="http://schemas.openxmlformats.org/drawingml/2006/main">
            <a:off x="201377" y="3641215"/>
            <a:ext cx="8741400" cy="818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b">
            <a:spAutoFit/>
          </a:bodyPr>
          <a:lstStyle xmlns:a="http://schemas.openxmlformats.org/drawingml/2006/main">
            <a:lvl1pPr marL="457200" indent="-279400" algn="l">
              <a:lnSpc>
                <a:spcPct val="120000"/>
              </a:lnSpc>
              <a:spcBef>
                <a:spcPts val="0"/>
              </a:spcBef>
              <a:spcAft>
                <a:spcPts val="0"/>
              </a:spcAft>
              <a:buClr>
                <a:srgbClr val="7F7F7F"/>
              </a:buClr>
              <a:buSzPts val="800"/>
              <a:buFont typeface="Helvetica Neue"/>
              <a:buChar char="●"/>
              <a:defRPr sz="800">
                <a:solidFill>
                  <a:srgbClr val="7F7F7F"/>
                </a:solidFill>
              </a:defRPr>
            </a:lvl1pPr>
            <a:lvl2pPr marL="914400" indent="-273050" algn="l">
              <a:lnSpc>
                <a:spcPct val="100000"/>
              </a:lnSpc>
              <a:spcBef>
                <a:spcPts val="0"/>
              </a:spcBef>
              <a:spcAft>
                <a:spcPts val="0"/>
              </a:spcAft>
              <a:buClr>
                <a:srgbClr val="000000"/>
              </a:buClr>
              <a:buSzPts val="700"/>
              <a:buChar char="○"/>
              <a:defRPr sz="2100"/>
            </a:lvl2pPr>
            <a:lvl3pPr marL="1371600" indent="-273050" algn="l">
              <a:lnSpc>
                <a:spcPct val="100000"/>
              </a:lnSpc>
              <a:spcBef>
                <a:spcPts val="0"/>
              </a:spcBef>
              <a:spcAft>
                <a:spcPts val="0"/>
              </a:spcAft>
              <a:buClr>
                <a:srgbClr val="000000"/>
              </a:buClr>
              <a:buSzPts val="700"/>
              <a:buChar char="■"/>
              <a:defRPr sz="2100"/>
            </a:lvl3pPr>
            <a:lvl4pPr marL="1828800" indent="-273050" algn="l">
              <a:lnSpc>
                <a:spcPct val="100000"/>
              </a:lnSpc>
              <a:spcBef>
                <a:spcPts val="0"/>
              </a:spcBef>
              <a:spcAft>
                <a:spcPts val="0"/>
              </a:spcAft>
              <a:buClr>
                <a:srgbClr val="000000"/>
              </a:buClr>
              <a:buSzPts val="700"/>
              <a:buChar char="●"/>
              <a:defRPr sz="2100"/>
            </a:lvl4pPr>
            <a:lvl5pPr marL="2286000" indent="-273050" algn="l">
              <a:lnSpc>
                <a:spcPct val="100000"/>
              </a:lnSpc>
              <a:spcBef>
                <a:spcPts val="0"/>
              </a:spcBef>
              <a:spcAft>
                <a:spcPts val="0"/>
              </a:spcAft>
              <a:buClr>
                <a:srgbClr val="000000"/>
              </a:buClr>
              <a:buSzPts val="700"/>
              <a:buChar char="○"/>
              <a:defRPr sz="2100"/>
            </a:lvl5pPr>
            <a:lvl6pPr marL="2743200" indent="-273050" algn="l">
              <a:lnSpc>
                <a:spcPct val="100000"/>
              </a:lnSpc>
              <a:spcBef>
                <a:spcPts val="0"/>
              </a:spcBef>
              <a:spcAft>
                <a:spcPts val="0"/>
              </a:spcAft>
              <a:buClr>
                <a:srgbClr val="000000"/>
              </a:buClr>
              <a:buSzPts val="700"/>
              <a:buChar char="■"/>
              <a:defRPr sz="2100"/>
            </a:lvl6pPr>
            <a:lvl7pPr marL="3200400" indent="-273050" algn="l">
              <a:lnSpc>
                <a:spcPct val="100000"/>
              </a:lnSpc>
              <a:spcBef>
                <a:spcPts val="0"/>
              </a:spcBef>
              <a:spcAft>
                <a:spcPts val="0"/>
              </a:spcAft>
              <a:buClr>
                <a:srgbClr val="000000"/>
              </a:buClr>
              <a:buSzPts val="700"/>
              <a:buChar char="●"/>
              <a:defRPr sz="2100"/>
            </a:lvl7pPr>
            <a:lvl8pPr marL="3657600" indent="-273050" algn="l">
              <a:lnSpc>
                <a:spcPct val="100000"/>
              </a:lnSpc>
              <a:spcBef>
                <a:spcPts val="0"/>
              </a:spcBef>
              <a:spcAft>
                <a:spcPts val="0"/>
              </a:spcAft>
              <a:buClr>
                <a:srgbClr val="000000"/>
              </a:buClr>
              <a:buSzPts val="700"/>
              <a:buChar char="○"/>
              <a:defRPr sz="2100"/>
            </a:lvl8pPr>
            <a:lvl9pPr marL="4114800" indent="-273050" algn="l">
              <a:lnSpc>
                <a:spcPct val="100000"/>
              </a:lnSpc>
              <a:spcBef>
                <a:spcPts val="0"/>
              </a:spcBef>
              <a:spcAft>
                <a:spcPts val="0"/>
              </a:spcAft>
              <a:buClr>
                <a:srgbClr val="000000"/>
              </a:buClr>
              <a:buSzPts val="700"/>
              <a:buChar char="■"/>
              <a:defRPr sz="2100"/>
            </a:lvl9pPr>
          </a:lstStyle>
          <a:p xmlns:a="http://schemas.openxmlformats.org/drawingml/2006/main"/>
        </p:txBody>
      </p:sp>
      <p:sp>
        <p:nvSpPr>
          <p:cNvPr id="511" name="Google Shape;511;p66">
            <a:extLst xmlns:a="http://schemas.openxmlformats.org/drawingml/2006/main">
              <a:ext uri="{FF2B5EF4-FFF2-40B4-BE49-F238E27FC236}">
                <a16:creationId xmlns:a16="http://schemas.microsoft.com/office/drawing/2014/main" id="{C034EBA5-BBE9-465A-B06F-CFC9BB9B25E4}"/>
              </a:ext>
            </a:extLst>
          </p:cNvPr>
          <p:cNvSpPr>
            <a:spLocks xmlns:a="http://schemas.openxmlformats.org/drawingml/2006/main" noGrp="1"/>
          </p:cNvSpPr>
          <p:nvPr>
            <p:ph type="body" idx="3"/>
          </p:nvPr>
        </p:nvSpPr>
        <p:spPr>
          <a:xfrm xmlns:a="http://schemas.openxmlformats.org/drawingml/2006/main">
            <a:off x="201377" y="1317353"/>
            <a:ext cx="1647000" cy="207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lvl1pPr marL="457200" indent="-317500" algn="l">
              <a:lnSpc>
                <a:spcPct val="100000"/>
              </a:lnSpc>
              <a:spcBef>
                <a:spcPts val="0"/>
              </a:spcBef>
              <a:spcAft>
                <a:spcPts val="0"/>
              </a:spcAft>
              <a:buClr>
                <a:schemeClr val="dk1"/>
              </a:buClr>
              <a:buSzPts val="1400"/>
              <a:buFont typeface="Helvetica Neue"/>
              <a:buChar char="●"/>
              <a:defRPr sz="1400">
                <a:solidFill>
                  <a:schemeClr val="dk1"/>
                </a:solidFill>
              </a:defRPr>
            </a:lvl1pPr>
            <a:lvl2pPr marL="914400" indent="-273050" algn="l">
              <a:lnSpc>
                <a:spcPct val="100000"/>
              </a:lnSpc>
              <a:spcBef>
                <a:spcPts val="0"/>
              </a:spcBef>
              <a:spcAft>
                <a:spcPts val="0"/>
              </a:spcAft>
              <a:buClr>
                <a:srgbClr val="000000"/>
              </a:buClr>
              <a:buSzPts val="700"/>
              <a:buChar char="○"/>
              <a:defRPr sz="2100"/>
            </a:lvl2pPr>
            <a:lvl3pPr marL="1371600" indent="-273050" algn="l">
              <a:lnSpc>
                <a:spcPct val="100000"/>
              </a:lnSpc>
              <a:spcBef>
                <a:spcPts val="0"/>
              </a:spcBef>
              <a:spcAft>
                <a:spcPts val="0"/>
              </a:spcAft>
              <a:buClr>
                <a:srgbClr val="000000"/>
              </a:buClr>
              <a:buSzPts val="700"/>
              <a:buChar char="■"/>
              <a:defRPr sz="2100"/>
            </a:lvl3pPr>
            <a:lvl4pPr marL="1828800" indent="-273050" algn="l">
              <a:lnSpc>
                <a:spcPct val="100000"/>
              </a:lnSpc>
              <a:spcBef>
                <a:spcPts val="0"/>
              </a:spcBef>
              <a:spcAft>
                <a:spcPts val="0"/>
              </a:spcAft>
              <a:buClr>
                <a:srgbClr val="000000"/>
              </a:buClr>
              <a:buSzPts val="700"/>
              <a:buChar char="●"/>
              <a:defRPr sz="2100"/>
            </a:lvl4pPr>
            <a:lvl5pPr marL="2286000" indent="-273050" algn="l">
              <a:lnSpc>
                <a:spcPct val="100000"/>
              </a:lnSpc>
              <a:spcBef>
                <a:spcPts val="0"/>
              </a:spcBef>
              <a:spcAft>
                <a:spcPts val="0"/>
              </a:spcAft>
              <a:buClr>
                <a:srgbClr val="000000"/>
              </a:buClr>
              <a:buSzPts val="700"/>
              <a:buChar char="○"/>
              <a:defRPr sz="2100"/>
            </a:lvl5pPr>
            <a:lvl6pPr marL="2743200" indent="-273050" algn="l">
              <a:lnSpc>
                <a:spcPct val="100000"/>
              </a:lnSpc>
              <a:spcBef>
                <a:spcPts val="0"/>
              </a:spcBef>
              <a:spcAft>
                <a:spcPts val="0"/>
              </a:spcAft>
              <a:buClr>
                <a:srgbClr val="000000"/>
              </a:buClr>
              <a:buSzPts val="700"/>
              <a:buChar char="■"/>
              <a:defRPr sz="2100"/>
            </a:lvl6pPr>
            <a:lvl7pPr marL="3200400" indent="-273050" algn="l">
              <a:lnSpc>
                <a:spcPct val="100000"/>
              </a:lnSpc>
              <a:spcBef>
                <a:spcPts val="0"/>
              </a:spcBef>
              <a:spcAft>
                <a:spcPts val="0"/>
              </a:spcAft>
              <a:buClr>
                <a:srgbClr val="000000"/>
              </a:buClr>
              <a:buSzPts val="700"/>
              <a:buChar char="●"/>
              <a:defRPr sz="2100"/>
            </a:lvl7pPr>
            <a:lvl8pPr marL="3657600" indent="-273050" algn="l">
              <a:lnSpc>
                <a:spcPct val="100000"/>
              </a:lnSpc>
              <a:spcBef>
                <a:spcPts val="0"/>
              </a:spcBef>
              <a:spcAft>
                <a:spcPts val="0"/>
              </a:spcAft>
              <a:buClr>
                <a:srgbClr val="000000"/>
              </a:buClr>
              <a:buSzPts val="700"/>
              <a:buChar char="○"/>
              <a:defRPr sz="2100"/>
            </a:lvl8pPr>
            <a:lvl9pPr marL="4114800" indent="-273050" algn="l">
              <a:lnSpc>
                <a:spcPct val="100000"/>
              </a:lnSpc>
              <a:spcBef>
                <a:spcPts val="0"/>
              </a:spcBef>
              <a:spcAft>
                <a:spcPts val="0"/>
              </a:spcAft>
              <a:buClr>
                <a:srgbClr val="000000"/>
              </a:buClr>
              <a:buSzPts val="700"/>
              <a:buChar char="■"/>
              <a:defRPr sz="2100"/>
            </a:lvl9pPr>
          </a:lstStyle>
          <a:p xmlns:a="http://schemas.openxmlformats.org/drawingml/2006/main"/>
        </p:txBody>
      </p:sp>
      <p:sp>
        <p:nvSpPr>
          <p:cNvPr id="512" name="Google Shape;512;p66">
            <a:extLst xmlns:a="http://schemas.openxmlformats.org/drawingml/2006/main">
              <a:ext uri="{FF2B5EF4-FFF2-40B4-BE49-F238E27FC236}">
                <a16:creationId xmlns:a16="http://schemas.microsoft.com/office/drawing/2014/main" id="{9BB6B0F7-D94E-42DE-8CBD-E5A9788FCC63}"/>
              </a:ext>
            </a:extLst>
          </p:cNvPr>
          <p:cNvSpPr>
            <a:spLocks xmlns:a="http://schemas.openxmlformats.org/drawingml/2006/main" noGrp="1"/>
          </p:cNvSpPr>
          <p:nvPr>
            <p:ph type="body" idx="4"/>
          </p:nvPr>
        </p:nvSpPr>
        <p:spPr>
          <a:xfrm xmlns:a="http://schemas.openxmlformats.org/drawingml/2006/main">
            <a:off x="201377" y="1545676"/>
            <a:ext cx="1647000" cy="125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lvl1pPr marL="457200" indent="-279400" algn="l">
              <a:lnSpc>
                <a:spcPct val="120000"/>
              </a:lnSpc>
              <a:spcBef>
                <a:spcPts val="0"/>
              </a:spcBef>
              <a:spcAft>
                <a:spcPts val="0"/>
              </a:spcAft>
              <a:buClr>
                <a:srgbClr val="7F7F7F"/>
              </a:buClr>
              <a:buSzPts val="800"/>
              <a:buFont typeface="Helvetica Neue"/>
              <a:buChar char="●"/>
              <a:defRPr sz="800">
                <a:solidFill>
                  <a:srgbClr val="7F7F7F"/>
                </a:solidFill>
              </a:defRPr>
            </a:lvl1pPr>
            <a:lvl2pPr marL="914400" indent="-273050" algn="l">
              <a:lnSpc>
                <a:spcPct val="100000"/>
              </a:lnSpc>
              <a:spcBef>
                <a:spcPts val="0"/>
              </a:spcBef>
              <a:spcAft>
                <a:spcPts val="0"/>
              </a:spcAft>
              <a:buClr>
                <a:srgbClr val="000000"/>
              </a:buClr>
              <a:buSzPts val="700"/>
              <a:buChar char="○"/>
              <a:defRPr sz="2100"/>
            </a:lvl2pPr>
            <a:lvl3pPr marL="1371600" indent="-273050" algn="l">
              <a:lnSpc>
                <a:spcPct val="100000"/>
              </a:lnSpc>
              <a:spcBef>
                <a:spcPts val="0"/>
              </a:spcBef>
              <a:spcAft>
                <a:spcPts val="0"/>
              </a:spcAft>
              <a:buClr>
                <a:srgbClr val="000000"/>
              </a:buClr>
              <a:buSzPts val="700"/>
              <a:buChar char="■"/>
              <a:defRPr sz="2100"/>
            </a:lvl3pPr>
            <a:lvl4pPr marL="1828800" indent="-273050" algn="l">
              <a:lnSpc>
                <a:spcPct val="100000"/>
              </a:lnSpc>
              <a:spcBef>
                <a:spcPts val="0"/>
              </a:spcBef>
              <a:spcAft>
                <a:spcPts val="0"/>
              </a:spcAft>
              <a:buClr>
                <a:srgbClr val="000000"/>
              </a:buClr>
              <a:buSzPts val="700"/>
              <a:buChar char="●"/>
              <a:defRPr sz="2100"/>
            </a:lvl4pPr>
            <a:lvl5pPr marL="2286000" indent="-273050" algn="l">
              <a:lnSpc>
                <a:spcPct val="100000"/>
              </a:lnSpc>
              <a:spcBef>
                <a:spcPts val="0"/>
              </a:spcBef>
              <a:spcAft>
                <a:spcPts val="0"/>
              </a:spcAft>
              <a:buClr>
                <a:srgbClr val="000000"/>
              </a:buClr>
              <a:buSzPts val="700"/>
              <a:buChar char="○"/>
              <a:defRPr sz="2100"/>
            </a:lvl5pPr>
            <a:lvl6pPr marL="2743200" indent="-273050" algn="l">
              <a:lnSpc>
                <a:spcPct val="100000"/>
              </a:lnSpc>
              <a:spcBef>
                <a:spcPts val="0"/>
              </a:spcBef>
              <a:spcAft>
                <a:spcPts val="0"/>
              </a:spcAft>
              <a:buClr>
                <a:srgbClr val="000000"/>
              </a:buClr>
              <a:buSzPts val="700"/>
              <a:buChar char="■"/>
              <a:defRPr sz="2100"/>
            </a:lvl6pPr>
            <a:lvl7pPr marL="3200400" indent="-273050" algn="l">
              <a:lnSpc>
                <a:spcPct val="100000"/>
              </a:lnSpc>
              <a:spcBef>
                <a:spcPts val="0"/>
              </a:spcBef>
              <a:spcAft>
                <a:spcPts val="0"/>
              </a:spcAft>
              <a:buClr>
                <a:srgbClr val="000000"/>
              </a:buClr>
              <a:buSzPts val="700"/>
              <a:buChar char="●"/>
              <a:defRPr sz="2100"/>
            </a:lvl7pPr>
            <a:lvl8pPr marL="3657600" indent="-273050" algn="l">
              <a:lnSpc>
                <a:spcPct val="100000"/>
              </a:lnSpc>
              <a:spcBef>
                <a:spcPts val="0"/>
              </a:spcBef>
              <a:spcAft>
                <a:spcPts val="0"/>
              </a:spcAft>
              <a:buClr>
                <a:srgbClr val="000000"/>
              </a:buClr>
              <a:buSzPts val="700"/>
              <a:buChar char="○"/>
              <a:defRPr sz="2100"/>
            </a:lvl8pPr>
            <a:lvl9pPr marL="4114800" indent="-273050" algn="l">
              <a:lnSpc>
                <a:spcPct val="100000"/>
              </a:lnSpc>
              <a:spcBef>
                <a:spcPts val="0"/>
              </a:spcBef>
              <a:spcAft>
                <a:spcPts val="0"/>
              </a:spcAft>
              <a:buClr>
                <a:srgbClr val="000000"/>
              </a:buClr>
              <a:buSzPts val="700"/>
              <a:buChar char="■"/>
              <a:defRPr sz="2100"/>
            </a:lvl9pPr>
          </a:lstStyle>
          <a:p xmlns:a="http://schemas.openxmlformats.org/drawingml/2006/main"/>
        </p:txBody>
      </p:sp>
      <p:sp>
        <p:nvSpPr>
          <p:cNvPr id="513" name="Google Shape;513;p66">
            <a:extLst xmlns:a="http://schemas.openxmlformats.org/drawingml/2006/main">
              <a:ext uri="{FF2B5EF4-FFF2-40B4-BE49-F238E27FC236}">
                <a16:creationId xmlns:a16="http://schemas.microsoft.com/office/drawing/2014/main" id="{6A7C72CB-D385-4850-81A0-DEBC1A152E22}"/>
              </a:ext>
            </a:extLst>
          </p:cNvPr>
          <p:cNvSpPr>
            <a:spLocks xmlns:a="http://schemas.openxmlformats.org/drawingml/2006/main" noGrp="1"/>
          </p:cNvSpPr>
          <p:nvPr>
            <p:ph type="pic" idx="5"/>
          </p:nvPr>
        </p:nvSpPr>
        <p:spPr>
          <a:xfrm xmlns:a="http://schemas.openxmlformats.org/drawingml/2006/main">
            <a:off x="201168" y="1773792"/>
            <a:ext cx="1647000" cy="1647000"/>
          </a:xfrm>
          <a:prstGeom xmlns:a="http://schemas.openxmlformats.org/drawingml/2006/main" prst="roundRect">
            <a:avLst>
              <a:gd name="adj" fmla="val 4838"/>
            </a:avLst>
          </a:prstGeom>
          <a:noFill xmlns:a="http://schemas.openxmlformats.org/drawingml/2006/main"/>
          <a:ln xmlns:a="http://schemas.openxmlformats.org/drawingml/2006/main">
            <a:noFill/>
          </a:ln>
        </p:spPr>
      </p:sp>
      <p:sp>
        <p:nvSpPr>
          <p:cNvPr id="514" name="Google Shape;514;p66">
            <a:extLst xmlns:a="http://schemas.openxmlformats.org/drawingml/2006/main">
              <a:ext uri="{FF2B5EF4-FFF2-40B4-BE49-F238E27FC236}">
                <a16:creationId xmlns:a16="http://schemas.microsoft.com/office/drawing/2014/main" id="{43AFDA6A-5832-4B74-9AF3-A56AB5D151A6}"/>
              </a:ext>
            </a:extLst>
          </p:cNvPr>
          <p:cNvSpPr>
            <a:spLocks xmlns:a="http://schemas.openxmlformats.org/drawingml/2006/main" noGrp="1"/>
          </p:cNvSpPr>
          <p:nvPr>
            <p:ph type="body" idx="6"/>
          </p:nvPr>
        </p:nvSpPr>
        <p:spPr>
          <a:xfrm xmlns:a="http://schemas.openxmlformats.org/drawingml/2006/main">
            <a:off x="1970741" y="1317353"/>
            <a:ext cx="1647000" cy="207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lvl1pPr marL="457200" indent="-317500" algn="l">
              <a:lnSpc>
                <a:spcPct val="100000"/>
              </a:lnSpc>
              <a:spcBef>
                <a:spcPts val="0"/>
              </a:spcBef>
              <a:spcAft>
                <a:spcPts val="0"/>
              </a:spcAft>
              <a:buClr>
                <a:schemeClr val="dk1"/>
              </a:buClr>
              <a:buSzPts val="1400"/>
              <a:buFont typeface="Helvetica Neue"/>
              <a:buChar char="●"/>
              <a:defRPr sz="1400">
                <a:solidFill>
                  <a:schemeClr val="dk1"/>
                </a:solidFill>
              </a:defRPr>
            </a:lvl1pPr>
            <a:lvl2pPr marL="914400" indent="-273050" algn="l">
              <a:lnSpc>
                <a:spcPct val="100000"/>
              </a:lnSpc>
              <a:spcBef>
                <a:spcPts val="0"/>
              </a:spcBef>
              <a:spcAft>
                <a:spcPts val="0"/>
              </a:spcAft>
              <a:buClr>
                <a:srgbClr val="000000"/>
              </a:buClr>
              <a:buSzPts val="700"/>
              <a:buChar char="○"/>
              <a:defRPr sz="2100"/>
            </a:lvl2pPr>
            <a:lvl3pPr marL="1371600" indent="-273050" algn="l">
              <a:lnSpc>
                <a:spcPct val="100000"/>
              </a:lnSpc>
              <a:spcBef>
                <a:spcPts val="0"/>
              </a:spcBef>
              <a:spcAft>
                <a:spcPts val="0"/>
              </a:spcAft>
              <a:buClr>
                <a:srgbClr val="000000"/>
              </a:buClr>
              <a:buSzPts val="700"/>
              <a:buChar char="■"/>
              <a:defRPr sz="2100"/>
            </a:lvl3pPr>
            <a:lvl4pPr marL="1828800" indent="-273050" algn="l">
              <a:lnSpc>
                <a:spcPct val="100000"/>
              </a:lnSpc>
              <a:spcBef>
                <a:spcPts val="0"/>
              </a:spcBef>
              <a:spcAft>
                <a:spcPts val="0"/>
              </a:spcAft>
              <a:buClr>
                <a:srgbClr val="000000"/>
              </a:buClr>
              <a:buSzPts val="700"/>
              <a:buChar char="●"/>
              <a:defRPr sz="2100"/>
            </a:lvl4pPr>
            <a:lvl5pPr marL="2286000" indent="-273050" algn="l">
              <a:lnSpc>
                <a:spcPct val="100000"/>
              </a:lnSpc>
              <a:spcBef>
                <a:spcPts val="0"/>
              </a:spcBef>
              <a:spcAft>
                <a:spcPts val="0"/>
              </a:spcAft>
              <a:buClr>
                <a:srgbClr val="000000"/>
              </a:buClr>
              <a:buSzPts val="700"/>
              <a:buChar char="○"/>
              <a:defRPr sz="2100"/>
            </a:lvl5pPr>
            <a:lvl6pPr marL="2743200" indent="-273050" algn="l">
              <a:lnSpc>
                <a:spcPct val="100000"/>
              </a:lnSpc>
              <a:spcBef>
                <a:spcPts val="0"/>
              </a:spcBef>
              <a:spcAft>
                <a:spcPts val="0"/>
              </a:spcAft>
              <a:buClr>
                <a:srgbClr val="000000"/>
              </a:buClr>
              <a:buSzPts val="700"/>
              <a:buChar char="■"/>
              <a:defRPr sz="2100"/>
            </a:lvl6pPr>
            <a:lvl7pPr marL="3200400" indent="-273050" algn="l">
              <a:lnSpc>
                <a:spcPct val="100000"/>
              </a:lnSpc>
              <a:spcBef>
                <a:spcPts val="0"/>
              </a:spcBef>
              <a:spcAft>
                <a:spcPts val="0"/>
              </a:spcAft>
              <a:buClr>
                <a:srgbClr val="000000"/>
              </a:buClr>
              <a:buSzPts val="700"/>
              <a:buChar char="●"/>
              <a:defRPr sz="2100"/>
            </a:lvl7pPr>
            <a:lvl8pPr marL="3657600" indent="-273050" algn="l">
              <a:lnSpc>
                <a:spcPct val="100000"/>
              </a:lnSpc>
              <a:spcBef>
                <a:spcPts val="0"/>
              </a:spcBef>
              <a:spcAft>
                <a:spcPts val="0"/>
              </a:spcAft>
              <a:buClr>
                <a:srgbClr val="000000"/>
              </a:buClr>
              <a:buSzPts val="700"/>
              <a:buChar char="○"/>
              <a:defRPr sz="2100"/>
            </a:lvl8pPr>
            <a:lvl9pPr marL="4114800" indent="-273050" algn="l">
              <a:lnSpc>
                <a:spcPct val="100000"/>
              </a:lnSpc>
              <a:spcBef>
                <a:spcPts val="0"/>
              </a:spcBef>
              <a:spcAft>
                <a:spcPts val="0"/>
              </a:spcAft>
              <a:buClr>
                <a:srgbClr val="000000"/>
              </a:buClr>
              <a:buSzPts val="700"/>
              <a:buChar char="■"/>
              <a:defRPr sz="2100"/>
            </a:lvl9pPr>
          </a:lstStyle>
          <a:p xmlns:a="http://schemas.openxmlformats.org/drawingml/2006/main"/>
        </p:txBody>
      </p:sp>
      <p:sp>
        <p:nvSpPr>
          <p:cNvPr id="515" name="Google Shape;515;p66">
            <a:extLst xmlns:a="http://schemas.openxmlformats.org/drawingml/2006/main">
              <a:ext uri="{FF2B5EF4-FFF2-40B4-BE49-F238E27FC236}">
                <a16:creationId xmlns:a16="http://schemas.microsoft.com/office/drawing/2014/main" id="{C90D089D-E4A5-4715-8A0D-053BC6BD6281}"/>
              </a:ext>
            </a:extLst>
          </p:cNvPr>
          <p:cNvSpPr>
            <a:spLocks xmlns:a="http://schemas.openxmlformats.org/drawingml/2006/main" noGrp="1"/>
          </p:cNvSpPr>
          <p:nvPr>
            <p:ph type="body" idx="7"/>
          </p:nvPr>
        </p:nvSpPr>
        <p:spPr>
          <a:xfrm xmlns:a="http://schemas.openxmlformats.org/drawingml/2006/main">
            <a:off x="1970741" y="1545676"/>
            <a:ext cx="1647000" cy="125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lvl1pPr marL="457200" indent="-279400" algn="l">
              <a:lnSpc>
                <a:spcPct val="120000"/>
              </a:lnSpc>
              <a:spcBef>
                <a:spcPts val="0"/>
              </a:spcBef>
              <a:spcAft>
                <a:spcPts val="0"/>
              </a:spcAft>
              <a:buClr>
                <a:srgbClr val="7F7F7F"/>
              </a:buClr>
              <a:buSzPts val="800"/>
              <a:buFont typeface="Helvetica Neue"/>
              <a:buChar char="●"/>
              <a:defRPr sz="800">
                <a:solidFill>
                  <a:srgbClr val="7F7F7F"/>
                </a:solidFill>
              </a:defRPr>
            </a:lvl1pPr>
            <a:lvl2pPr marL="914400" indent="-273050" algn="l">
              <a:lnSpc>
                <a:spcPct val="100000"/>
              </a:lnSpc>
              <a:spcBef>
                <a:spcPts val="0"/>
              </a:spcBef>
              <a:spcAft>
                <a:spcPts val="0"/>
              </a:spcAft>
              <a:buClr>
                <a:srgbClr val="000000"/>
              </a:buClr>
              <a:buSzPts val="700"/>
              <a:buChar char="○"/>
              <a:defRPr sz="2100"/>
            </a:lvl2pPr>
            <a:lvl3pPr marL="1371600" indent="-273050" algn="l">
              <a:lnSpc>
                <a:spcPct val="100000"/>
              </a:lnSpc>
              <a:spcBef>
                <a:spcPts val="0"/>
              </a:spcBef>
              <a:spcAft>
                <a:spcPts val="0"/>
              </a:spcAft>
              <a:buClr>
                <a:srgbClr val="000000"/>
              </a:buClr>
              <a:buSzPts val="700"/>
              <a:buChar char="■"/>
              <a:defRPr sz="2100"/>
            </a:lvl3pPr>
            <a:lvl4pPr marL="1828800" indent="-273050" algn="l">
              <a:lnSpc>
                <a:spcPct val="100000"/>
              </a:lnSpc>
              <a:spcBef>
                <a:spcPts val="0"/>
              </a:spcBef>
              <a:spcAft>
                <a:spcPts val="0"/>
              </a:spcAft>
              <a:buClr>
                <a:srgbClr val="000000"/>
              </a:buClr>
              <a:buSzPts val="700"/>
              <a:buChar char="●"/>
              <a:defRPr sz="2100"/>
            </a:lvl4pPr>
            <a:lvl5pPr marL="2286000" indent="-273050" algn="l">
              <a:lnSpc>
                <a:spcPct val="100000"/>
              </a:lnSpc>
              <a:spcBef>
                <a:spcPts val="0"/>
              </a:spcBef>
              <a:spcAft>
                <a:spcPts val="0"/>
              </a:spcAft>
              <a:buClr>
                <a:srgbClr val="000000"/>
              </a:buClr>
              <a:buSzPts val="700"/>
              <a:buChar char="○"/>
              <a:defRPr sz="2100"/>
            </a:lvl5pPr>
            <a:lvl6pPr marL="2743200" indent="-273050" algn="l">
              <a:lnSpc>
                <a:spcPct val="100000"/>
              </a:lnSpc>
              <a:spcBef>
                <a:spcPts val="0"/>
              </a:spcBef>
              <a:spcAft>
                <a:spcPts val="0"/>
              </a:spcAft>
              <a:buClr>
                <a:srgbClr val="000000"/>
              </a:buClr>
              <a:buSzPts val="700"/>
              <a:buChar char="■"/>
              <a:defRPr sz="2100"/>
            </a:lvl6pPr>
            <a:lvl7pPr marL="3200400" indent="-273050" algn="l">
              <a:lnSpc>
                <a:spcPct val="100000"/>
              </a:lnSpc>
              <a:spcBef>
                <a:spcPts val="0"/>
              </a:spcBef>
              <a:spcAft>
                <a:spcPts val="0"/>
              </a:spcAft>
              <a:buClr>
                <a:srgbClr val="000000"/>
              </a:buClr>
              <a:buSzPts val="700"/>
              <a:buChar char="●"/>
              <a:defRPr sz="2100"/>
            </a:lvl7pPr>
            <a:lvl8pPr marL="3657600" indent="-273050" algn="l">
              <a:lnSpc>
                <a:spcPct val="100000"/>
              </a:lnSpc>
              <a:spcBef>
                <a:spcPts val="0"/>
              </a:spcBef>
              <a:spcAft>
                <a:spcPts val="0"/>
              </a:spcAft>
              <a:buClr>
                <a:srgbClr val="000000"/>
              </a:buClr>
              <a:buSzPts val="700"/>
              <a:buChar char="○"/>
              <a:defRPr sz="2100"/>
            </a:lvl8pPr>
            <a:lvl9pPr marL="4114800" indent="-273050" algn="l">
              <a:lnSpc>
                <a:spcPct val="100000"/>
              </a:lnSpc>
              <a:spcBef>
                <a:spcPts val="0"/>
              </a:spcBef>
              <a:spcAft>
                <a:spcPts val="0"/>
              </a:spcAft>
              <a:buClr>
                <a:srgbClr val="000000"/>
              </a:buClr>
              <a:buSzPts val="700"/>
              <a:buChar char="■"/>
              <a:defRPr sz="2100"/>
            </a:lvl9pPr>
          </a:lstStyle>
          <a:p xmlns:a="http://schemas.openxmlformats.org/drawingml/2006/main"/>
        </p:txBody>
      </p:sp>
      <p:sp>
        <p:nvSpPr>
          <p:cNvPr id="516" name="Google Shape;516;p66">
            <a:extLst xmlns:a="http://schemas.openxmlformats.org/drawingml/2006/main">
              <a:ext uri="{FF2B5EF4-FFF2-40B4-BE49-F238E27FC236}">
                <a16:creationId xmlns:a16="http://schemas.microsoft.com/office/drawing/2014/main" id="{DC8808EB-8456-478E-B4FB-2AB86E5B70DD}"/>
              </a:ext>
            </a:extLst>
          </p:cNvPr>
          <p:cNvSpPr>
            <a:spLocks xmlns:a="http://schemas.openxmlformats.org/drawingml/2006/main" noGrp="1"/>
          </p:cNvSpPr>
          <p:nvPr>
            <p:ph type="pic" idx="8"/>
          </p:nvPr>
        </p:nvSpPr>
        <p:spPr>
          <a:xfrm xmlns:a="http://schemas.openxmlformats.org/drawingml/2006/main">
            <a:off x="1970532" y="1773792"/>
            <a:ext cx="1647000" cy="1647000"/>
          </a:xfrm>
          <a:prstGeom xmlns:a="http://schemas.openxmlformats.org/drawingml/2006/main" prst="roundRect">
            <a:avLst>
              <a:gd name="adj" fmla="val 4838"/>
            </a:avLst>
          </a:prstGeom>
          <a:noFill xmlns:a="http://schemas.openxmlformats.org/drawingml/2006/main"/>
          <a:ln xmlns:a="http://schemas.openxmlformats.org/drawingml/2006/main">
            <a:noFill/>
          </a:ln>
        </p:spPr>
      </p:sp>
      <p:sp>
        <p:nvSpPr>
          <p:cNvPr id="517" name="Google Shape;517;p66">
            <a:extLst xmlns:a="http://schemas.openxmlformats.org/drawingml/2006/main">
              <a:ext uri="{FF2B5EF4-FFF2-40B4-BE49-F238E27FC236}">
                <a16:creationId xmlns:a16="http://schemas.microsoft.com/office/drawing/2014/main" id="{B07F2622-D395-4B39-AB0B-2C873085AE95}"/>
              </a:ext>
            </a:extLst>
          </p:cNvPr>
          <p:cNvSpPr>
            <a:spLocks xmlns:a="http://schemas.openxmlformats.org/drawingml/2006/main" noGrp="1"/>
          </p:cNvSpPr>
          <p:nvPr>
            <p:ph type="body" idx="9"/>
          </p:nvPr>
        </p:nvSpPr>
        <p:spPr>
          <a:xfrm xmlns:a="http://schemas.openxmlformats.org/drawingml/2006/main">
            <a:off x="3746963" y="1317353"/>
            <a:ext cx="1647000" cy="207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lvl1pPr marL="457200" indent="-317500" algn="l">
              <a:lnSpc>
                <a:spcPct val="100000"/>
              </a:lnSpc>
              <a:spcBef>
                <a:spcPts val="0"/>
              </a:spcBef>
              <a:spcAft>
                <a:spcPts val="0"/>
              </a:spcAft>
              <a:buClr>
                <a:schemeClr val="dk1"/>
              </a:buClr>
              <a:buSzPts val="1400"/>
              <a:buFont typeface="Helvetica Neue"/>
              <a:buChar char="●"/>
              <a:defRPr sz="1400">
                <a:solidFill>
                  <a:schemeClr val="dk1"/>
                </a:solidFill>
              </a:defRPr>
            </a:lvl1pPr>
            <a:lvl2pPr marL="914400" indent="-273050" algn="l">
              <a:lnSpc>
                <a:spcPct val="100000"/>
              </a:lnSpc>
              <a:spcBef>
                <a:spcPts val="0"/>
              </a:spcBef>
              <a:spcAft>
                <a:spcPts val="0"/>
              </a:spcAft>
              <a:buClr>
                <a:srgbClr val="000000"/>
              </a:buClr>
              <a:buSzPts val="700"/>
              <a:buChar char="○"/>
              <a:defRPr sz="2100"/>
            </a:lvl2pPr>
            <a:lvl3pPr marL="1371600" indent="-273050" algn="l">
              <a:lnSpc>
                <a:spcPct val="100000"/>
              </a:lnSpc>
              <a:spcBef>
                <a:spcPts val="0"/>
              </a:spcBef>
              <a:spcAft>
                <a:spcPts val="0"/>
              </a:spcAft>
              <a:buClr>
                <a:srgbClr val="000000"/>
              </a:buClr>
              <a:buSzPts val="700"/>
              <a:buChar char="■"/>
              <a:defRPr sz="2100"/>
            </a:lvl3pPr>
            <a:lvl4pPr marL="1828800" indent="-273050" algn="l">
              <a:lnSpc>
                <a:spcPct val="100000"/>
              </a:lnSpc>
              <a:spcBef>
                <a:spcPts val="0"/>
              </a:spcBef>
              <a:spcAft>
                <a:spcPts val="0"/>
              </a:spcAft>
              <a:buClr>
                <a:srgbClr val="000000"/>
              </a:buClr>
              <a:buSzPts val="700"/>
              <a:buChar char="●"/>
              <a:defRPr sz="2100"/>
            </a:lvl4pPr>
            <a:lvl5pPr marL="2286000" indent="-273050" algn="l">
              <a:lnSpc>
                <a:spcPct val="100000"/>
              </a:lnSpc>
              <a:spcBef>
                <a:spcPts val="0"/>
              </a:spcBef>
              <a:spcAft>
                <a:spcPts val="0"/>
              </a:spcAft>
              <a:buClr>
                <a:srgbClr val="000000"/>
              </a:buClr>
              <a:buSzPts val="700"/>
              <a:buChar char="○"/>
              <a:defRPr sz="2100"/>
            </a:lvl5pPr>
            <a:lvl6pPr marL="2743200" indent="-273050" algn="l">
              <a:lnSpc>
                <a:spcPct val="100000"/>
              </a:lnSpc>
              <a:spcBef>
                <a:spcPts val="0"/>
              </a:spcBef>
              <a:spcAft>
                <a:spcPts val="0"/>
              </a:spcAft>
              <a:buClr>
                <a:srgbClr val="000000"/>
              </a:buClr>
              <a:buSzPts val="700"/>
              <a:buChar char="■"/>
              <a:defRPr sz="2100"/>
            </a:lvl6pPr>
            <a:lvl7pPr marL="3200400" indent="-273050" algn="l">
              <a:lnSpc>
                <a:spcPct val="100000"/>
              </a:lnSpc>
              <a:spcBef>
                <a:spcPts val="0"/>
              </a:spcBef>
              <a:spcAft>
                <a:spcPts val="0"/>
              </a:spcAft>
              <a:buClr>
                <a:srgbClr val="000000"/>
              </a:buClr>
              <a:buSzPts val="700"/>
              <a:buChar char="●"/>
              <a:defRPr sz="2100"/>
            </a:lvl7pPr>
            <a:lvl8pPr marL="3657600" indent="-273050" algn="l">
              <a:lnSpc>
                <a:spcPct val="100000"/>
              </a:lnSpc>
              <a:spcBef>
                <a:spcPts val="0"/>
              </a:spcBef>
              <a:spcAft>
                <a:spcPts val="0"/>
              </a:spcAft>
              <a:buClr>
                <a:srgbClr val="000000"/>
              </a:buClr>
              <a:buSzPts val="700"/>
              <a:buChar char="○"/>
              <a:defRPr sz="2100"/>
            </a:lvl8pPr>
            <a:lvl9pPr marL="4114800" indent="-273050" algn="l">
              <a:lnSpc>
                <a:spcPct val="100000"/>
              </a:lnSpc>
              <a:spcBef>
                <a:spcPts val="0"/>
              </a:spcBef>
              <a:spcAft>
                <a:spcPts val="0"/>
              </a:spcAft>
              <a:buClr>
                <a:srgbClr val="000000"/>
              </a:buClr>
              <a:buSzPts val="700"/>
              <a:buChar char="■"/>
              <a:defRPr sz="2100"/>
            </a:lvl9pPr>
          </a:lstStyle>
          <a:p xmlns:a="http://schemas.openxmlformats.org/drawingml/2006/main"/>
        </p:txBody>
      </p:sp>
      <p:sp>
        <p:nvSpPr>
          <p:cNvPr id="518" name="Google Shape;518;p66">
            <a:extLst xmlns:a="http://schemas.openxmlformats.org/drawingml/2006/main">
              <a:ext uri="{FF2B5EF4-FFF2-40B4-BE49-F238E27FC236}">
                <a16:creationId xmlns:a16="http://schemas.microsoft.com/office/drawing/2014/main" id="{486F76DF-AF50-4760-870C-01106B092BD7}"/>
              </a:ext>
            </a:extLst>
          </p:cNvPr>
          <p:cNvSpPr>
            <a:spLocks xmlns:a="http://schemas.openxmlformats.org/drawingml/2006/main" noGrp="1"/>
          </p:cNvSpPr>
          <p:nvPr>
            <p:ph type="body" idx="13"/>
          </p:nvPr>
        </p:nvSpPr>
        <p:spPr>
          <a:xfrm xmlns:a="http://schemas.openxmlformats.org/drawingml/2006/main">
            <a:off x="3746963" y="1545676"/>
            <a:ext cx="1647000" cy="125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lvl1pPr marL="457200" indent="-279400" algn="l">
              <a:lnSpc>
                <a:spcPct val="120000"/>
              </a:lnSpc>
              <a:spcBef>
                <a:spcPts val="0"/>
              </a:spcBef>
              <a:spcAft>
                <a:spcPts val="0"/>
              </a:spcAft>
              <a:buClr>
                <a:srgbClr val="7F7F7F"/>
              </a:buClr>
              <a:buSzPts val="800"/>
              <a:buFont typeface="Helvetica Neue"/>
              <a:buChar char="●"/>
              <a:defRPr sz="800">
                <a:solidFill>
                  <a:srgbClr val="7F7F7F"/>
                </a:solidFill>
              </a:defRPr>
            </a:lvl1pPr>
            <a:lvl2pPr marL="914400" indent="-273050" algn="l">
              <a:lnSpc>
                <a:spcPct val="100000"/>
              </a:lnSpc>
              <a:spcBef>
                <a:spcPts val="0"/>
              </a:spcBef>
              <a:spcAft>
                <a:spcPts val="0"/>
              </a:spcAft>
              <a:buClr>
                <a:srgbClr val="000000"/>
              </a:buClr>
              <a:buSzPts val="700"/>
              <a:buChar char="○"/>
              <a:defRPr sz="2100"/>
            </a:lvl2pPr>
            <a:lvl3pPr marL="1371600" indent="-273050" algn="l">
              <a:lnSpc>
                <a:spcPct val="100000"/>
              </a:lnSpc>
              <a:spcBef>
                <a:spcPts val="0"/>
              </a:spcBef>
              <a:spcAft>
                <a:spcPts val="0"/>
              </a:spcAft>
              <a:buClr>
                <a:srgbClr val="000000"/>
              </a:buClr>
              <a:buSzPts val="700"/>
              <a:buChar char="■"/>
              <a:defRPr sz="2100"/>
            </a:lvl3pPr>
            <a:lvl4pPr marL="1828800" indent="-273050" algn="l">
              <a:lnSpc>
                <a:spcPct val="100000"/>
              </a:lnSpc>
              <a:spcBef>
                <a:spcPts val="0"/>
              </a:spcBef>
              <a:spcAft>
                <a:spcPts val="0"/>
              </a:spcAft>
              <a:buClr>
                <a:srgbClr val="000000"/>
              </a:buClr>
              <a:buSzPts val="700"/>
              <a:buChar char="●"/>
              <a:defRPr sz="2100"/>
            </a:lvl4pPr>
            <a:lvl5pPr marL="2286000" indent="-273050" algn="l">
              <a:lnSpc>
                <a:spcPct val="100000"/>
              </a:lnSpc>
              <a:spcBef>
                <a:spcPts val="0"/>
              </a:spcBef>
              <a:spcAft>
                <a:spcPts val="0"/>
              </a:spcAft>
              <a:buClr>
                <a:srgbClr val="000000"/>
              </a:buClr>
              <a:buSzPts val="700"/>
              <a:buChar char="○"/>
              <a:defRPr sz="2100"/>
            </a:lvl5pPr>
            <a:lvl6pPr marL="2743200" indent="-273050" algn="l">
              <a:lnSpc>
                <a:spcPct val="100000"/>
              </a:lnSpc>
              <a:spcBef>
                <a:spcPts val="0"/>
              </a:spcBef>
              <a:spcAft>
                <a:spcPts val="0"/>
              </a:spcAft>
              <a:buClr>
                <a:srgbClr val="000000"/>
              </a:buClr>
              <a:buSzPts val="700"/>
              <a:buChar char="■"/>
              <a:defRPr sz="2100"/>
            </a:lvl6pPr>
            <a:lvl7pPr marL="3200400" indent="-273050" algn="l">
              <a:lnSpc>
                <a:spcPct val="100000"/>
              </a:lnSpc>
              <a:spcBef>
                <a:spcPts val="0"/>
              </a:spcBef>
              <a:spcAft>
                <a:spcPts val="0"/>
              </a:spcAft>
              <a:buClr>
                <a:srgbClr val="000000"/>
              </a:buClr>
              <a:buSzPts val="700"/>
              <a:buChar char="●"/>
              <a:defRPr sz="2100"/>
            </a:lvl7pPr>
            <a:lvl8pPr marL="3657600" indent="-273050" algn="l">
              <a:lnSpc>
                <a:spcPct val="100000"/>
              </a:lnSpc>
              <a:spcBef>
                <a:spcPts val="0"/>
              </a:spcBef>
              <a:spcAft>
                <a:spcPts val="0"/>
              </a:spcAft>
              <a:buClr>
                <a:srgbClr val="000000"/>
              </a:buClr>
              <a:buSzPts val="700"/>
              <a:buChar char="○"/>
              <a:defRPr sz="2100"/>
            </a:lvl8pPr>
            <a:lvl9pPr marL="4114800" indent="-273050" algn="l">
              <a:lnSpc>
                <a:spcPct val="100000"/>
              </a:lnSpc>
              <a:spcBef>
                <a:spcPts val="0"/>
              </a:spcBef>
              <a:spcAft>
                <a:spcPts val="0"/>
              </a:spcAft>
              <a:buClr>
                <a:srgbClr val="000000"/>
              </a:buClr>
              <a:buSzPts val="700"/>
              <a:buChar char="■"/>
              <a:defRPr sz="2100"/>
            </a:lvl9pPr>
          </a:lstStyle>
          <a:p xmlns:a="http://schemas.openxmlformats.org/drawingml/2006/main"/>
        </p:txBody>
      </p:sp>
      <p:sp>
        <p:nvSpPr>
          <p:cNvPr id="519" name="Google Shape;519;p66">
            <a:extLst xmlns:a="http://schemas.openxmlformats.org/drawingml/2006/main">
              <a:ext uri="{FF2B5EF4-FFF2-40B4-BE49-F238E27FC236}">
                <a16:creationId xmlns:a16="http://schemas.microsoft.com/office/drawing/2014/main" id="{A79C4B1F-AE73-45ED-B89B-D119FCE4626B}"/>
              </a:ext>
            </a:extLst>
          </p:cNvPr>
          <p:cNvSpPr>
            <a:spLocks xmlns:a="http://schemas.openxmlformats.org/drawingml/2006/main" noGrp="1"/>
          </p:cNvSpPr>
          <p:nvPr>
            <p:ph type="pic" idx="14"/>
          </p:nvPr>
        </p:nvSpPr>
        <p:spPr>
          <a:xfrm xmlns:a="http://schemas.openxmlformats.org/drawingml/2006/main">
            <a:off x="3746754" y="1773792"/>
            <a:ext cx="1647000" cy="1647000"/>
          </a:xfrm>
          <a:prstGeom xmlns:a="http://schemas.openxmlformats.org/drawingml/2006/main" prst="roundRect">
            <a:avLst>
              <a:gd name="adj" fmla="val 4838"/>
            </a:avLst>
          </a:prstGeom>
          <a:noFill xmlns:a="http://schemas.openxmlformats.org/drawingml/2006/main"/>
          <a:ln xmlns:a="http://schemas.openxmlformats.org/drawingml/2006/main">
            <a:noFill/>
          </a:ln>
        </p:spPr>
      </p:sp>
      <p:sp>
        <p:nvSpPr>
          <p:cNvPr id="520" name="Google Shape;520;p66">
            <a:extLst xmlns:a="http://schemas.openxmlformats.org/drawingml/2006/main">
              <a:ext uri="{FF2B5EF4-FFF2-40B4-BE49-F238E27FC236}">
                <a16:creationId xmlns:a16="http://schemas.microsoft.com/office/drawing/2014/main" id="{E40A0A60-79DE-4ACB-AD7B-0D3C73B2684D}"/>
              </a:ext>
            </a:extLst>
          </p:cNvPr>
          <p:cNvSpPr>
            <a:spLocks xmlns:a="http://schemas.openxmlformats.org/drawingml/2006/main" noGrp="1"/>
          </p:cNvSpPr>
          <p:nvPr>
            <p:ph type="body" idx="15"/>
          </p:nvPr>
        </p:nvSpPr>
        <p:spPr>
          <a:xfrm xmlns:a="http://schemas.openxmlformats.org/drawingml/2006/main">
            <a:off x="5523185" y="1317353"/>
            <a:ext cx="1647000" cy="207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lvl1pPr marL="457200" indent="-317500" algn="l">
              <a:lnSpc>
                <a:spcPct val="100000"/>
              </a:lnSpc>
              <a:spcBef>
                <a:spcPts val="0"/>
              </a:spcBef>
              <a:spcAft>
                <a:spcPts val="0"/>
              </a:spcAft>
              <a:buClr>
                <a:schemeClr val="dk1"/>
              </a:buClr>
              <a:buSzPts val="1400"/>
              <a:buFont typeface="Helvetica Neue"/>
              <a:buChar char="●"/>
              <a:defRPr sz="1400">
                <a:solidFill>
                  <a:schemeClr val="dk1"/>
                </a:solidFill>
              </a:defRPr>
            </a:lvl1pPr>
            <a:lvl2pPr marL="914400" indent="-273050" algn="l">
              <a:lnSpc>
                <a:spcPct val="100000"/>
              </a:lnSpc>
              <a:spcBef>
                <a:spcPts val="0"/>
              </a:spcBef>
              <a:spcAft>
                <a:spcPts val="0"/>
              </a:spcAft>
              <a:buClr>
                <a:srgbClr val="000000"/>
              </a:buClr>
              <a:buSzPts val="700"/>
              <a:buChar char="○"/>
              <a:defRPr sz="2100"/>
            </a:lvl2pPr>
            <a:lvl3pPr marL="1371600" indent="-273050" algn="l">
              <a:lnSpc>
                <a:spcPct val="100000"/>
              </a:lnSpc>
              <a:spcBef>
                <a:spcPts val="0"/>
              </a:spcBef>
              <a:spcAft>
                <a:spcPts val="0"/>
              </a:spcAft>
              <a:buClr>
                <a:srgbClr val="000000"/>
              </a:buClr>
              <a:buSzPts val="700"/>
              <a:buChar char="■"/>
              <a:defRPr sz="2100"/>
            </a:lvl3pPr>
            <a:lvl4pPr marL="1828800" indent="-273050" algn="l">
              <a:lnSpc>
                <a:spcPct val="100000"/>
              </a:lnSpc>
              <a:spcBef>
                <a:spcPts val="0"/>
              </a:spcBef>
              <a:spcAft>
                <a:spcPts val="0"/>
              </a:spcAft>
              <a:buClr>
                <a:srgbClr val="000000"/>
              </a:buClr>
              <a:buSzPts val="700"/>
              <a:buChar char="●"/>
              <a:defRPr sz="2100"/>
            </a:lvl4pPr>
            <a:lvl5pPr marL="2286000" indent="-273050" algn="l">
              <a:lnSpc>
                <a:spcPct val="100000"/>
              </a:lnSpc>
              <a:spcBef>
                <a:spcPts val="0"/>
              </a:spcBef>
              <a:spcAft>
                <a:spcPts val="0"/>
              </a:spcAft>
              <a:buClr>
                <a:srgbClr val="000000"/>
              </a:buClr>
              <a:buSzPts val="700"/>
              <a:buChar char="○"/>
              <a:defRPr sz="2100"/>
            </a:lvl5pPr>
            <a:lvl6pPr marL="2743200" indent="-273050" algn="l">
              <a:lnSpc>
                <a:spcPct val="100000"/>
              </a:lnSpc>
              <a:spcBef>
                <a:spcPts val="0"/>
              </a:spcBef>
              <a:spcAft>
                <a:spcPts val="0"/>
              </a:spcAft>
              <a:buClr>
                <a:srgbClr val="000000"/>
              </a:buClr>
              <a:buSzPts val="700"/>
              <a:buChar char="■"/>
              <a:defRPr sz="2100"/>
            </a:lvl6pPr>
            <a:lvl7pPr marL="3200400" indent="-273050" algn="l">
              <a:lnSpc>
                <a:spcPct val="100000"/>
              </a:lnSpc>
              <a:spcBef>
                <a:spcPts val="0"/>
              </a:spcBef>
              <a:spcAft>
                <a:spcPts val="0"/>
              </a:spcAft>
              <a:buClr>
                <a:srgbClr val="000000"/>
              </a:buClr>
              <a:buSzPts val="700"/>
              <a:buChar char="●"/>
              <a:defRPr sz="2100"/>
            </a:lvl7pPr>
            <a:lvl8pPr marL="3657600" indent="-273050" algn="l">
              <a:lnSpc>
                <a:spcPct val="100000"/>
              </a:lnSpc>
              <a:spcBef>
                <a:spcPts val="0"/>
              </a:spcBef>
              <a:spcAft>
                <a:spcPts val="0"/>
              </a:spcAft>
              <a:buClr>
                <a:srgbClr val="000000"/>
              </a:buClr>
              <a:buSzPts val="700"/>
              <a:buChar char="○"/>
              <a:defRPr sz="2100"/>
            </a:lvl8pPr>
            <a:lvl9pPr marL="4114800" indent="-273050" algn="l">
              <a:lnSpc>
                <a:spcPct val="100000"/>
              </a:lnSpc>
              <a:spcBef>
                <a:spcPts val="0"/>
              </a:spcBef>
              <a:spcAft>
                <a:spcPts val="0"/>
              </a:spcAft>
              <a:buClr>
                <a:srgbClr val="000000"/>
              </a:buClr>
              <a:buSzPts val="700"/>
              <a:buChar char="■"/>
              <a:defRPr sz="2100"/>
            </a:lvl9pPr>
          </a:lstStyle>
          <a:p xmlns:a="http://schemas.openxmlformats.org/drawingml/2006/main"/>
        </p:txBody>
      </p:sp>
      <p:sp>
        <p:nvSpPr>
          <p:cNvPr id="521" name="Google Shape;521;p66">
            <a:extLst xmlns:a="http://schemas.openxmlformats.org/drawingml/2006/main">
              <a:ext uri="{FF2B5EF4-FFF2-40B4-BE49-F238E27FC236}">
                <a16:creationId xmlns:a16="http://schemas.microsoft.com/office/drawing/2014/main" id="{DB111539-11C8-4514-826B-2E8EB2A9A044}"/>
              </a:ext>
            </a:extLst>
          </p:cNvPr>
          <p:cNvSpPr>
            <a:spLocks xmlns:a="http://schemas.openxmlformats.org/drawingml/2006/main" noGrp="1"/>
          </p:cNvSpPr>
          <p:nvPr>
            <p:ph type="body" idx="16"/>
          </p:nvPr>
        </p:nvSpPr>
        <p:spPr>
          <a:xfrm xmlns:a="http://schemas.openxmlformats.org/drawingml/2006/main">
            <a:off x="5523185" y="1545676"/>
            <a:ext cx="1647000" cy="125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lvl1pPr marL="457200" indent="-279400" algn="l">
              <a:lnSpc>
                <a:spcPct val="120000"/>
              </a:lnSpc>
              <a:spcBef>
                <a:spcPts val="0"/>
              </a:spcBef>
              <a:spcAft>
                <a:spcPts val="0"/>
              </a:spcAft>
              <a:buClr>
                <a:srgbClr val="7F7F7F"/>
              </a:buClr>
              <a:buSzPts val="800"/>
              <a:buFont typeface="Helvetica Neue"/>
              <a:buChar char="●"/>
              <a:defRPr sz="800">
                <a:solidFill>
                  <a:srgbClr val="7F7F7F"/>
                </a:solidFill>
              </a:defRPr>
            </a:lvl1pPr>
            <a:lvl2pPr marL="914400" indent="-273050" algn="l">
              <a:lnSpc>
                <a:spcPct val="100000"/>
              </a:lnSpc>
              <a:spcBef>
                <a:spcPts val="0"/>
              </a:spcBef>
              <a:spcAft>
                <a:spcPts val="0"/>
              </a:spcAft>
              <a:buClr>
                <a:srgbClr val="000000"/>
              </a:buClr>
              <a:buSzPts val="700"/>
              <a:buChar char="○"/>
              <a:defRPr sz="2100"/>
            </a:lvl2pPr>
            <a:lvl3pPr marL="1371600" indent="-273050" algn="l">
              <a:lnSpc>
                <a:spcPct val="100000"/>
              </a:lnSpc>
              <a:spcBef>
                <a:spcPts val="0"/>
              </a:spcBef>
              <a:spcAft>
                <a:spcPts val="0"/>
              </a:spcAft>
              <a:buClr>
                <a:srgbClr val="000000"/>
              </a:buClr>
              <a:buSzPts val="700"/>
              <a:buChar char="■"/>
              <a:defRPr sz="2100"/>
            </a:lvl3pPr>
            <a:lvl4pPr marL="1828800" indent="-273050" algn="l">
              <a:lnSpc>
                <a:spcPct val="100000"/>
              </a:lnSpc>
              <a:spcBef>
                <a:spcPts val="0"/>
              </a:spcBef>
              <a:spcAft>
                <a:spcPts val="0"/>
              </a:spcAft>
              <a:buClr>
                <a:srgbClr val="000000"/>
              </a:buClr>
              <a:buSzPts val="700"/>
              <a:buChar char="●"/>
              <a:defRPr sz="2100"/>
            </a:lvl4pPr>
            <a:lvl5pPr marL="2286000" indent="-273050" algn="l">
              <a:lnSpc>
                <a:spcPct val="100000"/>
              </a:lnSpc>
              <a:spcBef>
                <a:spcPts val="0"/>
              </a:spcBef>
              <a:spcAft>
                <a:spcPts val="0"/>
              </a:spcAft>
              <a:buClr>
                <a:srgbClr val="000000"/>
              </a:buClr>
              <a:buSzPts val="700"/>
              <a:buChar char="○"/>
              <a:defRPr sz="2100"/>
            </a:lvl5pPr>
            <a:lvl6pPr marL="2743200" indent="-273050" algn="l">
              <a:lnSpc>
                <a:spcPct val="100000"/>
              </a:lnSpc>
              <a:spcBef>
                <a:spcPts val="0"/>
              </a:spcBef>
              <a:spcAft>
                <a:spcPts val="0"/>
              </a:spcAft>
              <a:buClr>
                <a:srgbClr val="000000"/>
              </a:buClr>
              <a:buSzPts val="700"/>
              <a:buChar char="■"/>
              <a:defRPr sz="2100"/>
            </a:lvl6pPr>
            <a:lvl7pPr marL="3200400" indent="-273050" algn="l">
              <a:lnSpc>
                <a:spcPct val="100000"/>
              </a:lnSpc>
              <a:spcBef>
                <a:spcPts val="0"/>
              </a:spcBef>
              <a:spcAft>
                <a:spcPts val="0"/>
              </a:spcAft>
              <a:buClr>
                <a:srgbClr val="000000"/>
              </a:buClr>
              <a:buSzPts val="700"/>
              <a:buChar char="●"/>
              <a:defRPr sz="2100"/>
            </a:lvl7pPr>
            <a:lvl8pPr marL="3657600" indent="-273050" algn="l">
              <a:lnSpc>
                <a:spcPct val="100000"/>
              </a:lnSpc>
              <a:spcBef>
                <a:spcPts val="0"/>
              </a:spcBef>
              <a:spcAft>
                <a:spcPts val="0"/>
              </a:spcAft>
              <a:buClr>
                <a:srgbClr val="000000"/>
              </a:buClr>
              <a:buSzPts val="700"/>
              <a:buChar char="○"/>
              <a:defRPr sz="2100"/>
            </a:lvl8pPr>
            <a:lvl9pPr marL="4114800" indent="-273050" algn="l">
              <a:lnSpc>
                <a:spcPct val="100000"/>
              </a:lnSpc>
              <a:spcBef>
                <a:spcPts val="0"/>
              </a:spcBef>
              <a:spcAft>
                <a:spcPts val="0"/>
              </a:spcAft>
              <a:buClr>
                <a:srgbClr val="000000"/>
              </a:buClr>
              <a:buSzPts val="700"/>
              <a:buChar char="■"/>
              <a:defRPr sz="2100"/>
            </a:lvl9pPr>
          </a:lstStyle>
          <a:p xmlns:a="http://schemas.openxmlformats.org/drawingml/2006/main"/>
        </p:txBody>
      </p:sp>
      <p:sp>
        <p:nvSpPr>
          <p:cNvPr id="522" name="Google Shape;522;p66">
            <a:extLst xmlns:a="http://schemas.openxmlformats.org/drawingml/2006/main">
              <a:ext uri="{FF2B5EF4-FFF2-40B4-BE49-F238E27FC236}">
                <a16:creationId xmlns:a16="http://schemas.microsoft.com/office/drawing/2014/main" id="{3B5F16EB-3D9F-489B-A099-6A4EA0DA5BCD}"/>
              </a:ext>
            </a:extLst>
          </p:cNvPr>
          <p:cNvSpPr>
            <a:spLocks xmlns:a="http://schemas.openxmlformats.org/drawingml/2006/main" noGrp="1"/>
          </p:cNvSpPr>
          <p:nvPr>
            <p:ph type="pic" idx="17"/>
          </p:nvPr>
        </p:nvSpPr>
        <p:spPr>
          <a:xfrm xmlns:a="http://schemas.openxmlformats.org/drawingml/2006/main">
            <a:off x="5522976" y="1773792"/>
            <a:ext cx="1647000" cy="1647000"/>
          </a:xfrm>
          <a:prstGeom xmlns:a="http://schemas.openxmlformats.org/drawingml/2006/main" prst="roundRect">
            <a:avLst>
              <a:gd name="adj" fmla="val 4838"/>
            </a:avLst>
          </a:prstGeom>
          <a:noFill xmlns:a="http://schemas.openxmlformats.org/drawingml/2006/main"/>
          <a:ln xmlns:a="http://schemas.openxmlformats.org/drawingml/2006/main">
            <a:noFill/>
          </a:ln>
        </p:spPr>
      </p:sp>
      <p:sp>
        <p:nvSpPr>
          <p:cNvPr id="523" name="Google Shape;523;p66">
            <a:extLst xmlns:a="http://schemas.openxmlformats.org/drawingml/2006/main">
              <a:ext uri="{FF2B5EF4-FFF2-40B4-BE49-F238E27FC236}">
                <a16:creationId xmlns:a16="http://schemas.microsoft.com/office/drawing/2014/main" id="{4E25CDBA-9F99-4974-947D-AE06F1A1C3D6}"/>
              </a:ext>
            </a:extLst>
          </p:cNvPr>
          <p:cNvSpPr>
            <a:spLocks xmlns:a="http://schemas.openxmlformats.org/drawingml/2006/main" noGrp="1"/>
          </p:cNvSpPr>
          <p:nvPr>
            <p:ph type="body" idx="18"/>
          </p:nvPr>
        </p:nvSpPr>
        <p:spPr>
          <a:xfrm xmlns:a="http://schemas.openxmlformats.org/drawingml/2006/main">
            <a:off x="7295832" y="1317353"/>
            <a:ext cx="1647000" cy="207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lvl1pPr marL="457200" indent="-317500" algn="l">
              <a:lnSpc>
                <a:spcPct val="100000"/>
              </a:lnSpc>
              <a:spcBef>
                <a:spcPts val="0"/>
              </a:spcBef>
              <a:spcAft>
                <a:spcPts val="0"/>
              </a:spcAft>
              <a:buClr>
                <a:schemeClr val="dk1"/>
              </a:buClr>
              <a:buSzPts val="1400"/>
              <a:buFont typeface="Helvetica Neue"/>
              <a:buChar char="●"/>
              <a:defRPr sz="1400">
                <a:solidFill>
                  <a:schemeClr val="dk1"/>
                </a:solidFill>
              </a:defRPr>
            </a:lvl1pPr>
            <a:lvl2pPr marL="914400" indent="-273050" algn="l">
              <a:lnSpc>
                <a:spcPct val="100000"/>
              </a:lnSpc>
              <a:spcBef>
                <a:spcPts val="0"/>
              </a:spcBef>
              <a:spcAft>
                <a:spcPts val="0"/>
              </a:spcAft>
              <a:buClr>
                <a:srgbClr val="000000"/>
              </a:buClr>
              <a:buSzPts val="700"/>
              <a:buChar char="○"/>
              <a:defRPr sz="2100"/>
            </a:lvl2pPr>
            <a:lvl3pPr marL="1371600" indent="-273050" algn="l">
              <a:lnSpc>
                <a:spcPct val="100000"/>
              </a:lnSpc>
              <a:spcBef>
                <a:spcPts val="0"/>
              </a:spcBef>
              <a:spcAft>
                <a:spcPts val="0"/>
              </a:spcAft>
              <a:buClr>
                <a:srgbClr val="000000"/>
              </a:buClr>
              <a:buSzPts val="700"/>
              <a:buChar char="■"/>
              <a:defRPr sz="2100"/>
            </a:lvl3pPr>
            <a:lvl4pPr marL="1828800" indent="-273050" algn="l">
              <a:lnSpc>
                <a:spcPct val="100000"/>
              </a:lnSpc>
              <a:spcBef>
                <a:spcPts val="0"/>
              </a:spcBef>
              <a:spcAft>
                <a:spcPts val="0"/>
              </a:spcAft>
              <a:buClr>
                <a:srgbClr val="000000"/>
              </a:buClr>
              <a:buSzPts val="700"/>
              <a:buChar char="●"/>
              <a:defRPr sz="2100"/>
            </a:lvl4pPr>
            <a:lvl5pPr marL="2286000" indent="-273050" algn="l">
              <a:lnSpc>
                <a:spcPct val="100000"/>
              </a:lnSpc>
              <a:spcBef>
                <a:spcPts val="0"/>
              </a:spcBef>
              <a:spcAft>
                <a:spcPts val="0"/>
              </a:spcAft>
              <a:buClr>
                <a:srgbClr val="000000"/>
              </a:buClr>
              <a:buSzPts val="700"/>
              <a:buChar char="○"/>
              <a:defRPr sz="2100"/>
            </a:lvl5pPr>
            <a:lvl6pPr marL="2743200" indent="-273050" algn="l">
              <a:lnSpc>
                <a:spcPct val="100000"/>
              </a:lnSpc>
              <a:spcBef>
                <a:spcPts val="0"/>
              </a:spcBef>
              <a:spcAft>
                <a:spcPts val="0"/>
              </a:spcAft>
              <a:buClr>
                <a:srgbClr val="000000"/>
              </a:buClr>
              <a:buSzPts val="700"/>
              <a:buChar char="■"/>
              <a:defRPr sz="2100"/>
            </a:lvl6pPr>
            <a:lvl7pPr marL="3200400" indent="-273050" algn="l">
              <a:lnSpc>
                <a:spcPct val="100000"/>
              </a:lnSpc>
              <a:spcBef>
                <a:spcPts val="0"/>
              </a:spcBef>
              <a:spcAft>
                <a:spcPts val="0"/>
              </a:spcAft>
              <a:buClr>
                <a:srgbClr val="000000"/>
              </a:buClr>
              <a:buSzPts val="700"/>
              <a:buChar char="●"/>
              <a:defRPr sz="2100"/>
            </a:lvl7pPr>
            <a:lvl8pPr marL="3657600" indent="-273050" algn="l">
              <a:lnSpc>
                <a:spcPct val="100000"/>
              </a:lnSpc>
              <a:spcBef>
                <a:spcPts val="0"/>
              </a:spcBef>
              <a:spcAft>
                <a:spcPts val="0"/>
              </a:spcAft>
              <a:buClr>
                <a:srgbClr val="000000"/>
              </a:buClr>
              <a:buSzPts val="700"/>
              <a:buChar char="○"/>
              <a:defRPr sz="2100"/>
            </a:lvl8pPr>
            <a:lvl9pPr marL="4114800" indent="-273050" algn="l">
              <a:lnSpc>
                <a:spcPct val="100000"/>
              </a:lnSpc>
              <a:spcBef>
                <a:spcPts val="0"/>
              </a:spcBef>
              <a:spcAft>
                <a:spcPts val="0"/>
              </a:spcAft>
              <a:buClr>
                <a:srgbClr val="000000"/>
              </a:buClr>
              <a:buSzPts val="700"/>
              <a:buChar char="■"/>
              <a:defRPr sz="2100"/>
            </a:lvl9pPr>
          </a:lstStyle>
          <a:p xmlns:a="http://schemas.openxmlformats.org/drawingml/2006/main"/>
        </p:txBody>
      </p:sp>
      <p:sp>
        <p:nvSpPr>
          <p:cNvPr id="524" name="Google Shape;524;p66">
            <a:extLst xmlns:a="http://schemas.openxmlformats.org/drawingml/2006/main">
              <a:ext uri="{FF2B5EF4-FFF2-40B4-BE49-F238E27FC236}">
                <a16:creationId xmlns:a16="http://schemas.microsoft.com/office/drawing/2014/main" id="{62190CBB-8DF8-4602-9899-38AC41C643F3}"/>
              </a:ext>
            </a:extLst>
          </p:cNvPr>
          <p:cNvSpPr>
            <a:spLocks xmlns:a="http://schemas.openxmlformats.org/drawingml/2006/main" noGrp="1"/>
          </p:cNvSpPr>
          <p:nvPr>
            <p:ph type="body" idx="19"/>
          </p:nvPr>
        </p:nvSpPr>
        <p:spPr>
          <a:xfrm xmlns:a="http://schemas.openxmlformats.org/drawingml/2006/main">
            <a:off x="7295832" y="1545676"/>
            <a:ext cx="1647000" cy="125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lvl1pPr marL="457200" indent="-279400" algn="l">
              <a:lnSpc>
                <a:spcPct val="120000"/>
              </a:lnSpc>
              <a:spcBef>
                <a:spcPts val="0"/>
              </a:spcBef>
              <a:spcAft>
                <a:spcPts val="0"/>
              </a:spcAft>
              <a:buClr>
                <a:srgbClr val="7F7F7F"/>
              </a:buClr>
              <a:buSzPts val="800"/>
              <a:buFont typeface="Helvetica Neue"/>
              <a:buChar char="●"/>
              <a:defRPr sz="800">
                <a:solidFill>
                  <a:srgbClr val="7F7F7F"/>
                </a:solidFill>
              </a:defRPr>
            </a:lvl1pPr>
            <a:lvl2pPr marL="914400" indent="-273050" algn="l">
              <a:lnSpc>
                <a:spcPct val="100000"/>
              </a:lnSpc>
              <a:spcBef>
                <a:spcPts val="0"/>
              </a:spcBef>
              <a:spcAft>
                <a:spcPts val="0"/>
              </a:spcAft>
              <a:buClr>
                <a:srgbClr val="000000"/>
              </a:buClr>
              <a:buSzPts val="700"/>
              <a:buChar char="○"/>
              <a:defRPr sz="2100"/>
            </a:lvl2pPr>
            <a:lvl3pPr marL="1371600" indent="-273050" algn="l">
              <a:lnSpc>
                <a:spcPct val="100000"/>
              </a:lnSpc>
              <a:spcBef>
                <a:spcPts val="0"/>
              </a:spcBef>
              <a:spcAft>
                <a:spcPts val="0"/>
              </a:spcAft>
              <a:buClr>
                <a:srgbClr val="000000"/>
              </a:buClr>
              <a:buSzPts val="700"/>
              <a:buChar char="■"/>
              <a:defRPr sz="2100"/>
            </a:lvl3pPr>
            <a:lvl4pPr marL="1828800" indent="-273050" algn="l">
              <a:lnSpc>
                <a:spcPct val="100000"/>
              </a:lnSpc>
              <a:spcBef>
                <a:spcPts val="0"/>
              </a:spcBef>
              <a:spcAft>
                <a:spcPts val="0"/>
              </a:spcAft>
              <a:buClr>
                <a:srgbClr val="000000"/>
              </a:buClr>
              <a:buSzPts val="700"/>
              <a:buChar char="●"/>
              <a:defRPr sz="2100"/>
            </a:lvl4pPr>
            <a:lvl5pPr marL="2286000" indent="-273050" algn="l">
              <a:lnSpc>
                <a:spcPct val="100000"/>
              </a:lnSpc>
              <a:spcBef>
                <a:spcPts val="0"/>
              </a:spcBef>
              <a:spcAft>
                <a:spcPts val="0"/>
              </a:spcAft>
              <a:buClr>
                <a:srgbClr val="000000"/>
              </a:buClr>
              <a:buSzPts val="700"/>
              <a:buChar char="○"/>
              <a:defRPr sz="2100"/>
            </a:lvl5pPr>
            <a:lvl6pPr marL="2743200" indent="-273050" algn="l">
              <a:lnSpc>
                <a:spcPct val="100000"/>
              </a:lnSpc>
              <a:spcBef>
                <a:spcPts val="0"/>
              </a:spcBef>
              <a:spcAft>
                <a:spcPts val="0"/>
              </a:spcAft>
              <a:buClr>
                <a:srgbClr val="000000"/>
              </a:buClr>
              <a:buSzPts val="700"/>
              <a:buChar char="■"/>
              <a:defRPr sz="2100"/>
            </a:lvl6pPr>
            <a:lvl7pPr marL="3200400" indent="-273050" algn="l">
              <a:lnSpc>
                <a:spcPct val="100000"/>
              </a:lnSpc>
              <a:spcBef>
                <a:spcPts val="0"/>
              </a:spcBef>
              <a:spcAft>
                <a:spcPts val="0"/>
              </a:spcAft>
              <a:buClr>
                <a:srgbClr val="000000"/>
              </a:buClr>
              <a:buSzPts val="700"/>
              <a:buChar char="●"/>
              <a:defRPr sz="2100"/>
            </a:lvl7pPr>
            <a:lvl8pPr marL="3657600" indent="-273050" algn="l">
              <a:lnSpc>
                <a:spcPct val="100000"/>
              </a:lnSpc>
              <a:spcBef>
                <a:spcPts val="0"/>
              </a:spcBef>
              <a:spcAft>
                <a:spcPts val="0"/>
              </a:spcAft>
              <a:buClr>
                <a:srgbClr val="000000"/>
              </a:buClr>
              <a:buSzPts val="700"/>
              <a:buChar char="○"/>
              <a:defRPr sz="2100"/>
            </a:lvl8pPr>
            <a:lvl9pPr marL="4114800" indent="-273050" algn="l">
              <a:lnSpc>
                <a:spcPct val="100000"/>
              </a:lnSpc>
              <a:spcBef>
                <a:spcPts val="0"/>
              </a:spcBef>
              <a:spcAft>
                <a:spcPts val="0"/>
              </a:spcAft>
              <a:buClr>
                <a:srgbClr val="000000"/>
              </a:buClr>
              <a:buSzPts val="700"/>
              <a:buChar char="■"/>
              <a:defRPr sz="2100"/>
            </a:lvl9pPr>
          </a:lstStyle>
          <a:p xmlns:a="http://schemas.openxmlformats.org/drawingml/2006/main"/>
        </p:txBody>
      </p:sp>
      <p:sp>
        <p:nvSpPr>
          <p:cNvPr id="525" name="Google Shape;525;p66">
            <a:extLst xmlns:a="http://schemas.openxmlformats.org/drawingml/2006/main">
              <a:ext uri="{FF2B5EF4-FFF2-40B4-BE49-F238E27FC236}">
                <a16:creationId xmlns:a16="http://schemas.microsoft.com/office/drawing/2014/main" id="{DC398D4B-38F2-40B6-98A8-534F0116E171}"/>
              </a:ext>
            </a:extLst>
          </p:cNvPr>
          <p:cNvSpPr>
            <a:spLocks xmlns:a="http://schemas.openxmlformats.org/drawingml/2006/main" noGrp="1"/>
          </p:cNvSpPr>
          <p:nvPr>
            <p:ph type="pic" idx="20"/>
          </p:nvPr>
        </p:nvSpPr>
        <p:spPr>
          <a:xfrm xmlns:a="http://schemas.openxmlformats.org/drawingml/2006/main">
            <a:off x="7295623" y="1773792"/>
            <a:ext cx="1647000" cy="1647000"/>
          </a:xfrm>
          <a:prstGeom xmlns:a="http://schemas.openxmlformats.org/drawingml/2006/main" prst="roundRect">
            <a:avLst>
              <a:gd name="adj" fmla="val 4838"/>
            </a:avLst>
          </a:prstGeom>
          <a:noFill xmlns:a="http://schemas.openxmlformats.org/drawingml/2006/main"/>
          <a:ln xmlns:a="http://schemas.openxmlformats.org/drawingml/2006/main">
            <a:noFill/>
          </a:ln>
        </p:spPr>
      </p:sp>
      <p:pic>
        <p:nvPicPr>
          <p:cNvPr id="544" name="Google Shape;526;p66"/>
          <p:cNvPicPr>
            <a:picLocks xmlns:a="http://schemas.openxmlformats.org/drawingml/2006/main" noChangeAspect="1"/>
          </p:cNvPicPr>
          <p:nvPr/>
        </p:nvPicPr>
        <p:blipFill>
          <a:blip xmlns:r="http://schemas.openxmlformats.org/officeDocument/2006/relationships" xmlns:a="http://schemas.openxmlformats.org/drawingml/2006/main" r:embed="Rb94472634bde45c7">
            <a:alphaModFix/>
          </a:blip>
          <a:stretch xmlns:a="http://schemas.openxmlformats.org/drawingml/2006/main">
            <a:fillRect l="0" t="0" r="0" b="0"/>
          </a:stretch>
        </p:blipFill>
        <p:spPr>
          <a:xfrm xmlns:a="http://schemas.openxmlformats.org/drawingml/2006/main">
            <a:off x="228600" y="4836074"/>
            <a:ext cx="153925" cy="153925"/>
          </a:xfrm>
          <a:prstGeom xmlns:a="http://schemas.openxmlformats.org/drawingml/2006/main" prst="rect">
            <a:avLst/>
          </a:prstGeom>
          <a:ln xmlns:a="http://schemas.openxmlformats.org/drawingml/2006/main">
            <a:noFill/>
          </a:ln>
        </p:spPr>
      </p:pic>
    </p:spTree>
  </p:cSld>
</p:sldLayout>
</file>

<file path=ppt/slideLayouts/slideLayout66.xml><?xml version="1.0" encoding="utf-8"?>
<p:sldLayout xmlns:p="http://schemas.openxmlformats.org/presentationml/2006/main" matchingName="Appendix 3">
  <p:cSld name="Audience - Quotes 2">
    <p:bg>
      <p:bgPr>
        <a:solidFill xmlns:a="http://schemas.openxmlformats.org/drawingml/2006/main">
          <a:schemeClr val="lt1"/>
        </a:solidFill>
      </p:bgPr>
    </p:bg>
    <p:spTree>
      <p:nvGrpSpPr>
        <p:cNvPr id="1" name=""/>
        <p:cNvGrpSpPr/>
        <p:nvPr/>
      </p:nvGrpSpPr>
      <p:grpSpPr>
        <a:xfrm xmlns:a="http://schemas.openxmlformats.org/drawingml/2006/main"/>
      </p:grpSpPr>
      <p:sp>
        <p:nvSpPr>
          <p:cNvPr id="528" name="Google Shape;528;p67">
            <a:extLst xmlns:a="http://schemas.openxmlformats.org/drawingml/2006/main">
              <a:ext uri="{FF2B5EF4-FFF2-40B4-BE49-F238E27FC236}">
                <a16:creationId xmlns:a16="http://schemas.microsoft.com/office/drawing/2014/main" id="{DC3CBE1A-B9FC-45F4-9459-96A728C0F583}"/>
              </a:ext>
            </a:extLst>
          </p:cNvPr>
          <p:cNvSpPr>
            <a:spLocks xmlns:a="http://schemas.openxmlformats.org/drawingml/2006/main" noGrp="1"/>
          </p:cNvSpPr>
          <p:nvPr>
            <p:ph type="body" idx="1"/>
          </p:nvPr>
        </p:nvSpPr>
        <p:spPr>
          <a:xfrm xmlns:a="http://schemas.openxmlformats.org/drawingml/2006/main">
            <a:off x="201168" y="197640"/>
            <a:ext cx="8741700" cy="415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lvl1pPr marL="457200" indent="-317500" algn="l">
              <a:lnSpc>
                <a:spcPct val="100000"/>
              </a:lnSpc>
              <a:spcBef>
                <a:spcPts val="0"/>
              </a:spcBef>
              <a:spcAft>
                <a:spcPts val="0"/>
              </a:spcAft>
              <a:buClr>
                <a:schemeClr val="dk1"/>
              </a:buClr>
              <a:buSzPts val="1400"/>
              <a:buFont typeface="Helvetica Neue"/>
              <a:buChar char="●"/>
              <a:defRPr sz="1400">
                <a:solidFill>
                  <a:schemeClr val="dk1"/>
                </a:solidFill>
              </a:defRPr>
            </a:lvl1pPr>
            <a:lvl2pPr marL="914400" indent="-273050" algn="l">
              <a:lnSpc>
                <a:spcPct val="100000"/>
              </a:lnSpc>
              <a:spcBef>
                <a:spcPts val="0"/>
              </a:spcBef>
              <a:spcAft>
                <a:spcPts val="0"/>
              </a:spcAft>
              <a:buClr>
                <a:srgbClr val="000000"/>
              </a:buClr>
              <a:buSzPts val="700"/>
              <a:buChar char="○"/>
              <a:defRPr sz="2100"/>
            </a:lvl2pPr>
            <a:lvl3pPr marL="1371600" indent="-273050" algn="l">
              <a:lnSpc>
                <a:spcPct val="100000"/>
              </a:lnSpc>
              <a:spcBef>
                <a:spcPts val="0"/>
              </a:spcBef>
              <a:spcAft>
                <a:spcPts val="0"/>
              </a:spcAft>
              <a:buClr>
                <a:srgbClr val="000000"/>
              </a:buClr>
              <a:buSzPts val="700"/>
              <a:buChar char="■"/>
              <a:defRPr sz="2100"/>
            </a:lvl3pPr>
            <a:lvl4pPr marL="1828800" indent="-273050" algn="l">
              <a:lnSpc>
                <a:spcPct val="100000"/>
              </a:lnSpc>
              <a:spcBef>
                <a:spcPts val="0"/>
              </a:spcBef>
              <a:spcAft>
                <a:spcPts val="0"/>
              </a:spcAft>
              <a:buClr>
                <a:srgbClr val="000000"/>
              </a:buClr>
              <a:buSzPts val="700"/>
              <a:buChar char="●"/>
              <a:defRPr sz="2100"/>
            </a:lvl4pPr>
            <a:lvl5pPr marL="2286000" indent="-273050" algn="l">
              <a:lnSpc>
                <a:spcPct val="100000"/>
              </a:lnSpc>
              <a:spcBef>
                <a:spcPts val="0"/>
              </a:spcBef>
              <a:spcAft>
                <a:spcPts val="0"/>
              </a:spcAft>
              <a:buClr>
                <a:srgbClr val="000000"/>
              </a:buClr>
              <a:buSzPts val="700"/>
              <a:buChar char="○"/>
              <a:defRPr sz="2100"/>
            </a:lvl5pPr>
            <a:lvl6pPr marL="2743200" indent="-273050" algn="l">
              <a:lnSpc>
                <a:spcPct val="100000"/>
              </a:lnSpc>
              <a:spcBef>
                <a:spcPts val="0"/>
              </a:spcBef>
              <a:spcAft>
                <a:spcPts val="0"/>
              </a:spcAft>
              <a:buClr>
                <a:srgbClr val="000000"/>
              </a:buClr>
              <a:buSzPts val="700"/>
              <a:buChar char="■"/>
              <a:defRPr sz="2100"/>
            </a:lvl6pPr>
            <a:lvl7pPr marL="3200400" indent="-273050" algn="l">
              <a:lnSpc>
                <a:spcPct val="100000"/>
              </a:lnSpc>
              <a:spcBef>
                <a:spcPts val="0"/>
              </a:spcBef>
              <a:spcAft>
                <a:spcPts val="0"/>
              </a:spcAft>
              <a:buClr>
                <a:srgbClr val="000000"/>
              </a:buClr>
              <a:buSzPts val="700"/>
              <a:buChar char="●"/>
              <a:defRPr sz="2100"/>
            </a:lvl7pPr>
            <a:lvl8pPr marL="3657600" indent="-273050" algn="l">
              <a:lnSpc>
                <a:spcPct val="100000"/>
              </a:lnSpc>
              <a:spcBef>
                <a:spcPts val="0"/>
              </a:spcBef>
              <a:spcAft>
                <a:spcPts val="0"/>
              </a:spcAft>
              <a:buClr>
                <a:srgbClr val="000000"/>
              </a:buClr>
              <a:buSzPts val="700"/>
              <a:buChar char="○"/>
              <a:defRPr sz="2100"/>
            </a:lvl8pPr>
            <a:lvl9pPr marL="4114800" indent="-273050" algn="l">
              <a:lnSpc>
                <a:spcPct val="100000"/>
              </a:lnSpc>
              <a:spcBef>
                <a:spcPts val="0"/>
              </a:spcBef>
              <a:spcAft>
                <a:spcPts val="0"/>
              </a:spcAft>
              <a:buClr>
                <a:srgbClr val="000000"/>
              </a:buClr>
              <a:buSzPts val="700"/>
              <a:buChar char="■"/>
              <a:defRPr sz="2100"/>
            </a:lvl9pPr>
          </a:lstStyle>
          <a:p xmlns:a="http://schemas.openxmlformats.org/drawingml/2006/main"/>
        </p:txBody>
      </p:sp>
      <p:sp>
        <p:nvSpPr>
          <p:cNvPr id="529" name="Google Shape;529;p67">
            <a:extLst xmlns:a="http://schemas.openxmlformats.org/drawingml/2006/main">
              <a:ext uri="{FF2B5EF4-FFF2-40B4-BE49-F238E27FC236}">
                <a16:creationId xmlns:a16="http://schemas.microsoft.com/office/drawing/2014/main" id="{416F87D6-357F-4E22-B4BF-82F951B92928}"/>
              </a:ext>
            </a:extLst>
          </p:cNvPr>
          <p:cNvSpPr>
            <a:spLocks xmlns:a="http://schemas.openxmlformats.org/drawingml/2006/main" noGrp="1"/>
          </p:cNvSpPr>
          <p:nvPr/>
        </p:nvSpPr>
        <p:spPr>
          <a:xfrm xmlns:a="http://schemas.openxmlformats.org/drawingml/2006/main">
            <a:off x="201175" y="756333"/>
            <a:ext cx="4297500" cy="1244700"/>
          </a:xfrm>
          <a:prstGeom xmlns:a="http://schemas.openxmlformats.org/drawingml/2006/main" prst="roundRect">
            <a:avLst>
              <a:gd name="adj" fmla="val 7021"/>
            </a:avLst>
          </a:prstGeom>
          <a:solidFill xmlns:a="http://schemas.openxmlformats.org/drawingml/2006/main">
            <a:srgbClr val="F4F2E6"/>
          </a:solidFill>
          <a:ln xmlns:a="http://schemas.openxmlformats.org/drawingml/2006/main">
            <a:noFill/>
          </a:ln>
        </p:spPr>
        <p:txBody>
          <a:bodyPr xmlns:a="http://schemas.openxmlformats.org/drawingml/2006/main" spcFirstLastPara="1" wrap="square" lIns="19050" tIns="19050" rIns="19050" bIns="1905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FFFFFF"/>
              </a:buClr>
              <a:buSzPts val="1800"/>
              <a:buFont typeface="Helvetica Neue"/>
              <a:buNone/>
            </a:pPr>
            <a:r>
              <a:t/>
            </a:r>
            <a:endParaRPr sz="1800" b="0" i="0" u="none" cap="none">
              <a:solidFill>
                <a:srgbClr val="000000"/>
              </a:solidFill>
              <a:latin typeface="Helvetica Neue"/>
              <a:ea typeface="Helvetica Neue"/>
              <a:cs typeface="Helvetica Neue"/>
            </a:endParaRPr>
          </a:p>
        </p:txBody>
      </p:sp>
      <p:sp>
        <p:nvSpPr>
          <p:cNvPr id="530" name="Google Shape;530;p67">
            <a:extLst xmlns:a="http://schemas.openxmlformats.org/drawingml/2006/main">
              <a:ext uri="{FF2B5EF4-FFF2-40B4-BE49-F238E27FC236}">
                <a16:creationId xmlns:a16="http://schemas.microsoft.com/office/drawing/2014/main" id="{0FD8A41C-76B4-45E2-B399-D3E902B84BAB}"/>
              </a:ext>
            </a:extLst>
          </p:cNvPr>
          <p:cNvSpPr>
            <a:spLocks xmlns:a="http://schemas.openxmlformats.org/drawingml/2006/main" noGrp="1"/>
          </p:cNvSpPr>
          <p:nvPr>
            <p:ph type="body" idx="2"/>
          </p:nvPr>
        </p:nvSpPr>
        <p:spPr>
          <a:xfrm xmlns:a="http://schemas.openxmlformats.org/drawingml/2006/main">
            <a:off x="1497958" y="904548"/>
            <a:ext cx="2850000" cy="516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lvl1pPr marL="457200" indent="-279400" algn="l">
              <a:lnSpc>
                <a:spcPct val="120000"/>
              </a:lnSpc>
              <a:spcBef>
                <a:spcPts val="0"/>
              </a:spcBef>
              <a:spcAft>
                <a:spcPts val="0"/>
              </a:spcAft>
              <a:buClr>
                <a:srgbClr val="7F7F7F"/>
              </a:buClr>
              <a:buSzPts val="800"/>
              <a:buFont typeface="Helvetica Neue"/>
              <a:buChar char="●"/>
              <a:defRPr sz="800">
                <a:solidFill>
                  <a:srgbClr val="7F7F7F"/>
                </a:solidFill>
              </a:defRPr>
            </a:lvl1pPr>
            <a:lvl2pPr marL="914400" indent="-273050" algn="l">
              <a:lnSpc>
                <a:spcPct val="100000"/>
              </a:lnSpc>
              <a:spcBef>
                <a:spcPts val="0"/>
              </a:spcBef>
              <a:spcAft>
                <a:spcPts val="0"/>
              </a:spcAft>
              <a:buClr>
                <a:srgbClr val="000000"/>
              </a:buClr>
              <a:buSzPts val="700"/>
              <a:buChar char="○"/>
              <a:defRPr sz="2100"/>
            </a:lvl2pPr>
            <a:lvl3pPr marL="1371600" indent="-273050" algn="l">
              <a:lnSpc>
                <a:spcPct val="100000"/>
              </a:lnSpc>
              <a:spcBef>
                <a:spcPts val="0"/>
              </a:spcBef>
              <a:spcAft>
                <a:spcPts val="0"/>
              </a:spcAft>
              <a:buClr>
                <a:srgbClr val="000000"/>
              </a:buClr>
              <a:buSzPts val="700"/>
              <a:buChar char="■"/>
              <a:defRPr sz="2100"/>
            </a:lvl3pPr>
            <a:lvl4pPr marL="1828800" indent="-273050" algn="l">
              <a:lnSpc>
                <a:spcPct val="100000"/>
              </a:lnSpc>
              <a:spcBef>
                <a:spcPts val="0"/>
              </a:spcBef>
              <a:spcAft>
                <a:spcPts val="0"/>
              </a:spcAft>
              <a:buClr>
                <a:srgbClr val="000000"/>
              </a:buClr>
              <a:buSzPts val="700"/>
              <a:buChar char="●"/>
              <a:defRPr sz="2100"/>
            </a:lvl4pPr>
            <a:lvl5pPr marL="2286000" indent="-273050" algn="l">
              <a:lnSpc>
                <a:spcPct val="100000"/>
              </a:lnSpc>
              <a:spcBef>
                <a:spcPts val="0"/>
              </a:spcBef>
              <a:spcAft>
                <a:spcPts val="0"/>
              </a:spcAft>
              <a:buClr>
                <a:srgbClr val="000000"/>
              </a:buClr>
              <a:buSzPts val="700"/>
              <a:buChar char="○"/>
              <a:defRPr sz="2100"/>
            </a:lvl5pPr>
            <a:lvl6pPr marL="2743200" indent="-273050" algn="l">
              <a:lnSpc>
                <a:spcPct val="100000"/>
              </a:lnSpc>
              <a:spcBef>
                <a:spcPts val="0"/>
              </a:spcBef>
              <a:spcAft>
                <a:spcPts val="0"/>
              </a:spcAft>
              <a:buClr>
                <a:srgbClr val="000000"/>
              </a:buClr>
              <a:buSzPts val="700"/>
              <a:buChar char="■"/>
              <a:defRPr sz="2100"/>
            </a:lvl6pPr>
            <a:lvl7pPr marL="3200400" indent="-273050" algn="l">
              <a:lnSpc>
                <a:spcPct val="100000"/>
              </a:lnSpc>
              <a:spcBef>
                <a:spcPts val="0"/>
              </a:spcBef>
              <a:spcAft>
                <a:spcPts val="0"/>
              </a:spcAft>
              <a:buClr>
                <a:srgbClr val="000000"/>
              </a:buClr>
              <a:buSzPts val="700"/>
              <a:buChar char="●"/>
              <a:defRPr sz="2100"/>
            </a:lvl7pPr>
            <a:lvl8pPr marL="3657600" indent="-273050" algn="l">
              <a:lnSpc>
                <a:spcPct val="100000"/>
              </a:lnSpc>
              <a:spcBef>
                <a:spcPts val="0"/>
              </a:spcBef>
              <a:spcAft>
                <a:spcPts val="0"/>
              </a:spcAft>
              <a:buClr>
                <a:srgbClr val="000000"/>
              </a:buClr>
              <a:buSzPts val="700"/>
              <a:buChar char="○"/>
              <a:defRPr sz="2100"/>
            </a:lvl8pPr>
            <a:lvl9pPr marL="4114800" indent="-273050" algn="l">
              <a:lnSpc>
                <a:spcPct val="100000"/>
              </a:lnSpc>
              <a:spcBef>
                <a:spcPts val="0"/>
              </a:spcBef>
              <a:spcAft>
                <a:spcPts val="0"/>
              </a:spcAft>
              <a:buClr>
                <a:srgbClr val="000000"/>
              </a:buClr>
              <a:buSzPts val="700"/>
              <a:buChar char="■"/>
              <a:defRPr sz="2100"/>
            </a:lvl9pPr>
          </a:lstStyle>
          <a:p xmlns:a="http://schemas.openxmlformats.org/drawingml/2006/main"/>
        </p:txBody>
      </p:sp>
      <p:sp>
        <p:nvSpPr>
          <p:cNvPr id="531" name="Google Shape;531;p67">
            <a:extLst xmlns:a="http://schemas.openxmlformats.org/drawingml/2006/main">
              <a:ext uri="{FF2B5EF4-FFF2-40B4-BE49-F238E27FC236}">
                <a16:creationId xmlns:a16="http://schemas.microsoft.com/office/drawing/2014/main" id="{807DF378-C6E3-4D9C-8675-089299106C2C}"/>
              </a:ext>
            </a:extLst>
          </p:cNvPr>
          <p:cNvSpPr>
            <a:spLocks xmlns:a="http://schemas.openxmlformats.org/drawingml/2006/main" noGrp="1"/>
          </p:cNvSpPr>
          <p:nvPr>
            <p:ph type="pic" idx="3"/>
          </p:nvPr>
        </p:nvSpPr>
        <p:spPr>
          <a:xfrm xmlns:a="http://schemas.openxmlformats.org/drawingml/2006/main">
            <a:off x="350067" y="904548"/>
            <a:ext cx="999000" cy="954000"/>
          </a:xfrm>
          <a:prstGeom xmlns:a="http://schemas.openxmlformats.org/drawingml/2006/main" prst="roundRect">
            <a:avLst>
              <a:gd name="adj" fmla="val 7608"/>
            </a:avLst>
          </a:prstGeom>
          <a:noFill xmlns:a="http://schemas.openxmlformats.org/drawingml/2006/main"/>
          <a:ln xmlns:a="http://schemas.openxmlformats.org/drawingml/2006/main">
            <a:noFill/>
          </a:ln>
        </p:spPr>
      </p:sp>
      <p:sp>
        <p:nvSpPr>
          <p:cNvPr id="532" name="Google Shape;532;p67">
            <a:extLst xmlns:a="http://schemas.openxmlformats.org/drawingml/2006/main">
              <a:ext uri="{FF2B5EF4-FFF2-40B4-BE49-F238E27FC236}">
                <a16:creationId xmlns:a16="http://schemas.microsoft.com/office/drawing/2014/main" id="{5FE7CD6F-16B7-4A4F-BCA3-BB55756F4598}"/>
              </a:ext>
            </a:extLst>
          </p:cNvPr>
          <p:cNvSpPr>
            <a:spLocks xmlns:a="http://schemas.openxmlformats.org/drawingml/2006/main" noGrp="1"/>
          </p:cNvSpPr>
          <p:nvPr>
            <p:ph type="body" idx="4"/>
          </p:nvPr>
        </p:nvSpPr>
        <p:spPr>
          <a:xfrm xmlns:a="http://schemas.openxmlformats.org/drawingml/2006/main">
            <a:off x="1497958" y="1560843"/>
            <a:ext cx="2850000" cy="9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lvl1pPr marL="457200" indent="-266700" algn="l">
              <a:lnSpc>
                <a:spcPct val="120000"/>
              </a:lnSpc>
              <a:spcBef>
                <a:spcPts val="0"/>
              </a:spcBef>
              <a:spcAft>
                <a:spcPts val="0"/>
              </a:spcAft>
              <a:buClr>
                <a:schemeClr val="dk1"/>
              </a:buClr>
              <a:buSzPts val="600"/>
              <a:buFont typeface="Helvetica Neue"/>
              <a:buChar char="●"/>
              <a:defRPr sz="600">
                <a:solidFill>
                  <a:schemeClr val="dk1"/>
                </a:solidFill>
              </a:defRPr>
            </a:lvl1pPr>
            <a:lvl2pPr marL="914400" indent="-273050" algn="l">
              <a:lnSpc>
                <a:spcPct val="100000"/>
              </a:lnSpc>
              <a:spcBef>
                <a:spcPts val="0"/>
              </a:spcBef>
              <a:spcAft>
                <a:spcPts val="0"/>
              </a:spcAft>
              <a:buClr>
                <a:srgbClr val="000000"/>
              </a:buClr>
              <a:buSzPts val="700"/>
              <a:buChar char="○"/>
              <a:defRPr sz="2100"/>
            </a:lvl2pPr>
            <a:lvl3pPr marL="1371600" indent="-273050" algn="l">
              <a:lnSpc>
                <a:spcPct val="100000"/>
              </a:lnSpc>
              <a:spcBef>
                <a:spcPts val="0"/>
              </a:spcBef>
              <a:spcAft>
                <a:spcPts val="0"/>
              </a:spcAft>
              <a:buClr>
                <a:srgbClr val="000000"/>
              </a:buClr>
              <a:buSzPts val="700"/>
              <a:buChar char="■"/>
              <a:defRPr sz="2100"/>
            </a:lvl3pPr>
            <a:lvl4pPr marL="1828800" indent="-273050" algn="l">
              <a:lnSpc>
                <a:spcPct val="100000"/>
              </a:lnSpc>
              <a:spcBef>
                <a:spcPts val="0"/>
              </a:spcBef>
              <a:spcAft>
                <a:spcPts val="0"/>
              </a:spcAft>
              <a:buClr>
                <a:srgbClr val="000000"/>
              </a:buClr>
              <a:buSzPts val="700"/>
              <a:buChar char="●"/>
              <a:defRPr sz="2100"/>
            </a:lvl4pPr>
            <a:lvl5pPr marL="2286000" indent="-273050" algn="l">
              <a:lnSpc>
                <a:spcPct val="100000"/>
              </a:lnSpc>
              <a:spcBef>
                <a:spcPts val="0"/>
              </a:spcBef>
              <a:spcAft>
                <a:spcPts val="0"/>
              </a:spcAft>
              <a:buClr>
                <a:srgbClr val="000000"/>
              </a:buClr>
              <a:buSzPts val="700"/>
              <a:buChar char="○"/>
              <a:defRPr sz="2100"/>
            </a:lvl5pPr>
            <a:lvl6pPr marL="2743200" indent="-273050" algn="l">
              <a:lnSpc>
                <a:spcPct val="100000"/>
              </a:lnSpc>
              <a:spcBef>
                <a:spcPts val="0"/>
              </a:spcBef>
              <a:spcAft>
                <a:spcPts val="0"/>
              </a:spcAft>
              <a:buClr>
                <a:srgbClr val="000000"/>
              </a:buClr>
              <a:buSzPts val="700"/>
              <a:buChar char="■"/>
              <a:defRPr sz="2100"/>
            </a:lvl6pPr>
            <a:lvl7pPr marL="3200400" indent="-273050" algn="l">
              <a:lnSpc>
                <a:spcPct val="100000"/>
              </a:lnSpc>
              <a:spcBef>
                <a:spcPts val="0"/>
              </a:spcBef>
              <a:spcAft>
                <a:spcPts val="0"/>
              </a:spcAft>
              <a:buClr>
                <a:srgbClr val="000000"/>
              </a:buClr>
              <a:buSzPts val="700"/>
              <a:buChar char="●"/>
              <a:defRPr sz="2100"/>
            </a:lvl7pPr>
            <a:lvl8pPr marL="3657600" indent="-273050" algn="l">
              <a:lnSpc>
                <a:spcPct val="100000"/>
              </a:lnSpc>
              <a:spcBef>
                <a:spcPts val="0"/>
              </a:spcBef>
              <a:spcAft>
                <a:spcPts val="0"/>
              </a:spcAft>
              <a:buClr>
                <a:srgbClr val="000000"/>
              </a:buClr>
              <a:buSzPts val="700"/>
              <a:buChar char="○"/>
              <a:defRPr sz="2100"/>
            </a:lvl8pPr>
            <a:lvl9pPr marL="4114800" indent="-273050" algn="l">
              <a:lnSpc>
                <a:spcPct val="100000"/>
              </a:lnSpc>
              <a:spcBef>
                <a:spcPts val="0"/>
              </a:spcBef>
              <a:spcAft>
                <a:spcPts val="0"/>
              </a:spcAft>
              <a:buClr>
                <a:srgbClr val="000000"/>
              </a:buClr>
              <a:buSzPts val="700"/>
              <a:buChar char="■"/>
              <a:defRPr sz="2100"/>
            </a:lvl9pPr>
          </a:lstStyle>
          <a:p xmlns:a="http://schemas.openxmlformats.org/drawingml/2006/main"/>
        </p:txBody>
      </p:sp>
      <p:sp>
        <p:nvSpPr>
          <p:cNvPr id="533" name="Google Shape;533;p67">
            <a:extLst xmlns:a="http://schemas.openxmlformats.org/drawingml/2006/main">
              <a:ext uri="{FF2B5EF4-FFF2-40B4-BE49-F238E27FC236}">
                <a16:creationId xmlns:a16="http://schemas.microsoft.com/office/drawing/2014/main" id="{5F1E2019-EEA1-423A-9BD1-1BA4DD63C50F}"/>
              </a:ext>
            </a:extLst>
          </p:cNvPr>
          <p:cNvSpPr>
            <a:spLocks xmlns:a="http://schemas.openxmlformats.org/drawingml/2006/main" noGrp="1"/>
          </p:cNvSpPr>
          <p:nvPr/>
        </p:nvSpPr>
        <p:spPr>
          <a:xfrm xmlns:a="http://schemas.openxmlformats.org/drawingml/2006/main">
            <a:off x="201175" y="3486171"/>
            <a:ext cx="4297500" cy="1244700"/>
          </a:xfrm>
          <a:prstGeom xmlns:a="http://schemas.openxmlformats.org/drawingml/2006/main" prst="roundRect">
            <a:avLst>
              <a:gd name="adj" fmla="val 7021"/>
            </a:avLst>
          </a:prstGeom>
          <a:solidFill xmlns:a="http://schemas.openxmlformats.org/drawingml/2006/main">
            <a:srgbClr val="F4F2E6"/>
          </a:solidFill>
          <a:ln xmlns:a="http://schemas.openxmlformats.org/drawingml/2006/main">
            <a:noFill/>
          </a:ln>
        </p:spPr>
        <p:txBody>
          <a:bodyPr xmlns:a="http://schemas.openxmlformats.org/drawingml/2006/main" spcFirstLastPara="1" wrap="square" lIns="19050" tIns="19050" rIns="19050" bIns="1905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FFFFFF"/>
              </a:buClr>
              <a:buSzPts val="1800"/>
              <a:buFont typeface="Helvetica Neue"/>
              <a:buNone/>
            </a:pPr>
            <a:r>
              <a:t/>
            </a:r>
            <a:endParaRPr sz="1800" b="0" i="0" u="none" cap="none">
              <a:solidFill>
                <a:srgbClr val="000000"/>
              </a:solidFill>
              <a:latin typeface="Helvetica Neue"/>
              <a:ea typeface="Helvetica Neue"/>
              <a:cs typeface="Helvetica Neue"/>
            </a:endParaRPr>
          </a:p>
        </p:txBody>
      </p:sp>
      <p:sp>
        <p:nvSpPr>
          <p:cNvPr id="534" name="Google Shape;534;p67">
            <a:extLst xmlns:a="http://schemas.openxmlformats.org/drawingml/2006/main">
              <a:ext uri="{FF2B5EF4-FFF2-40B4-BE49-F238E27FC236}">
                <a16:creationId xmlns:a16="http://schemas.microsoft.com/office/drawing/2014/main" id="{5DFB28E4-67EE-4046-8B78-6A5F6E2DD258}"/>
              </a:ext>
            </a:extLst>
          </p:cNvPr>
          <p:cNvSpPr>
            <a:spLocks xmlns:a="http://schemas.openxmlformats.org/drawingml/2006/main" noGrp="1"/>
          </p:cNvSpPr>
          <p:nvPr>
            <p:ph type="body" idx="5"/>
          </p:nvPr>
        </p:nvSpPr>
        <p:spPr>
          <a:xfrm xmlns:a="http://schemas.openxmlformats.org/drawingml/2006/main">
            <a:off x="1497958" y="3634386"/>
            <a:ext cx="2850000" cy="516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lvl1pPr marL="457200" indent="-279400" algn="l">
              <a:lnSpc>
                <a:spcPct val="120000"/>
              </a:lnSpc>
              <a:spcBef>
                <a:spcPts val="0"/>
              </a:spcBef>
              <a:spcAft>
                <a:spcPts val="0"/>
              </a:spcAft>
              <a:buClr>
                <a:srgbClr val="7F7F7F"/>
              </a:buClr>
              <a:buSzPts val="800"/>
              <a:buFont typeface="Helvetica Neue"/>
              <a:buChar char="●"/>
              <a:defRPr sz="800">
                <a:solidFill>
                  <a:srgbClr val="7F7F7F"/>
                </a:solidFill>
              </a:defRPr>
            </a:lvl1pPr>
            <a:lvl2pPr marL="914400" indent="-273050" algn="l">
              <a:lnSpc>
                <a:spcPct val="100000"/>
              </a:lnSpc>
              <a:spcBef>
                <a:spcPts val="0"/>
              </a:spcBef>
              <a:spcAft>
                <a:spcPts val="0"/>
              </a:spcAft>
              <a:buClr>
                <a:srgbClr val="000000"/>
              </a:buClr>
              <a:buSzPts val="700"/>
              <a:buChar char="○"/>
              <a:defRPr sz="2100"/>
            </a:lvl2pPr>
            <a:lvl3pPr marL="1371600" indent="-273050" algn="l">
              <a:lnSpc>
                <a:spcPct val="100000"/>
              </a:lnSpc>
              <a:spcBef>
                <a:spcPts val="0"/>
              </a:spcBef>
              <a:spcAft>
                <a:spcPts val="0"/>
              </a:spcAft>
              <a:buClr>
                <a:srgbClr val="000000"/>
              </a:buClr>
              <a:buSzPts val="700"/>
              <a:buChar char="■"/>
              <a:defRPr sz="2100"/>
            </a:lvl3pPr>
            <a:lvl4pPr marL="1828800" indent="-273050" algn="l">
              <a:lnSpc>
                <a:spcPct val="100000"/>
              </a:lnSpc>
              <a:spcBef>
                <a:spcPts val="0"/>
              </a:spcBef>
              <a:spcAft>
                <a:spcPts val="0"/>
              </a:spcAft>
              <a:buClr>
                <a:srgbClr val="000000"/>
              </a:buClr>
              <a:buSzPts val="700"/>
              <a:buChar char="●"/>
              <a:defRPr sz="2100"/>
            </a:lvl4pPr>
            <a:lvl5pPr marL="2286000" indent="-273050" algn="l">
              <a:lnSpc>
                <a:spcPct val="100000"/>
              </a:lnSpc>
              <a:spcBef>
                <a:spcPts val="0"/>
              </a:spcBef>
              <a:spcAft>
                <a:spcPts val="0"/>
              </a:spcAft>
              <a:buClr>
                <a:srgbClr val="000000"/>
              </a:buClr>
              <a:buSzPts val="700"/>
              <a:buChar char="○"/>
              <a:defRPr sz="2100"/>
            </a:lvl5pPr>
            <a:lvl6pPr marL="2743200" indent="-273050" algn="l">
              <a:lnSpc>
                <a:spcPct val="100000"/>
              </a:lnSpc>
              <a:spcBef>
                <a:spcPts val="0"/>
              </a:spcBef>
              <a:spcAft>
                <a:spcPts val="0"/>
              </a:spcAft>
              <a:buClr>
                <a:srgbClr val="000000"/>
              </a:buClr>
              <a:buSzPts val="700"/>
              <a:buChar char="■"/>
              <a:defRPr sz="2100"/>
            </a:lvl6pPr>
            <a:lvl7pPr marL="3200400" indent="-273050" algn="l">
              <a:lnSpc>
                <a:spcPct val="100000"/>
              </a:lnSpc>
              <a:spcBef>
                <a:spcPts val="0"/>
              </a:spcBef>
              <a:spcAft>
                <a:spcPts val="0"/>
              </a:spcAft>
              <a:buClr>
                <a:srgbClr val="000000"/>
              </a:buClr>
              <a:buSzPts val="700"/>
              <a:buChar char="●"/>
              <a:defRPr sz="2100"/>
            </a:lvl7pPr>
            <a:lvl8pPr marL="3657600" indent="-273050" algn="l">
              <a:lnSpc>
                <a:spcPct val="100000"/>
              </a:lnSpc>
              <a:spcBef>
                <a:spcPts val="0"/>
              </a:spcBef>
              <a:spcAft>
                <a:spcPts val="0"/>
              </a:spcAft>
              <a:buClr>
                <a:srgbClr val="000000"/>
              </a:buClr>
              <a:buSzPts val="700"/>
              <a:buChar char="○"/>
              <a:defRPr sz="2100"/>
            </a:lvl8pPr>
            <a:lvl9pPr marL="4114800" indent="-273050" algn="l">
              <a:lnSpc>
                <a:spcPct val="100000"/>
              </a:lnSpc>
              <a:spcBef>
                <a:spcPts val="0"/>
              </a:spcBef>
              <a:spcAft>
                <a:spcPts val="0"/>
              </a:spcAft>
              <a:buClr>
                <a:srgbClr val="000000"/>
              </a:buClr>
              <a:buSzPts val="700"/>
              <a:buChar char="■"/>
              <a:defRPr sz="2100"/>
            </a:lvl9pPr>
          </a:lstStyle>
          <a:p xmlns:a="http://schemas.openxmlformats.org/drawingml/2006/main"/>
        </p:txBody>
      </p:sp>
      <p:sp>
        <p:nvSpPr>
          <p:cNvPr id="535" name="Google Shape;535;p67">
            <a:extLst xmlns:a="http://schemas.openxmlformats.org/drawingml/2006/main">
              <a:ext uri="{FF2B5EF4-FFF2-40B4-BE49-F238E27FC236}">
                <a16:creationId xmlns:a16="http://schemas.microsoft.com/office/drawing/2014/main" id="{BCF3D6DE-F29A-4AC9-BCEC-E68B98D0F012}"/>
              </a:ext>
            </a:extLst>
          </p:cNvPr>
          <p:cNvSpPr>
            <a:spLocks xmlns:a="http://schemas.openxmlformats.org/drawingml/2006/main" noGrp="1"/>
          </p:cNvSpPr>
          <p:nvPr>
            <p:ph type="pic" idx="6"/>
          </p:nvPr>
        </p:nvSpPr>
        <p:spPr>
          <a:xfrm xmlns:a="http://schemas.openxmlformats.org/drawingml/2006/main">
            <a:off x="350067" y="3634386"/>
            <a:ext cx="999000" cy="954000"/>
          </a:xfrm>
          <a:prstGeom xmlns:a="http://schemas.openxmlformats.org/drawingml/2006/main" prst="roundRect">
            <a:avLst>
              <a:gd name="adj" fmla="val 7608"/>
            </a:avLst>
          </a:prstGeom>
          <a:noFill xmlns:a="http://schemas.openxmlformats.org/drawingml/2006/main"/>
          <a:ln xmlns:a="http://schemas.openxmlformats.org/drawingml/2006/main">
            <a:noFill/>
          </a:ln>
        </p:spPr>
      </p:sp>
      <p:sp>
        <p:nvSpPr>
          <p:cNvPr id="536" name="Google Shape;536;p67">
            <a:extLst xmlns:a="http://schemas.openxmlformats.org/drawingml/2006/main">
              <a:ext uri="{FF2B5EF4-FFF2-40B4-BE49-F238E27FC236}">
                <a16:creationId xmlns:a16="http://schemas.microsoft.com/office/drawing/2014/main" id="{A9C3053A-C7CE-4E2F-8BEE-A520511864EF}"/>
              </a:ext>
            </a:extLst>
          </p:cNvPr>
          <p:cNvSpPr>
            <a:spLocks xmlns:a="http://schemas.openxmlformats.org/drawingml/2006/main" noGrp="1"/>
          </p:cNvSpPr>
          <p:nvPr>
            <p:ph type="body" idx="7"/>
          </p:nvPr>
        </p:nvSpPr>
        <p:spPr>
          <a:xfrm xmlns:a="http://schemas.openxmlformats.org/drawingml/2006/main">
            <a:off x="1497958" y="4290681"/>
            <a:ext cx="2850000" cy="9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lvl1pPr marL="457200" indent="-266700" algn="l">
              <a:lnSpc>
                <a:spcPct val="120000"/>
              </a:lnSpc>
              <a:spcBef>
                <a:spcPts val="0"/>
              </a:spcBef>
              <a:spcAft>
                <a:spcPts val="0"/>
              </a:spcAft>
              <a:buClr>
                <a:schemeClr val="dk1"/>
              </a:buClr>
              <a:buSzPts val="600"/>
              <a:buFont typeface="Helvetica Neue"/>
              <a:buChar char="●"/>
              <a:defRPr sz="600">
                <a:solidFill>
                  <a:schemeClr val="dk1"/>
                </a:solidFill>
              </a:defRPr>
            </a:lvl1pPr>
            <a:lvl2pPr marL="914400" indent="-273050" algn="l">
              <a:lnSpc>
                <a:spcPct val="100000"/>
              </a:lnSpc>
              <a:spcBef>
                <a:spcPts val="0"/>
              </a:spcBef>
              <a:spcAft>
                <a:spcPts val="0"/>
              </a:spcAft>
              <a:buClr>
                <a:srgbClr val="000000"/>
              </a:buClr>
              <a:buSzPts val="700"/>
              <a:buChar char="○"/>
              <a:defRPr sz="2100"/>
            </a:lvl2pPr>
            <a:lvl3pPr marL="1371600" indent="-273050" algn="l">
              <a:lnSpc>
                <a:spcPct val="100000"/>
              </a:lnSpc>
              <a:spcBef>
                <a:spcPts val="0"/>
              </a:spcBef>
              <a:spcAft>
                <a:spcPts val="0"/>
              </a:spcAft>
              <a:buClr>
                <a:srgbClr val="000000"/>
              </a:buClr>
              <a:buSzPts val="700"/>
              <a:buChar char="■"/>
              <a:defRPr sz="2100"/>
            </a:lvl3pPr>
            <a:lvl4pPr marL="1828800" indent="-273050" algn="l">
              <a:lnSpc>
                <a:spcPct val="100000"/>
              </a:lnSpc>
              <a:spcBef>
                <a:spcPts val="0"/>
              </a:spcBef>
              <a:spcAft>
                <a:spcPts val="0"/>
              </a:spcAft>
              <a:buClr>
                <a:srgbClr val="000000"/>
              </a:buClr>
              <a:buSzPts val="700"/>
              <a:buChar char="●"/>
              <a:defRPr sz="2100"/>
            </a:lvl4pPr>
            <a:lvl5pPr marL="2286000" indent="-273050" algn="l">
              <a:lnSpc>
                <a:spcPct val="100000"/>
              </a:lnSpc>
              <a:spcBef>
                <a:spcPts val="0"/>
              </a:spcBef>
              <a:spcAft>
                <a:spcPts val="0"/>
              </a:spcAft>
              <a:buClr>
                <a:srgbClr val="000000"/>
              </a:buClr>
              <a:buSzPts val="700"/>
              <a:buChar char="○"/>
              <a:defRPr sz="2100"/>
            </a:lvl5pPr>
            <a:lvl6pPr marL="2743200" indent="-273050" algn="l">
              <a:lnSpc>
                <a:spcPct val="100000"/>
              </a:lnSpc>
              <a:spcBef>
                <a:spcPts val="0"/>
              </a:spcBef>
              <a:spcAft>
                <a:spcPts val="0"/>
              </a:spcAft>
              <a:buClr>
                <a:srgbClr val="000000"/>
              </a:buClr>
              <a:buSzPts val="700"/>
              <a:buChar char="■"/>
              <a:defRPr sz="2100"/>
            </a:lvl6pPr>
            <a:lvl7pPr marL="3200400" indent="-273050" algn="l">
              <a:lnSpc>
                <a:spcPct val="100000"/>
              </a:lnSpc>
              <a:spcBef>
                <a:spcPts val="0"/>
              </a:spcBef>
              <a:spcAft>
                <a:spcPts val="0"/>
              </a:spcAft>
              <a:buClr>
                <a:srgbClr val="000000"/>
              </a:buClr>
              <a:buSzPts val="700"/>
              <a:buChar char="●"/>
              <a:defRPr sz="2100"/>
            </a:lvl7pPr>
            <a:lvl8pPr marL="3657600" indent="-273050" algn="l">
              <a:lnSpc>
                <a:spcPct val="100000"/>
              </a:lnSpc>
              <a:spcBef>
                <a:spcPts val="0"/>
              </a:spcBef>
              <a:spcAft>
                <a:spcPts val="0"/>
              </a:spcAft>
              <a:buClr>
                <a:srgbClr val="000000"/>
              </a:buClr>
              <a:buSzPts val="700"/>
              <a:buChar char="○"/>
              <a:defRPr sz="2100"/>
            </a:lvl8pPr>
            <a:lvl9pPr marL="4114800" indent="-273050" algn="l">
              <a:lnSpc>
                <a:spcPct val="100000"/>
              </a:lnSpc>
              <a:spcBef>
                <a:spcPts val="0"/>
              </a:spcBef>
              <a:spcAft>
                <a:spcPts val="0"/>
              </a:spcAft>
              <a:buClr>
                <a:srgbClr val="000000"/>
              </a:buClr>
              <a:buSzPts val="700"/>
              <a:buChar char="■"/>
              <a:defRPr sz="2100"/>
            </a:lvl9pPr>
          </a:lstStyle>
          <a:p xmlns:a="http://schemas.openxmlformats.org/drawingml/2006/main"/>
        </p:txBody>
      </p:sp>
      <p:sp>
        <p:nvSpPr>
          <p:cNvPr id="537" name="Google Shape;537;p67">
            <a:extLst xmlns:a="http://schemas.openxmlformats.org/drawingml/2006/main">
              <a:ext uri="{FF2B5EF4-FFF2-40B4-BE49-F238E27FC236}">
                <a16:creationId xmlns:a16="http://schemas.microsoft.com/office/drawing/2014/main" id="{7E27AA0E-9B0E-4170-99A8-CCF6414F16BC}"/>
              </a:ext>
            </a:extLst>
          </p:cNvPr>
          <p:cNvSpPr>
            <a:spLocks xmlns:a="http://schemas.openxmlformats.org/drawingml/2006/main" noGrp="1"/>
          </p:cNvSpPr>
          <p:nvPr/>
        </p:nvSpPr>
        <p:spPr>
          <a:xfrm xmlns:a="http://schemas.openxmlformats.org/drawingml/2006/main">
            <a:off x="201175" y="2104284"/>
            <a:ext cx="4297500" cy="1244700"/>
          </a:xfrm>
          <a:prstGeom xmlns:a="http://schemas.openxmlformats.org/drawingml/2006/main" prst="roundRect">
            <a:avLst>
              <a:gd name="adj" fmla="val 7021"/>
            </a:avLst>
          </a:prstGeom>
          <a:solidFill xmlns:a="http://schemas.openxmlformats.org/drawingml/2006/main">
            <a:srgbClr val="F4F2E6"/>
          </a:solidFill>
          <a:ln xmlns:a="http://schemas.openxmlformats.org/drawingml/2006/main">
            <a:noFill/>
          </a:ln>
        </p:spPr>
        <p:txBody>
          <a:bodyPr xmlns:a="http://schemas.openxmlformats.org/drawingml/2006/main" spcFirstLastPara="1" wrap="square" lIns="19050" tIns="19050" rIns="19050" bIns="1905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FFFFFF"/>
              </a:buClr>
              <a:buSzPts val="1800"/>
              <a:buFont typeface="Helvetica Neue"/>
              <a:buNone/>
            </a:pPr>
            <a:r>
              <a:t/>
            </a:r>
            <a:endParaRPr sz="1800" b="0" i="0" u="none" cap="none">
              <a:solidFill>
                <a:srgbClr val="000000"/>
              </a:solidFill>
              <a:latin typeface="Helvetica Neue"/>
              <a:ea typeface="Helvetica Neue"/>
              <a:cs typeface="Helvetica Neue"/>
            </a:endParaRPr>
          </a:p>
        </p:txBody>
      </p:sp>
      <p:sp>
        <p:nvSpPr>
          <p:cNvPr id="538" name="Google Shape;538;p67">
            <a:extLst xmlns:a="http://schemas.openxmlformats.org/drawingml/2006/main">
              <a:ext uri="{FF2B5EF4-FFF2-40B4-BE49-F238E27FC236}">
                <a16:creationId xmlns:a16="http://schemas.microsoft.com/office/drawing/2014/main" id="{8C824EFE-754A-4219-B5C7-5C9A75BBF47A}"/>
              </a:ext>
            </a:extLst>
          </p:cNvPr>
          <p:cNvSpPr>
            <a:spLocks xmlns:a="http://schemas.openxmlformats.org/drawingml/2006/main" noGrp="1"/>
          </p:cNvSpPr>
          <p:nvPr>
            <p:ph type="body" idx="8"/>
          </p:nvPr>
        </p:nvSpPr>
        <p:spPr>
          <a:xfrm xmlns:a="http://schemas.openxmlformats.org/drawingml/2006/main">
            <a:off x="1497958" y="2252499"/>
            <a:ext cx="2850000" cy="516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lvl1pPr marL="457200" indent="-279400" algn="l">
              <a:lnSpc>
                <a:spcPct val="120000"/>
              </a:lnSpc>
              <a:spcBef>
                <a:spcPts val="0"/>
              </a:spcBef>
              <a:spcAft>
                <a:spcPts val="0"/>
              </a:spcAft>
              <a:buClr>
                <a:srgbClr val="7F7F7F"/>
              </a:buClr>
              <a:buSzPts val="800"/>
              <a:buFont typeface="Helvetica Neue"/>
              <a:buChar char="●"/>
              <a:defRPr sz="800">
                <a:solidFill>
                  <a:srgbClr val="7F7F7F"/>
                </a:solidFill>
              </a:defRPr>
            </a:lvl1pPr>
            <a:lvl2pPr marL="914400" indent="-273050" algn="l">
              <a:lnSpc>
                <a:spcPct val="100000"/>
              </a:lnSpc>
              <a:spcBef>
                <a:spcPts val="0"/>
              </a:spcBef>
              <a:spcAft>
                <a:spcPts val="0"/>
              </a:spcAft>
              <a:buClr>
                <a:srgbClr val="000000"/>
              </a:buClr>
              <a:buSzPts val="700"/>
              <a:buChar char="○"/>
              <a:defRPr sz="2100"/>
            </a:lvl2pPr>
            <a:lvl3pPr marL="1371600" indent="-273050" algn="l">
              <a:lnSpc>
                <a:spcPct val="100000"/>
              </a:lnSpc>
              <a:spcBef>
                <a:spcPts val="0"/>
              </a:spcBef>
              <a:spcAft>
                <a:spcPts val="0"/>
              </a:spcAft>
              <a:buClr>
                <a:srgbClr val="000000"/>
              </a:buClr>
              <a:buSzPts val="700"/>
              <a:buChar char="■"/>
              <a:defRPr sz="2100"/>
            </a:lvl3pPr>
            <a:lvl4pPr marL="1828800" indent="-273050" algn="l">
              <a:lnSpc>
                <a:spcPct val="100000"/>
              </a:lnSpc>
              <a:spcBef>
                <a:spcPts val="0"/>
              </a:spcBef>
              <a:spcAft>
                <a:spcPts val="0"/>
              </a:spcAft>
              <a:buClr>
                <a:srgbClr val="000000"/>
              </a:buClr>
              <a:buSzPts val="700"/>
              <a:buChar char="●"/>
              <a:defRPr sz="2100"/>
            </a:lvl4pPr>
            <a:lvl5pPr marL="2286000" indent="-273050" algn="l">
              <a:lnSpc>
                <a:spcPct val="100000"/>
              </a:lnSpc>
              <a:spcBef>
                <a:spcPts val="0"/>
              </a:spcBef>
              <a:spcAft>
                <a:spcPts val="0"/>
              </a:spcAft>
              <a:buClr>
                <a:srgbClr val="000000"/>
              </a:buClr>
              <a:buSzPts val="700"/>
              <a:buChar char="○"/>
              <a:defRPr sz="2100"/>
            </a:lvl5pPr>
            <a:lvl6pPr marL="2743200" indent="-273050" algn="l">
              <a:lnSpc>
                <a:spcPct val="100000"/>
              </a:lnSpc>
              <a:spcBef>
                <a:spcPts val="0"/>
              </a:spcBef>
              <a:spcAft>
                <a:spcPts val="0"/>
              </a:spcAft>
              <a:buClr>
                <a:srgbClr val="000000"/>
              </a:buClr>
              <a:buSzPts val="700"/>
              <a:buChar char="■"/>
              <a:defRPr sz="2100"/>
            </a:lvl6pPr>
            <a:lvl7pPr marL="3200400" indent="-273050" algn="l">
              <a:lnSpc>
                <a:spcPct val="100000"/>
              </a:lnSpc>
              <a:spcBef>
                <a:spcPts val="0"/>
              </a:spcBef>
              <a:spcAft>
                <a:spcPts val="0"/>
              </a:spcAft>
              <a:buClr>
                <a:srgbClr val="000000"/>
              </a:buClr>
              <a:buSzPts val="700"/>
              <a:buChar char="●"/>
              <a:defRPr sz="2100"/>
            </a:lvl7pPr>
            <a:lvl8pPr marL="3657600" indent="-273050" algn="l">
              <a:lnSpc>
                <a:spcPct val="100000"/>
              </a:lnSpc>
              <a:spcBef>
                <a:spcPts val="0"/>
              </a:spcBef>
              <a:spcAft>
                <a:spcPts val="0"/>
              </a:spcAft>
              <a:buClr>
                <a:srgbClr val="000000"/>
              </a:buClr>
              <a:buSzPts val="700"/>
              <a:buChar char="○"/>
              <a:defRPr sz="2100"/>
            </a:lvl8pPr>
            <a:lvl9pPr marL="4114800" indent="-273050" algn="l">
              <a:lnSpc>
                <a:spcPct val="100000"/>
              </a:lnSpc>
              <a:spcBef>
                <a:spcPts val="0"/>
              </a:spcBef>
              <a:spcAft>
                <a:spcPts val="0"/>
              </a:spcAft>
              <a:buClr>
                <a:srgbClr val="000000"/>
              </a:buClr>
              <a:buSzPts val="700"/>
              <a:buChar char="■"/>
              <a:defRPr sz="2100"/>
            </a:lvl9pPr>
          </a:lstStyle>
          <a:p xmlns:a="http://schemas.openxmlformats.org/drawingml/2006/main"/>
        </p:txBody>
      </p:sp>
      <p:sp>
        <p:nvSpPr>
          <p:cNvPr id="539" name="Google Shape;539;p67">
            <a:extLst xmlns:a="http://schemas.openxmlformats.org/drawingml/2006/main">
              <a:ext uri="{FF2B5EF4-FFF2-40B4-BE49-F238E27FC236}">
                <a16:creationId xmlns:a16="http://schemas.microsoft.com/office/drawing/2014/main" id="{1991EF2A-8BDB-4C5C-B2BE-10DD35AC1267}"/>
              </a:ext>
            </a:extLst>
          </p:cNvPr>
          <p:cNvSpPr>
            <a:spLocks xmlns:a="http://schemas.openxmlformats.org/drawingml/2006/main" noGrp="1"/>
          </p:cNvSpPr>
          <p:nvPr>
            <p:ph type="pic" idx="9"/>
          </p:nvPr>
        </p:nvSpPr>
        <p:spPr>
          <a:xfrm xmlns:a="http://schemas.openxmlformats.org/drawingml/2006/main">
            <a:off x="350067" y="2252499"/>
            <a:ext cx="999000" cy="954000"/>
          </a:xfrm>
          <a:prstGeom xmlns:a="http://schemas.openxmlformats.org/drawingml/2006/main" prst="roundRect">
            <a:avLst>
              <a:gd name="adj" fmla="val 7608"/>
            </a:avLst>
          </a:prstGeom>
          <a:noFill xmlns:a="http://schemas.openxmlformats.org/drawingml/2006/main"/>
          <a:ln xmlns:a="http://schemas.openxmlformats.org/drawingml/2006/main">
            <a:noFill/>
          </a:ln>
        </p:spPr>
      </p:sp>
      <p:sp>
        <p:nvSpPr>
          <p:cNvPr id="540" name="Google Shape;540;p67">
            <a:extLst xmlns:a="http://schemas.openxmlformats.org/drawingml/2006/main">
              <a:ext uri="{FF2B5EF4-FFF2-40B4-BE49-F238E27FC236}">
                <a16:creationId xmlns:a16="http://schemas.microsoft.com/office/drawing/2014/main" id="{17A22BFF-65AB-4328-BE8B-9748456D7A73}"/>
              </a:ext>
            </a:extLst>
          </p:cNvPr>
          <p:cNvSpPr>
            <a:spLocks xmlns:a="http://schemas.openxmlformats.org/drawingml/2006/main" noGrp="1"/>
          </p:cNvSpPr>
          <p:nvPr>
            <p:ph type="body" idx="13"/>
          </p:nvPr>
        </p:nvSpPr>
        <p:spPr>
          <a:xfrm xmlns:a="http://schemas.openxmlformats.org/drawingml/2006/main">
            <a:off x="1497958" y="2908794"/>
            <a:ext cx="2850000" cy="9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lvl1pPr marL="457200" indent="-266700" algn="l">
              <a:lnSpc>
                <a:spcPct val="120000"/>
              </a:lnSpc>
              <a:spcBef>
                <a:spcPts val="0"/>
              </a:spcBef>
              <a:spcAft>
                <a:spcPts val="0"/>
              </a:spcAft>
              <a:buClr>
                <a:schemeClr val="dk1"/>
              </a:buClr>
              <a:buSzPts val="600"/>
              <a:buFont typeface="Helvetica Neue"/>
              <a:buChar char="●"/>
              <a:defRPr sz="600">
                <a:solidFill>
                  <a:schemeClr val="dk1"/>
                </a:solidFill>
              </a:defRPr>
            </a:lvl1pPr>
            <a:lvl2pPr marL="914400" indent="-273050" algn="l">
              <a:lnSpc>
                <a:spcPct val="100000"/>
              </a:lnSpc>
              <a:spcBef>
                <a:spcPts val="0"/>
              </a:spcBef>
              <a:spcAft>
                <a:spcPts val="0"/>
              </a:spcAft>
              <a:buClr>
                <a:srgbClr val="000000"/>
              </a:buClr>
              <a:buSzPts val="700"/>
              <a:buChar char="○"/>
              <a:defRPr sz="2100"/>
            </a:lvl2pPr>
            <a:lvl3pPr marL="1371600" indent="-273050" algn="l">
              <a:lnSpc>
                <a:spcPct val="100000"/>
              </a:lnSpc>
              <a:spcBef>
                <a:spcPts val="0"/>
              </a:spcBef>
              <a:spcAft>
                <a:spcPts val="0"/>
              </a:spcAft>
              <a:buClr>
                <a:srgbClr val="000000"/>
              </a:buClr>
              <a:buSzPts val="700"/>
              <a:buChar char="■"/>
              <a:defRPr sz="2100"/>
            </a:lvl3pPr>
            <a:lvl4pPr marL="1828800" indent="-273050" algn="l">
              <a:lnSpc>
                <a:spcPct val="100000"/>
              </a:lnSpc>
              <a:spcBef>
                <a:spcPts val="0"/>
              </a:spcBef>
              <a:spcAft>
                <a:spcPts val="0"/>
              </a:spcAft>
              <a:buClr>
                <a:srgbClr val="000000"/>
              </a:buClr>
              <a:buSzPts val="700"/>
              <a:buChar char="●"/>
              <a:defRPr sz="2100"/>
            </a:lvl4pPr>
            <a:lvl5pPr marL="2286000" indent="-273050" algn="l">
              <a:lnSpc>
                <a:spcPct val="100000"/>
              </a:lnSpc>
              <a:spcBef>
                <a:spcPts val="0"/>
              </a:spcBef>
              <a:spcAft>
                <a:spcPts val="0"/>
              </a:spcAft>
              <a:buClr>
                <a:srgbClr val="000000"/>
              </a:buClr>
              <a:buSzPts val="700"/>
              <a:buChar char="○"/>
              <a:defRPr sz="2100"/>
            </a:lvl5pPr>
            <a:lvl6pPr marL="2743200" indent="-273050" algn="l">
              <a:lnSpc>
                <a:spcPct val="100000"/>
              </a:lnSpc>
              <a:spcBef>
                <a:spcPts val="0"/>
              </a:spcBef>
              <a:spcAft>
                <a:spcPts val="0"/>
              </a:spcAft>
              <a:buClr>
                <a:srgbClr val="000000"/>
              </a:buClr>
              <a:buSzPts val="700"/>
              <a:buChar char="■"/>
              <a:defRPr sz="2100"/>
            </a:lvl6pPr>
            <a:lvl7pPr marL="3200400" indent="-273050" algn="l">
              <a:lnSpc>
                <a:spcPct val="100000"/>
              </a:lnSpc>
              <a:spcBef>
                <a:spcPts val="0"/>
              </a:spcBef>
              <a:spcAft>
                <a:spcPts val="0"/>
              </a:spcAft>
              <a:buClr>
                <a:srgbClr val="000000"/>
              </a:buClr>
              <a:buSzPts val="700"/>
              <a:buChar char="●"/>
              <a:defRPr sz="2100"/>
            </a:lvl7pPr>
            <a:lvl8pPr marL="3657600" indent="-273050" algn="l">
              <a:lnSpc>
                <a:spcPct val="100000"/>
              </a:lnSpc>
              <a:spcBef>
                <a:spcPts val="0"/>
              </a:spcBef>
              <a:spcAft>
                <a:spcPts val="0"/>
              </a:spcAft>
              <a:buClr>
                <a:srgbClr val="000000"/>
              </a:buClr>
              <a:buSzPts val="700"/>
              <a:buChar char="○"/>
              <a:defRPr sz="2100"/>
            </a:lvl8pPr>
            <a:lvl9pPr marL="4114800" indent="-273050" algn="l">
              <a:lnSpc>
                <a:spcPct val="100000"/>
              </a:lnSpc>
              <a:spcBef>
                <a:spcPts val="0"/>
              </a:spcBef>
              <a:spcAft>
                <a:spcPts val="0"/>
              </a:spcAft>
              <a:buClr>
                <a:srgbClr val="000000"/>
              </a:buClr>
              <a:buSzPts val="700"/>
              <a:buChar char="■"/>
              <a:defRPr sz="2100"/>
            </a:lvl9pPr>
          </a:lstStyle>
          <a:p xmlns:a="http://schemas.openxmlformats.org/drawingml/2006/main"/>
        </p:txBody>
      </p:sp>
      <p:sp>
        <p:nvSpPr>
          <p:cNvPr id="541" name="Google Shape;541;p67">
            <a:extLst xmlns:a="http://schemas.openxmlformats.org/drawingml/2006/main">
              <a:ext uri="{FF2B5EF4-FFF2-40B4-BE49-F238E27FC236}">
                <a16:creationId xmlns:a16="http://schemas.microsoft.com/office/drawing/2014/main" id="{BA29EF38-125F-4354-AC7F-62C85B2DD89A}"/>
              </a:ext>
            </a:extLst>
          </p:cNvPr>
          <p:cNvSpPr>
            <a:spLocks xmlns:a="http://schemas.openxmlformats.org/drawingml/2006/main" noGrp="1"/>
          </p:cNvSpPr>
          <p:nvPr/>
        </p:nvSpPr>
        <p:spPr>
          <a:xfrm xmlns:a="http://schemas.openxmlformats.org/drawingml/2006/main">
            <a:off x="4645154" y="756333"/>
            <a:ext cx="4297500" cy="1244700"/>
          </a:xfrm>
          <a:prstGeom xmlns:a="http://schemas.openxmlformats.org/drawingml/2006/main" prst="roundRect">
            <a:avLst>
              <a:gd name="adj" fmla="val 7021"/>
            </a:avLst>
          </a:prstGeom>
          <a:solidFill xmlns:a="http://schemas.openxmlformats.org/drawingml/2006/main">
            <a:srgbClr val="F4F2E6"/>
          </a:solidFill>
          <a:ln xmlns:a="http://schemas.openxmlformats.org/drawingml/2006/main">
            <a:noFill/>
          </a:ln>
        </p:spPr>
        <p:txBody>
          <a:bodyPr xmlns:a="http://schemas.openxmlformats.org/drawingml/2006/main" spcFirstLastPara="1" wrap="square" lIns="19050" tIns="19050" rIns="19050" bIns="1905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FFFFFF"/>
              </a:buClr>
              <a:buSzPts val="1800"/>
              <a:buFont typeface="Helvetica Neue"/>
              <a:buNone/>
            </a:pPr>
            <a:r>
              <a:t/>
            </a:r>
            <a:endParaRPr sz="1800" b="0" i="0" u="none" cap="none">
              <a:solidFill>
                <a:srgbClr val="000000"/>
              </a:solidFill>
              <a:latin typeface="Helvetica Neue"/>
              <a:ea typeface="Helvetica Neue"/>
              <a:cs typeface="Helvetica Neue"/>
            </a:endParaRPr>
          </a:p>
        </p:txBody>
      </p:sp>
      <p:sp>
        <p:nvSpPr>
          <p:cNvPr id="542" name="Google Shape;542;p67">
            <a:extLst xmlns:a="http://schemas.openxmlformats.org/drawingml/2006/main">
              <a:ext uri="{FF2B5EF4-FFF2-40B4-BE49-F238E27FC236}">
                <a16:creationId xmlns:a16="http://schemas.microsoft.com/office/drawing/2014/main" id="{38A0B79B-7F05-4BE3-B163-49F9EAC0B2A6}"/>
              </a:ext>
            </a:extLst>
          </p:cNvPr>
          <p:cNvSpPr>
            <a:spLocks xmlns:a="http://schemas.openxmlformats.org/drawingml/2006/main" noGrp="1"/>
          </p:cNvSpPr>
          <p:nvPr>
            <p:ph type="body" idx="14"/>
          </p:nvPr>
        </p:nvSpPr>
        <p:spPr>
          <a:xfrm xmlns:a="http://schemas.openxmlformats.org/drawingml/2006/main">
            <a:off x="5941937" y="904548"/>
            <a:ext cx="2850000" cy="516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lvl1pPr marL="457200" indent="-279400" algn="l">
              <a:lnSpc>
                <a:spcPct val="120000"/>
              </a:lnSpc>
              <a:spcBef>
                <a:spcPts val="0"/>
              </a:spcBef>
              <a:spcAft>
                <a:spcPts val="0"/>
              </a:spcAft>
              <a:buClr>
                <a:srgbClr val="7F7F7F"/>
              </a:buClr>
              <a:buSzPts val="800"/>
              <a:buFont typeface="Helvetica Neue"/>
              <a:buChar char="●"/>
              <a:defRPr sz="800">
                <a:solidFill>
                  <a:srgbClr val="7F7F7F"/>
                </a:solidFill>
              </a:defRPr>
            </a:lvl1pPr>
            <a:lvl2pPr marL="914400" indent="-273050" algn="l">
              <a:lnSpc>
                <a:spcPct val="100000"/>
              </a:lnSpc>
              <a:spcBef>
                <a:spcPts val="0"/>
              </a:spcBef>
              <a:spcAft>
                <a:spcPts val="0"/>
              </a:spcAft>
              <a:buClr>
                <a:srgbClr val="000000"/>
              </a:buClr>
              <a:buSzPts val="700"/>
              <a:buChar char="○"/>
              <a:defRPr sz="2100"/>
            </a:lvl2pPr>
            <a:lvl3pPr marL="1371600" indent="-273050" algn="l">
              <a:lnSpc>
                <a:spcPct val="100000"/>
              </a:lnSpc>
              <a:spcBef>
                <a:spcPts val="0"/>
              </a:spcBef>
              <a:spcAft>
                <a:spcPts val="0"/>
              </a:spcAft>
              <a:buClr>
                <a:srgbClr val="000000"/>
              </a:buClr>
              <a:buSzPts val="700"/>
              <a:buChar char="■"/>
              <a:defRPr sz="2100"/>
            </a:lvl3pPr>
            <a:lvl4pPr marL="1828800" indent="-273050" algn="l">
              <a:lnSpc>
                <a:spcPct val="100000"/>
              </a:lnSpc>
              <a:spcBef>
                <a:spcPts val="0"/>
              </a:spcBef>
              <a:spcAft>
                <a:spcPts val="0"/>
              </a:spcAft>
              <a:buClr>
                <a:srgbClr val="000000"/>
              </a:buClr>
              <a:buSzPts val="700"/>
              <a:buChar char="●"/>
              <a:defRPr sz="2100"/>
            </a:lvl4pPr>
            <a:lvl5pPr marL="2286000" indent="-273050" algn="l">
              <a:lnSpc>
                <a:spcPct val="100000"/>
              </a:lnSpc>
              <a:spcBef>
                <a:spcPts val="0"/>
              </a:spcBef>
              <a:spcAft>
                <a:spcPts val="0"/>
              </a:spcAft>
              <a:buClr>
                <a:srgbClr val="000000"/>
              </a:buClr>
              <a:buSzPts val="700"/>
              <a:buChar char="○"/>
              <a:defRPr sz="2100"/>
            </a:lvl5pPr>
            <a:lvl6pPr marL="2743200" indent="-273050" algn="l">
              <a:lnSpc>
                <a:spcPct val="100000"/>
              </a:lnSpc>
              <a:spcBef>
                <a:spcPts val="0"/>
              </a:spcBef>
              <a:spcAft>
                <a:spcPts val="0"/>
              </a:spcAft>
              <a:buClr>
                <a:srgbClr val="000000"/>
              </a:buClr>
              <a:buSzPts val="700"/>
              <a:buChar char="■"/>
              <a:defRPr sz="2100"/>
            </a:lvl6pPr>
            <a:lvl7pPr marL="3200400" indent="-273050" algn="l">
              <a:lnSpc>
                <a:spcPct val="100000"/>
              </a:lnSpc>
              <a:spcBef>
                <a:spcPts val="0"/>
              </a:spcBef>
              <a:spcAft>
                <a:spcPts val="0"/>
              </a:spcAft>
              <a:buClr>
                <a:srgbClr val="000000"/>
              </a:buClr>
              <a:buSzPts val="700"/>
              <a:buChar char="●"/>
              <a:defRPr sz="2100"/>
            </a:lvl7pPr>
            <a:lvl8pPr marL="3657600" indent="-273050" algn="l">
              <a:lnSpc>
                <a:spcPct val="100000"/>
              </a:lnSpc>
              <a:spcBef>
                <a:spcPts val="0"/>
              </a:spcBef>
              <a:spcAft>
                <a:spcPts val="0"/>
              </a:spcAft>
              <a:buClr>
                <a:srgbClr val="000000"/>
              </a:buClr>
              <a:buSzPts val="700"/>
              <a:buChar char="○"/>
              <a:defRPr sz="2100"/>
            </a:lvl8pPr>
            <a:lvl9pPr marL="4114800" indent="-273050" algn="l">
              <a:lnSpc>
                <a:spcPct val="100000"/>
              </a:lnSpc>
              <a:spcBef>
                <a:spcPts val="0"/>
              </a:spcBef>
              <a:spcAft>
                <a:spcPts val="0"/>
              </a:spcAft>
              <a:buClr>
                <a:srgbClr val="000000"/>
              </a:buClr>
              <a:buSzPts val="700"/>
              <a:buChar char="■"/>
              <a:defRPr sz="2100"/>
            </a:lvl9pPr>
          </a:lstStyle>
          <a:p xmlns:a="http://schemas.openxmlformats.org/drawingml/2006/main"/>
        </p:txBody>
      </p:sp>
      <p:sp>
        <p:nvSpPr>
          <p:cNvPr id="543" name="Google Shape;543;p67">
            <a:extLst xmlns:a="http://schemas.openxmlformats.org/drawingml/2006/main">
              <a:ext uri="{FF2B5EF4-FFF2-40B4-BE49-F238E27FC236}">
                <a16:creationId xmlns:a16="http://schemas.microsoft.com/office/drawing/2014/main" id="{2471BCA7-55F7-45B2-9EFE-038536067CB3}"/>
              </a:ext>
            </a:extLst>
          </p:cNvPr>
          <p:cNvSpPr>
            <a:spLocks xmlns:a="http://schemas.openxmlformats.org/drawingml/2006/main" noGrp="1"/>
          </p:cNvSpPr>
          <p:nvPr>
            <p:ph type="pic" idx="15"/>
          </p:nvPr>
        </p:nvSpPr>
        <p:spPr>
          <a:xfrm xmlns:a="http://schemas.openxmlformats.org/drawingml/2006/main">
            <a:off x="4794046" y="904548"/>
            <a:ext cx="999000" cy="954000"/>
          </a:xfrm>
          <a:prstGeom xmlns:a="http://schemas.openxmlformats.org/drawingml/2006/main" prst="roundRect">
            <a:avLst>
              <a:gd name="adj" fmla="val 7608"/>
            </a:avLst>
          </a:prstGeom>
          <a:noFill xmlns:a="http://schemas.openxmlformats.org/drawingml/2006/main"/>
          <a:ln xmlns:a="http://schemas.openxmlformats.org/drawingml/2006/main">
            <a:noFill/>
          </a:ln>
        </p:spPr>
      </p:sp>
      <p:sp>
        <p:nvSpPr>
          <p:cNvPr id="544" name="Google Shape;544;p67">
            <a:extLst xmlns:a="http://schemas.openxmlformats.org/drawingml/2006/main">
              <a:ext uri="{FF2B5EF4-FFF2-40B4-BE49-F238E27FC236}">
                <a16:creationId xmlns:a16="http://schemas.microsoft.com/office/drawing/2014/main" id="{8E6D06E6-B034-4EB4-AF7D-CBA4C8CA6007}"/>
              </a:ext>
            </a:extLst>
          </p:cNvPr>
          <p:cNvSpPr>
            <a:spLocks xmlns:a="http://schemas.openxmlformats.org/drawingml/2006/main" noGrp="1"/>
          </p:cNvSpPr>
          <p:nvPr>
            <p:ph type="body" idx="16"/>
          </p:nvPr>
        </p:nvSpPr>
        <p:spPr>
          <a:xfrm xmlns:a="http://schemas.openxmlformats.org/drawingml/2006/main">
            <a:off x="5941937" y="1560843"/>
            <a:ext cx="2850000" cy="9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lvl1pPr marL="457200" indent="-266700" algn="l">
              <a:lnSpc>
                <a:spcPct val="120000"/>
              </a:lnSpc>
              <a:spcBef>
                <a:spcPts val="0"/>
              </a:spcBef>
              <a:spcAft>
                <a:spcPts val="0"/>
              </a:spcAft>
              <a:buClr>
                <a:schemeClr val="dk1"/>
              </a:buClr>
              <a:buSzPts val="600"/>
              <a:buFont typeface="Helvetica Neue"/>
              <a:buChar char="●"/>
              <a:defRPr sz="600">
                <a:solidFill>
                  <a:schemeClr val="dk1"/>
                </a:solidFill>
              </a:defRPr>
            </a:lvl1pPr>
            <a:lvl2pPr marL="914400" indent="-273050" algn="l">
              <a:lnSpc>
                <a:spcPct val="100000"/>
              </a:lnSpc>
              <a:spcBef>
                <a:spcPts val="0"/>
              </a:spcBef>
              <a:spcAft>
                <a:spcPts val="0"/>
              </a:spcAft>
              <a:buClr>
                <a:srgbClr val="000000"/>
              </a:buClr>
              <a:buSzPts val="700"/>
              <a:buChar char="○"/>
              <a:defRPr sz="2100"/>
            </a:lvl2pPr>
            <a:lvl3pPr marL="1371600" indent="-273050" algn="l">
              <a:lnSpc>
                <a:spcPct val="100000"/>
              </a:lnSpc>
              <a:spcBef>
                <a:spcPts val="0"/>
              </a:spcBef>
              <a:spcAft>
                <a:spcPts val="0"/>
              </a:spcAft>
              <a:buClr>
                <a:srgbClr val="000000"/>
              </a:buClr>
              <a:buSzPts val="700"/>
              <a:buChar char="■"/>
              <a:defRPr sz="2100"/>
            </a:lvl3pPr>
            <a:lvl4pPr marL="1828800" indent="-273050" algn="l">
              <a:lnSpc>
                <a:spcPct val="100000"/>
              </a:lnSpc>
              <a:spcBef>
                <a:spcPts val="0"/>
              </a:spcBef>
              <a:spcAft>
                <a:spcPts val="0"/>
              </a:spcAft>
              <a:buClr>
                <a:srgbClr val="000000"/>
              </a:buClr>
              <a:buSzPts val="700"/>
              <a:buChar char="●"/>
              <a:defRPr sz="2100"/>
            </a:lvl4pPr>
            <a:lvl5pPr marL="2286000" indent="-273050" algn="l">
              <a:lnSpc>
                <a:spcPct val="100000"/>
              </a:lnSpc>
              <a:spcBef>
                <a:spcPts val="0"/>
              </a:spcBef>
              <a:spcAft>
                <a:spcPts val="0"/>
              </a:spcAft>
              <a:buClr>
                <a:srgbClr val="000000"/>
              </a:buClr>
              <a:buSzPts val="700"/>
              <a:buChar char="○"/>
              <a:defRPr sz="2100"/>
            </a:lvl5pPr>
            <a:lvl6pPr marL="2743200" indent="-273050" algn="l">
              <a:lnSpc>
                <a:spcPct val="100000"/>
              </a:lnSpc>
              <a:spcBef>
                <a:spcPts val="0"/>
              </a:spcBef>
              <a:spcAft>
                <a:spcPts val="0"/>
              </a:spcAft>
              <a:buClr>
                <a:srgbClr val="000000"/>
              </a:buClr>
              <a:buSzPts val="700"/>
              <a:buChar char="■"/>
              <a:defRPr sz="2100"/>
            </a:lvl6pPr>
            <a:lvl7pPr marL="3200400" indent="-273050" algn="l">
              <a:lnSpc>
                <a:spcPct val="100000"/>
              </a:lnSpc>
              <a:spcBef>
                <a:spcPts val="0"/>
              </a:spcBef>
              <a:spcAft>
                <a:spcPts val="0"/>
              </a:spcAft>
              <a:buClr>
                <a:srgbClr val="000000"/>
              </a:buClr>
              <a:buSzPts val="700"/>
              <a:buChar char="●"/>
              <a:defRPr sz="2100"/>
            </a:lvl7pPr>
            <a:lvl8pPr marL="3657600" indent="-273050" algn="l">
              <a:lnSpc>
                <a:spcPct val="100000"/>
              </a:lnSpc>
              <a:spcBef>
                <a:spcPts val="0"/>
              </a:spcBef>
              <a:spcAft>
                <a:spcPts val="0"/>
              </a:spcAft>
              <a:buClr>
                <a:srgbClr val="000000"/>
              </a:buClr>
              <a:buSzPts val="700"/>
              <a:buChar char="○"/>
              <a:defRPr sz="2100"/>
            </a:lvl8pPr>
            <a:lvl9pPr marL="4114800" indent="-273050" algn="l">
              <a:lnSpc>
                <a:spcPct val="100000"/>
              </a:lnSpc>
              <a:spcBef>
                <a:spcPts val="0"/>
              </a:spcBef>
              <a:spcAft>
                <a:spcPts val="0"/>
              </a:spcAft>
              <a:buClr>
                <a:srgbClr val="000000"/>
              </a:buClr>
              <a:buSzPts val="700"/>
              <a:buChar char="■"/>
              <a:defRPr sz="2100"/>
            </a:lvl9pPr>
          </a:lstStyle>
          <a:p xmlns:a="http://schemas.openxmlformats.org/drawingml/2006/main"/>
        </p:txBody>
      </p:sp>
      <p:sp>
        <p:nvSpPr>
          <p:cNvPr id="545" name="Google Shape;545;p67">
            <a:extLst xmlns:a="http://schemas.openxmlformats.org/drawingml/2006/main">
              <a:ext uri="{FF2B5EF4-FFF2-40B4-BE49-F238E27FC236}">
                <a16:creationId xmlns:a16="http://schemas.microsoft.com/office/drawing/2014/main" id="{00B3D47F-E861-4FA6-A53A-DB79428993CF}"/>
              </a:ext>
            </a:extLst>
          </p:cNvPr>
          <p:cNvSpPr>
            <a:spLocks xmlns:a="http://schemas.openxmlformats.org/drawingml/2006/main" noGrp="1"/>
          </p:cNvSpPr>
          <p:nvPr/>
        </p:nvSpPr>
        <p:spPr>
          <a:xfrm xmlns:a="http://schemas.openxmlformats.org/drawingml/2006/main">
            <a:off x="4645154" y="3486171"/>
            <a:ext cx="4297500" cy="1244700"/>
          </a:xfrm>
          <a:prstGeom xmlns:a="http://schemas.openxmlformats.org/drawingml/2006/main" prst="roundRect">
            <a:avLst>
              <a:gd name="adj" fmla="val 7021"/>
            </a:avLst>
          </a:prstGeom>
          <a:solidFill xmlns:a="http://schemas.openxmlformats.org/drawingml/2006/main">
            <a:srgbClr val="F4F2E6"/>
          </a:solidFill>
          <a:ln xmlns:a="http://schemas.openxmlformats.org/drawingml/2006/main">
            <a:noFill/>
          </a:ln>
        </p:spPr>
        <p:txBody>
          <a:bodyPr xmlns:a="http://schemas.openxmlformats.org/drawingml/2006/main" spcFirstLastPara="1" wrap="square" lIns="19050" tIns="19050" rIns="19050" bIns="1905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FFFFFF"/>
              </a:buClr>
              <a:buSzPts val="1800"/>
              <a:buFont typeface="Helvetica Neue"/>
              <a:buNone/>
            </a:pPr>
            <a:r>
              <a:t/>
            </a:r>
            <a:endParaRPr sz="1800" b="0" i="0" u="none" cap="none">
              <a:solidFill>
                <a:srgbClr val="000000"/>
              </a:solidFill>
              <a:latin typeface="Helvetica Neue"/>
              <a:ea typeface="Helvetica Neue"/>
              <a:cs typeface="Helvetica Neue"/>
            </a:endParaRPr>
          </a:p>
        </p:txBody>
      </p:sp>
      <p:sp>
        <p:nvSpPr>
          <p:cNvPr id="546" name="Google Shape;546;p67">
            <a:extLst xmlns:a="http://schemas.openxmlformats.org/drawingml/2006/main">
              <a:ext uri="{FF2B5EF4-FFF2-40B4-BE49-F238E27FC236}">
                <a16:creationId xmlns:a16="http://schemas.microsoft.com/office/drawing/2014/main" id="{C5EADD1C-B063-4F4E-883E-C37336A16F99}"/>
              </a:ext>
            </a:extLst>
          </p:cNvPr>
          <p:cNvSpPr>
            <a:spLocks xmlns:a="http://schemas.openxmlformats.org/drawingml/2006/main" noGrp="1"/>
          </p:cNvSpPr>
          <p:nvPr>
            <p:ph type="body" idx="17"/>
          </p:nvPr>
        </p:nvSpPr>
        <p:spPr>
          <a:xfrm xmlns:a="http://schemas.openxmlformats.org/drawingml/2006/main">
            <a:off x="5941937" y="3634386"/>
            <a:ext cx="2850000" cy="516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lvl1pPr marL="457200" indent="-279400" algn="l">
              <a:lnSpc>
                <a:spcPct val="120000"/>
              </a:lnSpc>
              <a:spcBef>
                <a:spcPts val="0"/>
              </a:spcBef>
              <a:spcAft>
                <a:spcPts val="0"/>
              </a:spcAft>
              <a:buClr>
                <a:srgbClr val="7F7F7F"/>
              </a:buClr>
              <a:buSzPts val="800"/>
              <a:buFont typeface="Helvetica Neue"/>
              <a:buChar char="●"/>
              <a:defRPr sz="800">
                <a:solidFill>
                  <a:srgbClr val="7F7F7F"/>
                </a:solidFill>
              </a:defRPr>
            </a:lvl1pPr>
            <a:lvl2pPr marL="914400" indent="-273050" algn="l">
              <a:lnSpc>
                <a:spcPct val="100000"/>
              </a:lnSpc>
              <a:spcBef>
                <a:spcPts val="0"/>
              </a:spcBef>
              <a:spcAft>
                <a:spcPts val="0"/>
              </a:spcAft>
              <a:buClr>
                <a:srgbClr val="000000"/>
              </a:buClr>
              <a:buSzPts val="700"/>
              <a:buChar char="○"/>
              <a:defRPr sz="2100"/>
            </a:lvl2pPr>
            <a:lvl3pPr marL="1371600" indent="-273050" algn="l">
              <a:lnSpc>
                <a:spcPct val="100000"/>
              </a:lnSpc>
              <a:spcBef>
                <a:spcPts val="0"/>
              </a:spcBef>
              <a:spcAft>
                <a:spcPts val="0"/>
              </a:spcAft>
              <a:buClr>
                <a:srgbClr val="000000"/>
              </a:buClr>
              <a:buSzPts val="700"/>
              <a:buChar char="■"/>
              <a:defRPr sz="2100"/>
            </a:lvl3pPr>
            <a:lvl4pPr marL="1828800" indent="-273050" algn="l">
              <a:lnSpc>
                <a:spcPct val="100000"/>
              </a:lnSpc>
              <a:spcBef>
                <a:spcPts val="0"/>
              </a:spcBef>
              <a:spcAft>
                <a:spcPts val="0"/>
              </a:spcAft>
              <a:buClr>
                <a:srgbClr val="000000"/>
              </a:buClr>
              <a:buSzPts val="700"/>
              <a:buChar char="●"/>
              <a:defRPr sz="2100"/>
            </a:lvl4pPr>
            <a:lvl5pPr marL="2286000" indent="-273050" algn="l">
              <a:lnSpc>
                <a:spcPct val="100000"/>
              </a:lnSpc>
              <a:spcBef>
                <a:spcPts val="0"/>
              </a:spcBef>
              <a:spcAft>
                <a:spcPts val="0"/>
              </a:spcAft>
              <a:buClr>
                <a:srgbClr val="000000"/>
              </a:buClr>
              <a:buSzPts val="700"/>
              <a:buChar char="○"/>
              <a:defRPr sz="2100"/>
            </a:lvl5pPr>
            <a:lvl6pPr marL="2743200" indent="-273050" algn="l">
              <a:lnSpc>
                <a:spcPct val="100000"/>
              </a:lnSpc>
              <a:spcBef>
                <a:spcPts val="0"/>
              </a:spcBef>
              <a:spcAft>
                <a:spcPts val="0"/>
              </a:spcAft>
              <a:buClr>
                <a:srgbClr val="000000"/>
              </a:buClr>
              <a:buSzPts val="700"/>
              <a:buChar char="■"/>
              <a:defRPr sz="2100"/>
            </a:lvl6pPr>
            <a:lvl7pPr marL="3200400" indent="-273050" algn="l">
              <a:lnSpc>
                <a:spcPct val="100000"/>
              </a:lnSpc>
              <a:spcBef>
                <a:spcPts val="0"/>
              </a:spcBef>
              <a:spcAft>
                <a:spcPts val="0"/>
              </a:spcAft>
              <a:buClr>
                <a:srgbClr val="000000"/>
              </a:buClr>
              <a:buSzPts val="700"/>
              <a:buChar char="●"/>
              <a:defRPr sz="2100"/>
            </a:lvl7pPr>
            <a:lvl8pPr marL="3657600" indent="-273050" algn="l">
              <a:lnSpc>
                <a:spcPct val="100000"/>
              </a:lnSpc>
              <a:spcBef>
                <a:spcPts val="0"/>
              </a:spcBef>
              <a:spcAft>
                <a:spcPts val="0"/>
              </a:spcAft>
              <a:buClr>
                <a:srgbClr val="000000"/>
              </a:buClr>
              <a:buSzPts val="700"/>
              <a:buChar char="○"/>
              <a:defRPr sz="2100"/>
            </a:lvl8pPr>
            <a:lvl9pPr marL="4114800" indent="-273050" algn="l">
              <a:lnSpc>
                <a:spcPct val="100000"/>
              </a:lnSpc>
              <a:spcBef>
                <a:spcPts val="0"/>
              </a:spcBef>
              <a:spcAft>
                <a:spcPts val="0"/>
              </a:spcAft>
              <a:buClr>
                <a:srgbClr val="000000"/>
              </a:buClr>
              <a:buSzPts val="700"/>
              <a:buChar char="■"/>
              <a:defRPr sz="2100"/>
            </a:lvl9pPr>
          </a:lstStyle>
          <a:p xmlns:a="http://schemas.openxmlformats.org/drawingml/2006/main"/>
        </p:txBody>
      </p:sp>
      <p:sp>
        <p:nvSpPr>
          <p:cNvPr id="547" name="Google Shape;547;p67">
            <a:extLst xmlns:a="http://schemas.openxmlformats.org/drawingml/2006/main">
              <a:ext uri="{FF2B5EF4-FFF2-40B4-BE49-F238E27FC236}">
                <a16:creationId xmlns:a16="http://schemas.microsoft.com/office/drawing/2014/main" id="{C382D8DB-E2CE-4D08-8186-8A4FD21ABE56}"/>
              </a:ext>
            </a:extLst>
          </p:cNvPr>
          <p:cNvSpPr>
            <a:spLocks xmlns:a="http://schemas.openxmlformats.org/drawingml/2006/main" noGrp="1"/>
          </p:cNvSpPr>
          <p:nvPr>
            <p:ph type="pic" idx="18"/>
          </p:nvPr>
        </p:nvSpPr>
        <p:spPr>
          <a:xfrm xmlns:a="http://schemas.openxmlformats.org/drawingml/2006/main">
            <a:off x="4794046" y="3634386"/>
            <a:ext cx="999000" cy="954000"/>
          </a:xfrm>
          <a:prstGeom xmlns:a="http://schemas.openxmlformats.org/drawingml/2006/main" prst="roundRect">
            <a:avLst>
              <a:gd name="adj" fmla="val 7608"/>
            </a:avLst>
          </a:prstGeom>
          <a:noFill xmlns:a="http://schemas.openxmlformats.org/drawingml/2006/main"/>
          <a:ln xmlns:a="http://schemas.openxmlformats.org/drawingml/2006/main">
            <a:noFill/>
          </a:ln>
        </p:spPr>
      </p:sp>
      <p:sp>
        <p:nvSpPr>
          <p:cNvPr id="548" name="Google Shape;548;p67">
            <a:extLst xmlns:a="http://schemas.openxmlformats.org/drawingml/2006/main">
              <a:ext uri="{FF2B5EF4-FFF2-40B4-BE49-F238E27FC236}">
                <a16:creationId xmlns:a16="http://schemas.microsoft.com/office/drawing/2014/main" id="{AFAA4867-7DDA-4425-A61C-A1C4E075303C}"/>
              </a:ext>
            </a:extLst>
          </p:cNvPr>
          <p:cNvSpPr>
            <a:spLocks xmlns:a="http://schemas.openxmlformats.org/drawingml/2006/main" noGrp="1"/>
          </p:cNvSpPr>
          <p:nvPr>
            <p:ph type="body" idx="19"/>
          </p:nvPr>
        </p:nvSpPr>
        <p:spPr>
          <a:xfrm xmlns:a="http://schemas.openxmlformats.org/drawingml/2006/main">
            <a:off x="5941937" y="4290681"/>
            <a:ext cx="2850000" cy="9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lvl1pPr marL="457200" indent="-266700" algn="l">
              <a:lnSpc>
                <a:spcPct val="120000"/>
              </a:lnSpc>
              <a:spcBef>
                <a:spcPts val="0"/>
              </a:spcBef>
              <a:spcAft>
                <a:spcPts val="0"/>
              </a:spcAft>
              <a:buClr>
                <a:schemeClr val="dk1"/>
              </a:buClr>
              <a:buSzPts val="600"/>
              <a:buFont typeface="Helvetica Neue"/>
              <a:buChar char="●"/>
              <a:defRPr sz="600">
                <a:solidFill>
                  <a:schemeClr val="dk1"/>
                </a:solidFill>
              </a:defRPr>
            </a:lvl1pPr>
            <a:lvl2pPr marL="914400" indent="-273050" algn="l">
              <a:lnSpc>
                <a:spcPct val="100000"/>
              </a:lnSpc>
              <a:spcBef>
                <a:spcPts val="0"/>
              </a:spcBef>
              <a:spcAft>
                <a:spcPts val="0"/>
              </a:spcAft>
              <a:buClr>
                <a:srgbClr val="000000"/>
              </a:buClr>
              <a:buSzPts val="700"/>
              <a:buChar char="○"/>
              <a:defRPr sz="2100"/>
            </a:lvl2pPr>
            <a:lvl3pPr marL="1371600" indent="-273050" algn="l">
              <a:lnSpc>
                <a:spcPct val="100000"/>
              </a:lnSpc>
              <a:spcBef>
                <a:spcPts val="0"/>
              </a:spcBef>
              <a:spcAft>
                <a:spcPts val="0"/>
              </a:spcAft>
              <a:buClr>
                <a:srgbClr val="000000"/>
              </a:buClr>
              <a:buSzPts val="700"/>
              <a:buChar char="■"/>
              <a:defRPr sz="2100"/>
            </a:lvl3pPr>
            <a:lvl4pPr marL="1828800" indent="-273050" algn="l">
              <a:lnSpc>
                <a:spcPct val="100000"/>
              </a:lnSpc>
              <a:spcBef>
                <a:spcPts val="0"/>
              </a:spcBef>
              <a:spcAft>
                <a:spcPts val="0"/>
              </a:spcAft>
              <a:buClr>
                <a:srgbClr val="000000"/>
              </a:buClr>
              <a:buSzPts val="700"/>
              <a:buChar char="●"/>
              <a:defRPr sz="2100"/>
            </a:lvl4pPr>
            <a:lvl5pPr marL="2286000" indent="-273050" algn="l">
              <a:lnSpc>
                <a:spcPct val="100000"/>
              </a:lnSpc>
              <a:spcBef>
                <a:spcPts val="0"/>
              </a:spcBef>
              <a:spcAft>
                <a:spcPts val="0"/>
              </a:spcAft>
              <a:buClr>
                <a:srgbClr val="000000"/>
              </a:buClr>
              <a:buSzPts val="700"/>
              <a:buChar char="○"/>
              <a:defRPr sz="2100"/>
            </a:lvl5pPr>
            <a:lvl6pPr marL="2743200" indent="-273050" algn="l">
              <a:lnSpc>
                <a:spcPct val="100000"/>
              </a:lnSpc>
              <a:spcBef>
                <a:spcPts val="0"/>
              </a:spcBef>
              <a:spcAft>
                <a:spcPts val="0"/>
              </a:spcAft>
              <a:buClr>
                <a:srgbClr val="000000"/>
              </a:buClr>
              <a:buSzPts val="700"/>
              <a:buChar char="■"/>
              <a:defRPr sz="2100"/>
            </a:lvl6pPr>
            <a:lvl7pPr marL="3200400" indent="-273050" algn="l">
              <a:lnSpc>
                <a:spcPct val="100000"/>
              </a:lnSpc>
              <a:spcBef>
                <a:spcPts val="0"/>
              </a:spcBef>
              <a:spcAft>
                <a:spcPts val="0"/>
              </a:spcAft>
              <a:buClr>
                <a:srgbClr val="000000"/>
              </a:buClr>
              <a:buSzPts val="700"/>
              <a:buChar char="●"/>
              <a:defRPr sz="2100"/>
            </a:lvl7pPr>
            <a:lvl8pPr marL="3657600" indent="-273050" algn="l">
              <a:lnSpc>
                <a:spcPct val="100000"/>
              </a:lnSpc>
              <a:spcBef>
                <a:spcPts val="0"/>
              </a:spcBef>
              <a:spcAft>
                <a:spcPts val="0"/>
              </a:spcAft>
              <a:buClr>
                <a:srgbClr val="000000"/>
              </a:buClr>
              <a:buSzPts val="700"/>
              <a:buChar char="○"/>
              <a:defRPr sz="2100"/>
            </a:lvl8pPr>
            <a:lvl9pPr marL="4114800" indent="-273050" algn="l">
              <a:lnSpc>
                <a:spcPct val="100000"/>
              </a:lnSpc>
              <a:spcBef>
                <a:spcPts val="0"/>
              </a:spcBef>
              <a:spcAft>
                <a:spcPts val="0"/>
              </a:spcAft>
              <a:buClr>
                <a:srgbClr val="000000"/>
              </a:buClr>
              <a:buSzPts val="700"/>
              <a:buChar char="■"/>
              <a:defRPr sz="2100"/>
            </a:lvl9pPr>
          </a:lstStyle>
          <a:p xmlns:a="http://schemas.openxmlformats.org/drawingml/2006/main"/>
        </p:txBody>
      </p:sp>
      <p:sp>
        <p:nvSpPr>
          <p:cNvPr id="549" name="Google Shape;549;p67">
            <a:extLst xmlns:a="http://schemas.openxmlformats.org/drawingml/2006/main">
              <a:ext uri="{FF2B5EF4-FFF2-40B4-BE49-F238E27FC236}">
                <a16:creationId xmlns:a16="http://schemas.microsoft.com/office/drawing/2014/main" id="{79436E00-4EAF-44E5-A337-4F6911D806A4}"/>
              </a:ext>
            </a:extLst>
          </p:cNvPr>
          <p:cNvSpPr>
            <a:spLocks xmlns:a="http://schemas.openxmlformats.org/drawingml/2006/main" noGrp="1"/>
          </p:cNvSpPr>
          <p:nvPr/>
        </p:nvSpPr>
        <p:spPr>
          <a:xfrm xmlns:a="http://schemas.openxmlformats.org/drawingml/2006/main">
            <a:off x="4645154" y="2104284"/>
            <a:ext cx="4297500" cy="1244700"/>
          </a:xfrm>
          <a:prstGeom xmlns:a="http://schemas.openxmlformats.org/drawingml/2006/main" prst="roundRect">
            <a:avLst>
              <a:gd name="adj" fmla="val 7021"/>
            </a:avLst>
          </a:prstGeom>
          <a:solidFill xmlns:a="http://schemas.openxmlformats.org/drawingml/2006/main">
            <a:srgbClr val="F4F2E6"/>
          </a:solidFill>
          <a:ln xmlns:a="http://schemas.openxmlformats.org/drawingml/2006/main">
            <a:noFill/>
          </a:ln>
        </p:spPr>
        <p:txBody>
          <a:bodyPr xmlns:a="http://schemas.openxmlformats.org/drawingml/2006/main" spcFirstLastPara="1" wrap="square" lIns="19050" tIns="19050" rIns="19050" bIns="1905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FFFFFF"/>
              </a:buClr>
              <a:buSzPts val="1800"/>
              <a:buFont typeface="Helvetica Neue"/>
              <a:buNone/>
            </a:pPr>
            <a:r>
              <a:t/>
            </a:r>
            <a:endParaRPr sz="1800" b="0" i="0" u="none" cap="none">
              <a:solidFill>
                <a:srgbClr val="000000"/>
              </a:solidFill>
              <a:latin typeface="Helvetica Neue"/>
              <a:ea typeface="Helvetica Neue"/>
              <a:cs typeface="Helvetica Neue"/>
            </a:endParaRPr>
          </a:p>
        </p:txBody>
      </p:sp>
      <p:sp>
        <p:nvSpPr>
          <p:cNvPr id="550" name="Google Shape;550;p67">
            <a:extLst xmlns:a="http://schemas.openxmlformats.org/drawingml/2006/main">
              <a:ext uri="{FF2B5EF4-FFF2-40B4-BE49-F238E27FC236}">
                <a16:creationId xmlns:a16="http://schemas.microsoft.com/office/drawing/2014/main" id="{FF9E826C-FAE8-421A-8B36-90DEFC7C3C23}"/>
              </a:ext>
            </a:extLst>
          </p:cNvPr>
          <p:cNvSpPr>
            <a:spLocks xmlns:a="http://schemas.openxmlformats.org/drawingml/2006/main" noGrp="1"/>
          </p:cNvSpPr>
          <p:nvPr>
            <p:ph type="body" idx="20"/>
          </p:nvPr>
        </p:nvSpPr>
        <p:spPr>
          <a:xfrm xmlns:a="http://schemas.openxmlformats.org/drawingml/2006/main">
            <a:off x="5941937" y="2252499"/>
            <a:ext cx="2850000" cy="516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lvl1pPr marL="457200" indent="-279400" algn="l">
              <a:lnSpc>
                <a:spcPct val="120000"/>
              </a:lnSpc>
              <a:spcBef>
                <a:spcPts val="0"/>
              </a:spcBef>
              <a:spcAft>
                <a:spcPts val="0"/>
              </a:spcAft>
              <a:buClr>
                <a:srgbClr val="7F7F7F"/>
              </a:buClr>
              <a:buSzPts val="800"/>
              <a:buFont typeface="Helvetica Neue"/>
              <a:buChar char="●"/>
              <a:defRPr sz="800">
                <a:solidFill>
                  <a:srgbClr val="7F7F7F"/>
                </a:solidFill>
              </a:defRPr>
            </a:lvl1pPr>
            <a:lvl2pPr marL="914400" indent="-273050" algn="l">
              <a:lnSpc>
                <a:spcPct val="100000"/>
              </a:lnSpc>
              <a:spcBef>
                <a:spcPts val="0"/>
              </a:spcBef>
              <a:spcAft>
                <a:spcPts val="0"/>
              </a:spcAft>
              <a:buClr>
                <a:srgbClr val="000000"/>
              </a:buClr>
              <a:buSzPts val="700"/>
              <a:buChar char="○"/>
              <a:defRPr sz="2100"/>
            </a:lvl2pPr>
            <a:lvl3pPr marL="1371600" indent="-273050" algn="l">
              <a:lnSpc>
                <a:spcPct val="100000"/>
              </a:lnSpc>
              <a:spcBef>
                <a:spcPts val="0"/>
              </a:spcBef>
              <a:spcAft>
                <a:spcPts val="0"/>
              </a:spcAft>
              <a:buClr>
                <a:srgbClr val="000000"/>
              </a:buClr>
              <a:buSzPts val="700"/>
              <a:buChar char="■"/>
              <a:defRPr sz="2100"/>
            </a:lvl3pPr>
            <a:lvl4pPr marL="1828800" indent="-273050" algn="l">
              <a:lnSpc>
                <a:spcPct val="100000"/>
              </a:lnSpc>
              <a:spcBef>
                <a:spcPts val="0"/>
              </a:spcBef>
              <a:spcAft>
                <a:spcPts val="0"/>
              </a:spcAft>
              <a:buClr>
                <a:srgbClr val="000000"/>
              </a:buClr>
              <a:buSzPts val="700"/>
              <a:buChar char="●"/>
              <a:defRPr sz="2100"/>
            </a:lvl4pPr>
            <a:lvl5pPr marL="2286000" indent="-273050" algn="l">
              <a:lnSpc>
                <a:spcPct val="100000"/>
              </a:lnSpc>
              <a:spcBef>
                <a:spcPts val="0"/>
              </a:spcBef>
              <a:spcAft>
                <a:spcPts val="0"/>
              </a:spcAft>
              <a:buClr>
                <a:srgbClr val="000000"/>
              </a:buClr>
              <a:buSzPts val="700"/>
              <a:buChar char="○"/>
              <a:defRPr sz="2100"/>
            </a:lvl5pPr>
            <a:lvl6pPr marL="2743200" indent="-273050" algn="l">
              <a:lnSpc>
                <a:spcPct val="100000"/>
              </a:lnSpc>
              <a:spcBef>
                <a:spcPts val="0"/>
              </a:spcBef>
              <a:spcAft>
                <a:spcPts val="0"/>
              </a:spcAft>
              <a:buClr>
                <a:srgbClr val="000000"/>
              </a:buClr>
              <a:buSzPts val="700"/>
              <a:buChar char="■"/>
              <a:defRPr sz="2100"/>
            </a:lvl6pPr>
            <a:lvl7pPr marL="3200400" indent="-273050" algn="l">
              <a:lnSpc>
                <a:spcPct val="100000"/>
              </a:lnSpc>
              <a:spcBef>
                <a:spcPts val="0"/>
              </a:spcBef>
              <a:spcAft>
                <a:spcPts val="0"/>
              </a:spcAft>
              <a:buClr>
                <a:srgbClr val="000000"/>
              </a:buClr>
              <a:buSzPts val="700"/>
              <a:buChar char="●"/>
              <a:defRPr sz="2100"/>
            </a:lvl7pPr>
            <a:lvl8pPr marL="3657600" indent="-273050" algn="l">
              <a:lnSpc>
                <a:spcPct val="100000"/>
              </a:lnSpc>
              <a:spcBef>
                <a:spcPts val="0"/>
              </a:spcBef>
              <a:spcAft>
                <a:spcPts val="0"/>
              </a:spcAft>
              <a:buClr>
                <a:srgbClr val="000000"/>
              </a:buClr>
              <a:buSzPts val="700"/>
              <a:buChar char="○"/>
              <a:defRPr sz="2100"/>
            </a:lvl8pPr>
            <a:lvl9pPr marL="4114800" indent="-273050" algn="l">
              <a:lnSpc>
                <a:spcPct val="100000"/>
              </a:lnSpc>
              <a:spcBef>
                <a:spcPts val="0"/>
              </a:spcBef>
              <a:spcAft>
                <a:spcPts val="0"/>
              </a:spcAft>
              <a:buClr>
                <a:srgbClr val="000000"/>
              </a:buClr>
              <a:buSzPts val="700"/>
              <a:buChar char="■"/>
              <a:defRPr sz="2100"/>
            </a:lvl9pPr>
          </a:lstStyle>
          <a:p xmlns:a="http://schemas.openxmlformats.org/drawingml/2006/main"/>
        </p:txBody>
      </p:sp>
      <p:sp>
        <p:nvSpPr>
          <p:cNvPr id="551" name="Google Shape;551;p67">
            <a:extLst xmlns:a="http://schemas.openxmlformats.org/drawingml/2006/main">
              <a:ext uri="{FF2B5EF4-FFF2-40B4-BE49-F238E27FC236}">
                <a16:creationId xmlns:a16="http://schemas.microsoft.com/office/drawing/2014/main" id="{F53415FC-AC80-4DAB-8904-7BF02310965B}"/>
              </a:ext>
            </a:extLst>
          </p:cNvPr>
          <p:cNvSpPr>
            <a:spLocks xmlns:a="http://schemas.openxmlformats.org/drawingml/2006/main" noGrp="1"/>
          </p:cNvSpPr>
          <p:nvPr>
            <p:ph type="pic" idx="21"/>
          </p:nvPr>
        </p:nvSpPr>
        <p:spPr>
          <a:xfrm xmlns:a="http://schemas.openxmlformats.org/drawingml/2006/main">
            <a:off x="4794046" y="2252499"/>
            <a:ext cx="999000" cy="954000"/>
          </a:xfrm>
          <a:prstGeom xmlns:a="http://schemas.openxmlformats.org/drawingml/2006/main" prst="roundRect">
            <a:avLst>
              <a:gd name="adj" fmla="val 7608"/>
            </a:avLst>
          </a:prstGeom>
          <a:noFill xmlns:a="http://schemas.openxmlformats.org/drawingml/2006/main"/>
          <a:ln xmlns:a="http://schemas.openxmlformats.org/drawingml/2006/main">
            <a:noFill/>
          </a:ln>
        </p:spPr>
      </p:sp>
      <p:sp>
        <p:nvSpPr>
          <p:cNvPr id="552" name="Google Shape;552;p67">
            <a:extLst xmlns:a="http://schemas.openxmlformats.org/drawingml/2006/main">
              <a:ext uri="{FF2B5EF4-FFF2-40B4-BE49-F238E27FC236}">
                <a16:creationId xmlns:a16="http://schemas.microsoft.com/office/drawing/2014/main" id="{A31DC9B2-08D5-45FD-BDC9-9EFA3A5267FC}"/>
              </a:ext>
            </a:extLst>
          </p:cNvPr>
          <p:cNvSpPr>
            <a:spLocks xmlns:a="http://schemas.openxmlformats.org/drawingml/2006/main" noGrp="1"/>
          </p:cNvSpPr>
          <p:nvPr>
            <p:ph type="body" idx="22"/>
          </p:nvPr>
        </p:nvSpPr>
        <p:spPr>
          <a:xfrm xmlns:a="http://schemas.openxmlformats.org/drawingml/2006/main">
            <a:off x="5941937" y="2908794"/>
            <a:ext cx="2850000" cy="9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lvl1pPr marL="457200" indent="-266700" algn="l">
              <a:lnSpc>
                <a:spcPct val="120000"/>
              </a:lnSpc>
              <a:spcBef>
                <a:spcPts val="0"/>
              </a:spcBef>
              <a:spcAft>
                <a:spcPts val="0"/>
              </a:spcAft>
              <a:buClr>
                <a:schemeClr val="dk1"/>
              </a:buClr>
              <a:buSzPts val="600"/>
              <a:buFont typeface="Helvetica Neue"/>
              <a:buChar char="●"/>
              <a:defRPr sz="600">
                <a:solidFill>
                  <a:schemeClr val="dk1"/>
                </a:solidFill>
              </a:defRPr>
            </a:lvl1pPr>
            <a:lvl2pPr marL="914400" indent="-273050" algn="l">
              <a:lnSpc>
                <a:spcPct val="100000"/>
              </a:lnSpc>
              <a:spcBef>
                <a:spcPts val="0"/>
              </a:spcBef>
              <a:spcAft>
                <a:spcPts val="0"/>
              </a:spcAft>
              <a:buClr>
                <a:srgbClr val="000000"/>
              </a:buClr>
              <a:buSzPts val="700"/>
              <a:buChar char="○"/>
              <a:defRPr sz="2100"/>
            </a:lvl2pPr>
            <a:lvl3pPr marL="1371600" indent="-273050" algn="l">
              <a:lnSpc>
                <a:spcPct val="100000"/>
              </a:lnSpc>
              <a:spcBef>
                <a:spcPts val="0"/>
              </a:spcBef>
              <a:spcAft>
                <a:spcPts val="0"/>
              </a:spcAft>
              <a:buClr>
                <a:srgbClr val="000000"/>
              </a:buClr>
              <a:buSzPts val="700"/>
              <a:buChar char="■"/>
              <a:defRPr sz="2100"/>
            </a:lvl3pPr>
            <a:lvl4pPr marL="1828800" indent="-273050" algn="l">
              <a:lnSpc>
                <a:spcPct val="100000"/>
              </a:lnSpc>
              <a:spcBef>
                <a:spcPts val="0"/>
              </a:spcBef>
              <a:spcAft>
                <a:spcPts val="0"/>
              </a:spcAft>
              <a:buClr>
                <a:srgbClr val="000000"/>
              </a:buClr>
              <a:buSzPts val="700"/>
              <a:buChar char="●"/>
              <a:defRPr sz="2100"/>
            </a:lvl4pPr>
            <a:lvl5pPr marL="2286000" indent="-273050" algn="l">
              <a:lnSpc>
                <a:spcPct val="100000"/>
              </a:lnSpc>
              <a:spcBef>
                <a:spcPts val="0"/>
              </a:spcBef>
              <a:spcAft>
                <a:spcPts val="0"/>
              </a:spcAft>
              <a:buClr>
                <a:srgbClr val="000000"/>
              </a:buClr>
              <a:buSzPts val="700"/>
              <a:buChar char="○"/>
              <a:defRPr sz="2100"/>
            </a:lvl5pPr>
            <a:lvl6pPr marL="2743200" indent="-273050" algn="l">
              <a:lnSpc>
                <a:spcPct val="100000"/>
              </a:lnSpc>
              <a:spcBef>
                <a:spcPts val="0"/>
              </a:spcBef>
              <a:spcAft>
                <a:spcPts val="0"/>
              </a:spcAft>
              <a:buClr>
                <a:srgbClr val="000000"/>
              </a:buClr>
              <a:buSzPts val="700"/>
              <a:buChar char="■"/>
              <a:defRPr sz="2100"/>
            </a:lvl6pPr>
            <a:lvl7pPr marL="3200400" indent="-273050" algn="l">
              <a:lnSpc>
                <a:spcPct val="100000"/>
              </a:lnSpc>
              <a:spcBef>
                <a:spcPts val="0"/>
              </a:spcBef>
              <a:spcAft>
                <a:spcPts val="0"/>
              </a:spcAft>
              <a:buClr>
                <a:srgbClr val="000000"/>
              </a:buClr>
              <a:buSzPts val="700"/>
              <a:buChar char="●"/>
              <a:defRPr sz="2100"/>
            </a:lvl7pPr>
            <a:lvl8pPr marL="3657600" indent="-273050" algn="l">
              <a:lnSpc>
                <a:spcPct val="100000"/>
              </a:lnSpc>
              <a:spcBef>
                <a:spcPts val="0"/>
              </a:spcBef>
              <a:spcAft>
                <a:spcPts val="0"/>
              </a:spcAft>
              <a:buClr>
                <a:srgbClr val="000000"/>
              </a:buClr>
              <a:buSzPts val="700"/>
              <a:buChar char="○"/>
              <a:defRPr sz="2100"/>
            </a:lvl8pPr>
            <a:lvl9pPr marL="4114800" indent="-273050" algn="l">
              <a:lnSpc>
                <a:spcPct val="100000"/>
              </a:lnSpc>
              <a:spcBef>
                <a:spcPts val="0"/>
              </a:spcBef>
              <a:spcAft>
                <a:spcPts val="0"/>
              </a:spcAft>
              <a:buClr>
                <a:srgbClr val="000000"/>
              </a:buClr>
              <a:buSzPts val="700"/>
              <a:buChar char="■"/>
              <a:defRPr sz="2100"/>
            </a:lvl9pPr>
          </a:lstStyle>
          <a:p xmlns:a="http://schemas.openxmlformats.org/drawingml/2006/main"/>
        </p:txBody>
      </p:sp>
      <p:pic>
        <p:nvPicPr>
          <p:cNvPr id="579" name="Google Shape;553;p67"/>
          <p:cNvPicPr>
            <a:picLocks xmlns:a="http://schemas.openxmlformats.org/drawingml/2006/main" noChangeAspect="1"/>
          </p:cNvPicPr>
          <p:nvPr/>
        </p:nvPicPr>
        <p:blipFill>
          <a:blip xmlns:r="http://schemas.openxmlformats.org/officeDocument/2006/relationships" xmlns:a="http://schemas.openxmlformats.org/drawingml/2006/main" r:embed="R51ae2b8fad8249a4">
            <a:alphaModFix/>
          </a:blip>
          <a:stretch xmlns:a="http://schemas.openxmlformats.org/drawingml/2006/main">
            <a:fillRect l="0" t="0" r="0" b="0"/>
          </a:stretch>
        </p:blipFill>
        <p:spPr>
          <a:xfrm xmlns:a="http://schemas.openxmlformats.org/drawingml/2006/main">
            <a:off x="228600" y="4836074"/>
            <a:ext cx="153925" cy="153925"/>
          </a:xfrm>
          <a:prstGeom xmlns:a="http://schemas.openxmlformats.org/drawingml/2006/main" prst="rect">
            <a:avLst/>
          </a:prstGeom>
          <a:ln xmlns:a="http://schemas.openxmlformats.org/drawingml/2006/main">
            <a:noFill/>
          </a:ln>
        </p:spPr>
      </p:pic>
    </p:spTree>
  </p:cSld>
</p:sldLayout>
</file>

<file path=ppt/slideLayouts/slideLayout67.xml><?xml version="1.0" encoding="utf-8"?>
<p:sldLayout xmlns:p="http://schemas.openxmlformats.org/presentationml/2006/main" matchingName="Appendix 4">
  <p:cSld name="Audience - Insights">
    <p:bg>
      <p:bgPr>
        <a:solidFill xmlns:a="http://schemas.openxmlformats.org/drawingml/2006/main">
          <a:schemeClr val="lt1"/>
        </a:solidFill>
      </p:bgPr>
    </p:bg>
    <p:spTree>
      <p:nvGrpSpPr>
        <p:cNvPr id="1" name=""/>
        <p:cNvGrpSpPr/>
        <p:nvPr/>
      </p:nvGrpSpPr>
      <p:grpSpPr>
        <a:xfrm xmlns:a="http://schemas.openxmlformats.org/drawingml/2006/main"/>
      </p:grpSpPr>
      <p:sp>
        <p:nvSpPr>
          <p:cNvPr id="555" name="Google Shape;555;p68">
            <a:extLst xmlns:a="http://schemas.openxmlformats.org/drawingml/2006/main">
              <a:ext uri="{FF2B5EF4-FFF2-40B4-BE49-F238E27FC236}">
                <a16:creationId xmlns:a16="http://schemas.microsoft.com/office/drawing/2014/main" id="{BA9DEB79-D50D-4E6F-9F9C-3E2EFBC1DE21}"/>
              </a:ext>
            </a:extLst>
          </p:cNvPr>
          <p:cNvSpPr>
            <a:spLocks xmlns:a="http://schemas.openxmlformats.org/drawingml/2006/main" noGrp="1"/>
          </p:cNvSpPr>
          <p:nvPr>
            <p:ph type="body" idx="1"/>
          </p:nvPr>
        </p:nvSpPr>
        <p:spPr>
          <a:xfrm xmlns:a="http://schemas.openxmlformats.org/drawingml/2006/main">
            <a:off x="201168" y="197640"/>
            <a:ext cx="4297650" cy="415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lvl1pPr marL="457200" indent="-317500" algn="l">
              <a:lnSpc>
                <a:spcPct val="100000"/>
              </a:lnSpc>
              <a:spcBef>
                <a:spcPts val="0"/>
              </a:spcBef>
              <a:spcAft>
                <a:spcPts val="0"/>
              </a:spcAft>
              <a:buClr>
                <a:schemeClr val="dk1"/>
              </a:buClr>
              <a:buSzPts val="1400"/>
              <a:buFont typeface="Helvetica Neue"/>
              <a:buChar char="●"/>
              <a:defRPr sz="1400">
                <a:solidFill>
                  <a:schemeClr val="dk1"/>
                </a:solidFill>
              </a:defRPr>
            </a:lvl1pPr>
            <a:lvl2pPr marL="914400" indent="-273050" algn="l">
              <a:lnSpc>
                <a:spcPct val="100000"/>
              </a:lnSpc>
              <a:spcBef>
                <a:spcPts val="0"/>
              </a:spcBef>
              <a:spcAft>
                <a:spcPts val="0"/>
              </a:spcAft>
              <a:buClr>
                <a:srgbClr val="000000"/>
              </a:buClr>
              <a:buSzPts val="700"/>
              <a:buChar char="○"/>
              <a:defRPr sz="2100"/>
            </a:lvl2pPr>
            <a:lvl3pPr marL="1371600" indent="-273050" algn="l">
              <a:lnSpc>
                <a:spcPct val="100000"/>
              </a:lnSpc>
              <a:spcBef>
                <a:spcPts val="0"/>
              </a:spcBef>
              <a:spcAft>
                <a:spcPts val="0"/>
              </a:spcAft>
              <a:buClr>
                <a:srgbClr val="000000"/>
              </a:buClr>
              <a:buSzPts val="700"/>
              <a:buChar char="■"/>
              <a:defRPr sz="2100"/>
            </a:lvl3pPr>
            <a:lvl4pPr marL="1828800" indent="-273050" algn="l">
              <a:lnSpc>
                <a:spcPct val="100000"/>
              </a:lnSpc>
              <a:spcBef>
                <a:spcPts val="0"/>
              </a:spcBef>
              <a:spcAft>
                <a:spcPts val="0"/>
              </a:spcAft>
              <a:buClr>
                <a:srgbClr val="000000"/>
              </a:buClr>
              <a:buSzPts val="700"/>
              <a:buChar char="●"/>
              <a:defRPr sz="2100"/>
            </a:lvl4pPr>
            <a:lvl5pPr marL="2286000" indent="-273050" algn="l">
              <a:lnSpc>
                <a:spcPct val="100000"/>
              </a:lnSpc>
              <a:spcBef>
                <a:spcPts val="0"/>
              </a:spcBef>
              <a:spcAft>
                <a:spcPts val="0"/>
              </a:spcAft>
              <a:buClr>
                <a:srgbClr val="000000"/>
              </a:buClr>
              <a:buSzPts val="700"/>
              <a:buChar char="○"/>
              <a:defRPr sz="2100"/>
            </a:lvl5pPr>
            <a:lvl6pPr marL="2743200" indent="-273050" algn="l">
              <a:lnSpc>
                <a:spcPct val="100000"/>
              </a:lnSpc>
              <a:spcBef>
                <a:spcPts val="0"/>
              </a:spcBef>
              <a:spcAft>
                <a:spcPts val="0"/>
              </a:spcAft>
              <a:buClr>
                <a:srgbClr val="000000"/>
              </a:buClr>
              <a:buSzPts val="700"/>
              <a:buChar char="■"/>
              <a:defRPr sz="2100"/>
            </a:lvl6pPr>
            <a:lvl7pPr marL="3200400" indent="-273050" algn="l">
              <a:lnSpc>
                <a:spcPct val="100000"/>
              </a:lnSpc>
              <a:spcBef>
                <a:spcPts val="0"/>
              </a:spcBef>
              <a:spcAft>
                <a:spcPts val="0"/>
              </a:spcAft>
              <a:buClr>
                <a:srgbClr val="000000"/>
              </a:buClr>
              <a:buSzPts val="700"/>
              <a:buChar char="●"/>
              <a:defRPr sz="2100"/>
            </a:lvl7pPr>
            <a:lvl8pPr marL="3657600" indent="-273050" algn="l">
              <a:lnSpc>
                <a:spcPct val="100000"/>
              </a:lnSpc>
              <a:spcBef>
                <a:spcPts val="0"/>
              </a:spcBef>
              <a:spcAft>
                <a:spcPts val="0"/>
              </a:spcAft>
              <a:buClr>
                <a:srgbClr val="000000"/>
              </a:buClr>
              <a:buSzPts val="700"/>
              <a:buChar char="○"/>
              <a:defRPr sz="2100"/>
            </a:lvl8pPr>
            <a:lvl9pPr marL="4114800" indent="-273050" algn="l">
              <a:lnSpc>
                <a:spcPct val="100000"/>
              </a:lnSpc>
              <a:spcBef>
                <a:spcPts val="0"/>
              </a:spcBef>
              <a:spcAft>
                <a:spcPts val="0"/>
              </a:spcAft>
              <a:buClr>
                <a:srgbClr val="000000"/>
              </a:buClr>
              <a:buSzPts val="700"/>
              <a:buChar char="■"/>
              <a:defRPr sz="2100"/>
            </a:lvl9pPr>
          </a:lstStyle>
          <a:p xmlns:a="http://schemas.openxmlformats.org/drawingml/2006/main"/>
        </p:txBody>
      </p:sp>
      <p:sp>
        <p:nvSpPr>
          <p:cNvPr id="556" name="Google Shape;556;p68">
            <a:extLst xmlns:a="http://schemas.openxmlformats.org/drawingml/2006/main">
              <a:ext uri="{FF2B5EF4-FFF2-40B4-BE49-F238E27FC236}">
                <a16:creationId xmlns:a16="http://schemas.microsoft.com/office/drawing/2014/main" id="{872C2704-19A2-49D3-82F4-BE219274BA1C}"/>
              </a:ext>
            </a:extLst>
          </p:cNvPr>
          <p:cNvSpPr>
            <a:spLocks xmlns:a="http://schemas.openxmlformats.org/drawingml/2006/main" noGrp="1"/>
          </p:cNvSpPr>
          <p:nvPr>
            <p:ph type="body" idx="2"/>
          </p:nvPr>
        </p:nvSpPr>
        <p:spPr>
          <a:xfrm xmlns:a="http://schemas.openxmlformats.org/drawingml/2006/main">
            <a:off x="201377" y="814608"/>
            <a:ext cx="4297500" cy="264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lvl1pPr marL="457200" indent="-279400" algn="l">
              <a:lnSpc>
                <a:spcPct val="120000"/>
              </a:lnSpc>
              <a:spcBef>
                <a:spcPts val="0"/>
              </a:spcBef>
              <a:spcAft>
                <a:spcPts val="0"/>
              </a:spcAft>
              <a:buClr>
                <a:srgbClr val="7F7F7F"/>
              </a:buClr>
              <a:buSzPts val="800"/>
              <a:buFont typeface="Helvetica Neue"/>
              <a:buChar char="●"/>
              <a:defRPr sz="800">
                <a:solidFill>
                  <a:srgbClr val="7F7F7F"/>
                </a:solidFill>
              </a:defRPr>
            </a:lvl1pPr>
            <a:lvl2pPr marL="914400" indent="-273050" algn="l">
              <a:lnSpc>
                <a:spcPct val="100000"/>
              </a:lnSpc>
              <a:spcBef>
                <a:spcPts val="0"/>
              </a:spcBef>
              <a:spcAft>
                <a:spcPts val="0"/>
              </a:spcAft>
              <a:buClr>
                <a:srgbClr val="000000"/>
              </a:buClr>
              <a:buSzPts val="700"/>
              <a:buChar char="○"/>
              <a:defRPr sz="2100"/>
            </a:lvl2pPr>
            <a:lvl3pPr marL="1371600" indent="-273050" algn="l">
              <a:lnSpc>
                <a:spcPct val="100000"/>
              </a:lnSpc>
              <a:spcBef>
                <a:spcPts val="0"/>
              </a:spcBef>
              <a:spcAft>
                <a:spcPts val="0"/>
              </a:spcAft>
              <a:buClr>
                <a:srgbClr val="000000"/>
              </a:buClr>
              <a:buSzPts val="700"/>
              <a:buChar char="■"/>
              <a:defRPr sz="2100"/>
            </a:lvl3pPr>
            <a:lvl4pPr marL="1828800" indent="-273050" algn="l">
              <a:lnSpc>
                <a:spcPct val="100000"/>
              </a:lnSpc>
              <a:spcBef>
                <a:spcPts val="0"/>
              </a:spcBef>
              <a:spcAft>
                <a:spcPts val="0"/>
              </a:spcAft>
              <a:buClr>
                <a:srgbClr val="000000"/>
              </a:buClr>
              <a:buSzPts val="700"/>
              <a:buChar char="●"/>
              <a:defRPr sz="2100"/>
            </a:lvl4pPr>
            <a:lvl5pPr marL="2286000" indent="-273050" algn="l">
              <a:lnSpc>
                <a:spcPct val="100000"/>
              </a:lnSpc>
              <a:spcBef>
                <a:spcPts val="0"/>
              </a:spcBef>
              <a:spcAft>
                <a:spcPts val="0"/>
              </a:spcAft>
              <a:buClr>
                <a:srgbClr val="000000"/>
              </a:buClr>
              <a:buSzPts val="700"/>
              <a:buChar char="○"/>
              <a:defRPr sz="2100"/>
            </a:lvl5pPr>
            <a:lvl6pPr marL="2743200" indent="-273050" algn="l">
              <a:lnSpc>
                <a:spcPct val="100000"/>
              </a:lnSpc>
              <a:spcBef>
                <a:spcPts val="0"/>
              </a:spcBef>
              <a:spcAft>
                <a:spcPts val="0"/>
              </a:spcAft>
              <a:buClr>
                <a:srgbClr val="000000"/>
              </a:buClr>
              <a:buSzPts val="700"/>
              <a:buChar char="■"/>
              <a:defRPr sz="2100"/>
            </a:lvl6pPr>
            <a:lvl7pPr marL="3200400" indent="-273050" algn="l">
              <a:lnSpc>
                <a:spcPct val="100000"/>
              </a:lnSpc>
              <a:spcBef>
                <a:spcPts val="0"/>
              </a:spcBef>
              <a:spcAft>
                <a:spcPts val="0"/>
              </a:spcAft>
              <a:buClr>
                <a:srgbClr val="000000"/>
              </a:buClr>
              <a:buSzPts val="700"/>
              <a:buChar char="●"/>
              <a:defRPr sz="2100"/>
            </a:lvl7pPr>
            <a:lvl8pPr marL="3657600" indent="-273050" algn="l">
              <a:lnSpc>
                <a:spcPct val="100000"/>
              </a:lnSpc>
              <a:spcBef>
                <a:spcPts val="0"/>
              </a:spcBef>
              <a:spcAft>
                <a:spcPts val="0"/>
              </a:spcAft>
              <a:buClr>
                <a:srgbClr val="000000"/>
              </a:buClr>
              <a:buSzPts val="700"/>
              <a:buChar char="○"/>
              <a:defRPr sz="2100"/>
            </a:lvl8pPr>
            <a:lvl9pPr marL="4114800" indent="-273050" algn="l">
              <a:lnSpc>
                <a:spcPct val="100000"/>
              </a:lnSpc>
              <a:spcBef>
                <a:spcPts val="0"/>
              </a:spcBef>
              <a:spcAft>
                <a:spcPts val="0"/>
              </a:spcAft>
              <a:buClr>
                <a:srgbClr val="000000"/>
              </a:buClr>
              <a:buSzPts val="700"/>
              <a:buChar char="■"/>
              <a:defRPr sz="2100"/>
            </a:lvl9pPr>
          </a:lstStyle>
          <a:p xmlns:a="http://schemas.openxmlformats.org/drawingml/2006/main"/>
        </p:txBody>
      </p:sp>
      <p:sp>
        <p:nvSpPr>
          <p:cNvPr id="557" name="Google Shape;557;p68">
            <a:extLst xmlns:a="http://schemas.openxmlformats.org/drawingml/2006/main">
              <a:ext uri="{FF2B5EF4-FFF2-40B4-BE49-F238E27FC236}">
                <a16:creationId xmlns:a16="http://schemas.microsoft.com/office/drawing/2014/main" id="{D5FF214C-F883-4505-8F2A-FACA63C0251B}"/>
              </a:ext>
            </a:extLst>
          </p:cNvPr>
          <p:cNvSpPr>
            <a:spLocks xmlns:a="http://schemas.openxmlformats.org/drawingml/2006/main" noGrp="1"/>
          </p:cNvSpPr>
          <p:nvPr>
            <p:ph type="body" idx="3"/>
          </p:nvPr>
        </p:nvSpPr>
        <p:spPr>
          <a:xfrm xmlns:a="http://schemas.openxmlformats.org/drawingml/2006/main">
            <a:off x="201377" y="4681580"/>
            <a:ext cx="4297500" cy="264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lvl1pPr marL="457200" indent="-279400" algn="l">
              <a:lnSpc>
                <a:spcPct val="120000"/>
              </a:lnSpc>
              <a:spcBef>
                <a:spcPts val="0"/>
              </a:spcBef>
              <a:spcAft>
                <a:spcPts val="0"/>
              </a:spcAft>
              <a:buClr>
                <a:srgbClr val="7F7F7F"/>
              </a:buClr>
              <a:buSzPts val="800"/>
              <a:buFont typeface="Helvetica Neue"/>
              <a:buChar char="●"/>
              <a:defRPr sz="800">
                <a:solidFill>
                  <a:srgbClr val="7F7F7F"/>
                </a:solidFill>
              </a:defRPr>
            </a:lvl1pPr>
            <a:lvl2pPr marL="914400" indent="-273050" algn="l">
              <a:lnSpc>
                <a:spcPct val="100000"/>
              </a:lnSpc>
              <a:spcBef>
                <a:spcPts val="0"/>
              </a:spcBef>
              <a:spcAft>
                <a:spcPts val="0"/>
              </a:spcAft>
              <a:buClr>
                <a:srgbClr val="000000"/>
              </a:buClr>
              <a:buSzPts val="700"/>
              <a:buChar char="○"/>
              <a:defRPr sz="2100"/>
            </a:lvl2pPr>
            <a:lvl3pPr marL="1371600" indent="-273050" algn="l">
              <a:lnSpc>
                <a:spcPct val="100000"/>
              </a:lnSpc>
              <a:spcBef>
                <a:spcPts val="0"/>
              </a:spcBef>
              <a:spcAft>
                <a:spcPts val="0"/>
              </a:spcAft>
              <a:buClr>
                <a:srgbClr val="000000"/>
              </a:buClr>
              <a:buSzPts val="700"/>
              <a:buChar char="■"/>
              <a:defRPr sz="2100"/>
            </a:lvl3pPr>
            <a:lvl4pPr marL="1828800" indent="-273050" algn="l">
              <a:lnSpc>
                <a:spcPct val="100000"/>
              </a:lnSpc>
              <a:spcBef>
                <a:spcPts val="0"/>
              </a:spcBef>
              <a:spcAft>
                <a:spcPts val="0"/>
              </a:spcAft>
              <a:buClr>
                <a:srgbClr val="000000"/>
              </a:buClr>
              <a:buSzPts val="700"/>
              <a:buChar char="●"/>
              <a:defRPr sz="2100"/>
            </a:lvl4pPr>
            <a:lvl5pPr marL="2286000" indent="-273050" algn="l">
              <a:lnSpc>
                <a:spcPct val="100000"/>
              </a:lnSpc>
              <a:spcBef>
                <a:spcPts val="0"/>
              </a:spcBef>
              <a:spcAft>
                <a:spcPts val="0"/>
              </a:spcAft>
              <a:buClr>
                <a:srgbClr val="000000"/>
              </a:buClr>
              <a:buSzPts val="700"/>
              <a:buChar char="○"/>
              <a:defRPr sz="2100"/>
            </a:lvl5pPr>
            <a:lvl6pPr marL="2743200" indent="-273050" algn="l">
              <a:lnSpc>
                <a:spcPct val="100000"/>
              </a:lnSpc>
              <a:spcBef>
                <a:spcPts val="0"/>
              </a:spcBef>
              <a:spcAft>
                <a:spcPts val="0"/>
              </a:spcAft>
              <a:buClr>
                <a:srgbClr val="000000"/>
              </a:buClr>
              <a:buSzPts val="700"/>
              <a:buChar char="■"/>
              <a:defRPr sz="2100"/>
            </a:lvl6pPr>
            <a:lvl7pPr marL="3200400" indent="-273050" algn="l">
              <a:lnSpc>
                <a:spcPct val="100000"/>
              </a:lnSpc>
              <a:spcBef>
                <a:spcPts val="0"/>
              </a:spcBef>
              <a:spcAft>
                <a:spcPts val="0"/>
              </a:spcAft>
              <a:buClr>
                <a:srgbClr val="000000"/>
              </a:buClr>
              <a:buSzPts val="700"/>
              <a:buChar char="●"/>
              <a:defRPr sz="2100"/>
            </a:lvl7pPr>
            <a:lvl8pPr marL="3657600" indent="-273050" algn="l">
              <a:lnSpc>
                <a:spcPct val="100000"/>
              </a:lnSpc>
              <a:spcBef>
                <a:spcPts val="0"/>
              </a:spcBef>
              <a:spcAft>
                <a:spcPts val="0"/>
              </a:spcAft>
              <a:buClr>
                <a:srgbClr val="000000"/>
              </a:buClr>
              <a:buSzPts val="700"/>
              <a:buChar char="○"/>
              <a:defRPr sz="2100"/>
            </a:lvl8pPr>
            <a:lvl9pPr marL="4114800" indent="-273050" algn="l">
              <a:lnSpc>
                <a:spcPct val="100000"/>
              </a:lnSpc>
              <a:spcBef>
                <a:spcPts val="0"/>
              </a:spcBef>
              <a:spcAft>
                <a:spcPts val="0"/>
              </a:spcAft>
              <a:buClr>
                <a:srgbClr val="000000"/>
              </a:buClr>
              <a:buSzPts val="700"/>
              <a:buChar char="■"/>
              <a:defRPr sz="2100"/>
            </a:lvl9pPr>
          </a:lstStyle>
          <a:p xmlns:a="http://schemas.openxmlformats.org/drawingml/2006/main"/>
        </p:txBody>
      </p:sp>
      <p:sp>
        <p:nvSpPr>
          <p:cNvPr id="558" name="Google Shape;558;p68">
            <a:extLst xmlns:a="http://schemas.openxmlformats.org/drawingml/2006/main">
              <a:ext uri="{FF2B5EF4-FFF2-40B4-BE49-F238E27FC236}">
                <a16:creationId xmlns:a16="http://schemas.microsoft.com/office/drawing/2014/main" id="{2057CAC2-1C33-499A-A5CB-B05F9D13A23D}"/>
              </a:ext>
            </a:extLst>
          </p:cNvPr>
          <p:cNvSpPr>
            <a:spLocks xmlns:a="http://schemas.openxmlformats.org/drawingml/2006/main" noGrp="1"/>
          </p:cNvSpPr>
          <p:nvPr>
            <p:ph type="body" idx="4"/>
          </p:nvPr>
        </p:nvSpPr>
        <p:spPr>
          <a:xfrm xmlns:a="http://schemas.openxmlformats.org/drawingml/2006/main">
            <a:off x="201168" y="4398393"/>
            <a:ext cx="4297500" cy="207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lvl1pPr marL="457200" indent="-317500" algn="l">
              <a:lnSpc>
                <a:spcPct val="100000"/>
              </a:lnSpc>
              <a:spcBef>
                <a:spcPts val="0"/>
              </a:spcBef>
              <a:spcAft>
                <a:spcPts val="0"/>
              </a:spcAft>
              <a:buClr>
                <a:schemeClr val="dk1"/>
              </a:buClr>
              <a:buSzPts val="1400"/>
              <a:buFont typeface="Helvetica Neue"/>
              <a:buChar char="●"/>
              <a:defRPr sz="1400">
                <a:solidFill>
                  <a:schemeClr val="dk1"/>
                </a:solidFill>
              </a:defRPr>
            </a:lvl1pPr>
            <a:lvl2pPr marL="914400" indent="-273050" algn="l">
              <a:lnSpc>
                <a:spcPct val="100000"/>
              </a:lnSpc>
              <a:spcBef>
                <a:spcPts val="0"/>
              </a:spcBef>
              <a:spcAft>
                <a:spcPts val="0"/>
              </a:spcAft>
              <a:buClr>
                <a:srgbClr val="000000"/>
              </a:buClr>
              <a:buSzPts val="700"/>
              <a:buChar char="○"/>
              <a:defRPr sz="2100"/>
            </a:lvl2pPr>
            <a:lvl3pPr marL="1371600" indent="-273050" algn="l">
              <a:lnSpc>
                <a:spcPct val="100000"/>
              </a:lnSpc>
              <a:spcBef>
                <a:spcPts val="0"/>
              </a:spcBef>
              <a:spcAft>
                <a:spcPts val="0"/>
              </a:spcAft>
              <a:buClr>
                <a:srgbClr val="000000"/>
              </a:buClr>
              <a:buSzPts val="700"/>
              <a:buChar char="■"/>
              <a:defRPr sz="2100"/>
            </a:lvl3pPr>
            <a:lvl4pPr marL="1828800" indent="-273050" algn="l">
              <a:lnSpc>
                <a:spcPct val="100000"/>
              </a:lnSpc>
              <a:spcBef>
                <a:spcPts val="0"/>
              </a:spcBef>
              <a:spcAft>
                <a:spcPts val="0"/>
              </a:spcAft>
              <a:buClr>
                <a:srgbClr val="000000"/>
              </a:buClr>
              <a:buSzPts val="700"/>
              <a:buChar char="●"/>
              <a:defRPr sz="2100"/>
            </a:lvl4pPr>
            <a:lvl5pPr marL="2286000" indent="-273050" algn="l">
              <a:lnSpc>
                <a:spcPct val="100000"/>
              </a:lnSpc>
              <a:spcBef>
                <a:spcPts val="0"/>
              </a:spcBef>
              <a:spcAft>
                <a:spcPts val="0"/>
              </a:spcAft>
              <a:buClr>
                <a:srgbClr val="000000"/>
              </a:buClr>
              <a:buSzPts val="700"/>
              <a:buChar char="○"/>
              <a:defRPr sz="2100"/>
            </a:lvl5pPr>
            <a:lvl6pPr marL="2743200" indent="-273050" algn="l">
              <a:lnSpc>
                <a:spcPct val="100000"/>
              </a:lnSpc>
              <a:spcBef>
                <a:spcPts val="0"/>
              </a:spcBef>
              <a:spcAft>
                <a:spcPts val="0"/>
              </a:spcAft>
              <a:buClr>
                <a:srgbClr val="000000"/>
              </a:buClr>
              <a:buSzPts val="700"/>
              <a:buChar char="■"/>
              <a:defRPr sz="2100"/>
            </a:lvl6pPr>
            <a:lvl7pPr marL="3200400" indent="-273050" algn="l">
              <a:lnSpc>
                <a:spcPct val="100000"/>
              </a:lnSpc>
              <a:spcBef>
                <a:spcPts val="0"/>
              </a:spcBef>
              <a:spcAft>
                <a:spcPts val="0"/>
              </a:spcAft>
              <a:buClr>
                <a:srgbClr val="000000"/>
              </a:buClr>
              <a:buSzPts val="700"/>
              <a:buChar char="●"/>
              <a:defRPr sz="2100"/>
            </a:lvl7pPr>
            <a:lvl8pPr marL="3657600" indent="-273050" algn="l">
              <a:lnSpc>
                <a:spcPct val="100000"/>
              </a:lnSpc>
              <a:spcBef>
                <a:spcPts val="0"/>
              </a:spcBef>
              <a:spcAft>
                <a:spcPts val="0"/>
              </a:spcAft>
              <a:buClr>
                <a:srgbClr val="000000"/>
              </a:buClr>
              <a:buSzPts val="700"/>
              <a:buChar char="○"/>
              <a:defRPr sz="2100"/>
            </a:lvl8pPr>
            <a:lvl9pPr marL="4114800" indent="-273050" algn="l">
              <a:lnSpc>
                <a:spcPct val="100000"/>
              </a:lnSpc>
              <a:spcBef>
                <a:spcPts val="0"/>
              </a:spcBef>
              <a:spcAft>
                <a:spcPts val="0"/>
              </a:spcAft>
              <a:buClr>
                <a:srgbClr val="000000"/>
              </a:buClr>
              <a:buSzPts val="700"/>
              <a:buChar char="■"/>
              <a:defRPr sz="2100"/>
            </a:lvl9pPr>
          </a:lstStyle>
          <a:p xmlns:a="http://schemas.openxmlformats.org/drawingml/2006/main"/>
        </p:txBody>
      </p:sp>
      <p:sp>
        <p:nvSpPr>
          <p:cNvPr id="559" name="Google Shape;559;p68">
            <a:extLst xmlns:a="http://schemas.openxmlformats.org/drawingml/2006/main">
              <a:ext uri="{FF2B5EF4-FFF2-40B4-BE49-F238E27FC236}">
                <a16:creationId xmlns:a16="http://schemas.microsoft.com/office/drawing/2014/main" id="{3F302C40-4EC8-45D6-9B8E-12EEDBEA6D1F}"/>
              </a:ext>
            </a:extLst>
          </p:cNvPr>
          <p:cNvSpPr>
            <a:spLocks xmlns:a="http://schemas.openxmlformats.org/drawingml/2006/main" noGrp="1"/>
          </p:cNvSpPr>
          <p:nvPr>
            <p:ph type="body" idx="5"/>
          </p:nvPr>
        </p:nvSpPr>
        <p:spPr>
          <a:xfrm xmlns:a="http://schemas.openxmlformats.org/drawingml/2006/main">
            <a:off x="201377" y="3900109"/>
            <a:ext cx="4297500" cy="264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lvl1pPr marL="457200" indent="-279400" algn="l">
              <a:lnSpc>
                <a:spcPct val="120000"/>
              </a:lnSpc>
              <a:spcBef>
                <a:spcPts val="0"/>
              </a:spcBef>
              <a:spcAft>
                <a:spcPts val="0"/>
              </a:spcAft>
              <a:buClr>
                <a:srgbClr val="7F7F7F"/>
              </a:buClr>
              <a:buSzPts val="800"/>
              <a:buFont typeface="Helvetica Neue"/>
              <a:buChar char="●"/>
              <a:defRPr sz="800">
                <a:solidFill>
                  <a:srgbClr val="7F7F7F"/>
                </a:solidFill>
              </a:defRPr>
            </a:lvl1pPr>
            <a:lvl2pPr marL="914400" indent="-273050" algn="l">
              <a:lnSpc>
                <a:spcPct val="100000"/>
              </a:lnSpc>
              <a:spcBef>
                <a:spcPts val="0"/>
              </a:spcBef>
              <a:spcAft>
                <a:spcPts val="0"/>
              </a:spcAft>
              <a:buClr>
                <a:srgbClr val="000000"/>
              </a:buClr>
              <a:buSzPts val="700"/>
              <a:buChar char="○"/>
              <a:defRPr sz="2100"/>
            </a:lvl2pPr>
            <a:lvl3pPr marL="1371600" indent="-273050" algn="l">
              <a:lnSpc>
                <a:spcPct val="100000"/>
              </a:lnSpc>
              <a:spcBef>
                <a:spcPts val="0"/>
              </a:spcBef>
              <a:spcAft>
                <a:spcPts val="0"/>
              </a:spcAft>
              <a:buClr>
                <a:srgbClr val="000000"/>
              </a:buClr>
              <a:buSzPts val="700"/>
              <a:buChar char="■"/>
              <a:defRPr sz="2100"/>
            </a:lvl3pPr>
            <a:lvl4pPr marL="1828800" indent="-273050" algn="l">
              <a:lnSpc>
                <a:spcPct val="100000"/>
              </a:lnSpc>
              <a:spcBef>
                <a:spcPts val="0"/>
              </a:spcBef>
              <a:spcAft>
                <a:spcPts val="0"/>
              </a:spcAft>
              <a:buClr>
                <a:srgbClr val="000000"/>
              </a:buClr>
              <a:buSzPts val="700"/>
              <a:buChar char="●"/>
              <a:defRPr sz="2100"/>
            </a:lvl4pPr>
            <a:lvl5pPr marL="2286000" indent="-273050" algn="l">
              <a:lnSpc>
                <a:spcPct val="100000"/>
              </a:lnSpc>
              <a:spcBef>
                <a:spcPts val="0"/>
              </a:spcBef>
              <a:spcAft>
                <a:spcPts val="0"/>
              </a:spcAft>
              <a:buClr>
                <a:srgbClr val="000000"/>
              </a:buClr>
              <a:buSzPts val="700"/>
              <a:buChar char="○"/>
              <a:defRPr sz="2100"/>
            </a:lvl5pPr>
            <a:lvl6pPr marL="2743200" indent="-273050" algn="l">
              <a:lnSpc>
                <a:spcPct val="100000"/>
              </a:lnSpc>
              <a:spcBef>
                <a:spcPts val="0"/>
              </a:spcBef>
              <a:spcAft>
                <a:spcPts val="0"/>
              </a:spcAft>
              <a:buClr>
                <a:srgbClr val="000000"/>
              </a:buClr>
              <a:buSzPts val="700"/>
              <a:buChar char="■"/>
              <a:defRPr sz="2100"/>
            </a:lvl6pPr>
            <a:lvl7pPr marL="3200400" indent="-273050" algn="l">
              <a:lnSpc>
                <a:spcPct val="100000"/>
              </a:lnSpc>
              <a:spcBef>
                <a:spcPts val="0"/>
              </a:spcBef>
              <a:spcAft>
                <a:spcPts val="0"/>
              </a:spcAft>
              <a:buClr>
                <a:srgbClr val="000000"/>
              </a:buClr>
              <a:buSzPts val="700"/>
              <a:buChar char="●"/>
              <a:defRPr sz="2100"/>
            </a:lvl7pPr>
            <a:lvl8pPr marL="3657600" indent="-273050" algn="l">
              <a:lnSpc>
                <a:spcPct val="100000"/>
              </a:lnSpc>
              <a:spcBef>
                <a:spcPts val="0"/>
              </a:spcBef>
              <a:spcAft>
                <a:spcPts val="0"/>
              </a:spcAft>
              <a:buClr>
                <a:srgbClr val="000000"/>
              </a:buClr>
              <a:buSzPts val="700"/>
              <a:buChar char="○"/>
              <a:defRPr sz="2100"/>
            </a:lvl8pPr>
            <a:lvl9pPr marL="4114800" indent="-273050" algn="l">
              <a:lnSpc>
                <a:spcPct val="100000"/>
              </a:lnSpc>
              <a:spcBef>
                <a:spcPts val="0"/>
              </a:spcBef>
              <a:spcAft>
                <a:spcPts val="0"/>
              </a:spcAft>
              <a:buClr>
                <a:srgbClr val="000000"/>
              </a:buClr>
              <a:buSzPts val="700"/>
              <a:buChar char="■"/>
              <a:defRPr sz="2100"/>
            </a:lvl9pPr>
          </a:lstStyle>
          <a:p xmlns:a="http://schemas.openxmlformats.org/drawingml/2006/main"/>
        </p:txBody>
      </p:sp>
      <p:sp>
        <p:nvSpPr>
          <p:cNvPr id="560" name="Google Shape;560;p68">
            <a:extLst xmlns:a="http://schemas.openxmlformats.org/drawingml/2006/main">
              <a:ext uri="{FF2B5EF4-FFF2-40B4-BE49-F238E27FC236}">
                <a16:creationId xmlns:a16="http://schemas.microsoft.com/office/drawing/2014/main" id="{ADFCE2BE-6C78-40A3-8F17-D1A2A01E9022}"/>
              </a:ext>
            </a:extLst>
          </p:cNvPr>
          <p:cNvSpPr>
            <a:spLocks xmlns:a="http://schemas.openxmlformats.org/drawingml/2006/main" noGrp="1"/>
          </p:cNvSpPr>
          <p:nvPr>
            <p:ph type="body" idx="6"/>
          </p:nvPr>
        </p:nvSpPr>
        <p:spPr>
          <a:xfrm xmlns:a="http://schemas.openxmlformats.org/drawingml/2006/main">
            <a:off x="201168" y="3616921"/>
            <a:ext cx="4297500" cy="207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lvl1pPr marL="457200" indent="-317500" algn="l">
              <a:lnSpc>
                <a:spcPct val="100000"/>
              </a:lnSpc>
              <a:spcBef>
                <a:spcPts val="0"/>
              </a:spcBef>
              <a:spcAft>
                <a:spcPts val="0"/>
              </a:spcAft>
              <a:buClr>
                <a:schemeClr val="dk1"/>
              </a:buClr>
              <a:buSzPts val="1400"/>
              <a:buFont typeface="Helvetica Neue"/>
              <a:buChar char="●"/>
              <a:defRPr sz="1400">
                <a:solidFill>
                  <a:schemeClr val="dk1"/>
                </a:solidFill>
              </a:defRPr>
            </a:lvl1pPr>
            <a:lvl2pPr marL="914400" indent="-273050" algn="l">
              <a:lnSpc>
                <a:spcPct val="100000"/>
              </a:lnSpc>
              <a:spcBef>
                <a:spcPts val="0"/>
              </a:spcBef>
              <a:spcAft>
                <a:spcPts val="0"/>
              </a:spcAft>
              <a:buClr>
                <a:srgbClr val="000000"/>
              </a:buClr>
              <a:buSzPts val="700"/>
              <a:buChar char="○"/>
              <a:defRPr sz="2100"/>
            </a:lvl2pPr>
            <a:lvl3pPr marL="1371600" indent="-273050" algn="l">
              <a:lnSpc>
                <a:spcPct val="100000"/>
              </a:lnSpc>
              <a:spcBef>
                <a:spcPts val="0"/>
              </a:spcBef>
              <a:spcAft>
                <a:spcPts val="0"/>
              </a:spcAft>
              <a:buClr>
                <a:srgbClr val="000000"/>
              </a:buClr>
              <a:buSzPts val="700"/>
              <a:buChar char="■"/>
              <a:defRPr sz="2100"/>
            </a:lvl3pPr>
            <a:lvl4pPr marL="1828800" indent="-273050" algn="l">
              <a:lnSpc>
                <a:spcPct val="100000"/>
              </a:lnSpc>
              <a:spcBef>
                <a:spcPts val="0"/>
              </a:spcBef>
              <a:spcAft>
                <a:spcPts val="0"/>
              </a:spcAft>
              <a:buClr>
                <a:srgbClr val="000000"/>
              </a:buClr>
              <a:buSzPts val="700"/>
              <a:buChar char="●"/>
              <a:defRPr sz="2100"/>
            </a:lvl4pPr>
            <a:lvl5pPr marL="2286000" indent="-273050" algn="l">
              <a:lnSpc>
                <a:spcPct val="100000"/>
              </a:lnSpc>
              <a:spcBef>
                <a:spcPts val="0"/>
              </a:spcBef>
              <a:spcAft>
                <a:spcPts val="0"/>
              </a:spcAft>
              <a:buClr>
                <a:srgbClr val="000000"/>
              </a:buClr>
              <a:buSzPts val="700"/>
              <a:buChar char="○"/>
              <a:defRPr sz="2100"/>
            </a:lvl5pPr>
            <a:lvl6pPr marL="2743200" indent="-273050" algn="l">
              <a:lnSpc>
                <a:spcPct val="100000"/>
              </a:lnSpc>
              <a:spcBef>
                <a:spcPts val="0"/>
              </a:spcBef>
              <a:spcAft>
                <a:spcPts val="0"/>
              </a:spcAft>
              <a:buClr>
                <a:srgbClr val="000000"/>
              </a:buClr>
              <a:buSzPts val="700"/>
              <a:buChar char="■"/>
              <a:defRPr sz="2100"/>
            </a:lvl6pPr>
            <a:lvl7pPr marL="3200400" indent="-273050" algn="l">
              <a:lnSpc>
                <a:spcPct val="100000"/>
              </a:lnSpc>
              <a:spcBef>
                <a:spcPts val="0"/>
              </a:spcBef>
              <a:spcAft>
                <a:spcPts val="0"/>
              </a:spcAft>
              <a:buClr>
                <a:srgbClr val="000000"/>
              </a:buClr>
              <a:buSzPts val="700"/>
              <a:buChar char="●"/>
              <a:defRPr sz="2100"/>
            </a:lvl7pPr>
            <a:lvl8pPr marL="3657600" indent="-273050" algn="l">
              <a:lnSpc>
                <a:spcPct val="100000"/>
              </a:lnSpc>
              <a:spcBef>
                <a:spcPts val="0"/>
              </a:spcBef>
              <a:spcAft>
                <a:spcPts val="0"/>
              </a:spcAft>
              <a:buClr>
                <a:srgbClr val="000000"/>
              </a:buClr>
              <a:buSzPts val="700"/>
              <a:buChar char="○"/>
              <a:defRPr sz="2100"/>
            </a:lvl8pPr>
            <a:lvl9pPr marL="4114800" indent="-273050" algn="l">
              <a:lnSpc>
                <a:spcPct val="100000"/>
              </a:lnSpc>
              <a:spcBef>
                <a:spcPts val="0"/>
              </a:spcBef>
              <a:spcAft>
                <a:spcPts val="0"/>
              </a:spcAft>
              <a:buClr>
                <a:srgbClr val="000000"/>
              </a:buClr>
              <a:buSzPts val="700"/>
              <a:buChar char="■"/>
              <a:defRPr sz="2100"/>
            </a:lvl9pPr>
          </a:lstStyle>
          <a:p xmlns:a="http://schemas.openxmlformats.org/drawingml/2006/main"/>
        </p:txBody>
      </p:sp>
      <p:sp>
        <p:nvSpPr>
          <p:cNvPr id="561" name="Google Shape;561;p68">
            <a:extLst xmlns:a="http://schemas.openxmlformats.org/drawingml/2006/main">
              <a:ext uri="{FF2B5EF4-FFF2-40B4-BE49-F238E27FC236}">
                <a16:creationId xmlns:a16="http://schemas.microsoft.com/office/drawing/2014/main" id="{7900B983-E7E8-441E-A611-39A51366FC86}"/>
              </a:ext>
            </a:extLst>
          </p:cNvPr>
          <p:cNvSpPr>
            <a:spLocks xmlns:a="http://schemas.openxmlformats.org/drawingml/2006/main" noGrp="1"/>
          </p:cNvSpPr>
          <p:nvPr/>
        </p:nvSpPr>
        <p:spPr>
          <a:xfrm xmlns:a="http://schemas.openxmlformats.org/drawingml/2006/main">
            <a:off x="4644950" y="228600"/>
            <a:ext cx="4270200" cy="4500000"/>
          </a:xfrm>
          <a:prstGeom xmlns:a="http://schemas.openxmlformats.org/drawingml/2006/main" prst="roundRect">
            <a:avLst>
              <a:gd name="adj" fmla="val 1931"/>
            </a:avLst>
          </a:prstGeom>
          <a:gradFill xmlns:a="http://schemas.openxmlformats.org/drawingml/2006/main">
            <a:gsLst>
              <a:gs pos="0">
                <a:schemeClr val="lt1">
                  <a:alpha val="4313"/>
                </a:schemeClr>
              </a:gs>
              <a:gs pos="50000">
                <a:schemeClr val="lt2">
                  <a:alpha val="4313"/>
                </a:schemeClr>
              </a:gs>
              <a:gs pos="100000">
                <a:schemeClr val="accent3">
                  <a:alpha val="4313"/>
                </a:schemeClr>
              </a:gs>
            </a:gsLst>
            <a:lin ang="5400012" scaled="0"/>
          </a:gradFill>
          <a:ln xmlns:a="http://schemas.openxmlformats.org/drawingml/2006/main">
            <a:noFill/>
          </a:ln>
        </p:spPr>
        <p:txBody>
          <a:bodyPr xmlns:a="http://schemas.openxmlformats.org/drawingml/2006/main" spcFirstLastPara="1" wrap="square" lIns="19050" tIns="19050" rIns="19050" bIns="1905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FFFFFF"/>
              </a:buClr>
              <a:buSzPts val="1800"/>
              <a:buFont typeface="Helvetica Neue"/>
              <a:buNone/>
            </a:pPr>
            <a:r>
              <a:t/>
            </a:r>
            <a:endParaRPr sz="1800" b="0" i="0" u="none" cap="none">
              <a:solidFill>
                <a:srgbClr val="000000"/>
              </a:solidFill>
              <a:latin typeface="Helvetica Neue"/>
              <a:ea typeface="Helvetica Neue"/>
              <a:cs typeface="Helvetica Neue"/>
            </a:endParaRPr>
          </a:p>
        </p:txBody>
      </p:sp>
      <p:sp>
        <p:nvSpPr>
          <p:cNvPr id="562" name="Google Shape;562;p68">
            <a:extLst xmlns:a="http://schemas.openxmlformats.org/drawingml/2006/main">
              <a:ext uri="{FF2B5EF4-FFF2-40B4-BE49-F238E27FC236}">
                <a16:creationId xmlns:a16="http://schemas.microsoft.com/office/drawing/2014/main" id="{017D8FB1-C2D6-4D6E-B8F8-48B044E344D2}"/>
              </a:ext>
            </a:extLst>
          </p:cNvPr>
          <p:cNvSpPr>
            <a:spLocks xmlns:a="http://schemas.openxmlformats.org/drawingml/2006/main" noGrp="1"/>
          </p:cNvSpPr>
          <p:nvPr>
            <p:ph type="body" idx="7"/>
          </p:nvPr>
        </p:nvSpPr>
        <p:spPr>
          <a:xfrm xmlns:a="http://schemas.openxmlformats.org/drawingml/2006/main">
            <a:off x="4840291" y="2052377"/>
            <a:ext cx="3907050" cy="1038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lvl1pPr marL="457200" indent="-374650" algn="ctr">
              <a:lnSpc>
                <a:spcPct val="100000"/>
              </a:lnSpc>
              <a:spcBef>
                <a:spcPts val="0"/>
              </a:spcBef>
              <a:spcAft>
                <a:spcPts val="0"/>
              </a:spcAft>
              <a:buClr>
                <a:schemeClr val="dk1"/>
              </a:buClr>
              <a:buSzPts val="2300"/>
              <a:buFont typeface="Libre Baskerville"/>
              <a:buChar char="●"/>
              <a:defRPr sz="2300">
                <a:solidFill>
                  <a:schemeClr val="dk1"/>
                </a:solidFill>
                <a:latin typeface="Libre Baskerville"/>
                <a:ea typeface="Libre Baskerville"/>
                <a:cs typeface="Libre Baskerville"/>
              </a:defRPr>
            </a:lvl1pPr>
            <a:lvl2pPr marL="914400" indent="-273050" algn="l">
              <a:lnSpc>
                <a:spcPct val="100000"/>
              </a:lnSpc>
              <a:spcBef>
                <a:spcPts val="0"/>
              </a:spcBef>
              <a:spcAft>
                <a:spcPts val="0"/>
              </a:spcAft>
              <a:buClr>
                <a:srgbClr val="000000"/>
              </a:buClr>
              <a:buSzPts val="700"/>
              <a:buFont typeface="Libre Baskerville"/>
              <a:buChar char="○"/>
              <a:defRPr sz="2100">
                <a:latin typeface="Libre Baskerville"/>
                <a:ea typeface="Libre Baskerville"/>
                <a:cs typeface="Libre Baskerville"/>
              </a:defRPr>
            </a:lvl2pPr>
            <a:lvl3pPr marL="1371600" indent="-273050" algn="l">
              <a:lnSpc>
                <a:spcPct val="100000"/>
              </a:lnSpc>
              <a:spcBef>
                <a:spcPts val="0"/>
              </a:spcBef>
              <a:spcAft>
                <a:spcPts val="0"/>
              </a:spcAft>
              <a:buClr>
                <a:srgbClr val="000000"/>
              </a:buClr>
              <a:buSzPts val="700"/>
              <a:buFont typeface="Libre Baskerville"/>
              <a:buChar char="■"/>
              <a:defRPr sz="2100">
                <a:latin typeface="Libre Baskerville"/>
                <a:ea typeface="Libre Baskerville"/>
                <a:cs typeface="Libre Baskerville"/>
              </a:defRPr>
            </a:lvl3pPr>
            <a:lvl4pPr marL="1828800" indent="-273050" algn="l">
              <a:lnSpc>
                <a:spcPct val="100000"/>
              </a:lnSpc>
              <a:spcBef>
                <a:spcPts val="0"/>
              </a:spcBef>
              <a:spcAft>
                <a:spcPts val="0"/>
              </a:spcAft>
              <a:buClr>
                <a:srgbClr val="000000"/>
              </a:buClr>
              <a:buSzPts val="700"/>
              <a:buFont typeface="Libre Baskerville"/>
              <a:buChar char="●"/>
              <a:defRPr sz="2100">
                <a:latin typeface="Libre Baskerville"/>
                <a:ea typeface="Libre Baskerville"/>
                <a:cs typeface="Libre Baskerville"/>
              </a:defRPr>
            </a:lvl4pPr>
            <a:lvl5pPr marL="2286000" indent="-273050" algn="l">
              <a:lnSpc>
                <a:spcPct val="100000"/>
              </a:lnSpc>
              <a:spcBef>
                <a:spcPts val="0"/>
              </a:spcBef>
              <a:spcAft>
                <a:spcPts val="0"/>
              </a:spcAft>
              <a:buClr>
                <a:srgbClr val="000000"/>
              </a:buClr>
              <a:buSzPts val="700"/>
              <a:buFont typeface="Libre Baskerville"/>
              <a:buChar char="○"/>
              <a:defRPr sz="2100">
                <a:latin typeface="Libre Baskerville"/>
                <a:ea typeface="Libre Baskerville"/>
                <a:cs typeface="Libre Baskerville"/>
              </a:defRPr>
            </a:lvl5pPr>
            <a:lvl6pPr marL="2743200" indent="-273050" algn="l">
              <a:lnSpc>
                <a:spcPct val="100000"/>
              </a:lnSpc>
              <a:spcBef>
                <a:spcPts val="0"/>
              </a:spcBef>
              <a:spcAft>
                <a:spcPts val="0"/>
              </a:spcAft>
              <a:buClr>
                <a:srgbClr val="000000"/>
              </a:buClr>
              <a:buSzPts val="700"/>
              <a:buFont typeface="Libre Baskerville"/>
              <a:buChar char="■"/>
              <a:defRPr sz="2100">
                <a:latin typeface="Libre Baskerville"/>
                <a:ea typeface="Libre Baskerville"/>
                <a:cs typeface="Libre Baskerville"/>
              </a:defRPr>
            </a:lvl6pPr>
            <a:lvl7pPr marL="3200400" indent="-273050" algn="l">
              <a:lnSpc>
                <a:spcPct val="100000"/>
              </a:lnSpc>
              <a:spcBef>
                <a:spcPts val="0"/>
              </a:spcBef>
              <a:spcAft>
                <a:spcPts val="0"/>
              </a:spcAft>
              <a:buClr>
                <a:srgbClr val="000000"/>
              </a:buClr>
              <a:buSzPts val="700"/>
              <a:buFont typeface="Libre Baskerville"/>
              <a:buChar char="●"/>
              <a:defRPr sz="2100">
                <a:latin typeface="Libre Baskerville"/>
                <a:ea typeface="Libre Baskerville"/>
                <a:cs typeface="Libre Baskerville"/>
              </a:defRPr>
            </a:lvl7pPr>
            <a:lvl8pPr marL="3657600" indent="-273050" algn="l">
              <a:lnSpc>
                <a:spcPct val="100000"/>
              </a:lnSpc>
              <a:spcBef>
                <a:spcPts val="0"/>
              </a:spcBef>
              <a:spcAft>
                <a:spcPts val="0"/>
              </a:spcAft>
              <a:buClr>
                <a:srgbClr val="000000"/>
              </a:buClr>
              <a:buSzPts val="700"/>
              <a:buFont typeface="Libre Baskerville"/>
              <a:buChar char="○"/>
              <a:defRPr sz="2100">
                <a:latin typeface="Libre Baskerville"/>
                <a:ea typeface="Libre Baskerville"/>
                <a:cs typeface="Libre Baskerville"/>
              </a:defRPr>
            </a:lvl8pPr>
            <a:lvl9pPr marL="4114800" indent="-273050" algn="l">
              <a:lnSpc>
                <a:spcPct val="100000"/>
              </a:lnSpc>
              <a:spcBef>
                <a:spcPts val="0"/>
              </a:spcBef>
              <a:spcAft>
                <a:spcPts val="0"/>
              </a:spcAft>
              <a:buClr>
                <a:srgbClr val="000000"/>
              </a:buClr>
              <a:buSzPts val="700"/>
              <a:buFont typeface="Libre Baskerville"/>
              <a:buChar char="■"/>
              <a:defRPr sz="2100">
                <a:latin typeface="Libre Baskerville"/>
                <a:ea typeface="Libre Baskerville"/>
                <a:cs typeface="Libre Baskerville"/>
              </a:defRPr>
            </a:lvl9pPr>
          </a:lstStyle>
          <a:p xmlns:a="http://schemas.openxmlformats.org/drawingml/2006/main"/>
        </p:txBody>
      </p:sp>
      <p:sp>
        <p:nvSpPr>
          <p:cNvPr id="563" name="Google Shape;563;p68">
            <a:extLst xmlns:a="http://schemas.openxmlformats.org/drawingml/2006/main">
              <a:ext uri="{FF2B5EF4-FFF2-40B4-BE49-F238E27FC236}">
                <a16:creationId xmlns:a16="http://schemas.microsoft.com/office/drawing/2014/main" id="{C0788922-0B1F-453F-B687-77501DFBBC77}"/>
              </a:ext>
            </a:extLst>
          </p:cNvPr>
          <p:cNvSpPr>
            <a:spLocks xmlns:a="http://schemas.openxmlformats.org/drawingml/2006/main" noGrp="1"/>
          </p:cNvSpPr>
          <p:nvPr>
            <p:ph type="body" idx="8"/>
          </p:nvPr>
        </p:nvSpPr>
        <p:spPr>
          <a:xfrm xmlns:a="http://schemas.openxmlformats.org/drawingml/2006/main">
            <a:off x="4840291" y="1781085"/>
            <a:ext cx="3906900" cy="12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lvl1pPr marL="457200" indent="-279400" algn="ctr">
              <a:lnSpc>
                <a:spcPct val="120000"/>
              </a:lnSpc>
              <a:spcBef>
                <a:spcPts val="0"/>
              </a:spcBef>
              <a:spcAft>
                <a:spcPts val="0"/>
              </a:spcAft>
              <a:buClr>
                <a:srgbClr val="7F7F7F"/>
              </a:buClr>
              <a:buSzPts val="800"/>
              <a:buFont typeface="Helvetica Neue"/>
              <a:buChar char="●"/>
              <a:defRPr sz="800">
                <a:solidFill>
                  <a:srgbClr val="7F7F7F"/>
                </a:solidFill>
              </a:defRPr>
            </a:lvl1pPr>
            <a:lvl2pPr marL="914400" indent="-273050" algn="l">
              <a:lnSpc>
                <a:spcPct val="100000"/>
              </a:lnSpc>
              <a:spcBef>
                <a:spcPts val="0"/>
              </a:spcBef>
              <a:spcAft>
                <a:spcPts val="0"/>
              </a:spcAft>
              <a:buClr>
                <a:srgbClr val="000000"/>
              </a:buClr>
              <a:buSzPts val="700"/>
              <a:buChar char="○"/>
              <a:defRPr sz="2100"/>
            </a:lvl2pPr>
            <a:lvl3pPr marL="1371600" indent="-273050" algn="l">
              <a:lnSpc>
                <a:spcPct val="100000"/>
              </a:lnSpc>
              <a:spcBef>
                <a:spcPts val="0"/>
              </a:spcBef>
              <a:spcAft>
                <a:spcPts val="0"/>
              </a:spcAft>
              <a:buClr>
                <a:srgbClr val="000000"/>
              </a:buClr>
              <a:buSzPts val="700"/>
              <a:buChar char="■"/>
              <a:defRPr sz="2100"/>
            </a:lvl3pPr>
            <a:lvl4pPr marL="1828800" indent="-273050" algn="l">
              <a:lnSpc>
                <a:spcPct val="100000"/>
              </a:lnSpc>
              <a:spcBef>
                <a:spcPts val="0"/>
              </a:spcBef>
              <a:spcAft>
                <a:spcPts val="0"/>
              </a:spcAft>
              <a:buClr>
                <a:srgbClr val="000000"/>
              </a:buClr>
              <a:buSzPts val="700"/>
              <a:buChar char="●"/>
              <a:defRPr sz="2100"/>
            </a:lvl4pPr>
            <a:lvl5pPr marL="2286000" indent="-273050" algn="l">
              <a:lnSpc>
                <a:spcPct val="100000"/>
              </a:lnSpc>
              <a:spcBef>
                <a:spcPts val="0"/>
              </a:spcBef>
              <a:spcAft>
                <a:spcPts val="0"/>
              </a:spcAft>
              <a:buClr>
                <a:srgbClr val="000000"/>
              </a:buClr>
              <a:buSzPts val="700"/>
              <a:buChar char="○"/>
              <a:defRPr sz="2100"/>
            </a:lvl5pPr>
            <a:lvl6pPr marL="2743200" indent="-273050" algn="l">
              <a:lnSpc>
                <a:spcPct val="100000"/>
              </a:lnSpc>
              <a:spcBef>
                <a:spcPts val="0"/>
              </a:spcBef>
              <a:spcAft>
                <a:spcPts val="0"/>
              </a:spcAft>
              <a:buClr>
                <a:srgbClr val="000000"/>
              </a:buClr>
              <a:buSzPts val="700"/>
              <a:buChar char="■"/>
              <a:defRPr sz="2100"/>
            </a:lvl6pPr>
            <a:lvl7pPr marL="3200400" indent="-273050" algn="l">
              <a:lnSpc>
                <a:spcPct val="100000"/>
              </a:lnSpc>
              <a:spcBef>
                <a:spcPts val="0"/>
              </a:spcBef>
              <a:spcAft>
                <a:spcPts val="0"/>
              </a:spcAft>
              <a:buClr>
                <a:srgbClr val="000000"/>
              </a:buClr>
              <a:buSzPts val="700"/>
              <a:buChar char="●"/>
              <a:defRPr sz="2100"/>
            </a:lvl7pPr>
            <a:lvl8pPr marL="3657600" indent="-273050" algn="l">
              <a:lnSpc>
                <a:spcPct val="100000"/>
              </a:lnSpc>
              <a:spcBef>
                <a:spcPts val="0"/>
              </a:spcBef>
              <a:spcAft>
                <a:spcPts val="0"/>
              </a:spcAft>
              <a:buClr>
                <a:srgbClr val="000000"/>
              </a:buClr>
              <a:buSzPts val="700"/>
              <a:buChar char="○"/>
              <a:defRPr sz="2100"/>
            </a:lvl8pPr>
            <a:lvl9pPr marL="4114800" indent="-273050" algn="l">
              <a:lnSpc>
                <a:spcPct val="100000"/>
              </a:lnSpc>
              <a:spcBef>
                <a:spcPts val="0"/>
              </a:spcBef>
              <a:spcAft>
                <a:spcPts val="0"/>
              </a:spcAft>
              <a:buClr>
                <a:srgbClr val="000000"/>
              </a:buClr>
              <a:buSzPts val="700"/>
              <a:buChar char="■"/>
              <a:defRPr sz="2100"/>
            </a:lvl9pPr>
          </a:lstStyle>
          <a:p xmlns:a="http://schemas.openxmlformats.org/drawingml/2006/main"/>
        </p:txBody>
      </p:sp>
      <p:pic>
        <p:nvPicPr>
          <p:cNvPr id="574" name="Google Shape;564;p68"/>
          <p:cNvPicPr>
            <a:picLocks xmlns:a="http://schemas.openxmlformats.org/drawingml/2006/main" noChangeAspect="1"/>
          </p:cNvPicPr>
          <p:nvPr/>
        </p:nvPicPr>
        <p:blipFill>
          <a:blip xmlns:r="http://schemas.openxmlformats.org/officeDocument/2006/relationships" xmlns:a="http://schemas.openxmlformats.org/drawingml/2006/main" r:embed="Ra5494d879aca4ad9">
            <a:alphaModFix/>
          </a:blip>
          <a:stretch xmlns:a="http://schemas.openxmlformats.org/drawingml/2006/main">
            <a:fillRect l="0" t="0" r="0" b="0"/>
          </a:stretch>
        </p:blipFill>
        <p:spPr>
          <a:xfrm xmlns:a="http://schemas.openxmlformats.org/drawingml/2006/main">
            <a:off x="228600" y="4836074"/>
            <a:ext cx="153925" cy="153925"/>
          </a:xfrm>
          <a:prstGeom xmlns:a="http://schemas.openxmlformats.org/drawingml/2006/main" prst="rect">
            <a:avLst/>
          </a:prstGeom>
          <a:ln xmlns:a="http://schemas.openxmlformats.org/drawingml/2006/main">
            <a:noFill/>
          </a:ln>
        </p:spPr>
      </p:pic>
    </p:spTree>
  </p:cSld>
</p:sldLayout>
</file>

<file path=ppt/slideLayouts/slideLayout68.xml><?xml version="1.0" encoding="utf-8"?>
<p:sldLayout xmlns:p="http://schemas.openxmlformats.org/presentationml/2006/main" matchingName="text left image right">
  <p:cSld name="SECTION_TITLE_AND_DESCRIPTION_1">
    <p:bg>
      <p:bgPr>
        <a:solidFill xmlns:a="http://schemas.openxmlformats.org/drawingml/2006/main">
          <a:schemeClr val="lt1"/>
        </a:solidFill>
      </p:bgPr>
    </p:bg>
    <p:spTree>
      <p:nvGrpSpPr>
        <p:cNvPr id="1" name=""/>
        <p:cNvGrpSpPr/>
        <p:nvPr/>
      </p:nvGrpSpPr>
      <p:grpSpPr>
        <a:xfrm xmlns:a="http://schemas.openxmlformats.org/drawingml/2006/main"/>
      </p:grpSpPr>
      <p:sp>
        <p:nvSpPr>
          <p:cNvPr id="566" name="Google Shape;566;p69">
            <a:extLst xmlns:a="http://schemas.openxmlformats.org/drawingml/2006/main">
              <a:ext uri="{FF2B5EF4-FFF2-40B4-BE49-F238E27FC236}">
                <a16:creationId xmlns:a16="http://schemas.microsoft.com/office/drawing/2014/main" id="{C9A44320-097C-4EB5-B02F-EA0F118289EB}"/>
              </a:ext>
            </a:extLst>
          </p:cNvPr>
          <p:cNvSpPr>
            <a:spLocks xmlns:a="http://schemas.openxmlformats.org/drawingml/2006/main" noGrp="1"/>
          </p:cNvSpPr>
          <p:nvPr>
            <p:ph type="title" idx="0"/>
          </p:nvPr>
        </p:nvSpPr>
        <p:spPr>
          <a:xfrm xmlns:a="http://schemas.openxmlformats.org/drawingml/2006/main">
            <a:off x="494100" y="1080775"/>
            <a:ext cx="3341100" cy="1482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b">
            <a:noAutofit/>
          </a:bodyPr>
          <a:lstStyle xmlns:a="http://schemas.openxmlformats.org/drawingml/2006/main">
            <a:lvl1pPr algn="l">
              <a:lnSpc>
                <a:spcPct val="85000"/>
              </a:lnSpc>
              <a:spcBef>
                <a:spcPts val="0"/>
              </a:spcBef>
              <a:spcAft>
                <a:spcPts val="0"/>
              </a:spcAft>
              <a:buSzPts val="3000"/>
              <a:buNone/>
              <a:defRPr/>
            </a:lvl1pPr>
            <a:lvl2pPr algn="ctr">
              <a:lnSpc>
                <a:spcPct val="100000"/>
              </a:lnSpc>
              <a:spcBef>
                <a:spcPts val="0"/>
              </a:spcBef>
              <a:spcAft>
                <a:spcPts val="0"/>
              </a:spcAft>
              <a:buSzPts val="4200"/>
              <a:buFont typeface="Inter SemiBold"/>
              <a:buNone/>
              <a:defRPr sz="4200">
                <a:latin typeface="Inter SemiBold"/>
                <a:ea typeface="Inter SemiBold"/>
                <a:cs typeface="Inter SemiBold"/>
              </a:defRPr>
            </a:lvl2pPr>
            <a:lvl3pPr algn="ctr">
              <a:lnSpc>
                <a:spcPct val="100000"/>
              </a:lnSpc>
              <a:spcBef>
                <a:spcPts val="0"/>
              </a:spcBef>
              <a:spcAft>
                <a:spcPts val="0"/>
              </a:spcAft>
              <a:buSzPts val="4200"/>
              <a:buFont typeface="Inter SemiBold"/>
              <a:buNone/>
              <a:defRPr sz="4200">
                <a:latin typeface="Inter SemiBold"/>
                <a:ea typeface="Inter SemiBold"/>
                <a:cs typeface="Inter SemiBold"/>
              </a:defRPr>
            </a:lvl3pPr>
            <a:lvl4pPr algn="ctr">
              <a:lnSpc>
                <a:spcPct val="100000"/>
              </a:lnSpc>
              <a:spcBef>
                <a:spcPts val="0"/>
              </a:spcBef>
              <a:spcAft>
                <a:spcPts val="0"/>
              </a:spcAft>
              <a:buSzPts val="4200"/>
              <a:buFont typeface="Inter SemiBold"/>
              <a:buNone/>
              <a:defRPr sz="4200">
                <a:latin typeface="Inter SemiBold"/>
                <a:ea typeface="Inter SemiBold"/>
                <a:cs typeface="Inter SemiBold"/>
              </a:defRPr>
            </a:lvl4pPr>
            <a:lvl5pPr algn="ctr">
              <a:lnSpc>
                <a:spcPct val="100000"/>
              </a:lnSpc>
              <a:spcBef>
                <a:spcPts val="0"/>
              </a:spcBef>
              <a:spcAft>
                <a:spcPts val="0"/>
              </a:spcAft>
              <a:buSzPts val="4200"/>
              <a:buFont typeface="Inter SemiBold"/>
              <a:buNone/>
              <a:defRPr sz="4200">
                <a:latin typeface="Inter SemiBold"/>
                <a:ea typeface="Inter SemiBold"/>
                <a:cs typeface="Inter SemiBold"/>
              </a:defRPr>
            </a:lvl5pPr>
            <a:lvl6pPr algn="ctr">
              <a:lnSpc>
                <a:spcPct val="100000"/>
              </a:lnSpc>
              <a:spcBef>
                <a:spcPts val="0"/>
              </a:spcBef>
              <a:spcAft>
                <a:spcPts val="0"/>
              </a:spcAft>
              <a:buSzPts val="4200"/>
              <a:buFont typeface="Inter SemiBold"/>
              <a:buNone/>
              <a:defRPr sz="4200">
                <a:latin typeface="Inter SemiBold"/>
                <a:ea typeface="Inter SemiBold"/>
                <a:cs typeface="Inter SemiBold"/>
              </a:defRPr>
            </a:lvl6pPr>
            <a:lvl7pPr algn="ctr">
              <a:lnSpc>
                <a:spcPct val="100000"/>
              </a:lnSpc>
              <a:spcBef>
                <a:spcPts val="0"/>
              </a:spcBef>
              <a:spcAft>
                <a:spcPts val="0"/>
              </a:spcAft>
              <a:buSzPts val="4200"/>
              <a:buFont typeface="Inter SemiBold"/>
              <a:buNone/>
              <a:defRPr sz="4200">
                <a:latin typeface="Inter SemiBold"/>
                <a:ea typeface="Inter SemiBold"/>
                <a:cs typeface="Inter SemiBold"/>
              </a:defRPr>
            </a:lvl7pPr>
            <a:lvl8pPr algn="ctr">
              <a:lnSpc>
                <a:spcPct val="100000"/>
              </a:lnSpc>
              <a:spcBef>
                <a:spcPts val="0"/>
              </a:spcBef>
              <a:spcAft>
                <a:spcPts val="0"/>
              </a:spcAft>
              <a:buSzPts val="4200"/>
              <a:buFont typeface="Inter SemiBold"/>
              <a:buNone/>
              <a:defRPr sz="4200">
                <a:latin typeface="Inter SemiBold"/>
                <a:ea typeface="Inter SemiBold"/>
                <a:cs typeface="Inter SemiBold"/>
              </a:defRPr>
            </a:lvl8pPr>
            <a:lvl9pPr algn="ctr">
              <a:lnSpc>
                <a:spcPct val="100000"/>
              </a:lnSpc>
              <a:spcBef>
                <a:spcPts val="0"/>
              </a:spcBef>
              <a:spcAft>
                <a:spcPts val="0"/>
              </a:spcAft>
              <a:buSzPts val="4200"/>
              <a:buFont typeface="Inter SemiBold"/>
              <a:buNone/>
              <a:defRPr sz="4200">
                <a:latin typeface="Inter SemiBold"/>
                <a:ea typeface="Inter SemiBold"/>
                <a:cs typeface="Inter SemiBold"/>
              </a:defRPr>
            </a:lvl9pPr>
          </a:lstStyle>
          <a:p xmlns:a="http://schemas.openxmlformats.org/drawingml/2006/main"/>
        </p:txBody>
      </p:sp>
      <p:sp>
        <p:nvSpPr>
          <p:cNvPr id="567" name="Google Shape;567;p69">
            <a:extLst xmlns:a="http://schemas.openxmlformats.org/drawingml/2006/main">
              <a:ext uri="{FF2B5EF4-FFF2-40B4-BE49-F238E27FC236}">
                <a16:creationId xmlns:a16="http://schemas.microsoft.com/office/drawing/2014/main" id="{12D8F164-F9BE-4D9B-8BBE-8523BA88F77B}"/>
              </a:ext>
            </a:extLst>
          </p:cNvPr>
          <p:cNvSpPr>
            <a:spLocks xmlns:a="http://schemas.openxmlformats.org/drawingml/2006/main" noGrp="1"/>
          </p:cNvSpPr>
          <p:nvPr>
            <p:ph type="subTitle" idx="1"/>
          </p:nvPr>
        </p:nvSpPr>
        <p:spPr>
          <a:xfrm xmlns:a="http://schemas.openxmlformats.org/drawingml/2006/main">
            <a:off x="494100" y="2803075"/>
            <a:ext cx="3341100" cy="123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algn="l">
              <a:lnSpc>
                <a:spcPct val="120000"/>
              </a:lnSpc>
              <a:spcBef>
                <a:spcPts val="0"/>
              </a:spcBef>
              <a:spcAft>
                <a:spcPts val="0"/>
              </a:spcAft>
              <a:buClr>
                <a:schemeClr val="accent2"/>
              </a:buClr>
              <a:buSzPts val="1600"/>
              <a:buNone/>
              <a:defRPr/>
            </a:lvl1pPr>
            <a:lvl2pPr algn="ctr">
              <a:lnSpc>
                <a:spcPct val="100000"/>
              </a:lnSpc>
              <a:spcBef>
                <a:spcPts val="0"/>
              </a:spcBef>
              <a:spcAft>
                <a:spcPts val="0"/>
              </a:spcAft>
              <a:buSzPts val="2100"/>
              <a:buNone/>
              <a:defRPr sz="2100"/>
            </a:lvl2pPr>
            <a:lvl3pPr algn="ctr">
              <a:lnSpc>
                <a:spcPct val="100000"/>
              </a:lnSpc>
              <a:spcBef>
                <a:spcPts val="0"/>
              </a:spcBef>
              <a:spcAft>
                <a:spcPts val="0"/>
              </a:spcAft>
              <a:buSzPts val="2100"/>
              <a:buNone/>
              <a:defRPr sz="2100"/>
            </a:lvl3pPr>
            <a:lvl4pPr algn="ctr">
              <a:lnSpc>
                <a:spcPct val="100000"/>
              </a:lnSpc>
              <a:spcBef>
                <a:spcPts val="0"/>
              </a:spcBef>
              <a:spcAft>
                <a:spcPts val="0"/>
              </a:spcAft>
              <a:buSzPts val="2100"/>
              <a:buNone/>
              <a:defRPr sz="2100"/>
            </a:lvl4pPr>
            <a:lvl5pPr algn="ctr">
              <a:lnSpc>
                <a:spcPct val="100000"/>
              </a:lnSpc>
              <a:spcBef>
                <a:spcPts val="0"/>
              </a:spcBef>
              <a:spcAft>
                <a:spcPts val="0"/>
              </a:spcAft>
              <a:buSzPts val="2100"/>
              <a:buNone/>
              <a:defRPr sz="2100"/>
            </a:lvl5pPr>
            <a:lvl6pPr algn="ctr">
              <a:lnSpc>
                <a:spcPct val="100000"/>
              </a:lnSpc>
              <a:spcBef>
                <a:spcPts val="0"/>
              </a:spcBef>
              <a:spcAft>
                <a:spcPts val="0"/>
              </a:spcAft>
              <a:buSzPts val="2100"/>
              <a:buNone/>
              <a:defRPr sz="2100"/>
            </a:lvl6pPr>
            <a:lvl7pPr algn="ctr">
              <a:lnSpc>
                <a:spcPct val="100000"/>
              </a:lnSpc>
              <a:spcBef>
                <a:spcPts val="0"/>
              </a:spcBef>
              <a:spcAft>
                <a:spcPts val="0"/>
              </a:spcAft>
              <a:buSzPts val="2100"/>
              <a:buNone/>
              <a:defRPr sz="2100"/>
            </a:lvl7pPr>
            <a:lvl8pPr algn="ctr">
              <a:lnSpc>
                <a:spcPct val="100000"/>
              </a:lnSpc>
              <a:spcBef>
                <a:spcPts val="0"/>
              </a:spcBef>
              <a:spcAft>
                <a:spcPts val="0"/>
              </a:spcAft>
              <a:buSzPts val="2100"/>
              <a:buNone/>
              <a:defRPr sz="2100"/>
            </a:lvl8pPr>
            <a:lvl9pPr algn="ctr">
              <a:lnSpc>
                <a:spcPct val="100000"/>
              </a:lnSpc>
              <a:spcBef>
                <a:spcPts val="0"/>
              </a:spcBef>
              <a:spcAft>
                <a:spcPts val="0"/>
              </a:spcAft>
              <a:buSzPts val="2100"/>
              <a:buNone/>
              <a:defRPr sz="2100"/>
            </a:lvl9pPr>
          </a:lstStyle>
          <a:p xmlns:a="http://schemas.openxmlformats.org/drawingml/2006/main"/>
        </p:txBody>
      </p:sp>
      <p:sp>
        <p:nvSpPr>
          <p:cNvPr id="568" name="Google Shape;568;p69">
            <a:extLst xmlns:a="http://schemas.openxmlformats.org/drawingml/2006/main">
              <a:ext uri="{FF2B5EF4-FFF2-40B4-BE49-F238E27FC236}">
                <a16:creationId xmlns:a16="http://schemas.microsoft.com/office/drawing/2014/main" id="{BDD980F2-71A3-4E70-BB78-D3897F032959}"/>
              </a:ext>
            </a:extLst>
          </p:cNvPr>
          <p:cNvSpPr>
            <a:spLocks xmlns:a="http://schemas.openxmlformats.org/drawingml/2006/main" noGrp="1"/>
          </p:cNvSpPr>
          <p:nvPr/>
        </p:nvSpPr>
        <p:spPr>
          <a:xfrm xmlns:a="http://schemas.openxmlformats.org/drawingml/2006/main">
            <a:off x="4111350" y="228600"/>
            <a:ext cx="4804200" cy="4690800"/>
          </a:xfrm>
          <a:prstGeom xmlns:a="http://schemas.openxmlformats.org/drawingml/2006/main" prst="roundRect">
            <a:avLst>
              <a:gd name="adj" fmla="val 2494"/>
            </a:avLst>
          </a:prstGeom>
          <a:solidFill xmlns:a="http://schemas.openxmlformats.org/drawingml/2006/main">
            <a:schemeClr val="dk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cap="none">
              <a:solidFill>
                <a:schemeClr val="dk2"/>
              </a:solidFill>
              <a:latin typeface="Arial"/>
              <a:ea typeface="Arial"/>
              <a:cs typeface="Arial"/>
            </a:endParaRPr>
          </a:p>
        </p:txBody>
      </p:sp>
      <p:pic>
        <p:nvPicPr>
          <p:cNvPr id="573" name="Google Shape;569;p69"/>
          <p:cNvPicPr>
            <a:picLocks xmlns:a="http://schemas.openxmlformats.org/drawingml/2006/main" noChangeAspect="1"/>
          </p:cNvPicPr>
          <p:nvPr/>
        </p:nvPicPr>
        <p:blipFill>
          <a:blip xmlns:r="http://schemas.openxmlformats.org/officeDocument/2006/relationships" xmlns:a="http://schemas.openxmlformats.org/drawingml/2006/main" r:embed="R1082571422914b10">
            <a:alphaModFix/>
          </a:blip>
          <a:stretch xmlns:a="http://schemas.openxmlformats.org/drawingml/2006/main">
            <a:fillRect l="0" t="0" r="0" b="0"/>
          </a:stretch>
        </p:blipFill>
        <p:spPr>
          <a:xfrm xmlns:a="http://schemas.openxmlformats.org/drawingml/2006/main">
            <a:off x="228600" y="4836074"/>
            <a:ext cx="153925" cy="153925"/>
          </a:xfrm>
          <a:prstGeom xmlns:a="http://schemas.openxmlformats.org/drawingml/2006/main" prst="rect">
            <a:avLst/>
          </a:prstGeom>
          <a:ln xmlns:a="http://schemas.openxmlformats.org/drawingml/2006/main">
            <a:noFill/>
          </a:ln>
        </p:spPr>
      </p:pic>
    </p:spTree>
  </p:cSld>
</p:sldLayout>
</file>

<file path=ppt/slideLayouts/slideLayout69.xml><?xml version="1.0" encoding="utf-8"?>
<p:sldLayout xmlns:p="http://schemas.openxmlformats.org/presentationml/2006/main" matchingName="text left image right 1">
  <p:cSld name="SECTION_TITLE_AND_DESCRIPTION_1_2">
    <p:bg>
      <p:bgPr>
        <a:solidFill xmlns:a="http://schemas.openxmlformats.org/drawingml/2006/main">
          <a:schemeClr val="lt1"/>
        </a:solidFill>
      </p:bgPr>
    </p:bg>
    <p:spTree>
      <p:nvGrpSpPr>
        <p:cNvPr id="1" name=""/>
        <p:cNvGrpSpPr/>
        <p:nvPr/>
      </p:nvGrpSpPr>
      <p:grpSpPr>
        <a:xfrm xmlns:a="http://schemas.openxmlformats.org/drawingml/2006/main"/>
      </p:grpSpPr>
      <p:sp>
        <p:nvSpPr>
          <p:cNvPr id="571" name="Google Shape;571;p70">
            <a:extLst xmlns:a="http://schemas.openxmlformats.org/drawingml/2006/main">
              <a:ext uri="{FF2B5EF4-FFF2-40B4-BE49-F238E27FC236}">
                <a16:creationId xmlns:a16="http://schemas.microsoft.com/office/drawing/2014/main" id="{45CAE8BC-92CD-47FD-A827-79E31EE68B84}"/>
              </a:ext>
            </a:extLst>
          </p:cNvPr>
          <p:cNvSpPr>
            <a:spLocks xmlns:a="http://schemas.openxmlformats.org/drawingml/2006/main" noGrp="1"/>
          </p:cNvSpPr>
          <p:nvPr>
            <p:ph type="title" idx="0"/>
          </p:nvPr>
        </p:nvSpPr>
        <p:spPr>
          <a:xfrm xmlns:a="http://schemas.openxmlformats.org/drawingml/2006/main">
            <a:off x="494100" y="1080775"/>
            <a:ext cx="3341100" cy="1482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b">
            <a:noAutofit/>
          </a:bodyPr>
          <a:lstStyle xmlns:a="http://schemas.openxmlformats.org/drawingml/2006/main">
            <a:lvl1pPr algn="l">
              <a:lnSpc>
                <a:spcPct val="85000"/>
              </a:lnSpc>
              <a:spcBef>
                <a:spcPts val="0"/>
              </a:spcBef>
              <a:spcAft>
                <a:spcPts val="0"/>
              </a:spcAft>
              <a:buSzPts val="3000"/>
              <a:buNone/>
              <a:defRPr/>
            </a:lvl1pPr>
            <a:lvl2pPr algn="ctr">
              <a:lnSpc>
                <a:spcPct val="100000"/>
              </a:lnSpc>
              <a:spcBef>
                <a:spcPts val="0"/>
              </a:spcBef>
              <a:spcAft>
                <a:spcPts val="0"/>
              </a:spcAft>
              <a:buSzPts val="4200"/>
              <a:buFont typeface="Inter SemiBold"/>
              <a:buNone/>
              <a:defRPr sz="4200">
                <a:latin typeface="Inter SemiBold"/>
                <a:ea typeface="Inter SemiBold"/>
                <a:cs typeface="Inter SemiBold"/>
              </a:defRPr>
            </a:lvl2pPr>
            <a:lvl3pPr algn="ctr">
              <a:lnSpc>
                <a:spcPct val="100000"/>
              </a:lnSpc>
              <a:spcBef>
                <a:spcPts val="0"/>
              </a:spcBef>
              <a:spcAft>
                <a:spcPts val="0"/>
              </a:spcAft>
              <a:buSzPts val="4200"/>
              <a:buFont typeface="Inter SemiBold"/>
              <a:buNone/>
              <a:defRPr sz="4200">
                <a:latin typeface="Inter SemiBold"/>
                <a:ea typeface="Inter SemiBold"/>
                <a:cs typeface="Inter SemiBold"/>
              </a:defRPr>
            </a:lvl3pPr>
            <a:lvl4pPr algn="ctr">
              <a:lnSpc>
                <a:spcPct val="100000"/>
              </a:lnSpc>
              <a:spcBef>
                <a:spcPts val="0"/>
              </a:spcBef>
              <a:spcAft>
                <a:spcPts val="0"/>
              </a:spcAft>
              <a:buSzPts val="4200"/>
              <a:buFont typeface="Inter SemiBold"/>
              <a:buNone/>
              <a:defRPr sz="4200">
                <a:latin typeface="Inter SemiBold"/>
                <a:ea typeface="Inter SemiBold"/>
                <a:cs typeface="Inter SemiBold"/>
              </a:defRPr>
            </a:lvl4pPr>
            <a:lvl5pPr algn="ctr">
              <a:lnSpc>
                <a:spcPct val="100000"/>
              </a:lnSpc>
              <a:spcBef>
                <a:spcPts val="0"/>
              </a:spcBef>
              <a:spcAft>
                <a:spcPts val="0"/>
              </a:spcAft>
              <a:buSzPts val="4200"/>
              <a:buFont typeface="Inter SemiBold"/>
              <a:buNone/>
              <a:defRPr sz="4200">
                <a:latin typeface="Inter SemiBold"/>
                <a:ea typeface="Inter SemiBold"/>
                <a:cs typeface="Inter SemiBold"/>
              </a:defRPr>
            </a:lvl5pPr>
            <a:lvl6pPr algn="ctr">
              <a:lnSpc>
                <a:spcPct val="100000"/>
              </a:lnSpc>
              <a:spcBef>
                <a:spcPts val="0"/>
              </a:spcBef>
              <a:spcAft>
                <a:spcPts val="0"/>
              </a:spcAft>
              <a:buSzPts val="4200"/>
              <a:buFont typeface="Inter SemiBold"/>
              <a:buNone/>
              <a:defRPr sz="4200">
                <a:latin typeface="Inter SemiBold"/>
                <a:ea typeface="Inter SemiBold"/>
                <a:cs typeface="Inter SemiBold"/>
              </a:defRPr>
            </a:lvl6pPr>
            <a:lvl7pPr algn="ctr">
              <a:lnSpc>
                <a:spcPct val="100000"/>
              </a:lnSpc>
              <a:spcBef>
                <a:spcPts val="0"/>
              </a:spcBef>
              <a:spcAft>
                <a:spcPts val="0"/>
              </a:spcAft>
              <a:buSzPts val="4200"/>
              <a:buFont typeface="Inter SemiBold"/>
              <a:buNone/>
              <a:defRPr sz="4200">
                <a:latin typeface="Inter SemiBold"/>
                <a:ea typeface="Inter SemiBold"/>
                <a:cs typeface="Inter SemiBold"/>
              </a:defRPr>
            </a:lvl7pPr>
            <a:lvl8pPr algn="ctr">
              <a:lnSpc>
                <a:spcPct val="100000"/>
              </a:lnSpc>
              <a:spcBef>
                <a:spcPts val="0"/>
              </a:spcBef>
              <a:spcAft>
                <a:spcPts val="0"/>
              </a:spcAft>
              <a:buSzPts val="4200"/>
              <a:buFont typeface="Inter SemiBold"/>
              <a:buNone/>
              <a:defRPr sz="4200">
                <a:latin typeface="Inter SemiBold"/>
                <a:ea typeface="Inter SemiBold"/>
                <a:cs typeface="Inter SemiBold"/>
              </a:defRPr>
            </a:lvl8pPr>
            <a:lvl9pPr algn="ctr">
              <a:lnSpc>
                <a:spcPct val="100000"/>
              </a:lnSpc>
              <a:spcBef>
                <a:spcPts val="0"/>
              </a:spcBef>
              <a:spcAft>
                <a:spcPts val="0"/>
              </a:spcAft>
              <a:buSzPts val="4200"/>
              <a:buFont typeface="Inter SemiBold"/>
              <a:buNone/>
              <a:defRPr sz="4200">
                <a:latin typeface="Inter SemiBold"/>
                <a:ea typeface="Inter SemiBold"/>
                <a:cs typeface="Inter SemiBold"/>
              </a:defRPr>
            </a:lvl9pPr>
          </a:lstStyle>
          <a:p xmlns:a="http://schemas.openxmlformats.org/drawingml/2006/main"/>
        </p:txBody>
      </p:sp>
      <p:sp>
        <p:nvSpPr>
          <p:cNvPr id="572" name="Google Shape;572;p70">
            <a:extLst xmlns:a="http://schemas.openxmlformats.org/drawingml/2006/main">
              <a:ext uri="{FF2B5EF4-FFF2-40B4-BE49-F238E27FC236}">
                <a16:creationId xmlns:a16="http://schemas.microsoft.com/office/drawing/2014/main" id="{4CEC625E-E1C2-49BA-84FF-5819EE8FBA5D}"/>
              </a:ext>
            </a:extLst>
          </p:cNvPr>
          <p:cNvSpPr>
            <a:spLocks xmlns:a="http://schemas.openxmlformats.org/drawingml/2006/main" noGrp="1"/>
          </p:cNvSpPr>
          <p:nvPr>
            <p:ph type="subTitle" idx="1"/>
          </p:nvPr>
        </p:nvSpPr>
        <p:spPr>
          <a:xfrm xmlns:a="http://schemas.openxmlformats.org/drawingml/2006/main">
            <a:off x="494100" y="2803075"/>
            <a:ext cx="3341100" cy="123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algn="l">
              <a:lnSpc>
                <a:spcPct val="120000"/>
              </a:lnSpc>
              <a:spcBef>
                <a:spcPts val="0"/>
              </a:spcBef>
              <a:spcAft>
                <a:spcPts val="0"/>
              </a:spcAft>
              <a:buClr>
                <a:schemeClr val="accent2"/>
              </a:buClr>
              <a:buSzPts val="1600"/>
              <a:buNone/>
              <a:defRPr/>
            </a:lvl1pPr>
            <a:lvl2pPr algn="ctr">
              <a:lnSpc>
                <a:spcPct val="100000"/>
              </a:lnSpc>
              <a:spcBef>
                <a:spcPts val="0"/>
              </a:spcBef>
              <a:spcAft>
                <a:spcPts val="0"/>
              </a:spcAft>
              <a:buSzPts val="2100"/>
              <a:buNone/>
              <a:defRPr sz="2100"/>
            </a:lvl2pPr>
            <a:lvl3pPr algn="ctr">
              <a:lnSpc>
                <a:spcPct val="100000"/>
              </a:lnSpc>
              <a:spcBef>
                <a:spcPts val="0"/>
              </a:spcBef>
              <a:spcAft>
                <a:spcPts val="0"/>
              </a:spcAft>
              <a:buSzPts val="2100"/>
              <a:buNone/>
              <a:defRPr sz="2100"/>
            </a:lvl3pPr>
            <a:lvl4pPr algn="ctr">
              <a:lnSpc>
                <a:spcPct val="100000"/>
              </a:lnSpc>
              <a:spcBef>
                <a:spcPts val="0"/>
              </a:spcBef>
              <a:spcAft>
                <a:spcPts val="0"/>
              </a:spcAft>
              <a:buSzPts val="2100"/>
              <a:buNone/>
              <a:defRPr sz="2100"/>
            </a:lvl4pPr>
            <a:lvl5pPr algn="ctr">
              <a:lnSpc>
                <a:spcPct val="100000"/>
              </a:lnSpc>
              <a:spcBef>
                <a:spcPts val="0"/>
              </a:spcBef>
              <a:spcAft>
                <a:spcPts val="0"/>
              </a:spcAft>
              <a:buSzPts val="2100"/>
              <a:buNone/>
              <a:defRPr sz="2100"/>
            </a:lvl5pPr>
            <a:lvl6pPr algn="ctr">
              <a:lnSpc>
                <a:spcPct val="100000"/>
              </a:lnSpc>
              <a:spcBef>
                <a:spcPts val="0"/>
              </a:spcBef>
              <a:spcAft>
                <a:spcPts val="0"/>
              </a:spcAft>
              <a:buSzPts val="2100"/>
              <a:buNone/>
              <a:defRPr sz="2100"/>
            </a:lvl6pPr>
            <a:lvl7pPr algn="ctr">
              <a:lnSpc>
                <a:spcPct val="100000"/>
              </a:lnSpc>
              <a:spcBef>
                <a:spcPts val="0"/>
              </a:spcBef>
              <a:spcAft>
                <a:spcPts val="0"/>
              </a:spcAft>
              <a:buSzPts val="2100"/>
              <a:buNone/>
              <a:defRPr sz="2100"/>
            </a:lvl7pPr>
            <a:lvl8pPr algn="ctr">
              <a:lnSpc>
                <a:spcPct val="100000"/>
              </a:lnSpc>
              <a:spcBef>
                <a:spcPts val="0"/>
              </a:spcBef>
              <a:spcAft>
                <a:spcPts val="0"/>
              </a:spcAft>
              <a:buSzPts val="2100"/>
              <a:buNone/>
              <a:defRPr sz="2100"/>
            </a:lvl8pPr>
            <a:lvl9pPr algn="ctr">
              <a:lnSpc>
                <a:spcPct val="100000"/>
              </a:lnSpc>
              <a:spcBef>
                <a:spcPts val="0"/>
              </a:spcBef>
              <a:spcAft>
                <a:spcPts val="0"/>
              </a:spcAft>
              <a:buSzPts val="2100"/>
              <a:buNone/>
              <a:defRPr sz="2100"/>
            </a:lvl9pPr>
          </a:lstStyle>
          <a:p xmlns:a="http://schemas.openxmlformats.org/drawingml/2006/main"/>
        </p:txBody>
      </p:sp>
      <p:sp>
        <p:nvSpPr>
          <p:cNvPr id="573" name="Google Shape;573;p70">
            <a:extLst xmlns:a="http://schemas.openxmlformats.org/drawingml/2006/main">
              <a:ext uri="{FF2B5EF4-FFF2-40B4-BE49-F238E27FC236}">
                <a16:creationId xmlns:a16="http://schemas.microsoft.com/office/drawing/2014/main" id="{2ACB552E-4CE0-4050-BC08-CD9E71B91C6F}"/>
              </a:ext>
            </a:extLst>
          </p:cNvPr>
          <p:cNvSpPr>
            <a:spLocks xmlns:a="http://schemas.openxmlformats.org/drawingml/2006/main" noGrp="1"/>
          </p:cNvSpPr>
          <p:nvPr/>
        </p:nvSpPr>
        <p:spPr>
          <a:xfrm xmlns:a="http://schemas.openxmlformats.org/drawingml/2006/main">
            <a:off x="4111350" y="228600"/>
            <a:ext cx="4804200" cy="4690800"/>
          </a:xfrm>
          <a:prstGeom xmlns:a="http://schemas.openxmlformats.org/drawingml/2006/main" prst="roundRect">
            <a:avLst>
              <a:gd name="adj" fmla="val 2494"/>
            </a:avLst>
          </a:prstGeom>
          <a:solidFill xmlns:a="http://schemas.openxmlformats.org/drawingml/2006/main">
            <a:srgbClr val="F4F2E6"/>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cap="none">
              <a:solidFill>
                <a:schemeClr val="dk2"/>
              </a:solidFill>
              <a:latin typeface="Arial"/>
              <a:ea typeface="Arial"/>
              <a:cs typeface="Arial"/>
            </a:endParaRPr>
          </a:p>
        </p:txBody>
      </p:sp>
      <p:pic>
        <p:nvPicPr>
          <p:cNvPr id="578" name="Google Shape;574;p70"/>
          <p:cNvPicPr>
            <a:picLocks xmlns:a="http://schemas.openxmlformats.org/drawingml/2006/main" noChangeAspect="1"/>
          </p:cNvPicPr>
          <p:nvPr/>
        </p:nvPicPr>
        <p:blipFill>
          <a:blip xmlns:r="http://schemas.openxmlformats.org/officeDocument/2006/relationships" xmlns:a="http://schemas.openxmlformats.org/drawingml/2006/main" r:embed="R6f3e53f74b234453">
            <a:alphaModFix/>
          </a:blip>
          <a:stretch xmlns:a="http://schemas.openxmlformats.org/drawingml/2006/main">
            <a:fillRect l="0" t="0" r="0" b="0"/>
          </a:stretch>
        </p:blipFill>
        <p:spPr>
          <a:xfrm xmlns:a="http://schemas.openxmlformats.org/drawingml/2006/main">
            <a:off x="228600" y="4836074"/>
            <a:ext cx="153925" cy="153925"/>
          </a:xfrm>
          <a:prstGeom xmlns:a="http://schemas.openxmlformats.org/drawingml/2006/main" prst="rect">
            <a:avLst/>
          </a:prstGeom>
          <a:ln xmlns:a="http://schemas.openxmlformats.org/drawingml/2006/main">
            <a:noFill/>
          </a:ln>
        </p:spPr>
      </p:pic>
    </p:spTree>
  </p:cSld>
</p:sldLayout>
</file>

<file path=ppt/slideLayouts/slideLayout70.xml><?xml version="1.0" encoding="utf-8"?>
<p:sldLayout xmlns:p="http://schemas.openxmlformats.org/presentationml/2006/main" matchingName="text left">
  <p:cSld name="SECTION_TITLE_AND_DESCRIPTION_1_1">
    <p:bg>
      <p:bgPr>
        <a:solidFill xmlns:a="http://schemas.openxmlformats.org/drawingml/2006/main">
          <a:schemeClr val="lt1"/>
        </a:solidFill>
      </p:bgPr>
    </p:bg>
    <p:spTree>
      <p:nvGrpSpPr>
        <p:cNvPr id="1" name=""/>
        <p:cNvGrpSpPr/>
        <p:nvPr/>
      </p:nvGrpSpPr>
      <p:grpSpPr>
        <a:xfrm xmlns:a="http://schemas.openxmlformats.org/drawingml/2006/main"/>
      </p:grpSpPr>
      <p:sp>
        <p:nvSpPr>
          <p:cNvPr id="576" name="Google Shape;576;p71">
            <a:extLst xmlns:a="http://schemas.openxmlformats.org/drawingml/2006/main">
              <a:ext uri="{FF2B5EF4-FFF2-40B4-BE49-F238E27FC236}">
                <a16:creationId xmlns:a16="http://schemas.microsoft.com/office/drawing/2014/main" id="{3690F52F-DA2F-4165-8EE2-4974F0DCF5A9}"/>
              </a:ext>
            </a:extLst>
          </p:cNvPr>
          <p:cNvSpPr>
            <a:spLocks xmlns:a="http://schemas.openxmlformats.org/drawingml/2006/main" noGrp="1"/>
          </p:cNvSpPr>
          <p:nvPr>
            <p:ph type="title" idx="0"/>
          </p:nvPr>
        </p:nvSpPr>
        <p:spPr>
          <a:xfrm xmlns:a="http://schemas.openxmlformats.org/drawingml/2006/main">
            <a:off x="494100" y="1080775"/>
            <a:ext cx="3341100" cy="1482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b">
            <a:noAutofit/>
          </a:bodyPr>
          <a:lstStyle xmlns:a="http://schemas.openxmlformats.org/drawingml/2006/main">
            <a:lvl1pPr algn="l">
              <a:lnSpc>
                <a:spcPct val="85000"/>
              </a:lnSpc>
              <a:spcBef>
                <a:spcPts val="0"/>
              </a:spcBef>
              <a:spcAft>
                <a:spcPts val="0"/>
              </a:spcAft>
              <a:buSzPts val="3000"/>
              <a:buNone/>
              <a:defRPr/>
            </a:lvl1pPr>
            <a:lvl2pPr algn="ctr">
              <a:lnSpc>
                <a:spcPct val="100000"/>
              </a:lnSpc>
              <a:spcBef>
                <a:spcPts val="0"/>
              </a:spcBef>
              <a:spcAft>
                <a:spcPts val="0"/>
              </a:spcAft>
              <a:buSzPts val="4200"/>
              <a:buFont typeface="Inter SemiBold"/>
              <a:buNone/>
              <a:defRPr sz="4200">
                <a:latin typeface="Inter SemiBold"/>
                <a:ea typeface="Inter SemiBold"/>
                <a:cs typeface="Inter SemiBold"/>
              </a:defRPr>
            </a:lvl2pPr>
            <a:lvl3pPr algn="ctr">
              <a:lnSpc>
                <a:spcPct val="100000"/>
              </a:lnSpc>
              <a:spcBef>
                <a:spcPts val="0"/>
              </a:spcBef>
              <a:spcAft>
                <a:spcPts val="0"/>
              </a:spcAft>
              <a:buSzPts val="4200"/>
              <a:buFont typeface="Inter SemiBold"/>
              <a:buNone/>
              <a:defRPr sz="4200">
                <a:latin typeface="Inter SemiBold"/>
                <a:ea typeface="Inter SemiBold"/>
                <a:cs typeface="Inter SemiBold"/>
              </a:defRPr>
            </a:lvl3pPr>
            <a:lvl4pPr algn="ctr">
              <a:lnSpc>
                <a:spcPct val="100000"/>
              </a:lnSpc>
              <a:spcBef>
                <a:spcPts val="0"/>
              </a:spcBef>
              <a:spcAft>
                <a:spcPts val="0"/>
              </a:spcAft>
              <a:buSzPts val="4200"/>
              <a:buFont typeface="Inter SemiBold"/>
              <a:buNone/>
              <a:defRPr sz="4200">
                <a:latin typeface="Inter SemiBold"/>
                <a:ea typeface="Inter SemiBold"/>
                <a:cs typeface="Inter SemiBold"/>
              </a:defRPr>
            </a:lvl4pPr>
            <a:lvl5pPr algn="ctr">
              <a:lnSpc>
                <a:spcPct val="100000"/>
              </a:lnSpc>
              <a:spcBef>
                <a:spcPts val="0"/>
              </a:spcBef>
              <a:spcAft>
                <a:spcPts val="0"/>
              </a:spcAft>
              <a:buSzPts val="4200"/>
              <a:buFont typeface="Inter SemiBold"/>
              <a:buNone/>
              <a:defRPr sz="4200">
                <a:latin typeface="Inter SemiBold"/>
                <a:ea typeface="Inter SemiBold"/>
                <a:cs typeface="Inter SemiBold"/>
              </a:defRPr>
            </a:lvl5pPr>
            <a:lvl6pPr algn="ctr">
              <a:lnSpc>
                <a:spcPct val="100000"/>
              </a:lnSpc>
              <a:spcBef>
                <a:spcPts val="0"/>
              </a:spcBef>
              <a:spcAft>
                <a:spcPts val="0"/>
              </a:spcAft>
              <a:buSzPts val="4200"/>
              <a:buFont typeface="Inter SemiBold"/>
              <a:buNone/>
              <a:defRPr sz="4200">
                <a:latin typeface="Inter SemiBold"/>
                <a:ea typeface="Inter SemiBold"/>
                <a:cs typeface="Inter SemiBold"/>
              </a:defRPr>
            </a:lvl6pPr>
            <a:lvl7pPr algn="ctr">
              <a:lnSpc>
                <a:spcPct val="100000"/>
              </a:lnSpc>
              <a:spcBef>
                <a:spcPts val="0"/>
              </a:spcBef>
              <a:spcAft>
                <a:spcPts val="0"/>
              </a:spcAft>
              <a:buSzPts val="4200"/>
              <a:buFont typeface="Inter SemiBold"/>
              <a:buNone/>
              <a:defRPr sz="4200">
                <a:latin typeface="Inter SemiBold"/>
                <a:ea typeface="Inter SemiBold"/>
                <a:cs typeface="Inter SemiBold"/>
              </a:defRPr>
            </a:lvl7pPr>
            <a:lvl8pPr algn="ctr">
              <a:lnSpc>
                <a:spcPct val="100000"/>
              </a:lnSpc>
              <a:spcBef>
                <a:spcPts val="0"/>
              </a:spcBef>
              <a:spcAft>
                <a:spcPts val="0"/>
              </a:spcAft>
              <a:buSzPts val="4200"/>
              <a:buFont typeface="Inter SemiBold"/>
              <a:buNone/>
              <a:defRPr sz="4200">
                <a:latin typeface="Inter SemiBold"/>
                <a:ea typeface="Inter SemiBold"/>
                <a:cs typeface="Inter SemiBold"/>
              </a:defRPr>
            </a:lvl8pPr>
            <a:lvl9pPr algn="ctr">
              <a:lnSpc>
                <a:spcPct val="100000"/>
              </a:lnSpc>
              <a:spcBef>
                <a:spcPts val="0"/>
              </a:spcBef>
              <a:spcAft>
                <a:spcPts val="0"/>
              </a:spcAft>
              <a:buSzPts val="4200"/>
              <a:buFont typeface="Inter SemiBold"/>
              <a:buNone/>
              <a:defRPr sz="4200">
                <a:latin typeface="Inter SemiBold"/>
                <a:ea typeface="Inter SemiBold"/>
                <a:cs typeface="Inter SemiBold"/>
              </a:defRPr>
            </a:lvl9pPr>
          </a:lstStyle>
          <a:p xmlns:a="http://schemas.openxmlformats.org/drawingml/2006/main"/>
        </p:txBody>
      </p:sp>
      <p:sp>
        <p:nvSpPr>
          <p:cNvPr id="577" name="Google Shape;577;p71">
            <a:extLst xmlns:a="http://schemas.openxmlformats.org/drawingml/2006/main">
              <a:ext uri="{FF2B5EF4-FFF2-40B4-BE49-F238E27FC236}">
                <a16:creationId xmlns:a16="http://schemas.microsoft.com/office/drawing/2014/main" id="{1A325811-D42E-431F-947A-CC44C9D83F0B}"/>
              </a:ext>
            </a:extLst>
          </p:cNvPr>
          <p:cNvSpPr>
            <a:spLocks xmlns:a="http://schemas.openxmlformats.org/drawingml/2006/main" noGrp="1"/>
          </p:cNvSpPr>
          <p:nvPr>
            <p:ph type="subTitle" idx="1"/>
          </p:nvPr>
        </p:nvSpPr>
        <p:spPr>
          <a:xfrm xmlns:a="http://schemas.openxmlformats.org/drawingml/2006/main">
            <a:off x="494100" y="2803075"/>
            <a:ext cx="3341100" cy="123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algn="l">
              <a:lnSpc>
                <a:spcPct val="120000"/>
              </a:lnSpc>
              <a:spcBef>
                <a:spcPts val="0"/>
              </a:spcBef>
              <a:spcAft>
                <a:spcPts val="0"/>
              </a:spcAft>
              <a:buClr>
                <a:schemeClr val="accent2"/>
              </a:buClr>
              <a:buSzPts val="1600"/>
              <a:buNone/>
              <a:defRPr/>
            </a:lvl1pPr>
            <a:lvl2pPr algn="ctr">
              <a:lnSpc>
                <a:spcPct val="100000"/>
              </a:lnSpc>
              <a:spcBef>
                <a:spcPts val="0"/>
              </a:spcBef>
              <a:spcAft>
                <a:spcPts val="0"/>
              </a:spcAft>
              <a:buSzPts val="2100"/>
              <a:buNone/>
              <a:defRPr sz="2100"/>
            </a:lvl2pPr>
            <a:lvl3pPr algn="ctr">
              <a:lnSpc>
                <a:spcPct val="100000"/>
              </a:lnSpc>
              <a:spcBef>
                <a:spcPts val="0"/>
              </a:spcBef>
              <a:spcAft>
                <a:spcPts val="0"/>
              </a:spcAft>
              <a:buSzPts val="2100"/>
              <a:buNone/>
              <a:defRPr sz="2100"/>
            </a:lvl3pPr>
            <a:lvl4pPr algn="ctr">
              <a:lnSpc>
                <a:spcPct val="100000"/>
              </a:lnSpc>
              <a:spcBef>
                <a:spcPts val="0"/>
              </a:spcBef>
              <a:spcAft>
                <a:spcPts val="0"/>
              </a:spcAft>
              <a:buSzPts val="2100"/>
              <a:buNone/>
              <a:defRPr sz="2100"/>
            </a:lvl4pPr>
            <a:lvl5pPr algn="ctr">
              <a:lnSpc>
                <a:spcPct val="100000"/>
              </a:lnSpc>
              <a:spcBef>
                <a:spcPts val="0"/>
              </a:spcBef>
              <a:spcAft>
                <a:spcPts val="0"/>
              </a:spcAft>
              <a:buSzPts val="2100"/>
              <a:buNone/>
              <a:defRPr sz="2100"/>
            </a:lvl5pPr>
            <a:lvl6pPr algn="ctr">
              <a:lnSpc>
                <a:spcPct val="100000"/>
              </a:lnSpc>
              <a:spcBef>
                <a:spcPts val="0"/>
              </a:spcBef>
              <a:spcAft>
                <a:spcPts val="0"/>
              </a:spcAft>
              <a:buSzPts val="2100"/>
              <a:buNone/>
              <a:defRPr sz="2100"/>
            </a:lvl6pPr>
            <a:lvl7pPr algn="ctr">
              <a:lnSpc>
                <a:spcPct val="100000"/>
              </a:lnSpc>
              <a:spcBef>
                <a:spcPts val="0"/>
              </a:spcBef>
              <a:spcAft>
                <a:spcPts val="0"/>
              </a:spcAft>
              <a:buSzPts val="2100"/>
              <a:buNone/>
              <a:defRPr sz="2100"/>
            </a:lvl7pPr>
            <a:lvl8pPr algn="ctr">
              <a:lnSpc>
                <a:spcPct val="100000"/>
              </a:lnSpc>
              <a:spcBef>
                <a:spcPts val="0"/>
              </a:spcBef>
              <a:spcAft>
                <a:spcPts val="0"/>
              </a:spcAft>
              <a:buSzPts val="2100"/>
              <a:buNone/>
              <a:defRPr sz="2100"/>
            </a:lvl8pPr>
            <a:lvl9pPr algn="ctr">
              <a:lnSpc>
                <a:spcPct val="100000"/>
              </a:lnSpc>
              <a:spcBef>
                <a:spcPts val="0"/>
              </a:spcBef>
              <a:spcAft>
                <a:spcPts val="0"/>
              </a:spcAft>
              <a:buSzPts val="2100"/>
              <a:buNone/>
              <a:defRPr sz="2100"/>
            </a:lvl9pPr>
          </a:lstStyle>
          <a:p xmlns:a="http://schemas.openxmlformats.org/drawingml/2006/main"/>
        </p:txBody>
      </p:sp>
      <p:pic>
        <p:nvPicPr>
          <p:cNvPr id="581" name="Google Shape;578;p71"/>
          <p:cNvPicPr>
            <a:picLocks xmlns:a="http://schemas.openxmlformats.org/drawingml/2006/main" noChangeAspect="1"/>
          </p:cNvPicPr>
          <p:nvPr/>
        </p:nvPicPr>
        <p:blipFill>
          <a:blip xmlns:r="http://schemas.openxmlformats.org/officeDocument/2006/relationships" xmlns:a="http://schemas.openxmlformats.org/drawingml/2006/main" r:embed="Re7920ccd38cf4eff">
            <a:alphaModFix/>
          </a:blip>
          <a:stretch xmlns:a="http://schemas.openxmlformats.org/drawingml/2006/main">
            <a:fillRect l="0" t="0" r="0" b="0"/>
          </a:stretch>
        </p:blipFill>
        <p:spPr>
          <a:xfrm xmlns:a="http://schemas.openxmlformats.org/drawingml/2006/main">
            <a:off x="228600" y="4836074"/>
            <a:ext cx="153925" cy="153925"/>
          </a:xfrm>
          <a:prstGeom xmlns:a="http://schemas.openxmlformats.org/drawingml/2006/main" prst="rect">
            <a:avLst/>
          </a:prstGeom>
          <a:ln xmlns:a="http://schemas.openxmlformats.org/drawingml/2006/main">
            <a:noFill/>
          </a:ln>
        </p:spPr>
      </p:pic>
    </p:spTree>
  </p:cSld>
</p:sldLayout>
</file>

<file path=ppt/slideLayouts/slideLayout71.xml><?xml version="1.0" encoding="utf-8"?>
<p:sldLayout xmlns:p="http://schemas.openxmlformats.org/presentationml/2006/main" matchingName="Title List">
  <p:cSld name="TITLE_AND_BODY_5">
    <p:bg>
      <p:bgPr>
        <a:solidFill xmlns:a="http://schemas.openxmlformats.org/drawingml/2006/main">
          <a:schemeClr val="lt1"/>
        </a:solidFill>
      </p:bgPr>
    </p:bg>
    <p:spTree>
      <p:nvGrpSpPr>
        <p:cNvPr id="1" name=""/>
        <p:cNvGrpSpPr/>
        <p:nvPr/>
      </p:nvGrpSpPr>
      <p:grpSpPr>
        <a:xfrm xmlns:a="http://schemas.openxmlformats.org/drawingml/2006/main"/>
      </p:grpSpPr>
      <p:sp>
        <p:nvSpPr>
          <p:cNvPr id="580" name="Google Shape;580;p72">
            <a:extLst xmlns:a="http://schemas.openxmlformats.org/drawingml/2006/main">
              <a:ext uri="{FF2B5EF4-FFF2-40B4-BE49-F238E27FC236}">
                <a16:creationId xmlns:a16="http://schemas.microsoft.com/office/drawing/2014/main" id="{32CA15AE-3BC9-470D-B3A5-C927AD7DA94A}"/>
              </a:ext>
            </a:extLst>
          </p:cNvPr>
          <p:cNvSpPr>
            <a:spLocks xmlns:a="http://schemas.openxmlformats.org/drawingml/2006/main" noGrp="1"/>
          </p:cNvSpPr>
          <p:nvPr>
            <p:ph type="title" idx="0"/>
          </p:nvPr>
        </p:nvSpPr>
        <p:spPr>
          <a:xfrm xmlns:a="http://schemas.openxmlformats.org/drawingml/2006/main">
            <a:off x="304800" y="304800"/>
            <a:ext cx="8520600" cy="572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algn="l">
              <a:lnSpc>
                <a:spcPct val="100000"/>
              </a:lnSpc>
              <a:spcBef>
                <a:spcPts val="0"/>
              </a:spcBef>
              <a:spcAft>
                <a:spcPts val="0"/>
              </a:spcAft>
              <a:buSzPts val="3000"/>
              <a:buNone/>
              <a:defRPr/>
            </a:lvl1pPr>
            <a:lvl2pPr algn="l">
              <a:lnSpc>
                <a:spcPct val="100000"/>
              </a:lnSpc>
              <a:spcBef>
                <a:spcPts val="0"/>
              </a:spcBef>
              <a:spcAft>
                <a:spcPts val="0"/>
              </a:spcAft>
              <a:buSzPts val="2800"/>
              <a:buNone/>
              <a:defRPr/>
            </a:lvl2pPr>
            <a:lvl3pPr algn="l">
              <a:lnSpc>
                <a:spcPct val="100000"/>
              </a:lnSpc>
              <a:spcBef>
                <a:spcPts val="0"/>
              </a:spcBef>
              <a:spcAft>
                <a:spcPts val="0"/>
              </a:spcAft>
              <a:buSzPts val="2800"/>
              <a:buNone/>
              <a:defRPr/>
            </a:lvl3pPr>
            <a:lvl4pPr algn="l">
              <a:lnSpc>
                <a:spcPct val="100000"/>
              </a:lnSpc>
              <a:spcBef>
                <a:spcPts val="0"/>
              </a:spcBef>
              <a:spcAft>
                <a:spcPts val="0"/>
              </a:spcAft>
              <a:buSzPts val="2800"/>
              <a:buNone/>
              <a:defRPr/>
            </a:lvl4pPr>
            <a:lvl5pPr algn="l">
              <a:lnSpc>
                <a:spcPct val="100000"/>
              </a:lnSpc>
              <a:spcBef>
                <a:spcPts val="0"/>
              </a:spcBef>
              <a:spcAft>
                <a:spcPts val="0"/>
              </a:spcAft>
              <a:buSzPts val="2800"/>
              <a:buNone/>
              <a:defRPr/>
            </a:lvl5pPr>
            <a:lvl6pPr algn="l">
              <a:lnSpc>
                <a:spcPct val="100000"/>
              </a:lnSpc>
              <a:spcBef>
                <a:spcPts val="0"/>
              </a:spcBef>
              <a:spcAft>
                <a:spcPts val="0"/>
              </a:spcAft>
              <a:buSzPts val="2800"/>
              <a:buNone/>
              <a:defRPr/>
            </a:lvl6pPr>
            <a:lvl7pPr algn="l">
              <a:lnSpc>
                <a:spcPct val="100000"/>
              </a:lnSpc>
              <a:spcBef>
                <a:spcPts val="0"/>
              </a:spcBef>
              <a:spcAft>
                <a:spcPts val="0"/>
              </a:spcAft>
              <a:buSzPts val="2800"/>
              <a:buNone/>
              <a:defRPr/>
            </a:lvl7pPr>
            <a:lvl8pPr algn="l">
              <a:lnSpc>
                <a:spcPct val="100000"/>
              </a:lnSpc>
              <a:spcBef>
                <a:spcPts val="0"/>
              </a:spcBef>
              <a:spcAft>
                <a:spcPts val="0"/>
              </a:spcAft>
              <a:buSzPts val="2800"/>
              <a:buNone/>
              <a:defRPr/>
            </a:lvl8pPr>
            <a:lvl9pPr algn="l">
              <a:lnSpc>
                <a:spcPct val="100000"/>
              </a:lnSpc>
              <a:spcBef>
                <a:spcPts val="0"/>
              </a:spcBef>
              <a:spcAft>
                <a:spcPts val="0"/>
              </a:spcAft>
              <a:buSzPts val="2800"/>
              <a:buNone/>
              <a:defRPr/>
            </a:lvl9pPr>
          </a:lstStyle>
          <a:p xmlns:a="http://schemas.openxmlformats.org/drawingml/2006/main"/>
        </p:txBody>
      </p:sp>
      <p:sp>
        <p:nvSpPr>
          <p:cNvPr id="581" name="Google Shape;581;p72">
            <a:extLst xmlns:a="http://schemas.openxmlformats.org/drawingml/2006/main">
              <a:ext uri="{FF2B5EF4-FFF2-40B4-BE49-F238E27FC236}">
                <a16:creationId xmlns:a16="http://schemas.microsoft.com/office/drawing/2014/main" id="{B39C4C94-1D7A-4272-ADD4-5167BD738571}"/>
              </a:ext>
            </a:extLst>
          </p:cNvPr>
          <p:cNvSpPr>
            <a:spLocks xmlns:a="http://schemas.openxmlformats.org/drawingml/2006/main" noGrp="1"/>
          </p:cNvSpPr>
          <p:nvPr>
            <p:ph type="body" idx="1"/>
          </p:nvPr>
        </p:nvSpPr>
        <p:spPr>
          <a:xfrm xmlns:a="http://schemas.openxmlformats.org/drawingml/2006/main">
            <a:off x="311700" y="1152475"/>
            <a:ext cx="8520600" cy="3416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indent="-342900" algn="l">
              <a:lnSpc>
                <a:spcPct val="115000"/>
              </a:lnSpc>
              <a:spcBef>
                <a:spcPts val="0"/>
              </a:spcBef>
              <a:spcAft>
                <a:spcPts val="0"/>
              </a:spcAft>
              <a:buSzPts val="1800"/>
              <a:buChar char="●"/>
              <a:defRPr/>
            </a:lvl1pPr>
            <a:lvl2pPr marL="914400" indent="-342900" algn="l">
              <a:lnSpc>
                <a:spcPct val="115000"/>
              </a:lnSpc>
              <a:spcBef>
                <a:spcPts val="1600"/>
              </a:spcBef>
              <a:spcAft>
                <a:spcPts val="0"/>
              </a:spcAft>
              <a:buSzPts val="1800"/>
              <a:buChar char="○"/>
              <a:defRPr/>
            </a:lvl2pPr>
            <a:lvl3pPr marL="1371600" indent="-342900" algn="l">
              <a:lnSpc>
                <a:spcPct val="115000"/>
              </a:lnSpc>
              <a:spcBef>
                <a:spcPts val="1600"/>
              </a:spcBef>
              <a:spcAft>
                <a:spcPts val="0"/>
              </a:spcAft>
              <a:buSzPts val="1800"/>
              <a:buChar char="■"/>
              <a:defRPr/>
            </a:lvl3pPr>
            <a:lvl4pPr marL="1828800" indent="-342900" algn="l">
              <a:lnSpc>
                <a:spcPct val="115000"/>
              </a:lnSpc>
              <a:spcBef>
                <a:spcPts val="1600"/>
              </a:spcBef>
              <a:spcAft>
                <a:spcPts val="0"/>
              </a:spcAft>
              <a:buSzPts val="1800"/>
              <a:buChar char="●"/>
              <a:defRPr/>
            </a:lvl4pPr>
            <a:lvl5pPr marL="2286000" indent="-342900" algn="l">
              <a:lnSpc>
                <a:spcPct val="115000"/>
              </a:lnSpc>
              <a:spcBef>
                <a:spcPts val="1600"/>
              </a:spcBef>
              <a:spcAft>
                <a:spcPts val="0"/>
              </a:spcAft>
              <a:buSzPts val="1800"/>
              <a:buChar char="○"/>
              <a:defRPr/>
            </a:lvl5pPr>
            <a:lvl6pPr marL="2743200" indent="-342900" algn="l">
              <a:lnSpc>
                <a:spcPct val="115000"/>
              </a:lnSpc>
              <a:spcBef>
                <a:spcPts val="1600"/>
              </a:spcBef>
              <a:spcAft>
                <a:spcPts val="0"/>
              </a:spcAft>
              <a:buSzPts val="1800"/>
              <a:buChar char="■"/>
              <a:defRPr/>
            </a:lvl6pPr>
            <a:lvl7pPr marL="3200400" indent="-342900" algn="l">
              <a:lnSpc>
                <a:spcPct val="115000"/>
              </a:lnSpc>
              <a:spcBef>
                <a:spcPts val="1600"/>
              </a:spcBef>
              <a:spcAft>
                <a:spcPts val="0"/>
              </a:spcAft>
              <a:buSzPts val="1800"/>
              <a:buChar char="●"/>
              <a:defRPr/>
            </a:lvl7pPr>
            <a:lvl8pPr marL="3657600" indent="-342900" algn="l">
              <a:lnSpc>
                <a:spcPct val="115000"/>
              </a:lnSpc>
              <a:spcBef>
                <a:spcPts val="1600"/>
              </a:spcBef>
              <a:spcAft>
                <a:spcPts val="0"/>
              </a:spcAft>
              <a:buSzPts val="1800"/>
              <a:buChar char="○"/>
              <a:defRPr/>
            </a:lvl8pPr>
            <a:lvl9pPr marL="4114800" indent="-342900" algn="l">
              <a:lnSpc>
                <a:spcPct val="115000"/>
              </a:lnSpc>
              <a:spcBef>
                <a:spcPts val="1600"/>
              </a:spcBef>
              <a:spcAft>
                <a:spcPts val="1600"/>
              </a:spcAft>
              <a:buSzPts val="1800"/>
              <a:buChar char="■"/>
              <a:defRPr/>
            </a:lvl9pPr>
          </a:lstStyle>
          <a:p xmlns:a="http://schemas.openxmlformats.org/drawingml/2006/main"/>
        </p:txBody>
      </p:sp>
      <p:pic>
        <p:nvPicPr>
          <p:cNvPr id="585" name="Google Shape;582;p72"/>
          <p:cNvPicPr>
            <a:picLocks xmlns:a="http://schemas.openxmlformats.org/drawingml/2006/main" noChangeAspect="1"/>
          </p:cNvPicPr>
          <p:nvPr/>
        </p:nvPicPr>
        <p:blipFill>
          <a:blip xmlns:r="http://schemas.openxmlformats.org/officeDocument/2006/relationships" xmlns:a="http://schemas.openxmlformats.org/drawingml/2006/main" r:embed="Rfd7b74b408094258">
            <a:alphaModFix/>
          </a:blip>
          <a:stretch xmlns:a="http://schemas.openxmlformats.org/drawingml/2006/main">
            <a:fillRect l="0" t="0" r="0" b="0"/>
          </a:stretch>
        </p:blipFill>
        <p:spPr>
          <a:xfrm xmlns:a="http://schemas.openxmlformats.org/drawingml/2006/main">
            <a:off x="228600" y="4836074"/>
            <a:ext cx="153925" cy="153925"/>
          </a:xfrm>
          <a:prstGeom xmlns:a="http://schemas.openxmlformats.org/drawingml/2006/main" prst="rect">
            <a:avLst/>
          </a:prstGeom>
          <a:ln xmlns:a="http://schemas.openxmlformats.org/drawingml/2006/main">
            <a:noFill/>
          </a:ln>
        </p:spPr>
      </p:pic>
    </p:spTree>
  </p:cSld>
</p:sldLayout>
</file>

<file path=ppt/slideLayouts/slideLayout72.xml><?xml version="1.0" encoding="utf-8"?>
<p:sldLayout xmlns:p="http://schemas.openxmlformats.org/presentationml/2006/main" matchingName="Section header" type="secHead">
  <p:cSld name="SECTION_HEADER">
    <p:spTree>
      <p:nvGrpSpPr>
        <p:cNvPr id="1" name=""/>
        <p:cNvGrpSpPr/>
        <p:nvPr/>
      </p:nvGrpSpPr>
      <p:grpSpPr>
        <a:xfrm xmlns:a="http://schemas.openxmlformats.org/drawingml/2006/main"/>
      </p:grpSpPr>
      <p:sp>
        <p:nvSpPr>
          <p:cNvPr id="584" name="Google Shape;584;p73">
            <a:extLst xmlns:a="http://schemas.openxmlformats.org/drawingml/2006/main">
              <a:ext uri="{FF2B5EF4-FFF2-40B4-BE49-F238E27FC236}">
                <a16:creationId xmlns:a16="http://schemas.microsoft.com/office/drawing/2014/main" id="{A04011F0-6615-437B-A070-A1401C381011}"/>
              </a:ext>
            </a:extLst>
          </p:cNvPr>
          <p:cNvSpPr>
            <a:spLocks xmlns:a="http://schemas.openxmlformats.org/drawingml/2006/main" noGrp="1"/>
          </p:cNvSpPr>
          <p:nvPr>
            <p:ph type="title" idx="0"/>
          </p:nvPr>
        </p:nvSpPr>
        <p:spPr>
          <a:xfrm xmlns:a="http://schemas.openxmlformats.org/drawingml/2006/main">
            <a:off x="311700" y="2150850"/>
            <a:ext cx="8520600" cy="8418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lgn="ctr">
              <a:spcBef>
                <a:spcPts val="0"/>
              </a:spcBef>
              <a:spcAft>
                <a:spcPts val="0"/>
              </a:spcAft>
              <a:buSzPts val="3600"/>
              <a:buNone/>
              <a:defRPr sz="3600"/>
            </a:lvl1pPr>
            <a:lvl2pPr algn="ctr">
              <a:spcBef>
                <a:spcPts val="0"/>
              </a:spcBef>
              <a:spcAft>
                <a:spcPts val="0"/>
              </a:spcAft>
              <a:buSzPts val="3600"/>
              <a:buNone/>
              <a:defRPr sz="3600"/>
            </a:lvl2pPr>
            <a:lvl3pPr algn="ctr">
              <a:spcBef>
                <a:spcPts val="0"/>
              </a:spcBef>
              <a:spcAft>
                <a:spcPts val="0"/>
              </a:spcAft>
              <a:buSzPts val="3600"/>
              <a:buNone/>
              <a:defRPr sz="3600"/>
            </a:lvl3pPr>
            <a:lvl4pPr algn="ctr">
              <a:spcBef>
                <a:spcPts val="0"/>
              </a:spcBef>
              <a:spcAft>
                <a:spcPts val="0"/>
              </a:spcAft>
              <a:buSzPts val="3600"/>
              <a:buNone/>
              <a:defRPr sz="3600"/>
            </a:lvl4pPr>
            <a:lvl5pPr algn="ctr">
              <a:spcBef>
                <a:spcPts val="0"/>
              </a:spcBef>
              <a:spcAft>
                <a:spcPts val="0"/>
              </a:spcAft>
              <a:buSzPts val="3600"/>
              <a:buNone/>
              <a:defRPr sz="3600"/>
            </a:lvl5pPr>
            <a:lvl6pPr algn="ctr">
              <a:spcBef>
                <a:spcPts val="0"/>
              </a:spcBef>
              <a:spcAft>
                <a:spcPts val="0"/>
              </a:spcAft>
              <a:buSzPts val="3600"/>
              <a:buNone/>
              <a:defRPr sz="3600"/>
            </a:lvl6pPr>
            <a:lvl7pPr algn="ctr">
              <a:spcBef>
                <a:spcPts val="0"/>
              </a:spcBef>
              <a:spcAft>
                <a:spcPts val="0"/>
              </a:spcAft>
              <a:buSzPts val="3600"/>
              <a:buNone/>
              <a:defRPr sz="3600"/>
            </a:lvl7pPr>
            <a:lvl8pPr algn="ctr">
              <a:spcBef>
                <a:spcPts val="0"/>
              </a:spcBef>
              <a:spcAft>
                <a:spcPts val="0"/>
              </a:spcAft>
              <a:buSzPts val="3600"/>
              <a:buNone/>
              <a:defRPr sz="3600"/>
            </a:lvl8pPr>
            <a:lvl9pPr algn="ctr">
              <a:spcBef>
                <a:spcPts val="0"/>
              </a:spcBef>
              <a:spcAft>
                <a:spcPts val="0"/>
              </a:spcAft>
              <a:buSzPts val="3600"/>
              <a:buNone/>
              <a:defRPr sz="3600"/>
            </a:lvl9pPr>
          </a:lstStyle>
          <a:p xmlns:a="http://schemas.openxmlformats.org/drawingml/2006/main"/>
        </p:txBody>
      </p:sp>
      <p:sp>
        <p:nvSpPr>
          <p:cNvPr id="585" name="Google Shape;585;p73">
            <a:extLst xmlns:a="http://schemas.openxmlformats.org/drawingml/2006/main">
              <a:ext uri="{FF2B5EF4-FFF2-40B4-BE49-F238E27FC236}">
                <a16:creationId xmlns:a16="http://schemas.microsoft.com/office/drawing/2014/main" id="{98B17188-6491-4243-B3D0-730EC23F0214}"/>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73.xml><?xml version="1.0" encoding="utf-8"?>
<p:sldLayout xmlns:p="http://schemas.openxmlformats.org/presentationml/2006/main" matchingName="Thank You Yellow">
  <p:cSld name="Intro title">
    <p:spTree>
      <p:nvGrpSpPr>
        <p:cNvPr id="1" name=""/>
        <p:cNvGrpSpPr/>
        <p:nvPr/>
      </p:nvGrpSpPr>
      <p:grpSpPr>
        <a:xfrm xmlns:a="http://schemas.openxmlformats.org/drawingml/2006/main"/>
      </p:grpSpPr>
      <p:sp>
        <p:nvSpPr>
          <p:cNvPr id="591" name="Google Shape;591;p75">
            <a:extLst xmlns:a="http://schemas.openxmlformats.org/drawingml/2006/main">
              <a:ext uri="{FF2B5EF4-FFF2-40B4-BE49-F238E27FC236}">
                <a16:creationId xmlns:a16="http://schemas.microsoft.com/office/drawing/2014/main" id="{158A43FF-14EA-4E7A-B7EB-C38DE797223A}"/>
              </a:ext>
            </a:extLst>
          </p:cNvPr>
          <p:cNvSpPr>
            <a:spLocks xmlns:a="http://schemas.openxmlformats.org/drawingml/2006/main" noGrp="1"/>
          </p:cNvSpPr>
          <p:nvPr>
            <p:ph type="title" idx="0"/>
          </p:nvPr>
        </p:nvSpPr>
        <p:spPr>
          <a:xfrm xmlns:a="http://schemas.openxmlformats.org/drawingml/2006/main">
            <a:off x="228600" y="158725"/>
            <a:ext cx="5832900" cy="1121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noAutofit/>
          </a:bodyPr>
          <a:lstStyle xmlns:a="http://schemas.openxmlformats.org/drawingml/2006/main">
            <a:lvl1pPr algn="l">
              <a:lnSpc>
                <a:spcPct val="90000"/>
              </a:lnSpc>
              <a:spcBef>
                <a:spcPts val="375"/>
              </a:spcBef>
              <a:spcAft>
                <a:spcPts val="0"/>
              </a:spcAft>
              <a:buClr>
                <a:schemeClr val="dk1"/>
              </a:buClr>
              <a:buSzPts val="3750"/>
              <a:buFont typeface="Arial"/>
              <a:buNone/>
              <a:defRPr sz="3750"/>
            </a:lvl1pPr>
            <a:lvl2pPr>
              <a:spcBef>
                <a:spcPts val="0"/>
              </a:spcBef>
              <a:spcAft>
                <a:spcPts val="0"/>
              </a:spcAft>
              <a:buSzPts val="525"/>
              <a:buNone/>
              <a:defRPr sz="675"/>
            </a:lvl2pPr>
            <a:lvl3pPr>
              <a:spcBef>
                <a:spcPts val="0"/>
              </a:spcBef>
              <a:spcAft>
                <a:spcPts val="0"/>
              </a:spcAft>
              <a:buSzPts val="525"/>
              <a:buNone/>
              <a:defRPr sz="675"/>
            </a:lvl3pPr>
            <a:lvl4pPr>
              <a:spcBef>
                <a:spcPts val="0"/>
              </a:spcBef>
              <a:spcAft>
                <a:spcPts val="0"/>
              </a:spcAft>
              <a:buSzPts val="525"/>
              <a:buNone/>
              <a:defRPr sz="675"/>
            </a:lvl4pPr>
            <a:lvl5pPr>
              <a:spcBef>
                <a:spcPts val="0"/>
              </a:spcBef>
              <a:spcAft>
                <a:spcPts val="0"/>
              </a:spcAft>
              <a:buSzPts val="525"/>
              <a:buNone/>
              <a:defRPr sz="675"/>
            </a:lvl5pPr>
            <a:lvl6pPr>
              <a:spcBef>
                <a:spcPts val="0"/>
              </a:spcBef>
              <a:spcAft>
                <a:spcPts val="0"/>
              </a:spcAft>
              <a:buSzPts val="525"/>
              <a:buNone/>
              <a:defRPr sz="675"/>
            </a:lvl6pPr>
            <a:lvl7pPr>
              <a:spcBef>
                <a:spcPts val="0"/>
              </a:spcBef>
              <a:spcAft>
                <a:spcPts val="0"/>
              </a:spcAft>
              <a:buSzPts val="525"/>
              <a:buNone/>
              <a:defRPr sz="675"/>
            </a:lvl7pPr>
            <a:lvl8pPr>
              <a:spcBef>
                <a:spcPts val="0"/>
              </a:spcBef>
              <a:spcAft>
                <a:spcPts val="0"/>
              </a:spcAft>
              <a:buSzPts val="525"/>
              <a:buNone/>
              <a:defRPr sz="675"/>
            </a:lvl8pPr>
            <a:lvl9pPr>
              <a:spcBef>
                <a:spcPts val="0"/>
              </a:spcBef>
              <a:spcAft>
                <a:spcPts val="0"/>
              </a:spcAft>
              <a:buSzPts val="525"/>
              <a:buNone/>
              <a:defRPr sz="675"/>
            </a:lvl9pPr>
          </a:lstStyle>
          <a:p xmlns:a="http://schemas.openxmlformats.org/drawingml/2006/main"/>
        </p:txBody>
      </p:sp>
      <p:pic>
        <p:nvPicPr>
          <p:cNvPr id="594" name="Google Shape;592;p75"/>
          <p:cNvPicPr>
            <a:picLocks xmlns:a="http://schemas.openxmlformats.org/drawingml/2006/main" noChangeAspect="1"/>
          </p:cNvPicPr>
          <p:nvPr/>
        </p:nvPicPr>
        <p:blipFill rotWithShape="1">
          <a:blip xmlns:r="http://schemas.openxmlformats.org/officeDocument/2006/relationships" xmlns:a="http://schemas.openxmlformats.org/drawingml/2006/main" r:embed="Rbef0f8d6075a43ae">
            <a:alphaModFix/>
          </a:blip>
          <a:srcRect xmlns:a="http://schemas.openxmlformats.org/drawingml/2006/main" l="0" t="0" r="0" b="0"/>
          <a:stretch xmlns:a="http://schemas.openxmlformats.org/drawingml/2006/main"/>
        </p:blipFill>
        <p:spPr>
          <a:xfrm xmlns:a="http://schemas.openxmlformats.org/drawingml/2006/main">
            <a:off x="152400" y="3439675"/>
            <a:ext cx="8839204" cy="1510606"/>
          </a:xfrm>
          <a:prstGeom xmlns:a="http://schemas.openxmlformats.org/drawingml/2006/main" prst="rect">
            <a:avLst/>
          </a:prstGeom>
          <a:ln xmlns:a="http://schemas.openxmlformats.org/drawingml/2006/main">
            <a:noFill/>
          </a:ln>
        </p:spPr>
      </p:pic>
    </p:spTree>
  </p:cSld>
</p:sldLayout>
</file>

<file path=ppt/slideLayouts/slideLayout74.xml><?xml version="1.0" encoding="utf-8"?>
<p:sldLayout xmlns:p="http://schemas.openxmlformats.org/presentationml/2006/main" matchingName="Thank You White">
  <p:cSld name="Intro title_2_1">
    <p:spTree>
      <p:nvGrpSpPr>
        <p:cNvPr id="1" name=""/>
        <p:cNvGrpSpPr/>
        <p:nvPr/>
      </p:nvGrpSpPr>
      <p:grpSpPr>
        <a:xfrm xmlns:a="http://schemas.openxmlformats.org/drawingml/2006/main"/>
      </p:grpSpPr>
      <p:sp>
        <p:nvSpPr>
          <p:cNvPr id="594" name="Google Shape;594;p76">
            <a:extLst xmlns:a="http://schemas.openxmlformats.org/drawingml/2006/main">
              <a:ext uri="{FF2B5EF4-FFF2-40B4-BE49-F238E27FC236}">
                <a16:creationId xmlns:a16="http://schemas.microsoft.com/office/drawing/2014/main" id="{F8C88E5C-4870-405B-A03D-BECD3BA44274}"/>
              </a:ext>
            </a:extLst>
          </p:cNvPr>
          <p:cNvSpPr>
            <a:spLocks xmlns:a="http://schemas.openxmlformats.org/drawingml/2006/main" noGrp="1"/>
          </p:cNvSpPr>
          <p:nvPr>
            <p:ph type="title" idx="0"/>
          </p:nvPr>
        </p:nvSpPr>
        <p:spPr>
          <a:xfrm xmlns:a="http://schemas.openxmlformats.org/drawingml/2006/main">
            <a:off x="228600" y="158725"/>
            <a:ext cx="5832900" cy="1121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noAutofit/>
          </a:bodyPr>
          <a:lstStyle xmlns:a="http://schemas.openxmlformats.org/drawingml/2006/main">
            <a:lvl1pPr algn="l">
              <a:lnSpc>
                <a:spcPct val="90000"/>
              </a:lnSpc>
              <a:spcBef>
                <a:spcPts val="375"/>
              </a:spcBef>
              <a:spcAft>
                <a:spcPts val="0"/>
              </a:spcAft>
              <a:buClr>
                <a:schemeClr val="dk1"/>
              </a:buClr>
              <a:buSzPts val="3750"/>
              <a:buFont typeface="Arial"/>
              <a:buNone/>
              <a:defRPr sz="3750"/>
            </a:lvl1pPr>
            <a:lvl2pPr>
              <a:spcBef>
                <a:spcPts val="0"/>
              </a:spcBef>
              <a:spcAft>
                <a:spcPts val="0"/>
              </a:spcAft>
              <a:buSzPts val="525"/>
              <a:buNone/>
              <a:defRPr sz="675"/>
            </a:lvl2pPr>
            <a:lvl3pPr>
              <a:spcBef>
                <a:spcPts val="0"/>
              </a:spcBef>
              <a:spcAft>
                <a:spcPts val="0"/>
              </a:spcAft>
              <a:buSzPts val="525"/>
              <a:buNone/>
              <a:defRPr sz="675"/>
            </a:lvl3pPr>
            <a:lvl4pPr>
              <a:spcBef>
                <a:spcPts val="0"/>
              </a:spcBef>
              <a:spcAft>
                <a:spcPts val="0"/>
              </a:spcAft>
              <a:buSzPts val="525"/>
              <a:buNone/>
              <a:defRPr sz="675"/>
            </a:lvl4pPr>
            <a:lvl5pPr>
              <a:spcBef>
                <a:spcPts val="0"/>
              </a:spcBef>
              <a:spcAft>
                <a:spcPts val="0"/>
              </a:spcAft>
              <a:buSzPts val="525"/>
              <a:buNone/>
              <a:defRPr sz="675"/>
            </a:lvl5pPr>
            <a:lvl6pPr>
              <a:spcBef>
                <a:spcPts val="0"/>
              </a:spcBef>
              <a:spcAft>
                <a:spcPts val="0"/>
              </a:spcAft>
              <a:buSzPts val="525"/>
              <a:buNone/>
              <a:defRPr sz="675"/>
            </a:lvl6pPr>
            <a:lvl7pPr>
              <a:spcBef>
                <a:spcPts val="0"/>
              </a:spcBef>
              <a:spcAft>
                <a:spcPts val="0"/>
              </a:spcAft>
              <a:buSzPts val="525"/>
              <a:buNone/>
              <a:defRPr sz="675"/>
            </a:lvl7pPr>
            <a:lvl8pPr>
              <a:spcBef>
                <a:spcPts val="0"/>
              </a:spcBef>
              <a:spcAft>
                <a:spcPts val="0"/>
              </a:spcAft>
              <a:buSzPts val="525"/>
              <a:buNone/>
              <a:defRPr sz="675"/>
            </a:lvl8pPr>
            <a:lvl9pPr>
              <a:spcBef>
                <a:spcPts val="0"/>
              </a:spcBef>
              <a:spcAft>
                <a:spcPts val="0"/>
              </a:spcAft>
              <a:buSzPts val="525"/>
              <a:buNone/>
              <a:defRPr sz="675"/>
            </a:lvl9pPr>
          </a:lstStyle>
          <a:p xmlns:a="http://schemas.openxmlformats.org/drawingml/2006/main"/>
        </p:txBody>
      </p:sp>
      <p:pic>
        <p:nvPicPr>
          <p:cNvPr id="597" name="Google Shape;595;p76"/>
          <p:cNvPicPr>
            <a:picLocks xmlns:a="http://schemas.openxmlformats.org/drawingml/2006/main" noChangeAspect="1"/>
          </p:cNvPicPr>
          <p:nvPr/>
        </p:nvPicPr>
        <p:blipFill rotWithShape="1">
          <a:blip xmlns:r="http://schemas.openxmlformats.org/officeDocument/2006/relationships" xmlns:a="http://schemas.openxmlformats.org/drawingml/2006/main" r:embed="Rb37a9b3db7bb4a7c">
            <a:alphaModFix/>
          </a:blip>
          <a:srcRect xmlns:a="http://schemas.openxmlformats.org/drawingml/2006/main" l="0" t="0" r="0" b="0"/>
          <a:stretch xmlns:a="http://schemas.openxmlformats.org/drawingml/2006/main"/>
        </p:blipFill>
        <p:spPr>
          <a:xfrm xmlns:a="http://schemas.openxmlformats.org/drawingml/2006/main">
            <a:off x="152400" y="3439675"/>
            <a:ext cx="8839204" cy="1510606"/>
          </a:xfrm>
          <a:prstGeom xmlns:a="http://schemas.openxmlformats.org/drawingml/2006/main" prst="rect">
            <a:avLst/>
          </a:prstGeom>
          <a:ln xmlns:a="http://schemas.openxmlformats.org/drawingml/2006/main">
            <a:noFill/>
          </a:ln>
        </p:spPr>
      </p:pic>
    </p:spTree>
  </p:cSld>
</p:sldLayout>
</file>

<file path=ppt/slideLayouts/slideLayout75.xml><?xml version="1.0" encoding="utf-8"?>
<p:sldLayout xmlns:p="http://schemas.openxmlformats.org/presentationml/2006/main" matchingName="Title Slide - Big text + Image">
  <p:cSld name="Intro title_3">
    <p:spTree>
      <p:nvGrpSpPr>
        <p:cNvPr id="1" name=""/>
        <p:cNvGrpSpPr/>
        <p:nvPr/>
      </p:nvGrpSpPr>
      <p:grpSpPr>
        <a:xfrm xmlns:a="http://schemas.openxmlformats.org/drawingml/2006/main"/>
      </p:grpSpPr>
      <p:sp>
        <p:nvSpPr>
          <p:cNvPr id="597" name="Google Shape;597;p77">
            <a:extLst xmlns:a="http://schemas.openxmlformats.org/drawingml/2006/main">
              <a:ext uri="{FF2B5EF4-FFF2-40B4-BE49-F238E27FC236}">
                <a16:creationId xmlns:a16="http://schemas.microsoft.com/office/drawing/2014/main" id="{F39F0F94-A7B1-454D-BB1F-953634ABB7BC}"/>
              </a:ext>
            </a:extLst>
          </p:cNvPr>
          <p:cNvSpPr>
            <a:spLocks xmlns:a="http://schemas.openxmlformats.org/drawingml/2006/main" noGrp="1"/>
          </p:cNvSpPr>
          <p:nvPr>
            <p:ph type="title" idx="0"/>
          </p:nvPr>
        </p:nvSpPr>
        <p:spPr>
          <a:xfrm xmlns:a="http://schemas.openxmlformats.org/drawingml/2006/main">
            <a:off x="228600" y="1631750"/>
            <a:ext cx="5751600" cy="1121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noAutofit/>
          </a:bodyPr>
          <a:lstStyle xmlns:a="http://schemas.openxmlformats.org/drawingml/2006/main">
            <a:lvl1pPr algn="l">
              <a:lnSpc>
                <a:spcPct val="90000"/>
              </a:lnSpc>
              <a:spcBef>
                <a:spcPts val="375"/>
              </a:spcBef>
              <a:spcAft>
                <a:spcPts val="0"/>
              </a:spcAft>
              <a:buClr>
                <a:schemeClr val="dk1"/>
              </a:buClr>
              <a:buSzPts val="5500"/>
              <a:buFont typeface="Arial"/>
              <a:buNone/>
              <a:defRPr sz="5500"/>
            </a:lvl1pPr>
            <a:lvl2pPr>
              <a:spcBef>
                <a:spcPts val="0"/>
              </a:spcBef>
              <a:spcAft>
                <a:spcPts val="0"/>
              </a:spcAft>
              <a:buSzPts val="5500"/>
              <a:buNone/>
              <a:defRPr sz="5500"/>
            </a:lvl2pPr>
            <a:lvl3pPr>
              <a:spcBef>
                <a:spcPts val="0"/>
              </a:spcBef>
              <a:spcAft>
                <a:spcPts val="0"/>
              </a:spcAft>
              <a:buSzPts val="5500"/>
              <a:buNone/>
              <a:defRPr sz="5500"/>
            </a:lvl3pPr>
            <a:lvl4pPr>
              <a:spcBef>
                <a:spcPts val="0"/>
              </a:spcBef>
              <a:spcAft>
                <a:spcPts val="0"/>
              </a:spcAft>
              <a:buSzPts val="5500"/>
              <a:buNone/>
              <a:defRPr sz="5500"/>
            </a:lvl4pPr>
            <a:lvl5pPr>
              <a:spcBef>
                <a:spcPts val="0"/>
              </a:spcBef>
              <a:spcAft>
                <a:spcPts val="0"/>
              </a:spcAft>
              <a:buSzPts val="5500"/>
              <a:buNone/>
              <a:defRPr sz="5500"/>
            </a:lvl5pPr>
            <a:lvl6pPr>
              <a:spcBef>
                <a:spcPts val="0"/>
              </a:spcBef>
              <a:spcAft>
                <a:spcPts val="0"/>
              </a:spcAft>
              <a:buSzPts val="5500"/>
              <a:buNone/>
              <a:defRPr sz="5500"/>
            </a:lvl6pPr>
            <a:lvl7pPr>
              <a:spcBef>
                <a:spcPts val="0"/>
              </a:spcBef>
              <a:spcAft>
                <a:spcPts val="0"/>
              </a:spcAft>
              <a:buSzPts val="5500"/>
              <a:buNone/>
              <a:defRPr sz="5500"/>
            </a:lvl7pPr>
            <a:lvl8pPr>
              <a:spcBef>
                <a:spcPts val="0"/>
              </a:spcBef>
              <a:spcAft>
                <a:spcPts val="0"/>
              </a:spcAft>
              <a:buSzPts val="5500"/>
              <a:buNone/>
              <a:defRPr sz="5500"/>
            </a:lvl8pPr>
            <a:lvl9pPr>
              <a:spcBef>
                <a:spcPts val="0"/>
              </a:spcBef>
              <a:spcAft>
                <a:spcPts val="0"/>
              </a:spcAft>
              <a:buSzPts val="5500"/>
              <a:buNone/>
              <a:defRPr sz="5500"/>
            </a:lvl9pPr>
          </a:lstStyle>
          <a:p xmlns:a="http://schemas.openxmlformats.org/drawingml/2006/main"/>
        </p:txBody>
      </p:sp>
      <p:pic>
        <p:nvPicPr>
          <p:cNvPr id="601" name="Google Shape;598;p77"/>
          <p:cNvPicPr>
            <a:picLocks xmlns:a="http://schemas.openxmlformats.org/drawingml/2006/main" noChangeAspect="1"/>
          </p:cNvPicPr>
          <p:nvPr/>
        </p:nvPicPr>
        <p:blipFill rotWithShape="1">
          <a:blip xmlns:r="http://schemas.openxmlformats.org/officeDocument/2006/relationships" xmlns:a="http://schemas.openxmlformats.org/drawingml/2006/main" r:embed="R4063d5746c084ab6">
            <a:alphaModFix/>
          </a:blip>
          <a:srcRect xmlns:a="http://schemas.openxmlformats.org/drawingml/2006/main" l="0" t="0" r="0" b="0"/>
          <a:stretch xmlns:a="http://schemas.openxmlformats.org/drawingml/2006/main"/>
        </p:blipFill>
        <p:spPr>
          <a:xfrm xmlns:a="http://schemas.openxmlformats.org/drawingml/2006/main">
            <a:off x="152400" y="4741176"/>
            <a:ext cx="1223532" cy="209100"/>
          </a:xfrm>
          <a:prstGeom xmlns:a="http://schemas.openxmlformats.org/drawingml/2006/main" prst="rect">
            <a:avLst/>
          </a:prstGeom>
          <a:ln xmlns:a="http://schemas.openxmlformats.org/drawingml/2006/main">
            <a:noFill/>
          </a:ln>
        </p:spPr>
      </p:pic>
      <p:pic>
        <p:nvPicPr>
          <p:cNvPr id="602" name="Google Shape;599;p77"/>
          <p:cNvPicPr>
            <a:picLocks xmlns:a="http://schemas.openxmlformats.org/drawingml/2006/main" noChangeAspect="1"/>
          </p:cNvPicPr>
          <p:nvPr/>
        </p:nvPicPr>
        <p:blipFill>
          <a:blip xmlns:r="http://schemas.openxmlformats.org/officeDocument/2006/relationships" xmlns:a="http://schemas.openxmlformats.org/drawingml/2006/main" r:embed="R77639fda06c346af">
            <a:alphaModFix/>
          </a:blip>
          <a:stretch xmlns:a="http://schemas.openxmlformats.org/drawingml/2006/main">
            <a:fillRect l="0" t="0" r="0" b="0"/>
          </a:stretch>
        </p:blipFill>
        <p:spPr>
          <a:xfrm xmlns:a="http://schemas.openxmlformats.org/drawingml/2006/main">
            <a:off x="4213600" y="-572775"/>
            <a:ext cx="6199323" cy="6203059"/>
          </a:xfrm>
          <a:prstGeom xmlns:a="http://schemas.openxmlformats.org/drawingml/2006/main" prst="rect">
            <a:avLst/>
          </a:prstGeom>
          <a:ln xmlns:a="http://schemas.openxmlformats.org/drawingml/2006/main">
            <a:noFill/>
          </a:ln>
        </p:spPr>
      </p:pic>
    </p:spTree>
  </p:cSld>
</p:sldLayout>
</file>

<file path=ppt/slideLayouts/slideLayout76.xml><?xml version="1.0" encoding="utf-8"?>
<p:sldLayout xmlns:p="http://schemas.openxmlformats.org/presentationml/2006/main" matchingName="Title slide - Big text + Icon">
  <p:cSld name="Intro title_3_4">
    <p:spTree>
      <p:nvGrpSpPr>
        <p:cNvPr id="1" name=""/>
        <p:cNvGrpSpPr/>
        <p:nvPr/>
      </p:nvGrpSpPr>
      <p:grpSpPr>
        <a:xfrm xmlns:a="http://schemas.openxmlformats.org/drawingml/2006/main"/>
      </p:grpSpPr>
      <p:sp>
        <p:nvSpPr>
          <p:cNvPr id="601" name="Google Shape;601;p78">
            <a:extLst xmlns:a="http://schemas.openxmlformats.org/drawingml/2006/main">
              <a:ext uri="{FF2B5EF4-FFF2-40B4-BE49-F238E27FC236}">
                <a16:creationId xmlns:a16="http://schemas.microsoft.com/office/drawing/2014/main" id="{26E93CC0-41D0-4A99-9960-D9E6AA54963A}"/>
              </a:ext>
            </a:extLst>
          </p:cNvPr>
          <p:cNvSpPr>
            <a:spLocks xmlns:a="http://schemas.openxmlformats.org/drawingml/2006/main" noGrp="1"/>
          </p:cNvSpPr>
          <p:nvPr>
            <p:ph type="title" idx="0"/>
          </p:nvPr>
        </p:nvSpPr>
        <p:spPr>
          <a:xfrm xmlns:a="http://schemas.openxmlformats.org/drawingml/2006/main">
            <a:off x="228600" y="1631750"/>
            <a:ext cx="5751600" cy="1121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noAutofit/>
          </a:bodyPr>
          <a:lstStyle xmlns:a="http://schemas.openxmlformats.org/drawingml/2006/main">
            <a:lvl1pPr algn="l">
              <a:lnSpc>
                <a:spcPct val="90000"/>
              </a:lnSpc>
              <a:spcBef>
                <a:spcPts val="375"/>
              </a:spcBef>
              <a:spcAft>
                <a:spcPts val="0"/>
              </a:spcAft>
              <a:buClr>
                <a:schemeClr val="dk1"/>
              </a:buClr>
              <a:buSzPts val="5500"/>
              <a:buFont typeface="Arial"/>
              <a:buNone/>
              <a:defRPr sz="5500"/>
            </a:lvl1pPr>
            <a:lvl2pPr>
              <a:spcBef>
                <a:spcPts val="0"/>
              </a:spcBef>
              <a:spcAft>
                <a:spcPts val="0"/>
              </a:spcAft>
              <a:buSzPts val="5500"/>
              <a:buNone/>
              <a:defRPr sz="5500"/>
            </a:lvl2pPr>
            <a:lvl3pPr>
              <a:spcBef>
                <a:spcPts val="0"/>
              </a:spcBef>
              <a:spcAft>
                <a:spcPts val="0"/>
              </a:spcAft>
              <a:buSzPts val="5500"/>
              <a:buNone/>
              <a:defRPr sz="5500"/>
            </a:lvl3pPr>
            <a:lvl4pPr>
              <a:spcBef>
                <a:spcPts val="0"/>
              </a:spcBef>
              <a:spcAft>
                <a:spcPts val="0"/>
              </a:spcAft>
              <a:buSzPts val="5500"/>
              <a:buNone/>
              <a:defRPr sz="5500"/>
            </a:lvl4pPr>
            <a:lvl5pPr>
              <a:spcBef>
                <a:spcPts val="0"/>
              </a:spcBef>
              <a:spcAft>
                <a:spcPts val="0"/>
              </a:spcAft>
              <a:buSzPts val="5500"/>
              <a:buNone/>
              <a:defRPr sz="5500"/>
            </a:lvl5pPr>
            <a:lvl6pPr>
              <a:spcBef>
                <a:spcPts val="0"/>
              </a:spcBef>
              <a:spcAft>
                <a:spcPts val="0"/>
              </a:spcAft>
              <a:buSzPts val="5500"/>
              <a:buNone/>
              <a:defRPr sz="5500"/>
            </a:lvl6pPr>
            <a:lvl7pPr>
              <a:spcBef>
                <a:spcPts val="0"/>
              </a:spcBef>
              <a:spcAft>
                <a:spcPts val="0"/>
              </a:spcAft>
              <a:buSzPts val="5500"/>
              <a:buNone/>
              <a:defRPr sz="5500"/>
            </a:lvl7pPr>
            <a:lvl8pPr>
              <a:spcBef>
                <a:spcPts val="0"/>
              </a:spcBef>
              <a:spcAft>
                <a:spcPts val="0"/>
              </a:spcAft>
              <a:buSzPts val="5500"/>
              <a:buNone/>
              <a:defRPr sz="5500"/>
            </a:lvl8pPr>
            <a:lvl9pPr>
              <a:spcBef>
                <a:spcPts val="0"/>
              </a:spcBef>
              <a:spcAft>
                <a:spcPts val="0"/>
              </a:spcAft>
              <a:buSzPts val="5500"/>
              <a:buNone/>
              <a:defRPr sz="5500"/>
            </a:lvl9pPr>
          </a:lstStyle>
          <a:p xmlns:a="http://schemas.openxmlformats.org/drawingml/2006/main"/>
        </p:txBody>
      </p:sp>
      <p:pic>
        <p:nvPicPr>
          <p:cNvPr id="604" name="Google Shape;602;p78"/>
          <p:cNvPicPr>
            <a:picLocks xmlns:a="http://schemas.openxmlformats.org/drawingml/2006/main" noChangeAspect="1"/>
          </p:cNvPicPr>
          <p:nvPr/>
        </p:nvPicPr>
        <p:blipFill rotWithShape="1">
          <a:blip xmlns:r="http://schemas.openxmlformats.org/officeDocument/2006/relationships" xmlns:a="http://schemas.openxmlformats.org/drawingml/2006/main" r:embed="Re4b1a0b9403d49b2">
            <a:alphaModFix/>
          </a:blip>
          <a:srcRect xmlns:a="http://schemas.openxmlformats.org/drawingml/2006/main" l="0" t="0" r="0" b="0"/>
          <a:stretch xmlns:a="http://schemas.openxmlformats.org/drawingml/2006/main"/>
        </p:blipFill>
        <p:spPr>
          <a:xfrm xmlns:a="http://schemas.openxmlformats.org/drawingml/2006/main">
            <a:off x="152400" y="4741176"/>
            <a:ext cx="1223532" cy="209100"/>
          </a:xfrm>
          <a:prstGeom xmlns:a="http://schemas.openxmlformats.org/drawingml/2006/main" prst="rect">
            <a:avLst/>
          </a:prstGeom>
          <a:ln xmlns:a="http://schemas.openxmlformats.org/drawingml/2006/main">
            <a:noFill/>
          </a:ln>
        </p:spPr>
      </p:pic>
    </p:spTree>
  </p:cSld>
</p:sldLayout>
</file>

<file path=ppt/slideLayouts/slideLayout77.xml><?xml version="1.0" encoding="utf-8"?>
<p:sldLayout xmlns:p="http://schemas.openxmlformats.org/presentationml/2006/main" matchingName="Title Slide - small logo - Yellow">
  <p:cSld name="Intro title_3_3">
    <p:spTree>
      <p:nvGrpSpPr>
        <p:cNvPr id="1" name=""/>
        <p:cNvGrpSpPr/>
        <p:nvPr/>
      </p:nvGrpSpPr>
      <p:grpSpPr>
        <a:xfrm xmlns:a="http://schemas.openxmlformats.org/drawingml/2006/main"/>
      </p:grpSpPr>
      <p:sp>
        <p:nvSpPr>
          <p:cNvPr id="604" name="Google Shape;604;p79">
            <a:extLst xmlns:a="http://schemas.openxmlformats.org/drawingml/2006/main">
              <a:ext uri="{FF2B5EF4-FFF2-40B4-BE49-F238E27FC236}">
                <a16:creationId xmlns:a16="http://schemas.microsoft.com/office/drawing/2014/main" id="{AE2B2FA1-791E-44F0-A9F7-6B92BC424CBC}"/>
              </a:ext>
            </a:extLst>
          </p:cNvPr>
          <p:cNvSpPr>
            <a:spLocks xmlns:a="http://schemas.openxmlformats.org/drawingml/2006/main" noGrp="1"/>
          </p:cNvSpPr>
          <p:nvPr>
            <p:ph type="title" idx="0"/>
          </p:nvPr>
        </p:nvSpPr>
        <p:spPr>
          <a:xfrm xmlns:a="http://schemas.openxmlformats.org/drawingml/2006/main">
            <a:off x="228600" y="1631750"/>
            <a:ext cx="5751600" cy="1121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noAutofit/>
          </a:bodyPr>
          <a:lstStyle xmlns:a="http://schemas.openxmlformats.org/drawingml/2006/main">
            <a:lvl1pPr algn="l">
              <a:lnSpc>
                <a:spcPct val="90000"/>
              </a:lnSpc>
              <a:spcBef>
                <a:spcPts val="375"/>
              </a:spcBef>
              <a:spcAft>
                <a:spcPts val="0"/>
              </a:spcAft>
              <a:buClr>
                <a:schemeClr val="dk1"/>
              </a:buClr>
              <a:buSzPts val="3750"/>
              <a:buFont typeface="Arial"/>
              <a:buNone/>
              <a:defRPr sz="3750"/>
            </a:lvl1pPr>
            <a:lvl2pPr>
              <a:spcBef>
                <a:spcPts val="0"/>
              </a:spcBef>
              <a:spcAft>
                <a:spcPts val="0"/>
              </a:spcAft>
              <a:buSzPts val="525"/>
              <a:buNone/>
              <a:defRPr sz="675"/>
            </a:lvl2pPr>
            <a:lvl3pPr>
              <a:spcBef>
                <a:spcPts val="0"/>
              </a:spcBef>
              <a:spcAft>
                <a:spcPts val="0"/>
              </a:spcAft>
              <a:buSzPts val="525"/>
              <a:buNone/>
              <a:defRPr sz="675"/>
            </a:lvl3pPr>
            <a:lvl4pPr>
              <a:spcBef>
                <a:spcPts val="0"/>
              </a:spcBef>
              <a:spcAft>
                <a:spcPts val="0"/>
              </a:spcAft>
              <a:buSzPts val="525"/>
              <a:buNone/>
              <a:defRPr sz="675"/>
            </a:lvl4pPr>
            <a:lvl5pPr>
              <a:spcBef>
                <a:spcPts val="0"/>
              </a:spcBef>
              <a:spcAft>
                <a:spcPts val="0"/>
              </a:spcAft>
              <a:buSzPts val="525"/>
              <a:buNone/>
              <a:defRPr sz="675"/>
            </a:lvl5pPr>
            <a:lvl6pPr>
              <a:spcBef>
                <a:spcPts val="0"/>
              </a:spcBef>
              <a:spcAft>
                <a:spcPts val="0"/>
              </a:spcAft>
              <a:buSzPts val="525"/>
              <a:buNone/>
              <a:defRPr sz="675"/>
            </a:lvl6pPr>
            <a:lvl7pPr>
              <a:spcBef>
                <a:spcPts val="0"/>
              </a:spcBef>
              <a:spcAft>
                <a:spcPts val="0"/>
              </a:spcAft>
              <a:buSzPts val="525"/>
              <a:buNone/>
              <a:defRPr sz="675"/>
            </a:lvl7pPr>
            <a:lvl8pPr>
              <a:spcBef>
                <a:spcPts val="0"/>
              </a:spcBef>
              <a:spcAft>
                <a:spcPts val="0"/>
              </a:spcAft>
              <a:buSzPts val="525"/>
              <a:buNone/>
              <a:defRPr sz="675"/>
            </a:lvl8pPr>
            <a:lvl9pPr>
              <a:spcBef>
                <a:spcPts val="0"/>
              </a:spcBef>
              <a:spcAft>
                <a:spcPts val="0"/>
              </a:spcAft>
              <a:buSzPts val="525"/>
              <a:buNone/>
              <a:defRPr sz="675"/>
            </a:lvl9pPr>
          </a:lstStyle>
          <a:p xmlns:a="http://schemas.openxmlformats.org/drawingml/2006/main"/>
        </p:txBody>
      </p:sp>
      <p:pic>
        <p:nvPicPr>
          <p:cNvPr id="609" name="Google Shape;605;p79"/>
          <p:cNvPicPr>
            <a:picLocks xmlns:a="http://schemas.openxmlformats.org/drawingml/2006/main" noChangeAspect="1"/>
          </p:cNvPicPr>
          <p:nvPr/>
        </p:nvPicPr>
        <p:blipFill rotWithShape="1">
          <a:blip xmlns:r="http://schemas.openxmlformats.org/officeDocument/2006/relationships" xmlns:a="http://schemas.openxmlformats.org/drawingml/2006/main" r:embed="R846b22a1088345ad">
            <a:alphaModFix/>
          </a:blip>
          <a:srcRect xmlns:a="http://schemas.openxmlformats.org/drawingml/2006/main" l="0" t="0" r="0" b="0"/>
          <a:stretch xmlns:a="http://schemas.openxmlformats.org/drawingml/2006/main"/>
        </p:blipFill>
        <p:spPr>
          <a:xfrm xmlns:a="http://schemas.openxmlformats.org/drawingml/2006/main">
            <a:off x="152400" y="4741176"/>
            <a:ext cx="1223532" cy="209100"/>
          </a:xfrm>
          <a:prstGeom xmlns:a="http://schemas.openxmlformats.org/drawingml/2006/main" prst="rect">
            <a:avLst/>
          </a:prstGeom>
          <a:ln xmlns:a="http://schemas.openxmlformats.org/drawingml/2006/main">
            <a:noFill/>
          </a:ln>
        </p:spPr>
      </p:pic>
      <p:sp>
        <p:nvSpPr>
          <p:cNvPr id="606" name="Google Shape;606;p79">
            <a:extLst xmlns:a="http://schemas.openxmlformats.org/drawingml/2006/main">
              <a:ext uri="{FF2B5EF4-FFF2-40B4-BE49-F238E27FC236}">
                <a16:creationId xmlns:a16="http://schemas.microsoft.com/office/drawing/2014/main" id="{9C2AF5C6-D9A1-4FD0-A1B7-3CA8192137EB}"/>
              </a:ext>
            </a:extLst>
          </p:cNvPr>
          <p:cNvSpPr>
            <a:spLocks xmlns:a="http://schemas.openxmlformats.org/drawingml/2006/main" noGrp="1"/>
          </p:cNvSpPr>
          <p:nvPr>
            <p:ph type="title" idx="2"/>
          </p:nvPr>
        </p:nvSpPr>
        <p:spPr>
          <a:xfrm xmlns:a="http://schemas.openxmlformats.org/drawingml/2006/main">
            <a:off x="228600" y="2834375"/>
            <a:ext cx="4279500" cy="20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noAutofit/>
          </a:bodyPr>
          <a:lstStyle xmlns:a="http://schemas.openxmlformats.org/drawingml/2006/main">
            <a:lvl1pPr algn="l">
              <a:lnSpc>
                <a:spcPct val="90000"/>
              </a:lnSpc>
              <a:spcBef>
                <a:spcPts val="375"/>
              </a:spcBef>
              <a:spcAft>
                <a:spcPts val="0"/>
              </a:spcAft>
              <a:buClr>
                <a:schemeClr val="dk1"/>
              </a:buClr>
              <a:buSzPts val="1200"/>
              <a:buFont typeface="Inter"/>
              <a:buNone/>
              <a:defRPr sz="1200">
                <a:latin typeface="Inter"/>
                <a:ea typeface="Inter"/>
                <a:cs typeface="Inter"/>
              </a:defRPr>
            </a:lvl1pPr>
            <a:lvl2pPr>
              <a:spcBef>
                <a:spcPts val="0"/>
              </a:spcBef>
              <a:spcAft>
                <a:spcPts val="0"/>
              </a:spcAft>
              <a:buSzPts val="1200"/>
              <a:buFont typeface="Inter"/>
              <a:buNone/>
              <a:defRPr sz="1200">
                <a:latin typeface="Inter"/>
                <a:ea typeface="Inter"/>
                <a:cs typeface="Inter"/>
              </a:defRPr>
            </a:lvl2pPr>
            <a:lvl3pPr>
              <a:spcBef>
                <a:spcPts val="0"/>
              </a:spcBef>
              <a:spcAft>
                <a:spcPts val="0"/>
              </a:spcAft>
              <a:buSzPts val="1200"/>
              <a:buFont typeface="Inter"/>
              <a:buNone/>
              <a:defRPr sz="1200">
                <a:latin typeface="Inter"/>
                <a:ea typeface="Inter"/>
                <a:cs typeface="Inter"/>
              </a:defRPr>
            </a:lvl3pPr>
            <a:lvl4pPr>
              <a:spcBef>
                <a:spcPts val="0"/>
              </a:spcBef>
              <a:spcAft>
                <a:spcPts val="0"/>
              </a:spcAft>
              <a:buSzPts val="1200"/>
              <a:buFont typeface="Inter"/>
              <a:buNone/>
              <a:defRPr sz="1200">
                <a:latin typeface="Inter"/>
                <a:ea typeface="Inter"/>
                <a:cs typeface="Inter"/>
              </a:defRPr>
            </a:lvl4pPr>
            <a:lvl5pPr>
              <a:spcBef>
                <a:spcPts val="0"/>
              </a:spcBef>
              <a:spcAft>
                <a:spcPts val="0"/>
              </a:spcAft>
              <a:buSzPts val="1200"/>
              <a:buFont typeface="Inter"/>
              <a:buNone/>
              <a:defRPr sz="1200">
                <a:latin typeface="Inter"/>
                <a:ea typeface="Inter"/>
                <a:cs typeface="Inter"/>
              </a:defRPr>
            </a:lvl5pPr>
            <a:lvl6pPr>
              <a:spcBef>
                <a:spcPts val="0"/>
              </a:spcBef>
              <a:spcAft>
                <a:spcPts val="0"/>
              </a:spcAft>
              <a:buSzPts val="1200"/>
              <a:buFont typeface="Inter"/>
              <a:buNone/>
              <a:defRPr sz="1200">
                <a:latin typeface="Inter"/>
                <a:ea typeface="Inter"/>
                <a:cs typeface="Inter"/>
              </a:defRPr>
            </a:lvl6pPr>
            <a:lvl7pPr>
              <a:spcBef>
                <a:spcPts val="0"/>
              </a:spcBef>
              <a:spcAft>
                <a:spcPts val="0"/>
              </a:spcAft>
              <a:buSzPts val="1200"/>
              <a:buFont typeface="Inter"/>
              <a:buNone/>
              <a:defRPr sz="1200">
                <a:latin typeface="Inter"/>
                <a:ea typeface="Inter"/>
                <a:cs typeface="Inter"/>
              </a:defRPr>
            </a:lvl7pPr>
            <a:lvl8pPr>
              <a:spcBef>
                <a:spcPts val="0"/>
              </a:spcBef>
              <a:spcAft>
                <a:spcPts val="0"/>
              </a:spcAft>
              <a:buSzPts val="1200"/>
              <a:buFont typeface="Inter"/>
              <a:buNone/>
              <a:defRPr sz="1200">
                <a:latin typeface="Inter"/>
                <a:ea typeface="Inter"/>
                <a:cs typeface="Inter"/>
              </a:defRPr>
            </a:lvl8pPr>
            <a:lvl9pPr>
              <a:spcBef>
                <a:spcPts val="0"/>
              </a:spcBef>
              <a:spcAft>
                <a:spcPts val="0"/>
              </a:spcAft>
              <a:buSzPts val="1200"/>
              <a:buFont typeface="Inter"/>
              <a:buNone/>
              <a:defRPr sz="1200">
                <a:latin typeface="Inter"/>
                <a:ea typeface="Inter"/>
                <a:cs typeface="Inter"/>
              </a:defRPr>
            </a:lvl9pPr>
          </a:lstStyle>
          <a:p xmlns:a="http://schemas.openxmlformats.org/drawingml/2006/main"/>
        </p:txBody>
      </p:sp>
    </p:spTree>
  </p:cSld>
</p:sldLayout>
</file>

<file path=ppt/slideLayouts/slideLayout78.xml><?xml version="1.0" encoding="utf-8"?>
<p:sldLayout xmlns:p="http://schemas.openxmlformats.org/presentationml/2006/main" matchingName="Title Slide - small logo + Picture">
  <p:cSld name="Intro title_3_2">
    <p:spTree>
      <p:nvGrpSpPr>
        <p:cNvPr id="1" name=""/>
        <p:cNvGrpSpPr/>
        <p:nvPr/>
      </p:nvGrpSpPr>
      <p:grpSpPr>
        <a:xfrm xmlns:a="http://schemas.openxmlformats.org/drawingml/2006/main"/>
      </p:grpSpPr>
      <p:sp>
        <p:nvSpPr>
          <p:cNvPr id="608" name="Google Shape;608;p80">
            <a:extLst xmlns:a="http://schemas.openxmlformats.org/drawingml/2006/main">
              <a:ext uri="{FF2B5EF4-FFF2-40B4-BE49-F238E27FC236}">
                <a16:creationId xmlns:a16="http://schemas.microsoft.com/office/drawing/2014/main" id="{9DBCE554-B7F9-42DD-87FF-5F4155127365}"/>
              </a:ext>
            </a:extLst>
          </p:cNvPr>
          <p:cNvSpPr>
            <a:spLocks xmlns:a="http://schemas.openxmlformats.org/drawingml/2006/main" noGrp="1"/>
          </p:cNvSpPr>
          <p:nvPr>
            <p:ph type="title" idx="0"/>
          </p:nvPr>
        </p:nvSpPr>
        <p:spPr>
          <a:xfrm xmlns:a="http://schemas.openxmlformats.org/drawingml/2006/main">
            <a:off x="228600" y="1631750"/>
            <a:ext cx="5751600" cy="1121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noAutofit/>
          </a:bodyPr>
          <a:lstStyle xmlns:a="http://schemas.openxmlformats.org/drawingml/2006/main">
            <a:lvl1pPr algn="l">
              <a:lnSpc>
                <a:spcPct val="90000"/>
              </a:lnSpc>
              <a:spcBef>
                <a:spcPts val="375"/>
              </a:spcBef>
              <a:spcAft>
                <a:spcPts val="0"/>
              </a:spcAft>
              <a:buClr>
                <a:schemeClr val="dk1"/>
              </a:buClr>
              <a:buSzPts val="3750"/>
              <a:buFont typeface="Arial"/>
              <a:buNone/>
              <a:defRPr sz="3750"/>
            </a:lvl1pPr>
            <a:lvl2pPr>
              <a:spcBef>
                <a:spcPts val="0"/>
              </a:spcBef>
              <a:spcAft>
                <a:spcPts val="0"/>
              </a:spcAft>
              <a:buSzPts val="525"/>
              <a:buNone/>
              <a:defRPr sz="675"/>
            </a:lvl2pPr>
            <a:lvl3pPr>
              <a:spcBef>
                <a:spcPts val="0"/>
              </a:spcBef>
              <a:spcAft>
                <a:spcPts val="0"/>
              </a:spcAft>
              <a:buSzPts val="525"/>
              <a:buNone/>
              <a:defRPr sz="675"/>
            </a:lvl3pPr>
            <a:lvl4pPr>
              <a:spcBef>
                <a:spcPts val="0"/>
              </a:spcBef>
              <a:spcAft>
                <a:spcPts val="0"/>
              </a:spcAft>
              <a:buSzPts val="525"/>
              <a:buNone/>
              <a:defRPr sz="675"/>
            </a:lvl4pPr>
            <a:lvl5pPr>
              <a:spcBef>
                <a:spcPts val="0"/>
              </a:spcBef>
              <a:spcAft>
                <a:spcPts val="0"/>
              </a:spcAft>
              <a:buSzPts val="525"/>
              <a:buNone/>
              <a:defRPr sz="675"/>
            </a:lvl5pPr>
            <a:lvl6pPr>
              <a:spcBef>
                <a:spcPts val="0"/>
              </a:spcBef>
              <a:spcAft>
                <a:spcPts val="0"/>
              </a:spcAft>
              <a:buSzPts val="525"/>
              <a:buNone/>
              <a:defRPr sz="675"/>
            </a:lvl6pPr>
            <a:lvl7pPr>
              <a:spcBef>
                <a:spcPts val="0"/>
              </a:spcBef>
              <a:spcAft>
                <a:spcPts val="0"/>
              </a:spcAft>
              <a:buSzPts val="525"/>
              <a:buNone/>
              <a:defRPr sz="675"/>
            </a:lvl7pPr>
            <a:lvl8pPr>
              <a:spcBef>
                <a:spcPts val="0"/>
              </a:spcBef>
              <a:spcAft>
                <a:spcPts val="0"/>
              </a:spcAft>
              <a:buSzPts val="525"/>
              <a:buNone/>
              <a:defRPr sz="675"/>
            </a:lvl8pPr>
            <a:lvl9pPr>
              <a:spcBef>
                <a:spcPts val="0"/>
              </a:spcBef>
              <a:spcAft>
                <a:spcPts val="0"/>
              </a:spcAft>
              <a:buSzPts val="525"/>
              <a:buNone/>
              <a:defRPr sz="675"/>
            </a:lvl9pPr>
          </a:lstStyle>
          <a:p xmlns:a="http://schemas.openxmlformats.org/drawingml/2006/main"/>
        </p:txBody>
      </p:sp>
      <p:pic>
        <p:nvPicPr>
          <p:cNvPr id="614" name="Google Shape;609;p80"/>
          <p:cNvPicPr>
            <a:picLocks xmlns:a="http://schemas.openxmlformats.org/drawingml/2006/main" noChangeAspect="1"/>
          </p:cNvPicPr>
          <p:nvPr/>
        </p:nvPicPr>
        <p:blipFill rotWithShape="1">
          <a:blip xmlns:r="http://schemas.openxmlformats.org/officeDocument/2006/relationships" xmlns:a="http://schemas.openxmlformats.org/drawingml/2006/main" r:embed="R8e5bc68d588842ee">
            <a:alphaModFix/>
          </a:blip>
          <a:srcRect xmlns:a="http://schemas.openxmlformats.org/drawingml/2006/main" l="0" t="0" r="0" b="0"/>
          <a:stretch xmlns:a="http://schemas.openxmlformats.org/drawingml/2006/main"/>
        </p:blipFill>
        <p:spPr>
          <a:xfrm xmlns:a="http://schemas.openxmlformats.org/drawingml/2006/main">
            <a:off x="152400" y="4741176"/>
            <a:ext cx="1223532" cy="209100"/>
          </a:xfrm>
          <a:prstGeom xmlns:a="http://schemas.openxmlformats.org/drawingml/2006/main" prst="rect">
            <a:avLst/>
          </a:prstGeom>
          <a:ln xmlns:a="http://schemas.openxmlformats.org/drawingml/2006/main">
            <a:noFill/>
          </a:ln>
        </p:spPr>
      </p:pic>
      <p:sp>
        <p:nvSpPr>
          <p:cNvPr id="610" name="Google Shape;610;p80">
            <a:extLst xmlns:a="http://schemas.openxmlformats.org/drawingml/2006/main">
              <a:ext uri="{FF2B5EF4-FFF2-40B4-BE49-F238E27FC236}">
                <a16:creationId xmlns:a16="http://schemas.microsoft.com/office/drawing/2014/main" id="{DC39B20B-C1D7-4528-A81D-665119A3CDB9}"/>
              </a:ext>
            </a:extLst>
          </p:cNvPr>
          <p:cNvSpPr>
            <a:spLocks xmlns:a="http://schemas.openxmlformats.org/drawingml/2006/main" noGrp="1"/>
          </p:cNvSpPr>
          <p:nvPr>
            <p:ph type="title" idx="2"/>
          </p:nvPr>
        </p:nvSpPr>
        <p:spPr>
          <a:xfrm xmlns:a="http://schemas.openxmlformats.org/drawingml/2006/main">
            <a:off x="228600" y="2834375"/>
            <a:ext cx="4279500" cy="20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noAutofit/>
          </a:bodyPr>
          <a:lstStyle xmlns:a="http://schemas.openxmlformats.org/drawingml/2006/main">
            <a:lvl1pPr algn="l">
              <a:lnSpc>
                <a:spcPct val="90000"/>
              </a:lnSpc>
              <a:spcBef>
                <a:spcPts val="375"/>
              </a:spcBef>
              <a:spcAft>
                <a:spcPts val="0"/>
              </a:spcAft>
              <a:buClr>
                <a:schemeClr val="dk1"/>
              </a:buClr>
              <a:buSzPts val="1200"/>
              <a:buFont typeface="Inter"/>
              <a:buNone/>
              <a:defRPr sz="1200">
                <a:latin typeface="Inter"/>
                <a:ea typeface="Inter"/>
                <a:cs typeface="Inter"/>
              </a:defRPr>
            </a:lvl1pPr>
            <a:lvl2pPr>
              <a:spcBef>
                <a:spcPts val="0"/>
              </a:spcBef>
              <a:spcAft>
                <a:spcPts val="0"/>
              </a:spcAft>
              <a:buSzPts val="1200"/>
              <a:buFont typeface="Inter"/>
              <a:buNone/>
              <a:defRPr sz="1200">
                <a:latin typeface="Inter"/>
                <a:ea typeface="Inter"/>
                <a:cs typeface="Inter"/>
              </a:defRPr>
            </a:lvl2pPr>
            <a:lvl3pPr>
              <a:spcBef>
                <a:spcPts val="0"/>
              </a:spcBef>
              <a:spcAft>
                <a:spcPts val="0"/>
              </a:spcAft>
              <a:buSzPts val="1200"/>
              <a:buFont typeface="Inter"/>
              <a:buNone/>
              <a:defRPr sz="1200">
                <a:latin typeface="Inter"/>
                <a:ea typeface="Inter"/>
                <a:cs typeface="Inter"/>
              </a:defRPr>
            </a:lvl3pPr>
            <a:lvl4pPr>
              <a:spcBef>
                <a:spcPts val="0"/>
              </a:spcBef>
              <a:spcAft>
                <a:spcPts val="0"/>
              </a:spcAft>
              <a:buSzPts val="1200"/>
              <a:buFont typeface="Inter"/>
              <a:buNone/>
              <a:defRPr sz="1200">
                <a:latin typeface="Inter"/>
                <a:ea typeface="Inter"/>
                <a:cs typeface="Inter"/>
              </a:defRPr>
            </a:lvl4pPr>
            <a:lvl5pPr>
              <a:spcBef>
                <a:spcPts val="0"/>
              </a:spcBef>
              <a:spcAft>
                <a:spcPts val="0"/>
              </a:spcAft>
              <a:buSzPts val="1200"/>
              <a:buFont typeface="Inter"/>
              <a:buNone/>
              <a:defRPr sz="1200">
                <a:latin typeface="Inter"/>
                <a:ea typeface="Inter"/>
                <a:cs typeface="Inter"/>
              </a:defRPr>
            </a:lvl5pPr>
            <a:lvl6pPr>
              <a:spcBef>
                <a:spcPts val="0"/>
              </a:spcBef>
              <a:spcAft>
                <a:spcPts val="0"/>
              </a:spcAft>
              <a:buSzPts val="1200"/>
              <a:buFont typeface="Inter"/>
              <a:buNone/>
              <a:defRPr sz="1200">
                <a:latin typeface="Inter"/>
                <a:ea typeface="Inter"/>
                <a:cs typeface="Inter"/>
              </a:defRPr>
            </a:lvl6pPr>
            <a:lvl7pPr>
              <a:spcBef>
                <a:spcPts val="0"/>
              </a:spcBef>
              <a:spcAft>
                <a:spcPts val="0"/>
              </a:spcAft>
              <a:buSzPts val="1200"/>
              <a:buFont typeface="Inter"/>
              <a:buNone/>
              <a:defRPr sz="1200">
                <a:latin typeface="Inter"/>
                <a:ea typeface="Inter"/>
                <a:cs typeface="Inter"/>
              </a:defRPr>
            </a:lvl7pPr>
            <a:lvl8pPr>
              <a:spcBef>
                <a:spcPts val="0"/>
              </a:spcBef>
              <a:spcAft>
                <a:spcPts val="0"/>
              </a:spcAft>
              <a:buSzPts val="1200"/>
              <a:buFont typeface="Inter"/>
              <a:buNone/>
              <a:defRPr sz="1200">
                <a:latin typeface="Inter"/>
                <a:ea typeface="Inter"/>
                <a:cs typeface="Inter"/>
              </a:defRPr>
            </a:lvl8pPr>
            <a:lvl9pPr>
              <a:spcBef>
                <a:spcPts val="0"/>
              </a:spcBef>
              <a:spcAft>
                <a:spcPts val="0"/>
              </a:spcAft>
              <a:buSzPts val="1200"/>
              <a:buFont typeface="Inter"/>
              <a:buNone/>
              <a:defRPr sz="1200">
                <a:latin typeface="Inter"/>
                <a:ea typeface="Inter"/>
                <a:cs typeface="Inter"/>
              </a:defRPr>
            </a:lvl9pPr>
          </a:lstStyle>
          <a:p xmlns:a="http://schemas.openxmlformats.org/drawingml/2006/main"/>
        </p:txBody>
      </p:sp>
      <p:sp>
        <p:nvSpPr>
          <p:cNvPr id="611" name="Google Shape;611;p80">
            <a:extLst xmlns:a="http://schemas.openxmlformats.org/drawingml/2006/main">
              <a:ext uri="{FF2B5EF4-FFF2-40B4-BE49-F238E27FC236}">
                <a16:creationId xmlns:a16="http://schemas.microsoft.com/office/drawing/2014/main" id="{8B81AB7B-957B-4FDA-B83D-633764ADDF86}"/>
              </a:ext>
            </a:extLst>
          </p:cNvPr>
          <p:cNvSpPr>
            <a:spLocks xmlns:a="http://schemas.openxmlformats.org/drawingml/2006/main" noGrp="1"/>
          </p:cNvSpPr>
          <p:nvPr>
            <p:ph type="pic" idx="3"/>
          </p:nvPr>
        </p:nvSpPr>
        <p:spPr>
          <a:xfrm xmlns:a="http://schemas.openxmlformats.org/drawingml/2006/main">
            <a:off x="5533550" y="1015692"/>
            <a:ext cx="2739900" cy="3014100"/>
          </a:xfrm>
          <a:prstGeom xmlns:a="http://schemas.openxmlformats.org/drawingml/2006/main" prst="roundRect">
            <a:avLst>
              <a:gd name="adj" fmla="val 7144"/>
            </a:avLst>
          </a:prstGeom>
          <a:noFill xmlns:a="http://schemas.openxmlformats.org/drawingml/2006/main"/>
          <a:ln xmlns:a="http://schemas.openxmlformats.org/drawingml/2006/main">
            <a:noFill/>
          </a:ln>
        </p:spPr>
      </p:sp>
    </p:spTree>
  </p:cSld>
</p:sldLayout>
</file>

<file path=ppt/slideLayouts/slideLayout79.xml><?xml version="1.0" encoding="utf-8"?>
<p:sldLayout xmlns:p="http://schemas.openxmlformats.org/presentationml/2006/main" matchingName="Title Slide - Big text - White">
  <p:cSld name="Intro title_3_1">
    <p:spTree>
      <p:nvGrpSpPr>
        <p:cNvPr id="1" name=""/>
        <p:cNvGrpSpPr/>
        <p:nvPr/>
      </p:nvGrpSpPr>
      <p:grpSpPr>
        <a:xfrm xmlns:a="http://schemas.openxmlformats.org/drawingml/2006/main"/>
      </p:grpSpPr>
      <p:pic>
        <p:nvPicPr>
          <p:cNvPr id="616" name="Google Shape;613;p81"/>
          <p:cNvPicPr>
            <a:picLocks xmlns:a="http://schemas.openxmlformats.org/drawingml/2006/main" noChangeAspect="1"/>
          </p:cNvPicPr>
          <p:nvPr/>
        </p:nvPicPr>
        <p:blipFill rotWithShape="1">
          <a:blip xmlns:r="http://schemas.openxmlformats.org/officeDocument/2006/relationships" xmlns:a="http://schemas.openxmlformats.org/drawingml/2006/main" r:embed="Rcf3df4a051b44277">
            <a:alphaModFix/>
          </a:blip>
          <a:srcRect xmlns:a="http://schemas.openxmlformats.org/drawingml/2006/main" l="0" t="0" r="0" b="0"/>
          <a:stretch xmlns:a="http://schemas.openxmlformats.org/drawingml/2006/main"/>
        </p:blipFill>
        <p:spPr>
          <a:xfrm xmlns:a="http://schemas.openxmlformats.org/drawingml/2006/main">
            <a:off x="152400" y="4741176"/>
            <a:ext cx="1223532" cy="209100"/>
          </a:xfrm>
          <a:prstGeom xmlns:a="http://schemas.openxmlformats.org/drawingml/2006/main" prst="rect">
            <a:avLst/>
          </a:prstGeom>
          <a:ln xmlns:a="http://schemas.openxmlformats.org/drawingml/2006/main">
            <a:noFill/>
          </a:ln>
        </p:spPr>
      </p:pic>
      <p:sp>
        <p:nvSpPr>
          <p:cNvPr id="614" name="Google Shape;614;p81">
            <a:extLst xmlns:a="http://schemas.openxmlformats.org/drawingml/2006/main">
              <a:ext uri="{FF2B5EF4-FFF2-40B4-BE49-F238E27FC236}">
                <a16:creationId xmlns:a16="http://schemas.microsoft.com/office/drawing/2014/main" id="{1ABCC97C-FBD2-47A6-8E85-91F620748028}"/>
              </a:ext>
            </a:extLst>
          </p:cNvPr>
          <p:cNvSpPr>
            <a:spLocks xmlns:a="http://schemas.openxmlformats.org/drawingml/2006/main" noGrp="1"/>
          </p:cNvSpPr>
          <p:nvPr>
            <p:ph type="title" idx="0"/>
          </p:nvPr>
        </p:nvSpPr>
        <p:spPr>
          <a:xfrm xmlns:a="http://schemas.openxmlformats.org/drawingml/2006/main">
            <a:off x="228600" y="1631750"/>
            <a:ext cx="5751600" cy="1121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noAutofit/>
          </a:bodyPr>
          <a:lstStyle xmlns:a="http://schemas.openxmlformats.org/drawingml/2006/main">
            <a:lvl1pPr algn="l">
              <a:lnSpc>
                <a:spcPct val="90000"/>
              </a:lnSpc>
              <a:spcBef>
                <a:spcPts val="375"/>
              </a:spcBef>
              <a:spcAft>
                <a:spcPts val="0"/>
              </a:spcAft>
              <a:buClr>
                <a:schemeClr val="dk1"/>
              </a:buClr>
              <a:buSzPts val="5500"/>
              <a:buFont typeface="Arial"/>
              <a:buNone/>
              <a:defRPr sz="5500"/>
            </a:lvl1pPr>
            <a:lvl2pPr>
              <a:spcBef>
                <a:spcPts val="0"/>
              </a:spcBef>
              <a:spcAft>
                <a:spcPts val="0"/>
              </a:spcAft>
              <a:buSzPts val="5500"/>
              <a:buNone/>
              <a:defRPr sz="5500"/>
            </a:lvl2pPr>
            <a:lvl3pPr>
              <a:spcBef>
                <a:spcPts val="0"/>
              </a:spcBef>
              <a:spcAft>
                <a:spcPts val="0"/>
              </a:spcAft>
              <a:buSzPts val="5500"/>
              <a:buNone/>
              <a:defRPr sz="5500"/>
            </a:lvl3pPr>
            <a:lvl4pPr>
              <a:spcBef>
                <a:spcPts val="0"/>
              </a:spcBef>
              <a:spcAft>
                <a:spcPts val="0"/>
              </a:spcAft>
              <a:buSzPts val="5500"/>
              <a:buNone/>
              <a:defRPr sz="5500"/>
            </a:lvl4pPr>
            <a:lvl5pPr>
              <a:spcBef>
                <a:spcPts val="0"/>
              </a:spcBef>
              <a:spcAft>
                <a:spcPts val="0"/>
              </a:spcAft>
              <a:buSzPts val="5500"/>
              <a:buNone/>
              <a:defRPr sz="5500"/>
            </a:lvl5pPr>
            <a:lvl6pPr>
              <a:spcBef>
                <a:spcPts val="0"/>
              </a:spcBef>
              <a:spcAft>
                <a:spcPts val="0"/>
              </a:spcAft>
              <a:buSzPts val="5500"/>
              <a:buNone/>
              <a:defRPr sz="5500"/>
            </a:lvl6pPr>
            <a:lvl7pPr>
              <a:spcBef>
                <a:spcPts val="0"/>
              </a:spcBef>
              <a:spcAft>
                <a:spcPts val="0"/>
              </a:spcAft>
              <a:buSzPts val="5500"/>
              <a:buNone/>
              <a:defRPr sz="5500"/>
            </a:lvl7pPr>
            <a:lvl8pPr>
              <a:spcBef>
                <a:spcPts val="0"/>
              </a:spcBef>
              <a:spcAft>
                <a:spcPts val="0"/>
              </a:spcAft>
              <a:buSzPts val="5500"/>
              <a:buNone/>
              <a:defRPr sz="5500"/>
            </a:lvl8pPr>
            <a:lvl9pPr>
              <a:spcBef>
                <a:spcPts val="0"/>
              </a:spcBef>
              <a:spcAft>
                <a:spcPts val="0"/>
              </a:spcAft>
              <a:buSzPts val="5500"/>
              <a:buNone/>
              <a:defRPr sz="5500"/>
            </a:lvl9pPr>
          </a:lstStyle>
          <a:p xmlns:a="http://schemas.openxmlformats.org/drawingml/2006/main"/>
        </p:txBody>
      </p:sp>
    </p:spTree>
  </p:cSld>
</p:sldLayout>
</file>

<file path=ppt/slideLayouts/slideLayout80.xml><?xml version="1.0" encoding="utf-8"?>
<p:sldLayout xmlns:p="http://schemas.openxmlformats.org/presentationml/2006/main" matchingName="Title Slide - small logo - white">
  <p:cSld name="Intro title_3_1_2">
    <p:spTree>
      <p:nvGrpSpPr>
        <p:cNvPr id="1" name=""/>
        <p:cNvGrpSpPr/>
        <p:nvPr/>
      </p:nvGrpSpPr>
      <p:grpSpPr>
        <a:xfrm xmlns:a="http://schemas.openxmlformats.org/drawingml/2006/main"/>
      </p:grpSpPr>
      <p:pic>
        <p:nvPicPr>
          <p:cNvPr id="620" name="Google Shape;616;p82"/>
          <p:cNvPicPr>
            <a:picLocks xmlns:a="http://schemas.openxmlformats.org/drawingml/2006/main" noChangeAspect="1"/>
          </p:cNvPicPr>
          <p:nvPr/>
        </p:nvPicPr>
        <p:blipFill rotWithShape="1">
          <a:blip xmlns:r="http://schemas.openxmlformats.org/officeDocument/2006/relationships" xmlns:a="http://schemas.openxmlformats.org/drawingml/2006/main" r:embed="Rd77b1c2060ce4725">
            <a:alphaModFix/>
          </a:blip>
          <a:srcRect xmlns:a="http://schemas.openxmlformats.org/drawingml/2006/main" l="0" t="0" r="0" b="0"/>
          <a:stretch xmlns:a="http://schemas.openxmlformats.org/drawingml/2006/main"/>
        </p:blipFill>
        <p:spPr>
          <a:xfrm xmlns:a="http://schemas.openxmlformats.org/drawingml/2006/main">
            <a:off x="152400" y="4741176"/>
            <a:ext cx="1223532" cy="209100"/>
          </a:xfrm>
          <a:prstGeom xmlns:a="http://schemas.openxmlformats.org/drawingml/2006/main" prst="rect">
            <a:avLst/>
          </a:prstGeom>
          <a:ln xmlns:a="http://schemas.openxmlformats.org/drawingml/2006/main">
            <a:noFill/>
          </a:ln>
        </p:spPr>
      </p:pic>
      <p:sp>
        <p:nvSpPr>
          <p:cNvPr id="617" name="Google Shape;617;p82">
            <a:extLst xmlns:a="http://schemas.openxmlformats.org/drawingml/2006/main">
              <a:ext uri="{FF2B5EF4-FFF2-40B4-BE49-F238E27FC236}">
                <a16:creationId xmlns:a16="http://schemas.microsoft.com/office/drawing/2014/main" id="{49A564EB-A265-471A-B872-1BC7D8CF5D39}"/>
              </a:ext>
            </a:extLst>
          </p:cNvPr>
          <p:cNvSpPr>
            <a:spLocks xmlns:a="http://schemas.openxmlformats.org/drawingml/2006/main" noGrp="1"/>
          </p:cNvSpPr>
          <p:nvPr>
            <p:ph type="title" idx="0"/>
          </p:nvPr>
        </p:nvSpPr>
        <p:spPr>
          <a:xfrm xmlns:a="http://schemas.openxmlformats.org/drawingml/2006/main">
            <a:off x="228600" y="1631750"/>
            <a:ext cx="5751600" cy="1121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noAutofit/>
          </a:bodyPr>
          <a:lstStyle xmlns:a="http://schemas.openxmlformats.org/drawingml/2006/main">
            <a:lvl1pPr algn="l">
              <a:lnSpc>
                <a:spcPct val="90000"/>
              </a:lnSpc>
              <a:spcBef>
                <a:spcPts val="375"/>
              </a:spcBef>
              <a:spcAft>
                <a:spcPts val="0"/>
              </a:spcAft>
              <a:buClr>
                <a:schemeClr val="dk1"/>
              </a:buClr>
              <a:buSzPts val="3750"/>
              <a:buFont typeface="Arial"/>
              <a:buNone/>
              <a:defRPr sz="3750"/>
            </a:lvl1pPr>
            <a:lvl2pPr>
              <a:spcBef>
                <a:spcPts val="0"/>
              </a:spcBef>
              <a:spcAft>
                <a:spcPts val="0"/>
              </a:spcAft>
              <a:buSzPts val="525"/>
              <a:buNone/>
              <a:defRPr sz="675"/>
            </a:lvl2pPr>
            <a:lvl3pPr>
              <a:spcBef>
                <a:spcPts val="0"/>
              </a:spcBef>
              <a:spcAft>
                <a:spcPts val="0"/>
              </a:spcAft>
              <a:buSzPts val="525"/>
              <a:buNone/>
              <a:defRPr sz="675"/>
            </a:lvl3pPr>
            <a:lvl4pPr>
              <a:spcBef>
                <a:spcPts val="0"/>
              </a:spcBef>
              <a:spcAft>
                <a:spcPts val="0"/>
              </a:spcAft>
              <a:buSzPts val="525"/>
              <a:buNone/>
              <a:defRPr sz="675"/>
            </a:lvl4pPr>
            <a:lvl5pPr>
              <a:spcBef>
                <a:spcPts val="0"/>
              </a:spcBef>
              <a:spcAft>
                <a:spcPts val="0"/>
              </a:spcAft>
              <a:buSzPts val="525"/>
              <a:buNone/>
              <a:defRPr sz="675"/>
            </a:lvl5pPr>
            <a:lvl6pPr>
              <a:spcBef>
                <a:spcPts val="0"/>
              </a:spcBef>
              <a:spcAft>
                <a:spcPts val="0"/>
              </a:spcAft>
              <a:buSzPts val="525"/>
              <a:buNone/>
              <a:defRPr sz="675"/>
            </a:lvl6pPr>
            <a:lvl7pPr>
              <a:spcBef>
                <a:spcPts val="0"/>
              </a:spcBef>
              <a:spcAft>
                <a:spcPts val="0"/>
              </a:spcAft>
              <a:buSzPts val="525"/>
              <a:buNone/>
              <a:defRPr sz="675"/>
            </a:lvl7pPr>
            <a:lvl8pPr>
              <a:spcBef>
                <a:spcPts val="0"/>
              </a:spcBef>
              <a:spcAft>
                <a:spcPts val="0"/>
              </a:spcAft>
              <a:buSzPts val="525"/>
              <a:buNone/>
              <a:defRPr sz="675"/>
            </a:lvl8pPr>
            <a:lvl9pPr>
              <a:spcBef>
                <a:spcPts val="0"/>
              </a:spcBef>
              <a:spcAft>
                <a:spcPts val="0"/>
              </a:spcAft>
              <a:buSzPts val="525"/>
              <a:buNone/>
              <a:defRPr sz="675"/>
            </a:lvl9pPr>
          </a:lstStyle>
          <a:p xmlns:a="http://schemas.openxmlformats.org/drawingml/2006/main"/>
        </p:txBody>
      </p:sp>
      <p:sp>
        <p:nvSpPr>
          <p:cNvPr id="618" name="Google Shape;618;p82">
            <a:extLst xmlns:a="http://schemas.openxmlformats.org/drawingml/2006/main">
              <a:ext uri="{FF2B5EF4-FFF2-40B4-BE49-F238E27FC236}">
                <a16:creationId xmlns:a16="http://schemas.microsoft.com/office/drawing/2014/main" id="{F0CB596C-098E-4070-891D-0C4725AFFB73}"/>
              </a:ext>
            </a:extLst>
          </p:cNvPr>
          <p:cNvSpPr>
            <a:spLocks xmlns:a="http://schemas.openxmlformats.org/drawingml/2006/main" noGrp="1"/>
          </p:cNvSpPr>
          <p:nvPr>
            <p:ph type="title" idx="2"/>
          </p:nvPr>
        </p:nvSpPr>
        <p:spPr>
          <a:xfrm xmlns:a="http://schemas.openxmlformats.org/drawingml/2006/main">
            <a:off x="228600" y="2834375"/>
            <a:ext cx="4279500" cy="20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noAutofit/>
          </a:bodyPr>
          <a:lstStyle xmlns:a="http://schemas.openxmlformats.org/drawingml/2006/main">
            <a:lvl1pPr algn="l">
              <a:lnSpc>
                <a:spcPct val="90000"/>
              </a:lnSpc>
              <a:spcBef>
                <a:spcPts val="375"/>
              </a:spcBef>
              <a:spcAft>
                <a:spcPts val="0"/>
              </a:spcAft>
              <a:buClr>
                <a:schemeClr val="dk1"/>
              </a:buClr>
              <a:buSzPts val="1200"/>
              <a:buFont typeface="Inter"/>
              <a:buNone/>
              <a:defRPr sz="1200">
                <a:latin typeface="Inter"/>
                <a:ea typeface="Inter"/>
                <a:cs typeface="Inter"/>
              </a:defRPr>
            </a:lvl1pPr>
            <a:lvl2pPr>
              <a:spcBef>
                <a:spcPts val="0"/>
              </a:spcBef>
              <a:spcAft>
                <a:spcPts val="0"/>
              </a:spcAft>
              <a:buSzPts val="1200"/>
              <a:buFont typeface="Inter"/>
              <a:buNone/>
              <a:defRPr sz="1200">
                <a:latin typeface="Inter"/>
                <a:ea typeface="Inter"/>
                <a:cs typeface="Inter"/>
              </a:defRPr>
            </a:lvl2pPr>
            <a:lvl3pPr>
              <a:spcBef>
                <a:spcPts val="0"/>
              </a:spcBef>
              <a:spcAft>
                <a:spcPts val="0"/>
              </a:spcAft>
              <a:buSzPts val="1200"/>
              <a:buFont typeface="Inter"/>
              <a:buNone/>
              <a:defRPr sz="1200">
                <a:latin typeface="Inter"/>
                <a:ea typeface="Inter"/>
                <a:cs typeface="Inter"/>
              </a:defRPr>
            </a:lvl3pPr>
            <a:lvl4pPr>
              <a:spcBef>
                <a:spcPts val="0"/>
              </a:spcBef>
              <a:spcAft>
                <a:spcPts val="0"/>
              </a:spcAft>
              <a:buSzPts val="1200"/>
              <a:buFont typeface="Inter"/>
              <a:buNone/>
              <a:defRPr sz="1200">
                <a:latin typeface="Inter"/>
                <a:ea typeface="Inter"/>
                <a:cs typeface="Inter"/>
              </a:defRPr>
            </a:lvl4pPr>
            <a:lvl5pPr>
              <a:spcBef>
                <a:spcPts val="0"/>
              </a:spcBef>
              <a:spcAft>
                <a:spcPts val="0"/>
              </a:spcAft>
              <a:buSzPts val="1200"/>
              <a:buFont typeface="Inter"/>
              <a:buNone/>
              <a:defRPr sz="1200">
                <a:latin typeface="Inter"/>
                <a:ea typeface="Inter"/>
                <a:cs typeface="Inter"/>
              </a:defRPr>
            </a:lvl5pPr>
            <a:lvl6pPr>
              <a:spcBef>
                <a:spcPts val="0"/>
              </a:spcBef>
              <a:spcAft>
                <a:spcPts val="0"/>
              </a:spcAft>
              <a:buSzPts val="1200"/>
              <a:buFont typeface="Inter"/>
              <a:buNone/>
              <a:defRPr sz="1200">
                <a:latin typeface="Inter"/>
                <a:ea typeface="Inter"/>
                <a:cs typeface="Inter"/>
              </a:defRPr>
            </a:lvl6pPr>
            <a:lvl7pPr>
              <a:spcBef>
                <a:spcPts val="0"/>
              </a:spcBef>
              <a:spcAft>
                <a:spcPts val="0"/>
              </a:spcAft>
              <a:buSzPts val="1200"/>
              <a:buFont typeface="Inter"/>
              <a:buNone/>
              <a:defRPr sz="1200">
                <a:latin typeface="Inter"/>
                <a:ea typeface="Inter"/>
                <a:cs typeface="Inter"/>
              </a:defRPr>
            </a:lvl7pPr>
            <a:lvl8pPr>
              <a:spcBef>
                <a:spcPts val="0"/>
              </a:spcBef>
              <a:spcAft>
                <a:spcPts val="0"/>
              </a:spcAft>
              <a:buSzPts val="1200"/>
              <a:buFont typeface="Inter"/>
              <a:buNone/>
              <a:defRPr sz="1200">
                <a:latin typeface="Inter"/>
                <a:ea typeface="Inter"/>
                <a:cs typeface="Inter"/>
              </a:defRPr>
            </a:lvl8pPr>
            <a:lvl9pPr>
              <a:spcBef>
                <a:spcPts val="0"/>
              </a:spcBef>
              <a:spcAft>
                <a:spcPts val="0"/>
              </a:spcAft>
              <a:buSzPts val="1200"/>
              <a:buFont typeface="Inter"/>
              <a:buNone/>
              <a:defRPr sz="1200">
                <a:latin typeface="Inter"/>
                <a:ea typeface="Inter"/>
                <a:cs typeface="Inter"/>
              </a:defRPr>
            </a:lvl9pPr>
          </a:lstStyle>
          <a:p xmlns:a="http://schemas.openxmlformats.org/drawingml/2006/main"/>
        </p:txBody>
      </p:sp>
    </p:spTree>
  </p:cSld>
</p:sldLayout>
</file>

<file path=ppt/slideLayouts/slideLayout81.xml><?xml version="1.0" encoding="utf-8"?>
<p:sldLayout xmlns:p="http://schemas.openxmlformats.org/presentationml/2006/main" matchingName="Title Slide - small logo - Picture white">
  <p:cSld name="Intro title_3_1_1">
    <p:spTree>
      <p:nvGrpSpPr>
        <p:cNvPr id="1" name=""/>
        <p:cNvGrpSpPr/>
        <p:nvPr/>
      </p:nvGrpSpPr>
      <p:grpSpPr>
        <a:xfrm xmlns:a="http://schemas.openxmlformats.org/drawingml/2006/main"/>
      </p:grpSpPr>
      <p:pic>
        <p:nvPicPr>
          <p:cNvPr id="625" name="Google Shape;620;p83"/>
          <p:cNvPicPr>
            <a:picLocks xmlns:a="http://schemas.openxmlformats.org/drawingml/2006/main" noChangeAspect="1"/>
          </p:cNvPicPr>
          <p:nvPr/>
        </p:nvPicPr>
        <p:blipFill rotWithShape="1">
          <a:blip xmlns:r="http://schemas.openxmlformats.org/officeDocument/2006/relationships" xmlns:a="http://schemas.openxmlformats.org/drawingml/2006/main" r:embed="R9936c48e2d1142c3">
            <a:alphaModFix/>
          </a:blip>
          <a:srcRect xmlns:a="http://schemas.openxmlformats.org/drawingml/2006/main" l="0" t="0" r="0" b="0"/>
          <a:stretch xmlns:a="http://schemas.openxmlformats.org/drawingml/2006/main"/>
        </p:blipFill>
        <p:spPr>
          <a:xfrm xmlns:a="http://schemas.openxmlformats.org/drawingml/2006/main">
            <a:off x="152400" y="4741176"/>
            <a:ext cx="1223532" cy="209100"/>
          </a:xfrm>
          <a:prstGeom xmlns:a="http://schemas.openxmlformats.org/drawingml/2006/main" prst="rect">
            <a:avLst/>
          </a:prstGeom>
          <a:ln xmlns:a="http://schemas.openxmlformats.org/drawingml/2006/main">
            <a:noFill/>
          </a:ln>
        </p:spPr>
      </p:pic>
      <p:sp>
        <p:nvSpPr>
          <p:cNvPr id="621" name="Google Shape;621;p83">
            <a:extLst xmlns:a="http://schemas.openxmlformats.org/drawingml/2006/main">
              <a:ext uri="{FF2B5EF4-FFF2-40B4-BE49-F238E27FC236}">
                <a16:creationId xmlns:a16="http://schemas.microsoft.com/office/drawing/2014/main" id="{684DBB94-671D-4767-BCD5-78BD8DEBFB48}"/>
              </a:ext>
            </a:extLst>
          </p:cNvPr>
          <p:cNvSpPr>
            <a:spLocks xmlns:a="http://schemas.openxmlformats.org/drawingml/2006/main" noGrp="1"/>
          </p:cNvSpPr>
          <p:nvPr>
            <p:ph type="title" idx="0"/>
          </p:nvPr>
        </p:nvSpPr>
        <p:spPr>
          <a:xfrm xmlns:a="http://schemas.openxmlformats.org/drawingml/2006/main">
            <a:off x="228600" y="1631750"/>
            <a:ext cx="5070000" cy="1121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noAutofit/>
          </a:bodyPr>
          <a:lstStyle xmlns:a="http://schemas.openxmlformats.org/drawingml/2006/main">
            <a:lvl1pPr algn="l">
              <a:lnSpc>
                <a:spcPct val="90000"/>
              </a:lnSpc>
              <a:spcBef>
                <a:spcPts val="375"/>
              </a:spcBef>
              <a:spcAft>
                <a:spcPts val="0"/>
              </a:spcAft>
              <a:buClr>
                <a:schemeClr val="dk1"/>
              </a:buClr>
              <a:buSzPts val="3750"/>
              <a:buFont typeface="Arial"/>
              <a:buNone/>
              <a:defRPr sz="3750"/>
            </a:lvl1pPr>
            <a:lvl2pPr>
              <a:spcBef>
                <a:spcPts val="0"/>
              </a:spcBef>
              <a:spcAft>
                <a:spcPts val="0"/>
              </a:spcAft>
              <a:buSzPts val="525"/>
              <a:buNone/>
              <a:defRPr sz="675"/>
            </a:lvl2pPr>
            <a:lvl3pPr>
              <a:spcBef>
                <a:spcPts val="0"/>
              </a:spcBef>
              <a:spcAft>
                <a:spcPts val="0"/>
              </a:spcAft>
              <a:buSzPts val="525"/>
              <a:buNone/>
              <a:defRPr sz="675"/>
            </a:lvl3pPr>
            <a:lvl4pPr>
              <a:spcBef>
                <a:spcPts val="0"/>
              </a:spcBef>
              <a:spcAft>
                <a:spcPts val="0"/>
              </a:spcAft>
              <a:buSzPts val="525"/>
              <a:buNone/>
              <a:defRPr sz="675"/>
            </a:lvl4pPr>
            <a:lvl5pPr>
              <a:spcBef>
                <a:spcPts val="0"/>
              </a:spcBef>
              <a:spcAft>
                <a:spcPts val="0"/>
              </a:spcAft>
              <a:buSzPts val="525"/>
              <a:buNone/>
              <a:defRPr sz="675"/>
            </a:lvl5pPr>
            <a:lvl6pPr>
              <a:spcBef>
                <a:spcPts val="0"/>
              </a:spcBef>
              <a:spcAft>
                <a:spcPts val="0"/>
              </a:spcAft>
              <a:buSzPts val="525"/>
              <a:buNone/>
              <a:defRPr sz="675"/>
            </a:lvl6pPr>
            <a:lvl7pPr>
              <a:spcBef>
                <a:spcPts val="0"/>
              </a:spcBef>
              <a:spcAft>
                <a:spcPts val="0"/>
              </a:spcAft>
              <a:buSzPts val="525"/>
              <a:buNone/>
              <a:defRPr sz="675"/>
            </a:lvl7pPr>
            <a:lvl8pPr>
              <a:spcBef>
                <a:spcPts val="0"/>
              </a:spcBef>
              <a:spcAft>
                <a:spcPts val="0"/>
              </a:spcAft>
              <a:buSzPts val="525"/>
              <a:buNone/>
              <a:defRPr sz="675"/>
            </a:lvl8pPr>
            <a:lvl9pPr>
              <a:spcBef>
                <a:spcPts val="0"/>
              </a:spcBef>
              <a:spcAft>
                <a:spcPts val="0"/>
              </a:spcAft>
              <a:buSzPts val="525"/>
              <a:buNone/>
              <a:defRPr sz="675"/>
            </a:lvl9pPr>
          </a:lstStyle>
          <a:p xmlns:a="http://schemas.openxmlformats.org/drawingml/2006/main"/>
        </p:txBody>
      </p:sp>
      <p:sp>
        <p:nvSpPr>
          <p:cNvPr id="622" name="Google Shape;622;p83">
            <a:extLst xmlns:a="http://schemas.openxmlformats.org/drawingml/2006/main">
              <a:ext uri="{FF2B5EF4-FFF2-40B4-BE49-F238E27FC236}">
                <a16:creationId xmlns:a16="http://schemas.microsoft.com/office/drawing/2014/main" id="{128BE601-2E98-44A9-8F72-B00833F1DFC2}"/>
              </a:ext>
            </a:extLst>
          </p:cNvPr>
          <p:cNvSpPr>
            <a:spLocks xmlns:a="http://schemas.openxmlformats.org/drawingml/2006/main" noGrp="1"/>
          </p:cNvSpPr>
          <p:nvPr>
            <p:ph type="title" idx="2"/>
          </p:nvPr>
        </p:nvSpPr>
        <p:spPr>
          <a:xfrm xmlns:a="http://schemas.openxmlformats.org/drawingml/2006/main">
            <a:off x="228600" y="2834375"/>
            <a:ext cx="4279500" cy="20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noAutofit/>
          </a:bodyPr>
          <a:lstStyle xmlns:a="http://schemas.openxmlformats.org/drawingml/2006/main">
            <a:lvl1pPr algn="l">
              <a:lnSpc>
                <a:spcPct val="90000"/>
              </a:lnSpc>
              <a:spcBef>
                <a:spcPts val="375"/>
              </a:spcBef>
              <a:spcAft>
                <a:spcPts val="0"/>
              </a:spcAft>
              <a:buClr>
                <a:schemeClr val="dk1"/>
              </a:buClr>
              <a:buSzPts val="1200"/>
              <a:buFont typeface="Inter"/>
              <a:buNone/>
              <a:defRPr sz="1200">
                <a:latin typeface="Inter"/>
                <a:ea typeface="Inter"/>
                <a:cs typeface="Inter"/>
              </a:defRPr>
            </a:lvl1pPr>
            <a:lvl2pPr>
              <a:spcBef>
                <a:spcPts val="0"/>
              </a:spcBef>
              <a:spcAft>
                <a:spcPts val="0"/>
              </a:spcAft>
              <a:buSzPts val="1200"/>
              <a:buFont typeface="Inter"/>
              <a:buNone/>
              <a:defRPr sz="1200">
                <a:latin typeface="Inter"/>
                <a:ea typeface="Inter"/>
                <a:cs typeface="Inter"/>
              </a:defRPr>
            </a:lvl2pPr>
            <a:lvl3pPr>
              <a:spcBef>
                <a:spcPts val="0"/>
              </a:spcBef>
              <a:spcAft>
                <a:spcPts val="0"/>
              </a:spcAft>
              <a:buSzPts val="1200"/>
              <a:buFont typeface="Inter"/>
              <a:buNone/>
              <a:defRPr sz="1200">
                <a:latin typeface="Inter"/>
                <a:ea typeface="Inter"/>
                <a:cs typeface="Inter"/>
              </a:defRPr>
            </a:lvl3pPr>
            <a:lvl4pPr>
              <a:spcBef>
                <a:spcPts val="0"/>
              </a:spcBef>
              <a:spcAft>
                <a:spcPts val="0"/>
              </a:spcAft>
              <a:buSzPts val="1200"/>
              <a:buFont typeface="Inter"/>
              <a:buNone/>
              <a:defRPr sz="1200">
                <a:latin typeface="Inter"/>
                <a:ea typeface="Inter"/>
                <a:cs typeface="Inter"/>
              </a:defRPr>
            </a:lvl4pPr>
            <a:lvl5pPr>
              <a:spcBef>
                <a:spcPts val="0"/>
              </a:spcBef>
              <a:spcAft>
                <a:spcPts val="0"/>
              </a:spcAft>
              <a:buSzPts val="1200"/>
              <a:buFont typeface="Inter"/>
              <a:buNone/>
              <a:defRPr sz="1200">
                <a:latin typeface="Inter"/>
                <a:ea typeface="Inter"/>
                <a:cs typeface="Inter"/>
              </a:defRPr>
            </a:lvl5pPr>
            <a:lvl6pPr>
              <a:spcBef>
                <a:spcPts val="0"/>
              </a:spcBef>
              <a:spcAft>
                <a:spcPts val="0"/>
              </a:spcAft>
              <a:buSzPts val="1200"/>
              <a:buFont typeface="Inter"/>
              <a:buNone/>
              <a:defRPr sz="1200">
                <a:latin typeface="Inter"/>
                <a:ea typeface="Inter"/>
                <a:cs typeface="Inter"/>
              </a:defRPr>
            </a:lvl6pPr>
            <a:lvl7pPr>
              <a:spcBef>
                <a:spcPts val="0"/>
              </a:spcBef>
              <a:spcAft>
                <a:spcPts val="0"/>
              </a:spcAft>
              <a:buSzPts val="1200"/>
              <a:buFont typeface="Inter"/>
              <a:buNone/>
              <a:defRPr sz="1200">
                <a:latin typeface="Inter"/>
                <a:ea typeface="Inter"/>
                <a:cs typeface="Inter"/>
              </a:defRPr>
            </a:lvl7pPr>
            <a:lvl8pPr>
              <a:spcBef>
                <a:spcPts val="0"/>
              </a:spcBef>
              <a:spcAft>
                <a:spcPts val="0"/>
              </a:spcAft>
              <a:buSzPts val="1200"/>
              <a:buFont typeface="Inter"/>
              <a:buNone/>
              <a:defRPr sz="1200">
                <a:latin typeface="Inter"/>
                <a:ea typeface="Inter"/>
                <a:cs typeface="Inter"/>
              </a:defRPr>
            </a:lvl8pPr>
            <a:lvl9pPr>
              <a:spcBef>
                <a:spcPts val="0"/>
              </a:spcBef>
              <a:spcAft>
                <a:spcPts val="0"/>
              </a:spcAft>
              <a:buSzPts val="1200"/>
              <a:buFont typeface="Inter"/>
              <a:buNone/>
              <a:defRPr sz="1200">
                <a:latin typeface="Inter"/>
                <a:ea typeface="Inter"/>
                <a:cs typeface="Inter"/>
              </a:defRPr>
            </a:lvl9pPr>
          </a:lstStyle>
          <a:p xmlns:a="http://schemas.openxmlformats.org/drawingml/2006/main"/>
        </p:txBody>
      </p:sp>
      <p:sp>
        <p:nvSpPr>
          <p:cNvPr id="623" name="Google Shape;623;p83">
            <a:extLst xmlns:a="http://schemas.openxmlformats.org/drawingml/2006/main">
              <a:ext uri="{FF2B5EF4-FFF2-40B4-BE49-F238E27FC236}">
                <a16:creationId xmlns:a16="http://schemas.microsoft.com/office/drawing/2014/main" id="{AC3E924E-7CE5-4828-8734-86B6EEE64CC5}"/>
              </a:ext>
            </a:extLst>
          </p:cNvPr>
          <p:cNvSpPr>
            <a:spLocks xmlns:a="http://schemas.openxmlformats.org/drawingml/2006/main" noGrp="1"/>
          </p:cNvSpPr>
          <p:nvPr>
            <p:ph type="pic" idx="3"/>
          </p:nvPr>
        </p:nvSpPr>
        <p:spPr>
          <a:xfrm xmlns:a="http://schemas.openxmlformats.org/drawingml/2006/main">
            <a:off x="5533550" y="1015692"/>
            <a:ext cx="2739900" cy="3014100"/>
          </a:xfrm>
          <a:prstGeom xmlns:a="http://schemas.openxmlformats.org/drawingml/2006/main" prst="roundRect">
            <a:avLst>
              <a:gd name="adj" fmla="val 7144"/>
            </a:avLst>
          </a:prstGeom>
          <a:noFill xmlns:a="http://schemas.openxmlformats.org/drawingml/2006/main"/>
          <a:ln xmlns:a="http://schemas.openxmlformats.org/drawingml/2006/main">
            <a:noFill/>
          </a:ln>
        </p:spPr>
      </p:sp>
    </p:spTree>
  </p:cSld>
</p:sldLayout>
</file>

<file path=ppt/slideLayouts/slideLayout82.xml><?xml version="1.0" encoding="utf-8"?>
<p:sldLayout xmlns:p="http://schemas.openxmlformats.org/presentationml/2006/main" matchingName="Title Slide - Speaker - yellow">
  <p:cSld name="Intro title_3_2_1">
    <p:spTree>
      <p:nvGrpSpPr>
        <p:cNvPr id="1" name=""/>
        <p:cNvGrpSpPr/>
        <p:nvPr/>
      </p:nvGrpSpPr>
      <p:grpSpPr>
        <a:xfrm xmlns:a="http://schemas.openxmlformats.org/drawingml/2006/main"/>
      </p:grpSpPr>
      <p:pic>
        <p:nvPicPr>
          <p:cNvPr id="633" name="Google Shape;625;p84"/>
          <p:cNvPicPr>
            <a:picLocks xmlns:a="http://schemas.openxmlformats.org/drawingml/2006/main" noChangeAspect="1"/>
          </p:cNvPicPr>
          <p:nvPr/>
        </p:nvPicPr>
        <p:blipFill rotWithShape="1">
          <a:blip xmlns:r="http://schemas.openxmlformats.org/officeDocument/2006/relationships" xmlns:a="http://schemas.openxmlformats.org/drawingml/2006/main" r:embed="R2197255a6885440c">
            <a:alphaModFix/>
          </a:blip>
          <a:srcRect xmlns:a="http://schemas.openxmlformats.org/drawingml/2006/main" l="0" t="0" r="0" b="0"/>
          <a:stretch xmlns:a="http://schemas.openxmlformats.org/drawingml/2006/main"/>
        </p:blipFill>
        <p:spPr>
          <a:xfrm xmlns:a="http://schemas.openxmlformats.org/drawingml/2006/main">
            <a:off x="152400" y="4741176"/>
            <a:ext cx="1223532" cy="209100"/>
          </a:xfrm>
          <a:prstGeom xmlns:a="http://schemas.openxmlformats.org/drawingml/2006/main" prst="rect">
            <a:avLst/>
          </a:prstGeom>
          <a:ln xmlns:a="http://schemas.openxmlformats.org/drawingml/2006/main">
            <a:noFill/>
          </a:ln>
        </p:spPr>
      </p:pic>
      <p:sp>
        <p:nvSpPr>
          <p:cNvPr id="626" name="Google Shape;626;p84">
            <a:extLst xmlns:a="http://schemas.openxmlformats.org/drawingml/2006/main">
              <a:ext uri="{FF2B5EF4-FFF2-40B4-BE49-F238E27FC236}">
                <a16:creationId xmlns:a16="http://schemas.microsoft.com/office/drawing/2014/main" id="{B9A92EE4-485A-4A0F-92F7-6B1410B532B0}"/>
              </a:ext>
            </a:extLst>
          </p:cNvPr>
          <p:cNvSpPr>
            <a:spLocks xmlns:a="http://schemas.openxmlformats.org/drawingml/2006/main" noGrp="1"/>
          </p:cNvSpPr>
          <p:nvPr>
            <p:ph type="title" idx="0"/>
          </p:nvPr>
        </p:nvSpPr>
        <p:spPr>
          <a:xfrm xmlns:a="http://schemas.openxmlformats.org/drawingml/2006/main">
            <a:off x="228600" y="2834375"/>
            <a:ext cx="4279500" cy="20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noAutofit/>
          </a:bodyPr>
          <a:lstStyle xmlns:a="http://schemas.openxmlformats.org/drawingml/2006/main">
            <a:lvl1pPr algn="l">
              <a:lnSpc>
                <a:spcPct val="90000"/>
              </a:lnSpc>
              <a:spcBef>
                <a:spcPts val="375"/>
              </a:spcBef>
              <a:spcAft>
                <a:spcPts val="0"/>
              </a:spcAft>
              <a:buClr>
                <a:schemeClr val="dk1"/>
              </a:buClr>
              <a:buSzPts val="1200"/>
              <a:buFont typeface="Inter"/>
              <a:buNone/>
              <a:defRPr sz="1200">
                <a:latin typeface="Inter"/>
                <a:ea typeface="Inter"/>
                <a:cs typeface="Inter"/>
              </a:defRPr>
            </a:lvl1pPr>
            <a:lvl2pPr>
              <a:spcBef>
                <a:spcPts val="0"/>
              </a:spcBef>
              <a:spcAft>
                <a:spcPts val="0"/>
              </a:spcAft>
              <a:buSzPts val="1200"/>
              <a:buFont typeface="Inter"/>
              <a:buNone/>
              <a:defRPr sz="1200">
                <a:latin typeface="Inter"/>
                <a:ea typeface="Inter"/>
                <a:cs typeface="Inter"/>
              </a:defRPr>
            </a:lvl2pPr>
            <a:lvl3pPr>
              <a:spcBef>
                <a:spcPts val="0"/>
              </a:spcBef>
              <a:spcAft>
                <a:spcPts val="0"/>
              </a:spcAft>
              <a:buSzPts val="1200"/>
              <a:buFont typeface="Inter"/>
              <a:buNone/>
              <a:defRPr sz="1200">
                <a:latin typeface="Inter"/>
                <a:ea typeface="Inter"/>
                <a:cs typeface="Inter"/>
              </a:defRPr>
            </a:lvl3pPr>
            <a:lvl4pPr>
              <a:spcBef>
                <a:spcPts val="0"/>
              </a:spcBef>
              <a:spcAft>
                <a:spcPts val="0"/>
              </a:spcAft>
              <a:buSzPts val="1200"/>
              <a:buFont typeface="Inter"/>
              <a:buNone/>
              <a:defRPr sz="1200">
                <a:latin typeface="Inter"/>
                <a:ea typeface="Inter"/>
                <a:cs typeface="Inter"/>
              </a:defRPr>
            </a:lvl4pPr>
            <a:lvl5pPr>
              <a:spcBef>
                <a:spcPts val="0"/>
              </a:spcBef>
              <a:spcAft>
                <a:spcPts val="0"/>
              </a:spcAft>
              <a:buSzPts val="1200"/>
              <a:buFont typeface="Inter"/>
              <a:buNone/>
              <a:defRPr sz="1200">
                <a:latin typeface="Inter"/>
                <a:ea typeface="Inter"/>
                <a:cs typeface="Inter"/>
              </a:defRPr>
            </a:lvl5pPr>
            <a:lvl6pPr>
              <a:spcBef>
                <a:spcPts val="0"/>
              </a:spcBef>
              <a:spcAft>
                <a:spcPts val="0"/>
              </a:spcAft>
              <a:buSzPts val="1200"/>
              <a:buFont typeface="Inter"/>
              <a:buNone/>
              <a:defRPr sz="1200">
                <a:latin typeface="Inter"/>
                <a:ea typeface="Inter"/>
                <a:cs typeface="Inter"/>
              </a:defRPr>
            </a:lvl6pPr>
            <a:lvl7pPr>
              <a:spcBef>
                <a:spcPts val="0"/>
              </a:spcBef>
              <a:spcAft>
                <a:spcPts val="0"/>
              </a:spcAft>
              <a:buSzPts val="1200"/>
              <a:buFont typeface="Inter"/>
              <a:buNone/>
              <a:defRPr sz="1200">
                <a:latin typeface="Inter"/>
                <a:ea typeface="Inter"/>
                <a:cs typeface="Inter"/>
              </a:defRPr>
            </a:lvl7pPr>
            <a:lvl8pPr>
              <a:spcBef>
                <a:spcPts val="0"/>
              </a:spcBef>
              <a:spcAft>
                <a:spcPts val="0"/>
              </a:spcAft>
              <a:buSzPts val="1200"/>
              <a:buFont typeface="Inter"/>
              <a:buNone/>
              <a:defRPr sz="1200">
                <a:latin typeface="Inter"/>
                <a:ea typeface="Inter"/>
                <a:cs typeface="Inter"/>
              </a:defRPr>
            </a:lvl8pPr>
            <a:lvl9pPr>
              <a:spcBef>
                <a:spcPts val="0"/>
              </a:spcBef>
              <a:spcAft>
                <a:spcPts val="0"/>
              </a:spcAft>
              <a:buSzPts val="1200"/>
              <a:buFont typeface="Inter"/>
              <a:buNone/>
              <a:defRPr sz="1200">
                <a:latin typeface="Inter"/>
                <a:ea typeface="Inter"/>
                <a:cs typeface="Inter"/>
              </a:defRPr>
            </a:lvl9pPr>
          </a:lstStyle>
          <a:p xmlns:a="http://schemas.openxmlformats.org/drawingml/2006/main"/>
        </p:txBody>
      </p:sp>
      <p:sp>
        <p:nvSpPr>
          <p:cNvPr id="627" name="Google Shape;627;p84">
            <a:extLst xmlns:a="http://schemas.openxmlformats.org/drawingml/2006/main">
              <a:ext uri="{FF2B5EF4-FFF2-40B4-BE49-F238E27FC236}">
                <a16:creationId xmlns:a16="http://schemas.microsoft.com/office/drawing/2014/main" id="{E1F269BA-C4A0-4986-9B29-617791398CB5}"/>
              </a:ext>
            </a:extLst>
          </p:cNvPr>
          <p:cNvSpPr>
            <a:spLocks xmlns:a="http://schemas.openxmlformats.org/drawingml/2006/main" noGrp="1"/>
          </p:cNvSpPr>
          <p:nvPr>
            <p:ph type="pic" idx="2"/>
          </p:nvPr>
        </p:nvSpPr>
        <p:spPr>
          <a:xfrm xmlns:a="http://schemas.openxmlformats.org/drawingml/2006/main">
            <a:off x="5533550" y="1015692"/>
            <a:ext cx="2739900" cy="3014100"/>
          </a:xfrm>
          <a:prstGeom xmlns:a="http://schemas.openxmlformats.org/drawingml/2006/main" prst="roundRect">
            <a:avLst>
              <a:gd name="adj" fmla="val 7144"/>
            </a:avLst>
          </a:prstGeom>
          <a:noFill xmlns:a="http://schemas.openxmlformats.org/drawingml/2006/main"/>
          <a:ln xmlns:a="http://schemas.openxmlformats.org/drawingml/2006/main">
            <a:noFill/>
          </a:ln>
        </p:spPr>
      </p:sp>
      <p:sp>
        <p:nvSpPr>
          <p:cNvPr id="628" name="Google Shape;628;p84">
            <a:extLst xmlns:a="http://schemas.openxmlformats.org/drawingml/2006/main">
              <a:ext uri="{FF2B5EF4-FFF2-40B4-BE49-F238E27FC236}">
                <a16:creationId xmlns:a16="http://schemas.microsoft.com/office/drawing/2014/main" id="{B21E3A05-0088-4EF3-83D5-806EB037AF51}"/>
              </a:ext>
            </a:extLst>
          </p:cNvPr>
          <p:cNvSpPr>
            <a:spLocks xmlns:a="http://schemas.openxmlformats.org/drawingml/2006/main" noGrp="1"/>
          </p:cNvSpPr>
          <p:nvPr>
            <p:ph type="title" idx="3"/>
          </p:nvPr>
        </p:nvSpPr>
        <p:spPr>
          <a:xfrm xmlns:a="http://schemas.openxmlformats.org/drawingml/2006/main">
            <a:off x="228600" y="1631750"/>
            <a:ext cx="5070000" cy="1121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noAutofit/>
          </a:bodyPr>
          <a:lstStyle xmlns:a="http://schemas.openxmlformats.org/drawingml/2006/main">
            <a:lvl1pPr algn="l">
              <a:lnSpc>
                <a:spcPct val="90000"/>
              </a:lnSpc>
              <a:spcBef>
                <a:spcPts val="375"/>
              </a:spcBef>
              <a:spcAft>
                <a:spcPts val="0"/>
              </a:spcAft>
              <a:buClr>
                <a:schemeClr val="dk1"/>
              </a:buClr>
              <a:buSzPts val="3750"/>
              <a:buFont typeface="Arial"/>
              <a:buNone/>
              <a:defRPr sz="3750"/>
            </a:lvl1pPr>
            <a:lvl2pPr>
              <a:spcBef>
                <a:spcPts val="0"/>
              </a:spcBef>
              <a:spcAft>
                <a:spcPts val="0"/>
              </a:spcAft>
              <a:buSzPts val="525"/>
              <a:buNone/>
              <a:defRPr sz="675"/>
            </a:lvl2pPr>
            <a:lvl3pPr>
              <a:spcBef>
                <a:spcPts val="0"/>
              </a:spcBef>
              <a:spcAft>
                <a:spcPts val="0"/>
              </a:spcAft>
              <a:buSzPts val="525"/>
              <a:buNone/>
              <a:defRPr sz="675"/>
            </a:lvl3pPr>
            <a:lvl4pPr>
              <a:spcBef>
                <a:spcPts val="0"/>
              </a:spcBef>
              <a:spcAft>
                <a:spcPts val="0"/>
              </a:spcAft>
              <a:buSzPts val="525"/>
              <a:buNone/>
              <a:defRPr sz="675"/>
            </a:lvl4pPr>
            <a:lvl5pPr>
              <a:spcBef>
                <a:spcPts val="0"/>
              </a:spcBef>
              <a:spcAft>
                <a:spcPts val="0"/>
              </a:spcAft>
              <a:buSzPts val="525"/>
              <a:buNone/>
              <a:defRPr sz="675"/>
            </a:lvl5pPr>
            <a:lvl6pPr>
              <a:spcBef>
                <a:spcPts val="0"/>
              </a:spcBef>
              <a:spcAft>
                <a:spcPts val="0"/>
              </a:spcAft>
              <a:buSzPts val="525"/>
              <a:buNone/>
              <a:defRPr sz="675"/>
            </a:lvl6pPr>
            <a:lvl7pPr>
              <a:spcBef>
                <a:spcPts val="0"/>
              </a:spcBef>
              <a:spcAft>
                <a:spcPts val="0"/>
              </a:spcAft>
              <a:buSzPts val="525"/>
              <a:buNone/>
              <a:defRPr sz="675"/>
            </a:lvl7pPr>
            <a:lvl8pPr>
              <a:spcBef>
                <a:spcPts val="0"/>
              </a:spcBef>
              <a:spcAft>
                <a:spcPts val="0"/>
              </a:spcAft>
              <a:buSzPts val="525"/>
              <a:buNone/>
              <a:defRPr sz="675"/>
            </a:lvl8pPr>
            <a:lvl9pPr>
              <a:spcBef>
                <a:spcPts val="0"/>
              </a:spcBef>
              <a:spcAft>
                <a:spcPts val="0"/>
              </a:spcAft>
              <a:buSzPts val="525"/>
              <a:buNone/>
              <a:defRPr sz="675"/>
            </a:lvl9pPr>
          </a:lstStyle>
          <a:p xmlns:a="http://schemas.openxmlformats.org/drawingml/2006/main"/>
        </p:txBody>
      </p:sp>
      <p:sp>
        <p:nvSpPr>
          <p:cNvPr id="629" name="Google Shape;629;p84">
            <a:extLst xmlns:a="http://schemas.openxmlformats.org/drawingml/2006/main">
              <a:ext uri="{FF2B5EF4-FFF2-40B4-BE49-F238E27FC236}">
                <a16:creationId xmlns:a16="http://schemas.microsoft.com/office/drawing/2014/main" id="{45815904-46BC-4B5B-9EE0-50CF07048911}"/>
              </a:ext>
            </a:extLst>
          </p:cNvPr>
          <p:cNvSpPr>
            <a:spLocks xmlns:a="http://schemas.openxmlformats.org/drawingml/2006/main" noGrp="1"/>
          </p:cNvSpPr>
          <p:nvPr>
            <p:ph type="title" idx="4"/>
          </p:nvPr>
        </p:nvSpPr>
        <p:spPr>
          <a:xfrm xmlns:a="http://schemas.openxmlformats.org/drawingml/2006/main">
            <a:off x="5533550" y="590125"/>
            <a:ext cx="2739900" cy="20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noAutofit/>
          </a:bodyPr>
          <a:lstStyle xmlns:a="http://schemas.openxmlformats.org/drawingml/2006/main">
            <a:lvl1pPr algn="l">
              <a:lnSpc>
                <a:spcPct val="90000"/>
              </a:lnSpc>
              <a:spcBef>
                <a:spcPts val="375"/>
              </a:spcBef>
              <a:spcAft>
                <a:spcPts val="0"/>
              </a:spcAft>
              <a:buClr>
                <a:schemeClr val="dk1"/>
              </a:buClr>
              <a:buSzPts val="1200"/>
              <a:buFont typeface="Inter"/>
              <a:buNone/>
              <a:defRPr sz="1200" b="1">
                <a:latin typeface="Inter"/>
                <a:ea typeface="Inter"/>
                <a:cs typeface="Inter"/>
              </a:defRPr>
            </a:lvl1pPr>
            <a:lvl2pPr>
              <a:spcBef>
                <a:spcPts val="0"/>
              </a:spcBef>
              <a:spcAft>
                <a:spcPts val="0"/>
              </a:spcAft>
              <a:buSzPts val="1200"/>
              <a:buFont typeface="Inter"/>
              <a:buNone/>
              <a:defRPr sz="1200" b="1">
                <a:latin typeface="Inter"/>
                <a:ea typeface="Inter"/>
                <a:cs typeface="Inter"/>
              </a:defRPr>
            </a:lvl2pPr>
            <a:lvl3pPr>
              <a:spcBef>
                <a:spcPts val="0"/>
              </a:spcBef>
              <a:spcAft>
                <a:spcPts val="0"/>
              </a:spcAft>
              <a:buSzPts val="1200"/>
              <a:buFont typeface="Inter"/>
              <a:buNone/>
              <a:defRPr sz="1200" b="1">
                <a:latin typeface="Inter"/>
                <a:ea typeface="Inter"/>
                <a:cs typeface="Inter"/>
              </a:defRPr>
            </a:lvl3pPr>
            <a:lvl4pPr>
              <a:spcBef>
                <a:spcPts val="0"/>
              </a:spcBef>
              <a:spcAft>
                <a:spcPts val="0"/>
              </a:spcAft>
              <a:buSzPts val="1200"/>
              <a:buFont typeface="Inter"/>
              <a:buNone/>
              <a:defRPr sz="1200" b="1">
                <a:latin typeface="Inter"/>
                <a:ea typeface="Inter"/>
                <a:cs typeface="Inter"/>
              </a:defRPr>
            </a:lvl4pPr>
            <a:lvl5pPr>
              <a:spcBef>
                <a:spcPts val="0"/>
              </a:spcBef>
              <a:spcAft>
                <a:spcPts val="0"/>
              </a:spcAft>
              <a:buSzPts val="1200"/>
              <a:buFont typeface="Inter"/>
              <a:buNone/>
              <a:defRPr sz="1200" b="1">
                <a:latin typeface="Inter"/>
                <a:ea typeface="Inter"/>
                <a:cs typeface="Inter"/>
              </a:defRPr>
            </a:lvl5pPr>
            <a:lvl6pPr>
              <a:spcBef>
                <a:spcPts val="0"/>
              </a:spcBef>
              <a:spcAft>
                <a:spcPts val="0"/>
              </a:spcAft>
              <a:buSzPts val="1200"/>
              <a:buFont typeface="Inter"/>
              <a:buNone/>
              <a:defRPr sz="1200" b="1">
                <a:latin typeface="Inter"/>
                <a:ea typeface="Inter"/>
                <a:cs typeface="Inter"/>
              </a:defRPr>
            </a:lvl6pPr>
            <a:lvl7pPr>
              <a:spcBef>
                <a:spcPts val="0"/>
              </a:spcBef>
              <a:spcAft>
                <a:spcPts val="0"/>
              </a:spcAft>
              <a:buSzPts val="1200"/>
              <a:buFont typeface="Inter"/>
              <a:buNone/>
              <a:defRPr sz="1200" b="1">
                <a:latin typeface="Inter"/>
                <a:ea typeface="Inter"/>
                <a:cs typeface="Inter"/>
              </a:defRPr>
            </a:lvl7pPr>
            <a:lvl8pPr>
              <a:spcBef>
                <a:spcPts val="0"/>
              </a:spcBef>
              <a:spcAft>
                <a:spcPts val="0"/>
              </a:spcAft>
              <a:buSzPts val="1200"/>
              <a:buFont typeface="Inter"/>
              <a:buNone/>
              <a:defRPr sz="1200" b="1">
                <a:latin typeface="Inter"/>
                <a:ea typeface="Inter"/>
                <a:cs typeface="Inter"/>
              </a:defRPr>
            </a:lvl8pPr>
            <a:lvl9pPr>
              <a:spcBef>
                <a:spcPts val="0"/>
              </a:spcBef>
              <a:spcAft>
                <a:spcPts val="0"/>
              </a:spcAft>
              <a:buSzPts val="1200"/>
              <a:buFont typeface="Inter"/>
              <a:buNone/>
              <a:defRPr sz="1200" b="1">
                <a:latin typeface="Inter"/>
                <a:ea typeface="Inter"/>
                <a:cs typeface="Inter"/>
              </a:defRPr>
            </a:lvl9pPr>
          </a:lstStyle>
          <a:p xmlns:a="http://schemas.openxmlformats.org/drawingml/2006/main"/>
        </p:txBody>
      </p:sp>
      <p:sp>
        <p:nvSpPr>
          <p:cNvPr id="630" name="Google Shape;630;p84">
            <a:extLst xmlns:a="http://schemas.openxmlformats.org/drawingml/2006/main">
              <a:ext uri="{FF2B5EF4-FFF2-40B4-BE49-F238E27FC236}">
                <a16:creationId xmlns:a16="http://schemas.microsoft.com/office/drawing/2014/main" id="{6A74AA31-0017-409E-A6CB-5DD60960E3EA}"/>
              </a:ext>
            </a:extLst>
          </p:cNvPr>
          <p:cNvSpPr>
            <a:spLocks xmlns:a="http://schemas.openxmlformats.org/drawingml/2006/main" noGrp="1"/>
          </p:cNvSpPr>
          <p:nvPr>
            <p:ph type="title" idx="5"/>
          </p:nvPr>
        </p:nvSpPr>
        <p:spPr>
          <a:xfrm xmlns:a="http://schemas.openxmlformats.org/drawingml/2006/main">
            <a:off x="5533550" y="4246275"/>
            <a:ext cx="2739900" cy="20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noAutofit/>
          </a:bodyPr>
          <a:lstStyle xmlns:a="http://schemas.openxmlformats.org/drawingml/2006/main">
            <a:lvl1pPr algn="l">
              <a:lnSpc>
                <a:spcPct val="90000"/>
              </a:lnSpc>
              <a:spcBef>
                <a:spcPts val="375"/>
              </a:spcBef>
              <a:spcAft>
                <a:spcPts val="0"/>
              </a:spcAft>
              <a:buClr>
                <a:schemeClr val="dk1"/>
              </a:buClr>
              <a:buSzPts val="1200"/>
              <a:buFont typeface="Inter"/>
              <a:buNone/>
              <a:defRPr sz="1200" b="1">
                <a:latin typeface="Inter"/>
                <a:ea typeface="Inter"/>
                <a:cs typeface="Inter"/>
              </a:defRPr>
            </a:lvl1pPr>
            <a:lvl2pPr>
              <a:spcBef>
                <a:spcPts val="0"/>
              </a:spcBef>
              <a:spcAft>
                <a:spcPts val="0"/>
              </a:spcAft>
              <a:buSzPts val="1200"/>
              <a:buFont typeface="Inter"/>
              <a:buNone/>
              <a:defRPr sz="1200" b="1">
                <a:latin typeface="Inter"/>
                <a:ea typeface="Inter"/>
                <a:cs typeface="Inter"/>
              </a:defRPr>
            </a:lvl2pPr>
            <a:lvl3pPr>
              <a:spcBef>
                <a:spcPts val="0"/>
              </a:spcBef>
              <a:spcAft>
                <a:spcPts val="0"/>
              </a:spcAft>
              <a:buSzPts val="1200"/>
              <a:buFont typeface="Inter"/>
              <a:buNone/>
              <a:defRPr sz="1200" b="1">
                <a:latin typeface="Inter"/>
                <a:ea typeface="Inter"/>
                <a:cs typeface="Inter"/>
              </a:defRPr>
            </a:lvl3pPr>
            <a:lvl4pPr>
              <a:spcBef>
                <a:spcPts val="0"/>
              </a:spcBef>
              <a:spcAft>
                <a:spcPts val="0"/>
              </a:spcAft>
              <a:buSzPts val="1200"/>
              <a:buFont typeface="Inter"/>
              <a:buNone/>
              <a:defRPr sz="1200" b="1">
                <a:latin typeface="Inter"/>
                <a:ea typeface="Inter"/>
                <a:cs typeface="Inter"/>
              </a:defRPr>
            </a:lvl4pPr>
            <a:lvl5pPr>
              <a:spcBef>
                <a:spcPts val="0"/>
              </a:spcBef>
              <a:spcAft>
                <a:spcPts val="0"/>
              </a:spcAft>
              <a:buSzPts val="1200"/>
              <a:buFont typeface="Inter"/>
              <a:buNone/>
              <a:defRPr sz="1200" b="1">
                <a:latin typeface="Inter"/>
                <a:ea typeface="Inter"/>
                <a:cs typeface="Inter"/>
              </a:defRPr>
            </a:lvl5pPr>
            <a:lvl6pPr>
              <a:spcBef>
                <a:spcPts val="0"/>
              </a:spcBef>
              <a:spcAft>
                <a:spcPts val="0"/>
              </a:spcAft>
              <a:buSzPts val="1200"/>
              <a:buFont typeface="Inter"/>
              <a:buNone/>
              <a:defRPr sz="1200" b="1">
                <a:latin typeface="Inter"/>
                <a:ea typeface="Inter"/>
                <a:cs typeface="Inter"/>
              </a:defRPr>
            </a:lvl6pPr>
            <a:lvl7pPr>
              <a:spcBef>
                <a:spcPts val="0"/>
              </a:spcBef>
              <a:spcAft>
                <a:spcPts val="0"/>
              </a:spcAft>
              <a:buSzPts val="1200"/>
              <a:buFont typeface="Inter"/>
              <a:buNone/>
              <a:defRPr sz="1200" b="1">
                <a:latin typeface="Inter"/>
                <a:ea typeface="Inter"/>
                <a:cs typeface="Inter"/>
              </a:defRPr>
            </a:lvl7pPr>
            <a:lvl8pPr>
              <a:spcBef>
                <a:spcPts val="0"/>
              </a:spcBef>
              <a:spcAft>
                <a:spcPts val="0"/>
              </a:spcAft>
              <a:buSzPts val="1200"/>
              <a:buFont typeface="Inter"/>
              <a:buNone/>
              <a:defRPr sz="1200" b="1">
                <a:latin typeface="Inter"/>
                <a:ea typeface="Inter"/>
                <a:cs typeface="Inter"/>
              </a:defRPr>
            </a:lvl8pPr>
            <a:lvl9pPr>
              <a:spcBef>
                <a:spcPts val="0"/>
              </a:spcBef>
              <a:spcAft>
                <a:spcPts val="0"/>
              </a:spcAft>
              <a:buSzPts val="1200"/>
              <a:buFont typeface="Inter"/>
              <a:buNone/>
              <a:defRPr sz="1200" b="1">
                <a:latin typeface="Inter"/>
                <a:ea typeface="Inter"/>
                <a:cs typeface="Inter"/>
              </a:defRPr>
            </a:lvl9pPr>
          </a:lstStyle>
          <a:p xmlns:a="http://schemas.openxmlformats.org/drawingml/2006/main"/>
        </p:txBody>
      </p:sp>
      <p:sp>
        <p:nvSpPr>
          <p:cNvPr id="631" name="Google Shape;631;p84">
            <a:extLst xmlns:a="http://schemas.openxmlformats.org/drawingml/2006/main">
              <a:ext uri="{FF2B5EF4-FFF2-40B4-BE49-F238E27FC236}">
                <a16:creationId xmlns:a16="http://schemas.microsoft.com/office/drawing/2014/main" id="{58268535-2632-48A5-A7FC-EEB31C46E322}"/>
              </a:ext>
            </a:extLst>
          </p:cNvPr>
          <p:cNvSpPr>
            <a:spLocks xmlns:a="http://schemas.openxmlformats.org/drawingml/2006/main" noGrp="1"/>
          </p:cNvSpPr>
          <p:nvPr>
            <p:ph type="title" idx="6"/>
          </p:nvPr>
        </p:nvSpPr>
        <p:spPr>
          <a:xfrm xmlns:a="http://schemas.openxmlformats.org/drawingml/2006/main">
            <a:off x="5533550" y="4532075"/>
            <a:ext cx="2739900" cy="20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noAutofit/>
          </a:bodyPr>
          <a:lstStyle xmlns:a="http://schemas.openxmlformats.org/drawingml/2006/main">
            <a:lvl1pPr algn="l">
              <a:lnSpc>
                <a:spcPct val="90000"/>
              </a:lnSpc>
              <a:spcBef>
                <a:spcPts val="375"/>
              </a:spcBef>
              <a:spcAft>
                <a:spcPts val="0"/>
              </a:spcAft>
              <a:buClr>
                <a:schemeClr val="dk1"/>
              </a:buClr>
              <a:buSzPts val="1200"/>
              <a:buFont typeface="Inter"/>
              <a:buNone/>
              <a:defRPr sz="1200">
                <a:latin typeface="Inter"/>
                <a:ea typeface="Inter"/>
                <a:cs typeface="Inter"/>
              </a:defRPr>
            </a:lvl1pPr>
            <a:lvl2pPr>
              <a:spcBef>
                <a:spcPts val="0"/>
              </a:spcBef>
              <a:spcAft>
                <a:spcPts val="0"/>
              </a:spcAft>
              <a:buSzPts val="1200"/>
              <a:buFont typeface="Inter"/>
              <a:buNone/>
              <a:defRPr sz="1200" b="1">
                <a:latin typeface="Inter"/>
                <a:ea typeface="Inter"/>
                <a:cs typeface="Inter"/>
              </a:defRPr>
            </a:lvl2pPr>
            <a:lvl3pPr>
              <a:spcBef>
                <a:spcPts val="0"/>
              </a:spcBef>
              <a:spcAft>
                <a:spcPts val="0"/>
              </a:spcAft>
              <a:buSzPts val="1200"/>
              <a:buFont typeface="Inter"/>
              <a:buNone/>
              <a:defRPr sz="1200" b="1">
                <a:latin typeface="Inter"/>
                <a:ea typeface="Inter"/>
                <a:cs typeface="Inter"/>
              </a:defRPr>
            </a:lvl3pPr>
            <a:lvl4pPr>
              <a:spcBef>
                <a:spcPts val="0"/>
              </a:spcBef>
              <a:spcAft>
                <a:spcPts val="0"/>
              </a:spcAft>
              <a:buSzPts val="1200"/>
              <a:buFont typeface="Inter"/>
              <a:buNone/>
              <a:defRPr sz="1200" b="1">
                <a:latin typeface="Inter"/>
                <a:ea typeface="Inter"/>
                <a:cs typeface="Inter"/>
              </a:defRPr>
            </a:lvl4pPr>
            <a:lvl5pPr>
              <a:spcBef>
                <a:spcPts val="0"/>
              </a:spcBef>
              <a:spcAft>
                <a:spcPts val="0"/>
              </a:spcAft>
              <a:buSzPts val="1200"/>
              <a:buFont typeface="Inter"/>
              <a:buNone/>
              <a:defRPr sz="1200" b="1">
                <a:latin typeface="Inter"/>
                <a:ea typeface="Inter"/>
                <a:cs typeface="Inter"/>
              </a:defRPr>
            </a:lvl5pPr>
            <a:lvl6pPr>
              <a:spcBef>
                <a:spcPts val="0"/>
              </a:spcBef>
              <a:spcAft>
                <a:spcPts val="0"/>
              </a:spcAft>
              <a:buSzPts val="1200"/>
              <a:buFont typeface="Inter"/>
              <a:buNone/>
              <a:defRPr sz="1200" b="1">
                <a:latin typeface="Inter"/>
                <a:ea typeface="Inter"/>
                <a:cs typeface="Inter"/>
              </a:defRPr>
            </a:lvl6pPr>
            <a:lvl7pPr>
              <a:spcBef>
                <a:spcPts val="0"/>
              </a:spcBef>
              <a:spcAft>
                <a:spcPts val="0"/>
              </a:spcAft>
              <a:buSzPts val="1200"/>
              <a:buFont typeface="Inter"/>
              <a:buNone/>
              <a:defRPr sz="1200" b="1">
                <a:latin typeface="Inter"/>
                <a:ea typeface="Inter"/>
                <a:cs typeface="Inter"/>
              </a:defRPr>
            </a:lvl7pPr>
            <a:lvl8pPr>
              <a:spcBef>
                <a:spcPts val="0"/>
              </a:spcBef>
              <a:spcAft>
                <a:spcPts val="0"/>
              </a:spcAft>
              <a:buSzPts val="1200"/>
              <a:buFont typeface="Inter"/>
              <a:buNone/>
              <a:defRPr sz="1200" b="1">
                <a:latin typeface="Inter"/>
                <a:ea typeface="Inter"/>
                <a:cs typeface="Inter"/>
              </a:defRPr>
            </a:lvl8pPr>
            <a:lvl9pPr>
              <a:spcBef>
                <a:spcPts val="0"/>
              </a:spcBef>
              <a:spcAft>
                <a:spcPts val="0"/>
              </a:spcAft>
              <a:buSzPts val="1200"/>
              <a:buFont typeface="Inter"/>
              <a:buNone/>
              <a:defRPr sz="1200" b="1">
                <a:latin typeface="Inter"/>
                <a:ea typeface="Inter"/>
                <a:cs typeface="Inter"/>
              </a:defRPr>
            </a:lvl9pPr>
          </a:lstStyle>
          <a:p xmlns:a="http://schemas.openxmlformats.org/drawingml/2006/main"/>
        </p:txBody>
      </p:sp>
    </p:spTree>
  </p:cSld>
</p:sldLayout>
</file>

<file path=ppt/slideLayouts/slideLayout83.xml><?xml version="1.0" encoding="utf-8"?>
<p:sldLayout xmlns:p="http://schemas.openxmlformats.org/presentationml/2006/main" matchingName="Title Slide - Speaker - white">
  <p:cSld name="Intro title_3_2_1_1">
    <p:spTree>
      <p:nvGrpSpPr>
        <p:cNvPr id="1" name=""/>
        <p:cNvGrpSpPr/>
        <p:nvPr/>
      </p:nvGrpSpPr>
      <p:grpSpPr>
        <a:xfrm xmlns:a="http://schemas.openxmlformats.org/drawingml/2006/main"/>
      </p:grpSpPr>
      <p:pic>
        <p:nvPicPr>
          <p:cNvPr id="641" name="Google Shape;633;p85"/>
          <p:cNvPicPr>
            <a:picLocks xmlns:a="http://schemas.openxmlformats.org/drawingml/2006/main" noChangeAspect="1"/>
          </p:cNvPicPr>
          <p:nvPr/>
        </p:nvPicPr>
        <p:blipFill rotWithShape="1">
          <a:blip xmlns:r="http://schemas.openxmlformats.org/officeDocument/2006/relationships" xmlns:a="http://schemas.openxmlformats.org/drawingml/2006/main" r:embed="Rfeb0d31aee844e12">
            <a:alphaModFix/>
          </a:blip>
          <a:srcRect xmlns:a="http://schemas.openxmlformats.org/drawingml/2006/main" l="0" t="0" r="0" b="0"/>
          <a:stretch xmlns:a="http://schemas.openxmlformats.org/drawingml/2006/main"/>
        </p:blipFill>
        <p:spPr>
          <a:xfrm xmlns:a="http://schemas.openxmlformats.org/drawingml/2006/main">
            <a:off x="152400" y="4741176"/>
            <a:ext cx="1223532" cy="209100"/>
          </a:xfrm>
          <a:prstGeom xmlns:a="http://schemas.openxmlformats.org/drawingml/2006/main" prst="rect">
            <a:avLst/>
          </a:prstGeom>
          <a:ln xmlns:a="http://schemas.openxmlformats.org/drawingml/2006/main">
            <a:noFill/>
          </a:ln>
        </p:spPr>
      </p:pic>
      <p:sp>
        <p:nvSpPr>
          <p:cNvPr id="634" name="Google Shape;634;p85">
            <a:extLst xmlns:a="http://schemas.openxmlformats.org/drawingml/2006/main">
              <a:ext uri="{FF2B5EF4-FFF2-40B4-BE49-F238E27FC236}">
                <a16:creationId xmlns:a16="http://schemas.microsoft.com/office/drawing/2014/main" id="{97603A3D-C158-4B77-8575-B596C7309B09}"/>
              </a:ext>
            </a:extLst>
          </p:cNvPr>
          <p:cNvSpPr>
            <a:spLocks xmlns:a="http://schemas.openxmlformats.org/drawingml/2006/main" noGrp="1"/>
          </p:cNvSpPr>
          <p:nvPr>
            <p:ph type="title" idx="0"/>
          </p:nvPr>
        </p:nvSpPr>
        <p:spPr>
          <a:xfrm xmlns:a="http://schemas.openxmlformats.org/drawingml/2006/main">
            <a:off x="228600" y="2834375"/>
            <a:ext cx="4279500" cy="20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noAutofit/>
          </a:bodyPr>
          <a:lstStyle xmlns:a="http://schemas.openxmlformats.org/drawingml/2006/main">
            <a:lvl1pPr algn="l">
              <a:lnSpc>
                <a:spcPct val="90000"/>
              </a:lnSpc>
              <a:spcBef>
                <a:spcPts val="375"/>
              </a:spcBef>
              <a:spcAft>
                <a:spcPts val="0"/>
              </a:spcAft>
              <a:buClr>
                <a:schemeClr val="dk1"/>
              </a:buClr>
              <a:buSzPts val="1200"/>
              <a:buFont typeface="Inter"/>
              <a:buNone/>
              <a:defRPr sz="1200">
                <a:latin typeface="Inter"/>
                <a:ea typeface="Inter"/>
                <a:cs typeface="Inter"/>
              </a:defRPr>
            </a:lvl1pPr>
            <a:lvl2pPr>
              <a:spcBef>
                <a:spcPts val="0"/>
              </a:spcBef>
              <a:spcAft>
                <a:spcPts val="0"/>
              </a:spcAft>
              <a:buSzPts val="1200"/>
              <a:buFont typeface="Inter"/>
              <a:buNone/>
              <a:defRPr sz="1200">
                <a:latin typeface="Inter"/>
                <a:ea typeface="Inter"/>
                <a:cs typeface="Inter"/>
              </a:defRPr>
            </a:lvl2pPr>
            <a:lvl3pPr>
              <a:spcBef>
                <a:spcPts val="0"/>
              </a:spcBef>
              <a:spcAft>
                <a:spcPts val="0"/>
              </a:spcAft>
              <a:buSzPts val="1200"/>
              <a:buFont typeface="Inter"/>
              <a:buNone/>
              <a:defRPr sz="1200">
                <a:latin typeface="Inter"/>
                <a:ea typeface="Inter"/>
                <a:cs typeface="Inter"/>
              </a:defRPr>
            </a:lvl3pPr>
            <a:lvl4pPr>
              <a:spcBef>
                <a:spcPts val="0"/>
              </a:spcBef>
              <a:spcAft>
                <a:spcPts val="0"/>
              </a:spcAft>
              <a:buSzPts val="1200"/>
              <a:buFont typeface="Inter"/>
              <a:buNone/>
              <a:defRPr sz="1200">
                <a:latin typeface="Inter"/>
                <a:ea typeface="Inter"/>
                <a:cs typeface="Inter"/>
              </a:defRPr>
            </a:lvl4pPr>
            <a:lvl5pPr>
              <a:spcBef>
                <a:spcPts val="0"/>
              </a:spcBef>
              <a:spcAft>
                <a:spcPts val="0"/>
              </a:spcAft>
              <a:buSzPts val="1200"/>
              <a:buFont typeface="Inter"/>
              <a:buNone/>
              <a:defRPr sz="1200">
                <a:latin typeface="Inter"/>
                <a:ea typeface="Inter"/>
                <a:cs typeface="Inter"/>
              </a:defRPr>
            </a:lvl5pPr>
            <a:lvl6pPr>
              <a:spcBef>
                <a:spcPts val="0"/>
              </a:spcBef>
              <a:spcAft>
                <a:spcPts val="0"/>
              </a:spcAft>
              <a:buSzPts val="1200"/>
              <a:buFont typeface="Inter"/>
              <a:buNone/>
              <a:defRPr sz="1200">
                <a:latin typeface="Inter"/>
                <a:ea typeface="Inter"/>
                <a:cs typeface="Inter"/>
              </a:defRPr>
            </a:lvl6pPr>
            <a:lvl7pPr>
              <a:spcBef>
                <a:spcPts val="0"/>
              </a:spcBef>
              <a:spcAft>
                <a:spcPts val="0"/>
              </a:spcAft>
              <a:buSzPts val="1200"/>
              <a:buFont typeface="Inter"/>
              <a:buNone/>
              <a:defRPr sz="1200">
                <a:latin typeface="Inter"/>
                <a:ea typeface="Inter"/>
                <a:cs typeface="Inter"/>
              </a:defRPr>
            </a:lvl7pPr>
            <a:lvl8pPr>
              <a:spcBef>
                <a:spcPts val="0"/>
              </a:spcBef>
              <a:spcAft>
                <a:spcPts val="0"/>
              </a:spcAft>
              <a:buSzPts val="1200"/>
              <a:buFont typeface="Inter"/>
              <a:buNone/>
              <a:defRPr sz="1200">
                <a:latin typeface="Inter"/>
                <a:ea typeface="Inter"/>
                <a:cs typeface="Inter"/>
              </a:defRPr>
            </a:lvl8pPr>
            <a:lvl9pPr>
              <a:spcBef>
                <a:spcPts val="0"/>
              </a:spcBef>
              <a:spcAft>
                <a:spcPts val="0"/>
              </a:spcAft>
              <a:buSzPts val="1200"/>
              <a:buFont typeface="Inter"/>
              <a:buNone/>
              <a:defRPr sz="1200">
                <a:latin typeface="Inter"/>
                <a:ea typeface="Inter"/>
                <a:cs typeface="Inter"/>
              </a:defRPr>
            </a:lvl9pPr>
          </a:lstStyle>
          <a:p xmlns:a="http://schemas.openxmlformats.org/drawingml/2006/main"/>
        </p:txBody>
      </p:sp>
      <p:sp>
        <p:nvSpPr>
          <p:cNvPr id="635" name="Google Shape;635;p85">
            <a:extLst xmlns:a="http://schemas.openxmlformats.org/drawingml/2006/main">
              <a:ext uri="{FF2B5EF4-FFF2-40B4-BE49-F238E27FC236}">
                <a16:creationId xmlns:a16="http://schemas.microsoft.com/office/drawing/2014/main" id="{E10B7AF8-4BF0-47C8-8068-A6D8CA9F82CD}"/>
              </a:ext>
            </a:extLst>
          </p:cNvPr>
          <p:cNvSpPr>
            <a:spLocks xmlns:a="http://schemas.openxmlformats.org/drawingml/2006/main" noGrp="1"/>
          </p:cNvSpPr>
          <p:nvPr>
            <p:ph type="pic" idx="2"/>
          </p:nvPr>
        </p:nvSpPr>
        <p:spPr>
          <a:xfrm xmlns:a="http://schemas.openxmlformats.org/drawingml/2006/main">
            <a:off x="5533550" y="1015692"/>
            <a:ext cx="2739900" cy="3014100"/>
          </a:xfrm>
          <a:prstGeom xmlns:a="http://schemas.openxmlformats.org/drawingml/2006/main" prst="roundRect">
            <a:avLst>
              <a:gd name="adj" fmla="val 7144"/>
            </a:avLst>
          </a:prstGeom>
          <a:noFill xmlns:a="http://schemas.openxmlformats.org/drawingml/2006/main"/>
          <a:ln xmlns:a="http://schemas.openxmlformats.org/drawingml/2006/main">
            <a:noFill/>
          </a:ln>
        </p:spPr>
      </p:sp>
      <p:sp>
        <p:nvSpPr>
          <p:cNvPr id="636" name="Google Shape;636;p85">
            <a:extLst xmlns:a="http://schemas.openxmlformats.org/drawingml/2006/main">
              <a:ext uri="{FF2B5EF4-FFF2-40B4-BE49-F238E27FC236}">
                <a16:creationId xmlns:a16="http://schemas.microsoft.com/office/drawing/2014/main" id="{3934EA8F-371F-474B-B801-670DD4A30CA1}"/>
              </a:ext>
            </a:extLst>
          </p:cNvPr>
          <p:cNvSpPr>
            <a:spLocks xmlns:a="http://schemas.openxmlformats.org/drawingml/2006/main" noGrp="1"/>
          </p:cNvSpPr>
          <p:nvPr>
            <p:ph type="title" idx="3"/>
          </p:nvPr>
        </p:nvSpPr>
        <p:spPr>
          <a:xfrm xmlns:a="http://schemas.openxmlformats.org/drawingml/2006/main">
            <a:off x="228600" y="1631750"/>
            <a:ext cx="5070000" cy="1121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noAutofit/>
          </a:bodyPr>
          <a:lstStyle xmlns:a="http://schemas.openxmlformats.org/drawingml/2006/main">
            <a:lvl1pPr algn="l">
              <a:lnSpc>
                <a:spcPct val="90000"/>
              </a:lnSpc>
              <a:spcBef>
                <a:spcPts val="375"/>
              </a:spcBef>
              <a:spcAft>
                <a:spcPts val="0"/>
              </a:spcAft>
              <a:buClr>
                <a:schemeClr val="dk1"/>
              </a:buClr>
              <a:buSzPts val="3750"/>
              <a:buFont typeface="Arial"/>
              <a:buNone/>
              <a:defRPr sz="3750"/>
            </a:lvl1pPr>
            <a:lvl2pPr>
              <a:spcBef>
                <a:spcPts val="0"/>
              </a:spcBef>
              <a:spcAft>
                <a:spcPts val="0"/>
              </a:spcAft>
              <a:buSzPts val="525"/>
              <a:buNone/>
              <a:defRPr sz="675"/>
            </a:lvl2pPr>
            <a:lvl3pPr>
              <a:spcBef>
                <a:spcPts val="0"/>
              </a:spcBef>
              <a:spcAft>
                <a:spcPts val="0"/>
              </a:spcAft>
              <a:buSzPts val="525"/>
              <a:buNone/>
              <a:defRPr sz="675"/>
            </a:lvl3pPr>
            <a:lvl4pPr>
              <a:spcBef>
                <a:spcPts val="0"/>
              </a:spcBef>
              <a:spcAft>
                <a:spcPts val="0"/>
              </a:spcAft>
              <a:buSzPts val="525"/>
              <a:buNone/>
              <a:defRPr sz="675"/>
            </a:lvl4pPr>
            <a:lvl5pPr>
              <a:spcBef>
                <a:spcPts val="0"/>
              </a:spcBef>
              <a:spcAft>
                <a:spcPts val="0"/>
              </a:spcAft>
              <a:buSzPts val="525"/>
              <a:buNone/>
              <a:defRPr sz="675"/>
            </a:lvl5pPr>
            <a:lvl6pPr>
              <a:spcBef>
                <a:spcPts val="0"/>
              </a:spcBef>
              <a:spcAft>
                <a:spcPts val="0"/>
              </a:spcAft>
              <a:buSzPts val="525"/>
              <a:buNone/>
              <a:defRPr sz="675"/>
            </a:lvl6pPr>
            <a:lvl7pPr>
              <a:spcBef>
                <a:spcPts val="0"/>
              </a:spcBef>
              <a:spcAft>
                <a:spcPts val="0"/>
              </a:spcAft>
              <a:buSzPts val="525"/>
              <a:buNone/>
              <a:defRPr sz="675"/>
            </a:lvl7pPr>
            <a:lvl8pPr>
              <a:spcBef>
                <a:spcPts val="0"/>
              </a:spcBef>
              <a:spcAft>
                <a:spcPts val="0"/>
              </a:spcAft>
              <a:buSzPts val="525"/>
              <a:buNone/>
              <a:defRPr sz="675"/>
            </a:lvl8pPr>
            <a:lvl9pPr>
              <a:spcBef>
                <a:spcPts val="0"/>
              </a:spcBef>
              <a:spcAft>
                <a:spcPts val="0"/>
              </a:spcAft>
              <a:buSzPts val="525"/>
              <a:buNone/>
              <a:defRPr sz="675"/>
            </a:lvl9pPr>
          </a:lstStyle>
          <a:p xmlns:a="http://schemas.openxmlformats.org/drawingml/2006/main"/>
        </p:txBody>
      </p:sp>
      <p:sp>
        <p:nvSpPr>
          <p:cNvPr id="637" name="Google Shape;637;p85">
            <a:extLst xmlns:a="http://schemas.openxmlformats.org/drawingml/2006/main">
              <a:ext uri="{FF2B5EF4-FFF2-40B4-BE49-F238E27FC236}">
                <a16:creationId xmlns:a16="http://schemas.microsoft.com/office/drawing/2014/main" id="{87844421-8C76-411F-9EF0-8259C63B6DA5}"/>
              </a:ext>
            </a:extLst>
          </p:cNvPr>
          <p:cNvSpPr>
            <a:spLocks xmlns:a="http://schemas.openxmlformats.org/drawingml/2006/main" noGrp="1"/>
          </p:cNvSpPr>
          <p:nvPr>
            <p:ph type="title" idx="4"/>
          </p:nvPr>
        </p:nvSpPr>
        <p:spPr>
          <a:xfrm xmlns:a="http://schemas.openxmlformats.org/drawingml/2006/main">
            <a:off x="5533550" y="590125"/>
            <a:ext cx="2739900" cy="20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noAutofit/>
          </a:bodyPr>
          <a:lstStyle xmlns:a="http://schemas.openxmlformats.org/drawingml/2006/main">
            <a:lvl1pPr algn="l">
              <a:lnSpc>
                <a:spcPct val="90000"/>
              </a:lnSpc>
              <a:spcBef>
                <a:spcPts val="375"/>
              </a:spcBef>
              <a:spcAft>
                <a:spcPts val="0"/>
              </a:spcAft>
              <a:buClr>
                <a:schemeClr val="dk1"/>
              </a:buClr>
              <a:buSzPts val="1200"/>
              <a:buFont typeface="Inter"/>
              <a:buNone/>
              <a:defRPr sz="1200" b="1">
                <a:latin typeface="Inter"/>
                <a:ea typeface="Inter"/>
                <a:cs typeface="Inter"/>
              </a:defRPr>
            </a:lvl1pPr>
            <a:lvl2pPr>
              <a:spcBef>
                <a:spcPts val="0"/>
              </a:spcBef>
              <a:spcAft>
                <a:spcPts val="0"/>
              </a:spcAft>
              <a:buSzPts val="1200"/>
              <a:buFont typeface="Inter"/>
              <a:buNone/>
              <a:defRPr sz="1200" b="1">
                <a:latin typeface="Inter"/>
                <a:ea typeface="Inter"/>
                <a:cs typeface="Inter"/>
              </a:defRPr>
            </a:lvl2pPr>
            <a:lvl3pPr>
              <a:spcBef>
                <a:spcPts val="0"/>
              </a:spcBef>
              <a:spcAft>
                <a:spcPts val="0"/>
              </a:spcAft>
              <a:buSzPts val="1200"/>
              <a:buFont typeface="Inter"/>
              <a:buNone/>
              <a:defRPr sz="1200" b="1">
                <a:latin typeface="Inter"/>
                <a:ea typeface="Inter"/>
                <a:cs typeface="Inter"/>
              </a:defRPr>
            </a:lvl3pPr>
            <a:lvl4pPr>
              <a:spcBef>
                <a:spcPts val="0"/>
              </a:spcBef>
              <a:spcAft>
                <a:spcPts val="0"/>
              </a:spcAft>
              <a:buSzPts val="1200"/>
              <a:buFont typeface="Inter"/>
              <a:buNone/>
              <a:defRPr sz="1200" b="1">
                <a:latin typeface="Inter"/>
                <a:ea typeface="Inter"/>
                <a:cs typeface="Inter"/>
              </a:defRPr>
            </a:lvl4pPr>
            <a:lvl5pPr>
              <a:spcBef>
                <a:spcPts val="0"/>
              </a:spcBef>
              <a:spcAft>
                <a:spcPts val="0"/>
              </a:spcAft>
              <a:buSzPts val="1200"/>
              <a:buFont typeface="Inter"/>
              <a:buNone/>
              <a:defRPr sz="1200" b="1">
                <a:latin typeface="Inter"/>
                <a:ea typeface="Inter"/>
                <a:cs typeface="Inter"/>
              </a:defRPr>
            </a:lvl5pPr>
            <a:lvl6pPr>
              <a:spcBef>
                <a:spcPts val="0"/>
              </a:spcBef>
              <a:spcAft>
                <a:spcPts val="0"/>
              </a:spcAft>
              <a:buSzPts val="1200"/>
              <a:buFont typeface="Inter"/>
              <a:buNone/>
              <a:defRPr sz="1200" b="1">
                <a:latin typeface="Inter"/>
                <a:ea typeface="Inter"/>
                <a:cs typeface="Inter"/>
              </a:defRPr>
            </a:lvl6pPr>
            <a:lvl7pPr>
              <a:spcBef>
                <a:spcPts val="0"/>
              </a:spcBef>
              <a:spcAft>
                <a:spcPts val="0"/>
              </a:spcAft>
              <a:buSzPts val="1200"/>
              <a:buFont typeface="Inter"/>
              <a:buNone/>
              <a:defRPr sz="1200" b="1">
                <a:latin typeface="Inter"/>
                <a:ea typeface="Inter"/>
                <a:cs typeface="Inter"/>
              </a:defRPr>
            </a:lvl7pPr>
            <a:lvl8pPr>
              <a:spcBef>
                <a:spcPts val="0"/>
              </a:spcBef>
              <a:spcAft>
                <a:spcPts val="0"/>
              </a:spcAft>
              <a:buSzPts val="1200"/>
              <a:buFont typeface="Inter"/>
              <a:buNone/>
              <a:defRPr sz="1200" b="1">
                <a:latin typeface="Inter"/>
                <a:ea typeface="Inter"/>
                <a:cs typeface="Inter"/>
              </a:defRPr>
            </a:lvl8pPr>
            <a:lvl9pPr>
              <a:spcBef>
                <a:spcPts val="0"/>
              </a:spcBef>
              <a:spcAft>
                <a:spcPts val="0"/>
              </a:spcAft>
              <a:buSzPts val="1200"/>
              <a:buFont typeface="Inter"/>
              <a:buNone/>
              <a:defRPr sz="1200" b="1">
                <a:latin typeface="Inter"/>
                <a:ea typeface="Inter"/>
                <a:cs typeface="Inter"/>
              </a:defRPr>
            </a:lvl9pPr>
          </a:lstStyle>
          <a:p xmlns:a="http://schemas.openxmlformats.org/drawingml/2006/main"/>
        </p:txBody>
      </p:sp>
      <p:sp>
        <p:nvSpPr>
          <p:cNvPr id="638" name="Google Shape;638;p85">
            <a:extLst xmlns:a="http://schemas.openxmlformats.org/drawingml/2006/main">
              <a:ext uri="{FF2B5EF4-FFF2-40B4-BE49-F238E27FC236}">
                <a16:creationId xmlns:a16="http://schemas.microsoft.com/office/drawing/2014/main" id="{56C561B1-E679-400E-85F8-E9A9CD8010C8}"/>
              </a:ext>
            </a:extLst>
          </p:cNvPr>
          <p:cNvSpPr>
            <a:spLocks xmlns:a="http://schemas.openxmlformats.org/drawingml/2006/main" noGrp="1"/>
          </p:cNvSpPr>
          <p:nvPr>
            <p:ph type="title" idx="5"/>
          </p:nvPr>
        </p:nvSpPr>
        <p:spPr>
          <a:xfrm xmlns:a="http://schemas.openxmlformats.org/drawingml/2006/main">
            <a:off x="5533550" y="4246275"/>
            <a:ext cx="2739900" cy="20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noAutofit/>
          </a:bodyPr>
          <a:lstStyle xmlns:a="http://schemas.openxmlformats.org/drawingml/2006/main">
            <a:lvl1pPr algn="l">
              <a:lnSpc>
                <a:spcPct val="90000"/>
              </a:lnSpc>
              <a:spcBef>
                <a:spcPts val="375"/>
              </a:spcBef>
              <a:spcAft>
                <a:spcPts val="0"/>
              </a:spcAft>
              <a:buClr>
                <a:schemeClr val="dk1"/>
              </a:buClr>
              <a:buSzPts val="1200"/>
              <a:buFont typeface="Inter"/>
              <a:buNone/>
              <a:defRPr sz="1200" b="1">
                <a:latin typeface="Inter"/>
                <a:ea typeface="Inter"/>
                <a:cs typeface="Inter"/>
              </a:defRPr>
            </a:lvl1pPr>
            <a:lvl2pPr>
              <a:spcBef>
                <a:spcPts val="0"/>
              </a:spcBef>
              <a:spcAft>
                <a:spcPts val="0"/>
              </a:spcAft>
              <a:buSzPts val="1200"/>
              <a:buFont typeface="Inter"/>
              <a:buNone/>
              <a:defRPr sz="1200" b="1">
                <a:latin typeface="Inter"/>
                <a:ea typeface="Inter"/>
                <a:cs typeface="Inter"/>
              </a:defRPr>
            </a:lvl2pPr>
            <a:lvl3pPr>
              <a:spcBef>
                <a:spcPts val="0"/>
              </a:spcBef>
              <a:spcAft>
                <a:spcPts val="0"/>
              </a:spcAft>
              <a:buSzPts val="1200"/>
              <a:buFont typeface="Inter"/>
              <a:buNone/>
              <a:defRPr sz="1200" b="1">
                <a:latin typeface="Inter"/>
                <a:ea typeface="Inter"/>
                <a:cs typeface="Inter"/>
              </a:defRPr>
            </a:lvl3pPr>
            <a:lvl4pPr>
              <a:spcBef>
                <a:spcPts val="0"/>
              </a:spcBef>
              <a:spcAft>
                <a:spcPts val="0"/>
              </a:spcAft>
              <a:buSzPts val="1200"/>
              <a:buFont typeface="Inter"/>
              <a:buNone/>
              <a:defRPr sz="1200" b="1">
                <a:latin typeface="Inter"/>
                <a:ea typeface="Inter"/>
                <a:cs typeface="Inter"/>
              </a:defRPr>
            </a:lvl4pPr>
            <a:lvl5pPr>
              <a:spcBef>
                <a:spcPts val="0"/>
              </a:spcBef>
              <a:spcAft>
                <a:spcPts val="0"/>
              </a:spcAft>
              <a:buSzPts val="1200"/>
              <a:buFont typeface="Inter"/>
              <a:buNone/>
              <a:defRPr sz="1200" b="1">
                <a:latin typeface="Inter"/>
                <a:ea typeface="Inter"/>
                <a:cs typeface="Inter"/>
              </a:defRPr>
            </a:lvl5pPr>
            <a:lvl6pPr>
              <a:spcBef>
                <a:spcPts val="0"/>
              </a:spcBef>
              <a:spcAft>
                <a:spcPts val="0"/>
              </a:spcAft>
              <a:buSzPts val="1200"/>
              <a:buFont typeface="Inter"/>
              <a:buNone/>
              <a:defRPr sz="1200" b="1">
                <a:latin typeface="Inter"/>
                <a:ea typeface="Inter"/>
                <a:cs typeface="Inter"/>
              </a:defRPr>
            </a:lvl6pPr>
            <a:lvl7pPr>
              <a:spcBef>
                <a:spcPts val="0"/>
              </a:spcBef>
              <a:spcAft>
                <a:spcPts val="0"/>
              </a:spcAft>
              <a:buSzPts val="1200"/>
              <a:buFont typeface="Inter"/>
              <a:buNone/>
              <a:defRPr sz="1200" b="1">
                <a:latin typeface="Inter"/>
                <a:ea typeface="Inter"/>
                <a:cs typeface="Inter"/>
              </a:defRPr>
            </a:lvl7pPr>
            <a:lvl8pPr>
              <a:spcBef>
                <a:spcPts val="0"/>
              </a:spcBef>
              <a:spcAft>
                <a:spcPts val="0"/>
              </a:spcAft>
              <a:buSzPts val="1200"/>
              <a:buFont typeface="Inter"/>
              <a:buNone/>
              <a:defRPr sz="1200" b="1">
                <a:latin typeface="Inter"/>
                <a:ea typeface="Inter"/>
                <a:cs typeface="Inter"/>
              </a:defRPr>
            </a:lvl8pPr>
            <a:lvl9pPr>
              <a:spcBef>
                <a:spcPts val="0"/>
              </a:spcBef>
              <a:spcAft>
                <a:spcPts val="0"/>
              </a:spcAft>
              <a:buSzPts val="1200"/>
              <a:buFont typeface="Inter"/>
              <a:buNone/>
              <a:defRPr sz="1200" b="1">
                <a:latin typeface="Inter"/>
                <a:ea typeface="Inter"/>
                <a:cs typeface="Inter"/>
              </a:defRPr>
            </a:lvl9pPr>
          </a:lstStyle>
          <a:p xmlns:a="http://schemas.openxmlformats.org/drawingml/2006/main"/>
        </p:txBody>
      </p:sp>
      <p:sp>
        <p:nvSpPr>
          <p:cNvPr id="639" name="Google Shape;639;p85">
            <a:extLst xmlns:a="http://schemas.openxmlformats.org/drawingml/2006/main">
              <a:ext uri="{FF2B5EF4-FFF2-40B4-BE49-F238E27FC236}">
                <a16:creationId xmlns:a16="http://schemas.microsoft.com/office/drawing/2014/main" id="{83A15EFE-33D1-4193-9D6D-BDFFEB6CBE07}"/>
              </a:ext>
            </a:extLst>
          </p:cNvPr>
          <p:cNvSpPr>
            <a:spLocks xmlns:a="http://schemas.openxmlformats.org/drawingml/2006/main" noGrp="1"/>
          </p:cNvSpPr>
          <p:nvPr>
            <p:ph type="title" idx="6"/>
          </p:nvPr>
        </p:nvSpPr>
        <p:spPr>
          <a:xfrm xmlns:a="http://schemas.openxmlformats.org/drawingml/2006/main">
            <a:off x="5533550" y="4532075"/>
            <a:ext cx="2739900" cy="20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noAutofit/>
          </a:bodyPr>
          <a:lstStyle xmlns:a="http://schemas.openxmlformats.org/drawingml/2006/main">
            <a:lvl1pPr algn="l">
              <a:lnSpc>
                <a:spcPct val="90000"/>
              </a:lnSpc>
              <a:spcBef>
                <a:spcPts val="375"/>
              </a:spcBef>
              <a:spcAft>
                <a:spcPts val="0"/>
              </a:spcAft>
              <a:buClr>
                <a:schemeClr val="dk1"/>
              </a:buClr>
              <a:buSzPts val="1200"/>
              <a:buFont typeface="Inter"/>
              <a:buNone/>
              <a:defRPr sz="1200">
                <a:latin typeface="Inter"/>
                <a:ea typeface="Inter"/>
                <a:cs typeface="Inter"/>
              </a:defRPr>
            </a:lvl1pPr>
            <a:lvl2pPr>
              <a:spcBef>
                <a:spcPts val="0"/>
              </a:spcBef>
              <a:spcAft>
                <a:spcPts val="0"/>
              </a:spcAft>
              <a:buSzPts val="1200"/>
              <a:buFont typeface="Inter"/>
              <a:buNone/>
              <a:defRPr sz="1200" b="1">
                <a:latin typeface="Inter"/>
                <a:ea typeface="Inter"/>
                <a:cs typeface="Inter"/>
              </a:defRPr>
            </a:lvl2pPr>
            <a:lvl3pPr>
              <a:spcBef>
                <a:spcPts val="0"/>
              </a:spcBef>
              <a:spcAft>
                <a:spcPts val="0"/>
              </a:spcAft>
              <a:buSzPts val="1200"/>
              <a:buFont typeface="Inter"/>
              <a:buNone/>
              <a:defRPr sz="1200" b="1">
                <a:latin typeface="Inter"/>
                <a:ea typeface="Inter"/>
                <a:cs typeface="Inter"/>
              </a:defRPr>
            </a:lvl3pPr>
            <a:lvl4pPr>
              <a:spcBef>
                <a:spcPts val="0"/>
              </a:spcBef>
              <a:spcAft>
                <a:spcPts val="0"/>
              </a:spcAft>
              <a:buSzPts val="1200"/>
              <a:buFont typeface="Inter"/>
              <a:buNone/>
              <a:defRPr sz="1200" b="1">
                <a:latin typeface="Inter"/>
                <a:ea typeface="Inter"/>
                <a:cs typeface="Inter"/>
              </a:defRPr>
            </a:lvl4pPr>
            <a:lvl5pPr>
              <a:spcBef>
                <a:spcPts val="0"/>
              </a:spcBef>
              <a:spcAft>
                <a:spcPts val="0"/>
              </a:spcAft>
              <a:buSzPts val="1200"/>
              <a:buFont typeface="Inter"/>
              <a:buNone/>
              <a:defRPr sz="1200" b="1">
                <a:latin typeface="Inter"/>
                <a:ea typeface="Inter"/>
                <a:cs typeface="Inter"/>
              </a:defRPr>
            </a:lvl5pPr>
            <a:lvl6pPr>
              <a:spcBef>
                <a:spcPts val="0"/>
              </a:spcBef>
              <a:spcAft>
                <a:spcPts val="0"/>
              </a:spcAft>
              <a:buSzPts val="1200"/>
              <a:buFont typeface="Inter"/>
              <a:buNone/>
              <a:defRPr sz="1200" b="1">
                <a:latin typeface="Inter"/>
                <a:ea typeface="Inter"/>
                <a:cs typeface="Inter"/>
              </a:defRPr>
            </a:lvl6pPr>
            <a:lvl7pPr>
              <a:spcBef>
                <a:spcPts val="0"/>
              </a:spcBef>
              <a:spcAft>
                <a:spcPts val="0"/>
              </a:spcAft>
              <a:buSzPts val="1200"/>
              <a:buFont typeface="Inter"/>
              <a:buNone/>
              <a:defRPr sz="1200" b="1">
                <a:latin typeface="Inter"/>
                <a:ea typeface="Inter"/>
                <a:cs typeface="Inter"/>
              </a:defRPr>
            </a:lvl7pPr>
            <a:lvl8pPr>
              <a:spcBef>
                <a:spcPts val="0"/>
              </a:spcBef>
              <a:spcAft>
                <a:spcPts val="0"/>
              </a:spcAft>
              <a:buSzPts val="1200"/>
              <a:buFont typeface="Inter"/>
              <a:buNone/>
              <a:defRPr sz="1200" b="1">
                <a:latin typeface="Inter"/>
                <a:ea typeface="Inter"/>
                <a:cs typeface="Inter"/>
              </a:defRPr>
            </a:lvl8pPr>
            <a:lvl9pPr>
              <a:spcBef>
                <a:spcPts val="0"/>
              </a:spcBef>
              <a:spcAft>
                <a:spcPts val="0"/>
              </a:spcAft>
              <a:buSzPts val="1200"/>
              <a:buFont typeface="Inter"/>
              <a:buNone/>
              <a:defRPr sz="1200" b="1">
                <a:latin typeface="Inter"/>
                <a:ea typeface="Inter"/>
                <a:cs typeface="Inter"/>
              </a:defRPr>
            </a:lvl9pPr>
          </a:lstStyle>
          <a:p xmlns:a="http://schemas.openxmlformats.org/drawingml/2006/main"/>
        </p:txBody>
      </p:sp>
    </p:spTree>
  </p:cSld>
</p:sldLayout>
</file>

<file path=ppt/slideLayouts/slideLayout84.xml><?xml version="1.0" encoding="utf-8"?>
<p:sldLayout xmlns:p="http://schemas.openxmlformats.org/presentationml/2006/main" matchingName="Section divider - Plain color">
  <p:cSld name="CUSTOM_1">
    <p:spTree>
      <p:nvGrpSpPr>
        <p:cNvPr id="1" name=""/>
        <p:cNvGrpSpPr/>
        <p:nvPr/>
      </p:nvGrpSpPr>
      <p:grpSpPr>
        <a:xfrm xmlns:a="http://schemas.openxmlformats.org/drawingml/2006/main"/>
      </p:grpSpPr>
      <p:sp>
        <p:nvSpPr>
          <p:cNvPr id="641" name="Google Shape;641;p86">
            <a:extLst xmlns:a="http://schemas.openxmlformats.org/drawingml/2006/main">
              <a:ext uri="{FF2B5EF4-FFF2-40B4-BE49-F238E27FC236}">
                <a16:creationId xmlns:a16="http://schemas.microsoft.com/office/drawing/2014/main" id="{92564B2A-3A2A-4284-9CC5-48CBF78D31D9}"/>
              </a:ext>
            </a:extLst>
          </p:cNvPr>
          <p:cNvSpPr>
            <a:spLocks xmlns:a="http://schemas.openxmlformats.org/drawingml/2006/main" noGrp="1"/>
          </p:cNvSpPr>
          <p:nvPr>
            <p:ph type="title" idx="0"/>
          </p:nvPr>
        </p:nvSpPr>
        <p:spPr>
          <a:xfrm xmlns:a="http://schemas.openxmlformats.org/drawingml/2006/main">
            <a:off x="1514925" y="2113650"/>
            <a:ext cx="6114000" cy="920700"/>
          </a:xfrm>
          <a:prstGeom xmlns:a="http://schemas.openxmlformats.org/drawingml/2006/main" prst="rect">
            <a:avLst/>
          </a:prstGeom>
        </p:spPr>
        <p:txBody>
          <a:bodyPr xmlns:a="http://schemas.openxmlformats.org/drawingml/2006/main" spcFirstLastPara="1" wrap="square" lIns="0" tIns="0" rIns="0" bIns="0" anchor="ctr">
            <a:noAutofit/>
          </a:bodyPr>
          <a:lstStyle xmlns:a="http://schemas.openxmlformats.org/drawingml/2006/main">
            <a:lvl1pPr algn="ctr">
              <a:spcBef>
                <a:spcPts val="0"/>
              </a:spcBef>
              <a:spcAft>
                <a:spcPts val="0"/>
              </a:spcAft>
              <a:buSzPts val="4000"/>
              <a:buNone/>
              <a:defRPr sz="4000"/>
            </a:lvl1pPr>
            <a:lvl2pPr>
              <a:spcBef>
                <a:spcPts val="0"/>
              </a:spcBef>
              <a:spcAft>
                <a:spcPts val="0"/>
              </a:spcAft>
              <a:buSzPts val="4000"/>
              <a:buNone/>
              <a:defRPr sz="4000"/>
            </a:lvl2pPr>
            <a:lvl3pPr>
              <a:spcBef>
                <a:spcPts val="0"/>
              </a:spcBef>
              <a:spcAft>
                <a:spcPts val="0"/>
              </a:spcAft>
              <a:buSzPts val="4000"/>
              <a:buNone/>
              <a:defRPr sz="4000"/>
            </a:lvl3pPr>
            <a:lvl4pPr>
              <a:spcBef>
                <a:spcPts val="0"/>
              </a:spcBef>
              <a:spcAft>
                <a:spcPts val="0"/>
              </a:spcAft>
              <a:buSzPts val="4000"/>
              <a:buNone/>
              <a:defRPr sz="4000"/>
            </a:lvl4pPr>
            <a:lvl5pPr>
              <a:spcBef>
                <a:spcPts val="0"/>
              </a:spcBef>
              <a:spcAft>
                <a:spcPts val="0"/>
              </a:spcAft>
              <a:buSzPts val="4000"/>
              <a:buNone/>
              <a:defRPr sz="4000"/>
            </a:lvl5pPr>
            <a:lvl6pPr>
              <a:spcBef>
                <a:spcPts val="0"/>
              </a:spcBef>
              <a:spcAft>
                <a:spcPts val="0"/>
              </a:spcAft>
              <a:buSzPts val="4000"/>
              <a:buNone/>
              <a:defRPr sz="4000"/>
            </a:lvl6pPr>
            <a:lvl7pPr>
              <a:spcBef>
                <a:spcPts val="0"/>
              </a:spcBef>
              <a:spcAft>
                <a:spcPts val="0"/>
              </a:spcAft>
              <a:buSzPts val="4000"/>
              <a:buNone/>
              <a:defRPr sz="4000"/>
            </a:lvl7pPr>
            <a:lvl8pPr>
              <a:spcBef>
                <a:spcPts val="0"/>
              </a:spcBef>
              <a:spcAft>
                <a:spcPts val="0"/>
              </a:spcAft>
              <a:buSzPts val="4000"/>
              <a:buNone/>
              <a:defRPr sz="4000"/>
            </a:lvl8pPr>
            <a:lvl9pPr>
              <a:spcBef>
                <a:spcPts val="0"/>
              </a:spcBef>
              <a:spcAft>
                <a:spcPts val="0"/>
              </a:spcAft>
              <a:buSzPts val="4000"/>
              <a:buNone/>
              <a:defRPr sz="4000"/>
            </a:lvl9pPr>
          </a:lstStyle>
          <a:p xmlns:a="http://schemas.openxmlformats.org/drawingml/2006/main"/>
        </p:txBody>
      </p:sp>
    </p:spTree>
  </p:cSld>
</p:sldLayout>
</file>

<file path=ppt/slideLayouts/slideLayout85.xml><?xml version="1.0" encoding="utf-8"?>
<p:sldLayout xmlns:p="http://schemas.openxmlformats.org/presentationml/2006/main" matchingName="Section divider - Image">
  <p:cSld name="CUSTOM_1_2">
    <p:spTree>
      <p:nvGrpSpPr>
        <p:cNvPr id="1" name=""/>
        <p:cNvGrpSpPr/>
        <p:nvPr/>
      </p:nvGrpSpPr>
      <p:grpSpPr>
        <a:xfrm xmlns:a="http://schemas.openxmlformats.org/drawingml/2006/main"/>
      </p:grpSpPr>
      <p:sp>
        <p:nvSpPr>
          <p:cNvPr id="643" name="Google Shape;643;p87">
            <a:extLst xmlns:a="http://schemas.openxmlformats.org/drawingml/2006/main">
              <a:ext uri="{FF2B5EF4-FFF2-40B4-BE49-F238E27FC236}">
                <a16:creationId xmlns:a16="http://schemas.microsoft.com/office/drawing/2014/main" id="{6AE5F3E8-BC69-494B-BF77-90124D3B9B2A}"/>
              </a:ext>
            </a:extLst>
          </p:cNvPr>
          <p:cNvSpPr>
            <a:spLocks xmlns:a="http://schemas.openxmlformats.org/drawingml/2006/main" noGrp="1"/>
          </p:cNvSpPr>
          <p:nvPr>
            <p:ph type="pic" idx="2"/>
          </p:nvPr>
        </p:nvSpPr>
        <p:spPr>
          <a:xfrm xmlns:a="http://schemas.openxmlformats.org/drawingml/2006/main">
            <a:off x="1691650" y="-308600"/>
            <a:ext cx="5760600" cy="5760600"/>
          </a:xfrm>
          <a:prstGeom xmlns:a="http://schemas.openxmlformats.org/drawingml/2006/main" prst="ellipse">
            <a:avLst/>
          </a:prstGeom>
          <a:noFill xmlns:a="http://schemas.openxmlformats.org/drawingml/2006/main"/>
          <a:ln xmlns:a="http://schemas.openxmlformats.org/drawingml/2006/main">
            <a:noFill/>
          </a:ln>
        </p:spPr>
      </p:sp>
      <p:sp>
        <p:nvSpPr>
          <p:cNvPr id="644" name="Google Shape;644;p87">
            <a:extLst xmlns:a="http://schemas.openxmlformats.org/drawingml/2006/main">
              <a:ext uri="{FF2B5EF4-FFF2-40B4-BE49-F238E27FC236}">
                <a16:creationId xmlns:a16="http://schemas.microsoft.com/office/drawing/2014/main" id="{234BA93A-D2C6-47F7-9A81-B2834FA9235B}"/>
              </a:ext>
            </a:extLst>
          </p:cNvPr>
          <p:cNvSpPr>
            <a:spLocks xmlns:a="http://schemas.openxmlformats.org/drawingml/2006/main" noGrp="1"/>
          </p:cNvSpPr>
          <p:nvPr>
            <p:ph type="title" idx="0"/>
          </p:nvPr>
        </p:nvSpPr>
        <p:spPr>
          <a:xfrm xmlns:a="http://schemas.openxmlformats.org/drawingml/2006/main">
            <a:off x="1514925" y="2113650"/>
            <a:ext cx="6114000" cy="920700"/>
          </a:xfrm>
          <a:prstGeom xmlns:a="http://schemas.openxmlformats.org/drawingml/2006/main" prst="rect">
            <a:avLst/>
          </a:prstGeom>
        </p:spPr>
        <p:txBody>
          <a:bodyPr xmlns:a="http://schemas.openxmlformats.org/drawingml/2006/main" spcFirstLastPara="1" wrap="square" lIns="0" tIns="0" rIns="0" bIns="0" anchor="ctr">
            <a:noAutofit/>
          </a:bodyPr>
          <a:lstStyle xmlns:a="http://schemas.openxmlformats.org/drawingml/2006/main">
            <a:lvl1pPr algn="ctr">
              <a:spcBef>
                <a:spcPts val="0"/>
              </a:spcBef>
              <a:spcAft>
                <a:spcPts val="0"/>
              </a:spcAft>
              <a:buSzPts val="4000"/>
              <a:buNone/>
              <a:defRPr sz="4000"/>
            </a:lvl1pPr>
            <a:lvl2pPr>
              <a:spcBef>
                <a:spcPts val="0"/>
              </a:spcBef>
              <a:spcAft>
                <a:spcPts val="0"/>
              </a:spcAft>
              <a:buSzPts val="4000"/>
              <a:buNone/>
              <a:defRPr sz="4000"/>
            </a:lvl2pPr>
            <a:lvl3pPr>
              <a:spcBef>
                <a:spcPts val="0"/>
              </a:spcBef>
              <a:spcAft>
                <a:spcPts val="0"/>
              </a:spcAft>
              <a:buSzPts val="4000"/>
              <a:buNone/>
              <a:defRPr sz="4000"/>
            </a:lvl3pPr>
            <a:lvl4pPr>
              <a:spcBef>
                <a:spcPts val="0"/>
              </a:spcBef>
              <a:spcAft>
                <a:spcPts val="0"/>
              </a:spcAft>
              <a:buSzPts val="4000"/>
              <a:buNone/>
              <a:defRPr sz="4000"/>
            </a:lvl4pPr>
            <a:lvl5pPr>
              <a:spcBef>
                <a:spcPts val="0"/>
              </a:spcBef>
              <a:spcAft>
                <a:spcPts val="0"/>
              </a:spcAft>
              <a:buSzPts val="4000"/>
              <a:buNone/>
              <a:defRPr sz="4000"/>
            </a:lvl5pPr>
            <a:lvl6pPr>
              <a:spcBef>
                <a:spcPts val="0"/>
              </a:spcBef>
              <a:spcAft>
                <a:spcPts val="0"/>
              </a:spcAft>
              <a:buSzPts val="4000"/>
              <a:buNone/>
              <a:defRPr sz="4000"/>
            </a:lvl6pPr>
            <a:lvl7pPr>
              <a:spcBef>
                <a:spcPts val="0"/>
              </a:spcBef>
              <a:spcAft>
                <a:spcPts val="0"/>
              </a:spcAft>
              <a:buSzPts val="4000"/>
              <a:buNone/>
              <a:defRPr sz="4000"/>
            </a:lvl7pPr>
            <a:lvl8pPr>
              <a:spcBef>
                <a:spcPts val="0"/>
              </a:spcBef>
              <a:spcAft>
                <a:spcPts val="0"/>
              </a:spcAft>
              <a:buSzPts val="4000"/>
              <a:buNone/>
              <a:defRPr sz="4000"/>
            </a:lvl8pPr>
            <a:lvl9pPr>
              <a:spcBef>
                <a:spcPts val="0"/>
              </a:spcBef>
              <a:spcAft>
                <a:spcPts val="0"/>
              </a:spcAft>
              <a:buSzPts val="4000"/>
              <a:buNone/>
              <a:defRPr sz="4000"/>
            </a:lvl9pPr>
          </a:lstStyle>
          <a:p xmlns:a="http://schemas.openxmlformats.org/drawingml/2006/main"/>
        </p:txBody>
      </p:sp>
    </p:spTree>
  </p:cSld>
</p:sldLayout>
</file>

<file path=ppt/slideLayouts/slideLayout86.xml><?xml version="1.0" encoding="utf-8"?>
<p:sldLayout xmlns:p="http://schemas.openxmlformats.org/presentationml/2006/main" matchingName="Section divider - Image 2">
  <p:cSld name="CUSTOM_1_2_1_1_2">
    <p:spTree>
      <p:nvGrpSpPr>
        <p:cNvPr id="1" name=""/>
        <p:cNvGrpSpPr/>
        <p:nvPr/>
      </p:nvGrpSpPr>
      <p:grpSpPr>
        <a:xfrm xmlns:a="http://schemas.openxmlformats.org/drawingml/2006/main"/>
      </p:grpSpPr>
      <p:pic>
        <p:nvPicPr>
          <p:cNvPr id="650" name="Google Shape;646;p88"/>
          <p:cNvPicPr>
            <a:picLocks xmlns:a="http://schemas.openxmlformats.org/drawingml/2006/main" noChangeAspect="1"/>
          </p:cNvPicPr>
          <p:nvPr/>
        </p:nvPicPr>
        <p:blipFill rotWithShape="1">
          <a:blip xmlns:r="http://schemas.openxmlformats.org/officeDocument/2006/relationships" xmlns:a="http://schemas.openxmlformats.org/drawingml/2006/main" r:embed="R4cbb8d3ab08749f8">
            <a:alphaModFix/>
          </a:blip>
          <a:srcRect xmlns:a="http://schemas.openxmlformats.org/drawingml/2006/main" l="34712" t="9102" r="-2827" b="30456"/>
          <a:stretch xmlns:a="http://schemas.openxmlformats.org/drawingml/2006/main"/>
        </p:blipFill>
        <p:spPr>
          <a:xfrm xmlns:a="http://schemas.openxmlformats.org/drawingml/2006/main">
            <a:off x="717625" y="60275"/>
            <a:ext cx="8426373" cy="4986774"/>
          </a:xfrm>
          <a:prstGeom xmlns:a="http://schemas.openxmlformats.org/drawingml/2006/main" prst="rect">
            <a:avLst/>
          </a:prstGeom>
          <a:ln xmlns:a="http://schemas.openxmlformats.org/drawingml/2006/main">
            <a:noFill/>
          </a:ln>
        </p:spPr>
      </p:pic>
      <p:sp>
        <p:nvSpPr>
          <p:cNvPr id="647" name="Google Shape;647;p88">
            <a:extLst xmlns:a="http://schemas.openxmlformats.org/drawingml/2006/main">
              <a:ext uri="{FF2B5EF4-FFF2-40B4-BE49-F238E27FC236}">
                <a16:creationId xmlns:a16="http://schemas.microsoft.com/office/drawing/2014/main" id="{5EEA90AA-0362-4A9C-AA91-BB4050207A04}"/>
              </a:ext>
            </a:extLst>
          </p:cNvPr>
          <p:cNvSpPr>
            <a:spLocks xmlns:a="http://schemas.openxmlformats.org/drawingml/2006/main" noGrp="1"/>
          </p:cNvSpPr>
          <p:nvPr>
            <p:ph type="title" idx="0"/>
          </p:nvPr>
        </p:nvSpPr>
        <p:spPr>
          <a:xfrm xmlns:a="http://schemas.openxmlformats.org/drawingml/2006/main">
            <a:off x="1514925" y="2111400"/>
            <a:ext cx="6114000" cy="920700"/>
          </a:xfrm>
          <a:prstGeom xmlns:a="http://schemas.openxmlformats.org/drawingml/2006/main" prst="rect">
            <a:avLst/>
          </a:prstGeom>
        </p:spPr>
        <p:txBody>
          <a:bodyPr xmlns:a="http://schemas.openxmlformats.org/drawingml/2006/main" spcFirstLastPara="1" wrap="square" lIns="0" tIns="0" rIns="0" bIns="0" anchor="ctr">
            <a:noAutofit/>
          </a:bodyPr>
          <a:lstStyle xmlns:a="http://schemas.openxmlformats.org/drawingml/2006/main">
            <a:lvl1pPr algn="ctr">
              <a:spcBef>
                <a:spcPts val="0"/>
              </a:spcBef>
              <a:spcAft>
                <a:spcPts val="0"/>
              </a:spcAft>
              <a:buClr>
                <a:schemeClr val="lt1"/>
              </a:buClr>
              <a:buSzPts val="4000"/>
              <a:buNone/>
              <a:defRPr sz="4000">
                <a:solidFill>
                  <a:schemeClr val="lt1"/>
                </a:solidFill>
              </a:defRPr>
            </a:lvl1pPr>
            <a:lvl2pPr>
              <a:spcBef>
                <a:spcPts val="0"/>
              </a:spcBef>
              <a:spcAft>
                <a:spcPts val="0"/>
              </a:spcAft>
              <a:buSzPts val="4000"/>
              <a:buNone/>
              <a:defRPr sz="4000"/>
            </a:lvl2pPr>
            <a:lvl3pPr>
              <a:spcBef>
                <a:spcPts val="0"/>
              </a:spcBef>
              <a:spcAft>
                <a:spcPts val="0"/>
              </a:spcAft>
              <a:buSzPts val="4000"/>
              <a:buNone/>
              <a:defRPr sz="4000"/>
            </a:lvl3pPr>
            <a:lvl4pPr>
              <a:spcBef>
                <a:spcPts val="0"/>
              </a:spcBef>
              <a:spcAft>
                <a:spcPts val="0"/>
              </a:spcAft>
              <a:buSzPts val="4000"/>
              <a:buNone/>
              <a:defRPr sz="4000"/>
            </a:lvl4pPr>
            <a:lvl5pPr>
              <a:spcBef>
                <a:spcPts val="0"/>
              </a:spcBef>
              <a:spcAft>
                <a:spcPts val="0"/>
              </a:spcAft>
              <a:buSzPts val="4000"/>
              <a:buNone/>
              <a:defRPr sz="4000"/>
            </a:lvl5pPr>
            <a:lvl6pPr>
              <a:spcBef>
                <a:spcPts val="0"/>
              </a:spcBef>
              <a:spcAft>
                <a:spcPts val="0"/>
              </a:spcAft>
              <a:buSzPts val="4000"/>
              <a:buNone/>
              <a:defRPr sz="4000"/>
            </a:lvl6pPr>
            <a:lvl7pPr>
              <a:spcBef>
                <a:spcPts val="0"/>
              </a:spcBef>
              <a:spcAft>
                <a:spcPts val="0"/>
              </a:spcAft>
              <a:buSzPts val="4000"/>
              <a:buNone/>
              <a:defRPr sz="4000"/>
            </a:lvl7pPr>
            <a:lvl8pPr>
              <a:spcBef>
                <a:spcPts val="0"/>
              </a:spcBef>
              <a:spcAft>
                <a:spcPts val="0"/>
              </a:spcAft>
              <a:buSzPts val="4000"/>
              <a:buNone/>
              <a:defRPr sz="4000"/>
            </a:lvl8pPr>
            <a:lvl9pPr>
              <a:spcBef>
                <a:spcPts val="0"/>
              </a:spcBef>
              <a:spcAft>
                <a:spcPts val="0"/>
              </a:spcAft>
              <a:buSzPts val="4000"/>
              <a:buNone/>
              <a:defRPr sz="4000"/>
            </a:lvl9pPr>
          </a:lstStyle>
          <a:p xmlns:a="http://schemas.openxmlformats.org/drawingml/2006/main"/>
        </p:txBody>
      </p:sp>
      <p:pic>
        <p:nvPicPr>
          <p:cNvPr id="652" name="Google Shape;648;p88"/>
          <p:cNvPicPr>
            <a:picLocks xmlns:a="http://schemas.openxmlformats.org/drawingml/2006/main" noChangeAspect="1"/>
          </p:cNvPicPr>
          <p:nvPr/>
        </p:nvPicPr>
        <p:blipFill>
          <a:blip xmlns:r="http://schemas.openxmlformats.org/officeDocument/2006/relationships" xmlns:a="http://schemas.openxmlformats.org/drawingml/2006/main" r:embed="R613dee4fc5354aac">
            <a:alphaModFix/>
          </a:blip>
          <a:stretch xmlns:a="http://schemas.openxmlformats.org/drawingml/2006/main">
            <a:fillRect l="0" t="0" r="0" b="0"/>
          </a:stretch>
        </p:blipFill>
        <p:spPr>
          <a:xfrm xmlns:a="http://schemas.openxmlformats.org/drawingml/2006/main">
            <a:off x="-1" y="-1"/>
            <a:ext cx="9144003" cy="5143501"/>
          </a:xfrm>
          <a:prstGeom xmlns:a="http://schemas.openxmlformats.org/drawingml/2006/main" prst="rect">
            <a:avLst/>
          </a:prstGeom>
          <a:ln xmlns:a="http://schemas.openxmlformats.org/drawingml/2006/main">
            <a:noFill/>
          </a:ln>
        </p:spPr>
      </p:pic>
    </p:spTree>
  </p:cSld>
</p:sldLayout>
</file>

<file path=ppt/slideLayouts/slideLayout87.xml><?xml version="1.0" encoding="utf-8"?>
<p:sldLayout xmlns:p="http://schemas.openxmlformats.org/presentationml/2006/main" matchingName="Section divider - Image 3">
  <p:cSld name="CUSTOM_1_2_1_1">
    <p:spTree>
      <p:nvGrpSpPr>
        <p:cNvPr id="1" name=""/>
        <p:cNvGrpSpPr/>
        <p:nvPr/>
      </p:nvGrpSpPr>
      <p:grpSpPr>
        <a:xfrm xmlns:a="http://schemas.openxmlformats.org/drawingml/2006/main"/>
      </p:grpSpPr>
      <p:pic>
        <p:nvPicPr>
          <p:cNvPr id="655" name="Google Shape;650;p89"/>
          <p:cNvPicPr>
            <a:picLocks xmlns:a="http://schemas.openxmlformats.org/drawingml/2006/main" noChangeAspect="1"/>
          </p:cNvPicPr>
          <p:nvPr/>
        </p:nvPicPr>
        <p:blipFill rotWithShape="1">
          <a:blip xmlns:r="http://schemas.openxmlformats.org/officeDocument/2006/relationships" xmlns:a="http://schemas.openxmlformats.org/drawingml/2006/main" r:embed="R7beb118f4421433b">
            <a:alphaModFix/>
          </a:blip>
          <a:srcRect xmlns:a="http://schemas.openxmlformats.org/drawingml/2006/main" l="34712" t="9102" r="-2827" b="30456"/>
          <a:stretch xmlns:a="http://schemas.openxmlformats.org/drawingml/2006/main"/>
        </p:blipFill>
        <p:spPr>
          <a:xfrm xmlns:a="http://schemas.openxmlformats.org/drawingml/2006/main">
            <a:off x="717625" y="60275"/>
            <a:ext cx="8426373" cy="4986774"/>
          </a:xfrm>
          <a:prstGeom xmlns:a="http://schemas.openxmlformats.org/drawingml/2006/main" prst="rect">
            <a:avLst/>
          </a:prstGeom>
          <a:ln xmlns:a="http://schemas.openxmlformats.org/drawingml/2006/main">
            <a:noFill/>
          </a:ln>
        </p:spPr>
      </p:pic>
      <p:pic>
        <p:nvPicPr>
          <p:cNvPr id="656" name="Google Shape;651;p89"/>
          <p:cNvPicPr>
            <a:picLocks xmlns:a="http://schemas.openxmlformats.org/drawingml/2006/main" noChangeAspect="1"/>
          </p:cNvPicPr>
          <p:nvPr/>
        </p:nvPicPr>
        <p:blipFill rotWithShape="1">
          <a:blip xmlns:r="http://schemas.openxmlformats.org/officeDocument/2006/relationships" xmlns:a="http://schemas.openxmlformats.org/drawingml/2006/main" r:embed="R188c0ed42ea24c44">
            <a:alphaModFix/>
          </a:blip>
          <a:srcRect xmlns:a="http://schemas.openxmlformats.org/drawingml/2006/main" l="0" t="0" r="0" b="0"/>
          <a:stretch xmlns:a="http://schemas.openxmlformats.org/drawingml/2006/main"/>
        </p:blipFill>
        <p:spPr>
          <a:xfrm xmlns:a="http://schemas.openxmlformats.org/drawingml/2006/main">
            <a:off x="-1" y="-1"/>
            <a:ext cx="9144003" cy="5143501"/>
          </a:xfrm>
          <a:prstGeom xmlns:a="http://schemas.openxmlformats.org/drawingml/2006/main" prst="rect">
            <a:avLst/>
          </a:prstGeom>
          <a:ln xmlns:a="http://schemas.openxmlformats.org/drawingml/2006/main">
            <a:noFill/>
          </a:ln>
        </p:spPr>
      </p:pic>
      <p:sp>
        <p:nvSpPr>
          <p:cNvPr id="652" name="Google Shape;652;p89">
            <a:extLst xmlns:a="http://schemas.openxmlformats.org/drawingml/2006/main">
              <a:ext uri="{FF2B5EF4-FFF2-40B4-BE49-F238E27FC236}">
                <a16:creationId xmlns:a16="http://schemas.microsoft.com/office/drawing/2014/main" id="{6726EA70-3115-41A8-9E8A-F05D2C6701AB}"/>
              </a:ext>
            </a:extLst>
          </p:cNvPr>
          <p:cNvSpPr>
            <a:spLocks xmlns:a="http://schemas.openxmlformats.org/drawingml/2006/main" noGrp="1"/>
          </p:cNvSpPr>
          <p:nvPr>
            <p:ph type="title" idx="0"/>
          </p:nvPr>
        </p:nvSpPr>
        <p:spPr>
          <a:xfrm xmlns:a="http://schemas.openxmlformats.org/drawingml/2006/main">
            <a:off x="1514925" y="2111400"/>
            <a:ext cx="6114000" cy="920700"/>
          </a:xfrm>
          <a:prstGeom xmlns:a="http://schemas.openxmlformats.org/drawingml/2006/main" prst="rect">
            <a:avLst/>
          </a:prstGeom>
        </p:spPr>
        <p:txBody>
          <a:bodyPr xmlns:a="http://schemas.openxmlformats.org/drawingml/2006/main" spcFirstLastPara="1" wrap="square" lIns="0" tIns="0" rIns="0" bIns="0" anchor="ctr">
            <a:noAutofit/>
          </a:bodyPr>
          <a:lstStyle xmlns:a="http://schemas.openxmlformats.org/drawingml/2006/main">
            <a:lvl1pPr algn="ctr">
              <a:spcBef>
                <a:spcPts val="0"/>
              </a:spcBef>
              <a:spcAft>
                <a:spcPts val="0"/>
              </a:spcAft>
              <a:buClr>
                <a:schemeClr val="lt1"/>
              </a:buClr>
              <a:buSzPts val="4000"/>
              <a:buNone/>
              <a:defRPr sz="4000">
                <a:solidFill>
                  <a:schemeClr val="lt1"/>
                </a:solidFill>
              </a:defRPr>
            </a:lvl1pPr>
            <a:lvl2pPr>
              <a:spcBef>
                <a:spcPts val="0"/>
              </a:spcBef>
              <a:spcAft>
                <a:spcPts val="0"/>
              </a:spcAft>
              <a:buSzPts val="4000"/>
              <a:buNone/>
              <a:defRPr sz="4000"/>
            </a:lvl2pPr>
            <a:lvl3pPr>
              <a:spcBef>
                <a:spcPts val="0"/>
              </a:spcBef>
              <a:spcAft>
                <a:spcPts val="0"/>
              </a:spcAft>
              <a:buSzPts val="4000"/>
              <a:buNone/>
              <a:defRPr sz="4000"/>
            </a:lvl3pPr>
            <a:lvl4pPr>
              <a:spcBef>
                <a:spcPts val="0"/>
              </a:spcBef>
              <a:spcAft>
                <a:spcPts val="0"/>
              </a:spcAft>
              <a:buSzPts val="4000"/>
              <a:buNone/>
              <a:defRPr sz="4000"/>
            </a:lvl4pPr>
            <a:lvl5pPr>
              <a:spcBef>
                <a:spcPts val="0"/>
              </a:spcBef>
              <a:spcAft>
                <a:spcPts val="0"/>
              </a:spcAft>
              <a:buSzPts val="4000"/>
              <a:buNone/>
              <a:defRPr sz="4000"/>
            </a:lvl5pPr>
            <a:lvl6pPr>
              <a:spcBef>
                <a:spcPts val="0"/>
              </a:spcBef>
              <a:spcAft>
                <a:spcPts val="0"/>
              </a:spcAft>
              <a:buSzPts val="4000"/>
              <a:buNone/>
              <a:defRPr sz="4000"/>
            </a:lvl6pPr>
            <a:lvl7pPr>
              <a:spcBef>
                <a:spcPts val="0"/>
              </a:spcBef>
              <a:spcAft>
                <a:spcPts val="0"/>
              </a:spcAft>
              <a:buSzPts val="4000"/>
              <a:buNone/>
              <a:defRPr sz="4000"/>
            </a:lvl7pPr>
            <a:lvl8pPr>
              <a:spcBef>
                <a:spcPts val="0"/>
              </a:spcBef>
              <a:spcAft>
                <a:spcPts val="0"/>
              </a:spcAft>
              <a:buSzPts val="4000"/>
              <a:buNone/>
              <a:defRPr sz="4000"/>
            </a:lvl8pPr>
            <a:lvl9pPr>
              <a:spcBef>
                <a:spcPts val="0"/>
              </a:spcBef>
              <a:spcAft>
                <a:spcPts val="0"/>
              </a:spcAft>
              <a:buSzPts val="4000"/>
              <a:buNone/>
              <a:defRPr sz="4000"/>
            </a:lvl9pPr>
          </a:lstStyle>
          <a:p xmlns:a="http://schemas.openxmlformats.org/drawingml/2006/main"/>
        </p:txBody>
      </p:sp>
    </p:spTree>
  </p:cSld>
</p:sldLayout>
</file>

<file path=ppt/slideLayouts/slideLayout88.xml><?xml version="1.0" encoding="utf-8"?>
<p:sldLayout xmlns:p="http://schemas.openxmlformats.org/presentationml/2006/main" matchingName="Section divider - Image 3 1">
  <p:cSld name="CUSTOM_1_2_1_1_1">
    <p:spTree>
      <p:nvGrpSpPr>
        <p:cNvPr id="1" name=""/>
        <p:cNvGrpSpPr/>
        <p:nvPr/>
      </p:nvGrpSpPr>
      <p:grpSpPr>
        <a:xfrm xmlns:a="http://schemas.openxmlformats.org/drawingml/2006/main"/>
      </p:grpSpPr>
      <p:pic>
        <p:nvPicPr>
          <p:cNvPr id="659" name="Google Shape;654;p90"/>
          <p:cNvPicPr>
            <a:picLocks xmlns:a="http://schemas.openxmlformats.org/drawingml/2006/main" noChangeAspect="1"/>
          </p:cNvPicPr>
          <p:nvPr/>
        </p:nvPicPr>
        <p:blipFill rotWithShape="1">
          <a:blip xmlns:r="http://schemas.openxmlformats.org/officeDocument/2006/relationships" xmlns:a="http://schemas.openxmlformats.org/drawingml/2006/main" r:embed="Rf81a4c718eb2487b">
            <a:alphaModFix/>
          </a:blip>
          <a:srcRect xmlns:a="http://schemas.openxmlformats.org/drawingml/2006/main" l="2471" t="0" r="2481" b="0"/>
          <a:stretch xmlns:a="http://schemas.openxmlformats.org/drawingml/2006/main"/>
        </p:blipFill>
        <p:spPr>
          <a:xfrm xmlns:a="http://schemas.openxmlformats.org/drawingml/2006/main">
            <a:off x="929325" y="449175"/>
            <a:ext cx="7253100" cy="4292450"/>
          </a:xfrm>
          <a:prstGeom xmlns:a="http://schemas.openxmlformats.org/drawingml/2006/main" prst="rect">
            <a:avLst/>
          </a:prstGeom>
          <a:ln xmlns:a="http://schemas.openxmlformats.org/drawingml/2006/main">
            <a:noFill/>
          </a:ln>
        </p:spPr>
      </p:pic>
      <p:pic>
        <p:nvPicPr>
          <p:cNvPr id="660" name="Google Shape;655;p90"/>
          <p:cNvPicPr>
            <a:picLocks xmlns:a="http://schemas.openxmlformats.org/drawingml/2006/main" noChangeAspect="1"/>
          </p:cNvPicPr>
          <p:nvPr/>
        </p:nvPicPr>
        <p:blipFill rotWithShape="1">
          <a:blip xmlns:r="http://schemas.openxmlformats.org/officeDocument/2006/relationships" xmlns:a="http://schemas.openxmlformats.org/drawingml/2006/main" r:embed="R651b46e9395b475c">
            <a:alphaModFix/>
          </a:blip>
          <a:srcRect xmlns:a="http://schemas.openxmlformats.org/drawingml/2006/main" l="0" t="0" r="0" b="0"/>
          <a:stretch xmlns:a="http://schemas.openxmlformats.org/drawingml/2006/main"/>
        </p:blipFill>
        <p:spPr>
          <a:xfrm xmlns:a="http://schemas.openxmlformats.org/drawingml/2006/main">
            <a:off x="-1" y="-1"/>
            <a:ext cx="9144003" cy="5143501"/>
          </a:xfrm>
          <a:prstGeom xmlns:a="http://schemas.openxmlformats.org/drawingml/2006/main" prst="rect">
            <a:avLst/>
          </a:prstGeom>
          <a:ln xmlns:a="http://schemas.openxmlformats.org/drawingml/2006/main">
            <a:noFill/>
          </a:ln>
        </p:spPr>
      </p:pic>
      <p:sp>
        <p:nvSpPr>
          <p:cNvPr id="656" name="Google Shape;656;p90">
            <a:extLst xmlns:a="http://schemas.openxmlformats.org/drawingml/2006/main">
              <a:ext uri="{FF2B5EF4-FFF2-40B4-BE49-F238E27FC236}">
                <a16:creationId xmlns:a16="http://schemas.microsoft.com/office/drawing/2014/main" id="{72167D50-CE52-45CC-8881-2957C05B4F78}"/>
              </a:ext>
            </a:extLst>
          </p:cNvPr>
          <p:cNvSpPr>
            <a:spLocks xmlns:a="http://schemas.openxmlformats.org/drawingml/2006/main" noGrp="1"/>
          </p:cNvSpPr>
          <p:nvPr>
            <p:ph type="title" idx="0"/>
          </p:nvPr>
        </p:nvSpPr>
        <p:spPr>
          <a:xfrm xmlns:a="http://schemas.openxmlformats.org/drawingml/2006/main">
            <a:off x="1514925" y="2111400"/>
            <a:ext cx="6114000" cy="920700"/>
          </a:xfrm>
          <a:prstGeom xmlns:a="http://schemas.openxmlformats.org/drawingml/2006/main" prst="rect">
            <a:avLst/>
          </a:prstGeom>
        </p:spPr>
        <p:txBody>
          <a:bodyPr xmlns:a="http://schemas.openxmlformats.org/drawingml/2006/main" spcFirstLastPara="1" wrap="square" lIns="0" tIns="0" rIns="0" bIns="0" anchor="ctr">
            <a:noAutofit/>
          </a:bodyPr>
          <a:lstStyle xmlns:a="http://schemas.openxmlformats.org/drawingml/2006/main">
            <a:lvl1pPr algn="ctr">
              <a:spcBef>
                <a:spcPts val="0"/>
              </a:spcBef>
              <a:spcAft>
                <a:spcPts val="0"/>
              </a:spcAft>
              <a:buClr>
                <a:schemeClr val="lt1"/>
              </a:buClr>
              <a:buSzPts val="4000"/>
              <a:buNone/>
              <a:defRPr sz="4000">
                <a:solidFill>
                  <a:schemeClr val="lt1"/>
                </a:solidFill>
              </a:defRPr>
            </a:lvl1pPr>
            <a:lvl2pPr>
              <a:spcBef>
                <a:spcPts val="0"/>
              </a:spcBef>
              <a:spcAft>
                <a:spcPts val="0"/>
              </a:spcAft>
              <a:buSzPts val="4000"/>
              <a:buNone/>
              <a:defRPr sz="4000"/>
            </a:lvl2pPr>
            <a:lvl3pPr>
              <a:spcBef>
                <a:spcPts val="0"/>
              </a:spcBef>
              <a:spcAft>
                <a:spcPts val="0"/>
              </a:spcAft>
              <a:buSzPts val="4000"/>
              <a:buNone/>
              <a:defRPr sz="4000"/>
            </a:lvl3pPr>
            <a:lvl4pPr>
              <a:spcBef>
                <a:spcPts val="0"/>
              </a:spcBef>
              <a:spcAft>
                <a:spcPts val="0"/>
              </a:spcAft>
              <a:buSzPts val="4000"/>
              <a:buNone/>
              <a:defRPr sz="4000"/>
            </a:lvl4pPr>
            <a:lvl5pPr>
              <a:spcBef>
                <a:spcPts val="0"/>
              </a:spcBef>
              <a:spcAft>
                <a:spcPts val="0"/>
              </a:spcAft>
              <a:buSzPts val="4000"/>
              <a:buNone/>
              <a:defRPr sz="4000"/>
            </a:lvl5pPr>
            <a:lvl6pPr>
              <a:spcBef>
                <a:spcPts val="0"/>
              </a:spcBef>
              <a:spcAft>
                <a:spcPts val="0"/>
              </a:spcAft>
              <a:buSzPts val="4000"/>
              <a:buNone/>
              <a:defRPr sz="4000"/>
            </a:lvl6pPr>
            <a:lvl7pPr>
              <a:spcBef>
                <a:spcPts val="0"/>
              </a:spcBef>
              <a:spcAft>
                <a:spcPts val="0"/>
              </a:spcAft>
              <a:buSzPts val="4000"/>
              <a:buNone/>
              <a:defRPr sz="4000"/>
            </a:lvl7pPr>
            <a:lvl8pPr>
              <a:spcBef>
                <a:spcPts val="0"/>
              </a:spcBef>
              <a:spcAft>
                <a:spcPts val="0"/>
              </a:spcAft>
              <a:buSzPts val="4000"/>
              <a:buNone/>
              <a:defRPr sz="4000"/>
            </a:lvl8pPr>
            <a:lvl9pPr>
              <a:spcBef>
                <a:spcPts val="0"/>
              </a:spcBef>
              <a:spcAft>
                <a:spcPts val="0"/>
              </a:spcAft>
              <a:buSzPts val="4000"/>
              <a:buNone/>
              <a:defRPr sz="4000"/>
            </a:lvl9pPr>
          </a:lstStyle>
          <a:p xmlns:a="http://schemas.openxmlformats.org/drawingml/2006/main"/>
        </p:txBody>
      </p:sp>
    </p:spTree>
  </p:cSld>
</p:sldLayout>
</file>

<file path=ppt/slideLayouts/slideLayout89.xml><?xml version="1.0" encoding="utf-8"?>
<p:sldLayout xmlns:p="http://schemas.openxmlformats.org/presentationml/2006/main" matchingName="Section divider - Image 3 1 1">
  <p:cSld name="CUSTOM_1_2_1_1_1_1">
    <p:spTree>
      <p:nvGrpSpPr>
        <p:cNvPr id="1" name=""/>
        <p:cNvGrpSpPr/>
        <p:nvPr/>
      </p:nvGrpSpPr>
      <p:grpSpPr>
        <a:xfrm xmlns:a="http://schemas.openxmlformats.org/drawingml/2006/main"/>
      </p:grpSpPr>
      <p:pic>
        <p:nvPicPr>
          <p:cNvPr id="663" name="Google Shape;658;p91"/>
          <p:cNvPicPr>
            <a:picLocks xmlns:a="http://schemas.openxmlformats.org/drawingml/2006/main" noChangeAspect="1"/>
          </p:cNvPicPr>
          <p:nvPr/>
        </p:nvPicPr>
        <p:blipFill rotWithShape="1">
          <a:blip xmlns:r="http://schemas.openxmlformats.org/officeDocument/2006/relationships" xmlns:a="http://schemas.openxmlformats.org/drawingml/2006/main" r:embed="R9e3bd5dd69fd44ca">
            <a:alphaModFix/>
          </a:blip>
          <a:srcRect xmlns:a="http://schemas.openxmlformats.org/drawingml/2006/main" l="2471" t="0" r="2481" b="0"/>
          <a:stretch xmlns:a="http://schemas.openxmlformats.org/drawingml/2006/main"/>
        </p:blipFill>
        <p:spPr>
          <a:xfrm xmlns:a="http://schemas.openxmlformats.org/drawingml/2006/main">
            <a:off x="980050" y="499675"/>
            <a:ext cx="7157023" cy="4235599"/>
          </a:xfrm>
          <a:prstGeom xmlns:a="http://schemas.openxmlformats.org/drawingml/2006/main" prst="rect">
            <a:avLst/>
          </a:prstGeom>
          <a:ln xmlns:a="http://schemas.openxmlformats.org/drawingml/2006/main">
            <a:noFill/>
          </a:ln>
        </p:spPr>
      </p:pic>
      <p:pic>
        <p:nvPicPr>
          <p:cNvPr id="664" name="Google Shape;659;p91"/>
          <p:cNvPicPr>
            <a:picLocks xmlns:a="http://schemas.openxmlformats.org/drawingml/2006/main" noChangeAspect="1"/>
          </p:cNvPicPr>
          <p:nvPr/>
        </p:nvPicPr>
        <p:blipFill rotWithShape="1">
          <a:blip xmlns:r="http://schemas.openxmlformats.org/officeDocument/2006/relationships" xmlns:a="http://schemas.openxmlformats.org/drawingml/2006/main" r:embed="R6d7a2230e18d4d14">
            <a:alphaModFix/>
          </a:blip>
          <a:srcRect xmlns:a="http://schemas.openxmlformats.org/drawingml/2006/main" l="0" t="0" r="0" b="0"/>
          <a:stretch xmlns:a="http://schemas.openxmlformats.org/drawingml/2006/main"/>
        </p:blipFill>
        <p:spPr>
          <a:xfrm xmlns:a="http://schemas.openxmlformats.org/drawingml/2006/main">
            <a:off x="-1" y="-1"/>
            <a:ext cx="9144003" cy="5143501"/>
          </a:xfrm>
          <a:prstGeom xmlns:a="http://schemas.openxmlformats.org/drawingml/2006/main" prst="rect">
            <a:avLst/>
          </a:prstGeom>
          <a:ln xmlns:a="http://schemas.openxmlformats.org/drawingml/2006/main">
            <a:noFill/>
          </a:ln>
        </p:spPr>
      </p:pic>
      <p:sp>
        <p:nvSpPr>
          <p:cNvPr id="660" name="Google Shape;660;p91">
            <a:extLst xmlns:a="http://schemas.openxmlformats.org/drawingml/2006/main">
              <a:ext uri="{FF2B5EF4-FFF2-40B4-BE49-F238E27FC236}">
                <a16:creationId xmlns:a16="http://schemas.microsoft.com/office/drawing/2014/main" id="{035C343F-3B49-42AB-A6B2-C8AFA033B36D}"/>
              </a:ext>
            </a:extLst>
          </p:cNvPr>
          <p:cNvSpPr>
            <a:spLocks xmlns:a="http://schemas.openxmlformats.org/drawingml/2006/main" noGrp="1"/>
          </p:cNvSpPr>
          <p:nvPr>
            <p:ph type="title" idx="0"/>
          </p:nvPr>
        </p:nvSpPr>
        <p:spPr>
          <a:xfrm xmlns:a="http://schemas.openxmlformats.org/drawingml/2006/main">
            <a:off x="1514925" y="2111400"/>
            <a:ext cx="6114000" cy="920700"/>
          </a:xfrm>
          <a:prstGeom xmlns:a="http://schemas.openxmlformats.org/drawingml/2006/main" prst="rect">
            <a:avLst/>
          </a:prstGeom>
        </p:spPr>
        <p:txBody>
          <a:bodyPr xmlns:a="http://schemas.openxmlformats.org/drawingml/2006/main" spcFirstLastPara="1" wrap="square" lIns="0" tIns="0" rIns="0" bIns="0" anchor="ctr">
            <a:noAutofit/>
          </a:bodyPr>
          <a:lstStyle xmlns:a="http://schemas.openxmlformats.org/drawingml/2006/main">
            <a:lvl1pPr algn="ctr">
              <a:spcBef>
                <a:spcPts val="0"/>
              </a:spcBef>
              <a:spcAft>
                <a:spcPts val="0"/>
              </a:spcAft>
              <a:buClr>
                <a:schemeClr val="lt1"/>
              </a:buClr>
              <a:buSzPts val="4000"/>
              <a:buNone/>
              <a:defRPr sz="4000">
                <a:solidFill>
                  <a:schemeClr val="lt1"/>
                </a:solidFill>
              </a:defRPr>
            </a:lvl1pPr>
            <a:lvl2pPr>
              <a:spcBef>
                <a:spcPts val="0"/>
              </a:spcBef>
              <a:spcAft>
                <a:spcPts val="0"/>
              </a:spcAft>
              <a:buSzPts val="4000"/>
              <a:buNone/>
              <a:defRPr sz="4000"/>
            </a:lvl2pPr>
            <a:lvl3pPr>
              <a:spcBef>
                <a:spcPts val="0"/>
              </a:spcBef>
              <a:spcAft>
                <a:spcPts val="0"/>
              </a:spcAft>
              <a:buSzPts val="4000"/>
              <a:buNone/>
              <a:defRPr sz="4000"/>
            </a:lvl3pPr>
            <a:lvl4pPr>
              <a:spcBef>
                <a:spcPts val="0"/>
              </a:spcBef>
              <a:spcAft>
                <a:spcPts val="0"/>
              </a:spcAft>
              <a:buSzPts val="4000"/>
              <a:buNone/>
              <a:defRPr sz="4000"/>
            </a:lvl4pPr>
            <a:lvl5pPr>
              <a:spcBef>
                <a:spcPts val="0"/>
              </a:spcBef>
              <a:spcAft>
                <a:spcPts val="0"/>
              </a:spcAft>
              <a:buSzPts val="4000"/>
              <a:buNone/>
              <a:defRPr sz="4000"/>
            </a:lvl5pPr>
            <a:lvl6pPr>
              <a:spcBef>
                <a:spcPts val="0"/>
              </a:spcBef>
              <a:spcAft>
                <a:spcPts val="0"/>
              </a:spcAft>
              <a:buSzPts val="4000"/>
              <a:buNone/>
              <a:defRPr sz="4000"/>
            </a:lvl6pPr>
            <a:lvl7pPr>
              <a:spcBef>
                <a:spcPts val="0"/>
              </a:spcBef>
              <a:spcAft>
                <a:spcPts val="0"/>
              </a:spcAft>
              <a:buSzPts val="4000"/>
              <a:buNone/>
              <a:defRPr sz="4000"/>
            </a:lvl7pPr>
            <a:lvl8pPr>
              <a:spcBef>
                <a:spcPts val="0"/>
              </a:spcBef>
              <a:spcAft>
                <a:spcPts val="0"/>
              </a:spcAft>
              <a:buSzPts val="4000"/>
              <a:buNone/>
              <a:defRPr sz="4000"/>
            </a:lvl8pPr>
            <a:lvl9pPr>
              <a:spcBef>
                <a:spcPts val="0"/>
              </a:spcBef>
              <a:spcAft>
                <a:spcPts val="0"/>
              </a:spcAft>
              <a:buSzPts val="4000"/>
              <a:buNone/>
              <a:defRPr sz="4000"/>
            </a:lvl9pPr>
          </a:lstStyle>
          <a:p xmlns:a="http://schemas.openxmlformats.org/drawingml/2006/main"/>
        </p:txBody>
      </p:sp>
    </p:spTree>
  </p:cSld>
</p:sldLayout>
</file>

<file path=ppt/slideLayouts/slideLayout90.xml><?xml version="1.0" encoding="utf-8"?>
<p:sldLayout xmlns:p="http://schemas.openxmlformats.org/presentationml/2006/main" matchingName="Section divider - split green">
  <p:cSld name="CUSTOM_1_1">
    <p:spTree>
      <p:nvGrpSpPr>
        <p:cNvPr id="1" name=""/>
        <p:cNvGrpSpPr/>
        <p:nvPr/>
      </p:nvGrpSpPr>
      <p:grpSpPr>
        <a:xfrm xmlns:a="http://schemas.openxmlformats.org/drawingml/2006/main"/>
      </p:grpSpPr>
      <p:pic>
        <p:nvPicPr>
          <p:cNvPr id="666" name="Google Shape;662;p92"/>
          <p:cNvPicPr>
            <a:picLocks xmlns:a="http://schemas.openxmlformats.org/drawingml/2006/main" noChangeAspect="1"/>
          </p:cNvPicPr>
          <p:nvPr/>
        </p:nvPicPr>
        <p:blipFill rotWithShape="1">
          <a:blip xmlns:r="http://schemas.openxmlformats.org/officeDocument/2006/relationships" xmlns:a="http://schemas.openxmlformats.org/drawingml/2006/main" r:embed="R1a48c0f0b20948e1">
            <a:alphaModFix/>
          </a:blip>
          <a:srcRect xmlns:a="http://schemas.openxmlformats.org/drawingml/2006/main" l="10" t="0" r="10" b="0"/>
          <a:stretch xmlns:a="http://schemas.openxmlformats.org/drawingml/2006/main"/>
        </p:blipFill>
        <p:spPr>
          <a:xfrm xmlns:a="http://schemas.openxmlformats.org/drawingml/2006/main">
            <a:off x="8" y="0"/>
            <a:ext cx="4570884" cy="5143500"/>
          </a:xfrm>
          <a:prstGeom xmlns:a="http://schemas.openxmlformats.org/drawingml/2006/main" prst="rect">
            <a:avLst/>
          </a:prstGeom>
          <a:ln xmlns:a="http://schemas.openxmlformats.org/drawingml/2006/main">
            <a:noFill/>
          </a:ln>
        </p:spPr>
      </p:pic>
      <p:sp>
        <p:nvSpPr>
          <p:cNvPr id="663" name="Google Shape;663;p92">
            <a:extLst xmlns:a="http://schemas.openxmlformats.org/drawingml/2006/main">
              <a:ext uri="{FF2B5EF4-FFF2-40B4-BE49-F238E27FC236}">
                <a16:creationId xmlns:a16="http://schemas.microsoft.com/office/drawing/2014/main" id="{3DD4C567-5B86-45E1-A80E-C36F85956A07}"/>
              </a:ext>
            </a:extLst>
          </p:cNvPr>
          <p:cNvSpPr>
            <a:spLocks xmlns:a="http://schemas.openxmlformats.org/drawingml/2006/main" noGrp="1"/>
          </p:cNvSpPr>
          <p:nvPr>
            <p:ph type="title" idx="0"/>
          </p:nvPr>
        </p:nvSpPr>
        <p:spPr>
          <a:xfrm xmlns:a="http://schemas.openxmlformats.org/drawingml/2006/main">
            <a:off x="4645150" y="2113650"/>
            <a:ext cx="4270200" cy="920700"/>
          </a:xfrm>
          <a:prstGeom xmlns:a="http://schemas.openxmlformats.org/drawingml/2006/main" prst="rect">
            <a:avLst/>
          </a:prstGeom>
        </p:spPr>
        <p:txBody>
          <a:bodyPr xmlns:a="http://schemas.openxmlformats.org/drawingml/2006/main" spcFirstLastPara="1" wrap="square" lIns="0" tIns="0" rIns="0" bIns="0" anchor="ctr">
            <a:noAutofit/>
          </a:bodyPr>
          <a:lstStyle xmlns:a="http://schemas.openxmlformats.org/drawingml/2006/main">
            <a:lvl1pPr>
              <a:spcBef>
                <a:spcPts val="0"/>
              </a:spcBef>
              <a:spcAft>
                <a:spcPts val="0"/>
              </a:spcAft>
              <a:buSzPts val="4000"/>
              <a:buNone/>
              <a:defRPr sz="4000"/>
            </a:lvl1pPr>
            <a:lvl2pPr>
              <a:spcBef>
                <a:spcPts val="0"/>
              </a:spcBef>
              <a:spcAft>
                <a:spcPts val="0"/>
              </a:spcAft>
              <a:buSzPts val="4000"/>
              <a:buNone/>
              <a:defRPr sz="4000"/>
            </a:lvl2pPr>
            <a:lvl3pPr>
              <a:spcBef>
                <a:spcPts val="0"/>
              </a:spcBef>
              <a:spcAft>
                <a:spcPts val="0"/>
              </a:spcAft>
              <a:buSzPts val="4000"/>
              <a:buNone/>
              <a:defRPr sz="4000"/>
            </a:lvl3pPr>
            <a:lvl4pPr>
              <a:spcBef>
                <a:spcPts val="0"/>
              </a:spcBef>
              <a:spcAft>
                <a:spcPts val="0"/>
              </a:spcAft>
              <a:buSzPts val="4000"/>
              <a:buNone/>
              <a:defRPr sz="4000"/>
            </a:lvl4pPr>
            <a:lvl5pPr>
              <a:spcBef>
                <a:spcPts val="0"/>
              </a:spcBef>
              <a:spcAft>
                <a:spcPts val="0"/>
              </a:spcAft>
              <a:buSzPts val="4000"/>
              <a:buNone/>
              <a:defRPr sz="4000"/>
            </a:lvl5pPr>
            <a:lvl6pPr>
              <a:spcBef>
                <a:spcPts val="0"/>
              </a:spcBef>
              <a:spcAft>
                <a:spcPts val="0"/>
              </a:spcAft>
              <a:buSzPts val="4000"/>
              <a:buNone/>
              <a:defRPr sz="4000"/>
            </a:lvl6pPr>
            <a:lvl7pPr>
              <a:spcBef>
                <a:spcPts val="0"/>
              </a:spcBef>
              <a:spcAft>
                <a:spcPts val="0"/>
              </a:spcAft>
              <a:buSzPts val="4000"/>
              <a:buNone/>
              <a:defRPr sz="4000"/>
            </a:lvl7pPr>
            <a:lvl8pPr>
              <a:spcBef>
                <a:spcPts val="0"/>
              </a:spcBef>
              <a:spcAft>
                <a:spcPts val="0"/>
              </a:spcAft>
              <a:buSzPts val="4000"/>
              <a:buNone/>
              <a:defRPr sz="4000"/>
            </a:lvl8pPr>
            <a:lvl9pPr>
              <a:spcBef>
                <a:spcPts val="0"/>
              </a:spcBef>
              <a:spcAft>
                <a:spcPts val="0"/>
              </a:spcAft>
              <a:buSzPts val="4000"/>
              <a:buNone/>
              <a:defRPr sz="4000"/>
            </a:lvl9pPr>
          </a:lstStyle>
          <a:p xmlns:a="http://schemas.openxmlformats.org/drawingml/2006/main"/>
        </p:txBody>
      </p:sp>
      <p:sp>
        <p:nvSpPr>
          <p:cNvPr id="664" name="Google Shape;664;p92">
            <a:extLst xmlns:a="http://schemas.openxmlformats.org/drawingml/2006/main">
              <a:ext uri="{FF2B5EF4-FFF2-40B4-BE49-F238E27FC236}">
                <a16:creationId xmlns:a16="http://schemas.microsoft.com/office/drawing/2014/main" id="{9CEB10D1-7E4D-45A1-9D45-8A3816031734}"/>
              </a:ext>
            </a:extLst>
          </p:cNvPr>
          <p:cNvSpPr>
            <a:spLocks xmlns:a="http://schemas.openxmlformats.org/drawingml/2006/main" noGrp="1"/>
          </p:cNvSpPr>
          <p:nvPr>
            <p:ph type="title" idx="2"/>
          </p:nvPr>
        </p:nvSpPr>
        <p:spPr>
          <a:xfrm xmlns:a="http://schemas.openxmlformats.org/drawingml/2006/main">
            <a:off x="228600" y="2451625"/>
            <a:ext cx="2628900" cy="244800"/>
          </a:xfrm>
          <a:prstGeom xmlns:a="http://schemas.openxmlformats.org/drawingml/2006/main" prst="rect">
            <a:avLst/>
          </a:prstGeom>
        </p:spPr>
        <p:txBody>
          <a:bodyPr xmlns:a="http://schemas.openxmlformats.org/drawingml/2006/main" spcFirstLastPara="1" wrap="square" lIns="0" tIns="0" rIns="0" bIns="0" anchor="ctr">
            <a:noAutofit/>
          </a:bodyPr>
          <a:lstStyle xmlns:a="http://schemas.openxmlformats.org/drawingml/2006/main">
            <a:lvl1pPr>
              <a:spcBef>
                <a:spcPts val="0"/>
              </a:spcBef>
              <a:spcAft>
                <a:spcPts val="0"/>
              </a:spcAft>
              <a:buSzPts val="1400"/>
              <a:buFont typeface="Inter"/>
              <a:buNone/>
              <a:defRPr sz="1400">
                <a:latin typeface="Inter"/>
                <a:ea typeface="Inter"/>
                <a:cs typeface="Inter"/>
              </a:defRPr>
            </a:lvl1pPr>
            <a:lvl2pPr>
              <a:spcBef>
                <a:spcPts val="0"/>
              </a:spcBef>
              <a:spcAft>
                <a:spcPts val="0"/>
              </a:spcAft>
              <a:buSzPts val="1400"/>
              <a:buFont typeface="Inter"/>
              <a:buNone/>
              <a:defRPr sz="1400">
                <a:latin typeface="Inter"/>
                <a:ea typeface="Inter"/>
                <a:cs typeface="Inter"/>
              </a:defRPr>
            </a:lvl2pPr>
            <a:lvl3pPr>
              <a:spcBef>
                <a:spcPts val="0"/>
              </a:spcBef>
              <a:spcAft>
                <a:spcPts val="0"/>
              </a:spcAft>
              <a:buSzPts val="1400"/>
              <a:buFont typeface="Inter"/>
              <a:buNone/>
              <a:defRPr sz="1400">
                <a:latin typeface="Inter"/>
                <a:ea typeface="Inter"/>
                <a:cs typeface="Inter"/>
              </a:defRPr>
            </a:lvl3pPr>
            <a:lvl4pPr>
              <a:spcBef>
                <a:spcPts val="0"/>
              </a:spcBef>
              <a:spcAft>
                <a:spcPts val="0"/>
              </a:spcAft>
              <a:buSzPts val="1400"/>
              <a:buFont typeface="Inter"/>
              <a:buNone/>
              <a:defRPr sz="1400">
                <a:latin typeface="Inter"/>
                <a:ea typeface="Inter"/>
                <a:cs typeface="Inter"/>
              </a:defRPr>
            </a:lvl4pPr>
            <a:lvl5pPr>
              <a:spcBef>
                <a:spcPts val="0"/>
              </a:spcBef>
              <a:spcAft>
                <a:spcPts val="0"/>
              </a:spcAft>
              <a:buSzPts val="1400"/>
              <a:buFont typeface="Inter"/>
              <a:buNone/>
              <a:defRPr sz="1400">
                <a:latin typeface="Inter"/>
                <a:ea typeface="Inter"/>
                <a:cs typeface="Inter"/>
              </a:defRPr>
            </a:lvl5pPr>
            <a:lvl6pPr>
              <a:spcBef>
                <a:spcPts val="0"/>
              </a:spcBef>
              <a:spcAft>
                <a:spcPts val="0"/>
              </a:spcAft>
              <a:buSzPts val="1400"/>
              <a:buFont typeface="Inter"/>
              <a:buNone/>
              <a:defRPr sz="1400">
                <a:latin typeface="Inter"/>
                <a:ea typeface="Inter"/>
                <a:cs typeface="Inter"/>
              </a:defRPr>
            </a:lvl6pPr>
            <a:lvl7pPr>
              <a:spcBef>
                <a:spcPts val="0"/>
              </a:spcBef>
              <a:spcAft>
                <a:spcPts val="0"/>
              </a:spcAft>
              <a:buSzPts val="1400"/>
              <a:buFont typeface="Inter"/>
              <a:buNone/>
              <a:defRPr sz="1400">
                <a:latin typeface="Inter"/>
                <a:ea typeface="Inter"/>
                <a:cs typeface="Inter"/>
              </a:defRPr>
            </a:lvl7pPr>
            <a:lvl8pPr>
              <a:spcBef>
                <a:spcPts val="0"/>
              </a:spcBef>
              <a:spcAft>
                <a:spcPts val="0"/>
              </a:spcAft>
              <a:buSzPts val="1400"/>
              <a:buFont typeface="Inter"/>
              <a:buNone/>
              <a:defRPr sz="1400">
                <a:latin typeface="Inter"/>
                <a:ea typeface="Inter"/>
                <a:cs typeface="Inter"/>
              </a:defRPr>
            </a:lvl8pPr>
            <a:lvl9pPr>
              <a:spcBef>
                <a:spcPts val="0"/>
              </a:spcBef>
              <a:spcAft>
                <a:spcPts val="0"/>
              </a:spcAft>
              <a:buSzPts val="1400"/>
              <a:buFont typeface="Inter"/>
              <a:buNone/>
              <a:defRPr sz="1400">
                <a:latin typeface="Inter"/>
                <a:ea typeface="Inter"/>
                <a:cs typeface="Inter"/>
              </a:defRPr>
            </a:lvl9pPr>
          </a:lstStyle>
          <a:p xmlns:a="http://schemas.openxmlformats.org/drawingml/2006/main"/>
        </p:txBody>
      </p:sp>
    </p:spTree>
  </p:cSld>
</p:sldLayout>
</file>

<file path=ppt/slideLayouts/slideLayout91.xml><?xml version="1.0" encoding="utf-8"?>
<p:sldLayout xmlns:p="http://schemas.openxmlformats.org/presentationml/2006/main" matchingName="Section divider - Split blue">
  <p:cSld name="CUSTOM_1_1_1">
    <p:spTree>
      <p:nvGrpSpPr>
        <p:cNvPr id="1" name=""/>
        <p:cNvGrpSpPr/>
        <p:nvPr/>
      </p:nvGrpSpPr>
      <p:grpSpPr>
        <a:xfrm xmlns:a="http://schemas.openxmlformats.org/drawingml/2006/main"/>
      </p:grpSpPr>
      <p:pic>
        <p:nvPicPr>
          <p:cNvPr id="671" name="Google Shape;666;p93"/>
          <p:cNvPicPr>
            <a:picLocks xmlns:a="http://schemas.openxmlformats.org/drawingml/2006/main" noChangeAspect="1"/>
          </p:cNvPicPr>
          <p:nvPr/>
        </p:nvPicPr>
        <p:blipFill rotWithShape="1">
          <a:blip xmlns:r="http://schemas.openxmlformats.org/officeDocument/2006/relationships" xmlns:a="http://schemas.openxmlformats.org/drawingml/2006/main" r:embed="R07e4a9b654dd425e">
            <a:alphaModFix/>
          </a:blip>
          <a:srcRect xmlns:a="http://schemas.openxmlformats.org/drawingml/2006/main" l="10" t="0" r="10" b="0"/>
          <a:stretch xmlns:a="http://schemas.openxmlformats.org/drawingml/2006/main"/>
        </p:blipFill>
        <p:spPr>
          <a:xfrm xmlns:a="http://schemas.openxmlformats.org/drawingml/2006/main">
            <a:off x="8" y="0"/>
            <a:ext cx="4570884" cy="5143500"/>
          </a:xfrm>
          <a:prstGeom xmlns:a="http://schemas.openxmlformats.org/drawingml/2006/main" prst="rect">
            <a:avLst/>
          </a:prstGeom>
          <a:ln xmlns:a="http://schemas.openxmlformats.org/drawingml/2006/main">
            <a:noFill/>
          </a:ln>
        </p:spPr>
      </p:pic>
      <p:sp>
        <p:nvSpPr>
          <p:cNvPr id="667" name="Google Shape;667;p93">
            <a:extLst xmlns:a="http://schemas.openxmlformats.org/drawingml/2006/main">
              <a:ext uri="{FF2B5EF4-FFF2-40B4-BE49-F238E27FC236}">
                <a16:creationId xmlns:a16="http://schemas.microsoft.com/office/drawing/2014/main" id="{90B0F4F8-6E60-40BF-BDD9-637AD57DDFE1}"/>
              </a:ext>
            </a:extLst>
          </p:cNvPr>
          <p:cNvSpPr>
            <a:spLocks xmlns:a="http://schemas.openxmlformats.org/drawingml/2006/main" noGrp="1"/>
          </p:cNvSpPr>
          <p:nvPr>
            <p:ph type="title" idx="0"/>
          </p:nvPr>
        </p:nvSpPr>
        <p:spPr>
          <a:xfrm xmlns:a="http://schemas.openxmlformats.org/drawingml/2006/main">
            <a:off x="4645150" y="2113650"/>
            <a:ext cx="4270200" cy="920700"/>
          </a:xfrm>
          <a:prstGeom xmlns:a="http://schemas.openxmlformats.org/drawingml/2006/main" prst="rect">
            <a:avLst/>
          </a:prstGeom>
        </p:spPr>
        <p:txBody>
          <a:bodyPr xmlns:a="http://schemas.openxmlformats.org/drawingml/2006/main" spcFirstLastPara="1" wrap="square" lIns="0" tIns="0" rIns="0" bIns="0" anchor="ctr">
            <a:noAutofit/>
          </a:bodyPr>
          <a:lstStyle xmlns:a="http://schemas.openxmlformats.org/drawingml/2006/main">
            <a:lvl1pPr>
              <a:spcBef>
                <a:spcPts val="0"/>
              </a:spcBef>
              <a:spcAft>
                <a:spcPts val="0"/>
              </a:spcAft>
              <a:buSzPts val="4000"/>
              <a:buNone/>
              <a:defRPr sz="4000"/>
            </a:lvl1pPr>
            <a:lvl2pPr>
              <a:spcBef>
                <a:spcPts val="0"/>
              </a:spcBef>
              <a:spcAft>
                <a:spcPts val="0"/>
              </a:spcAft>
              <a:buSzPts val="4000"/>
              <a:buNone/>
              <a:defRPr sz="4000"/>
            </a:lvl2pPr>
            <a:lvl3pPr>
              <a:spcBef>
                <a:spcPts val="0"/>
              </a:spcBef>
              <a:spcAft>
                <a:spcPts val="0"/>
              </a:spcAft>
              <a:buSzPts val="4000"/>
              <a:buNone/>
              <a:defRPr sz="4000"/>
            </a:lvl3pPr>
            <a:lvl4pPr>
              <a:spcBef>
                <a:spcPts val="0"/>
              </a:spcBef>
              <a:spcAft>
                <a:spcPts val="0"/>
              </a:spcAft>
              <a:buSzPts val="4000"/>
              <a:buNone/>
              <a:defRPr sz="4000"/>
            </a:lvl4pPr>
            <a:lvl5pPr>
              <a:spcBef>
                <a:spcPts val="0"/>
              </a:spcBef>
              <a:spcAft>
                <a:spcPts val="0"/>
              </a:spcAft>
              <a:buSzPts val="4000"/>
              <a:buNone/>
              <a:defRPr sz="4000"/>
            </a:lvl5pPr>
            <a:lvl6pPr>
              <a:spcBef>
                <a:spcPts val="0"/>
              </a:spcBef>
              <a:spcAft>
                <a:spcPts val="0"/>
              </a:spcAft>
              <a:buSzPts val="4000"/>
              <a:buNone/>
              <a:defRPr sz="4000"/>
            </a:lvl6pPr>
            <a:lvl7pPr>
              <a:spcBef>
                <a:spcPts val="0"/>
              </a:spcBef>
              <a:spcAft>
                <a:spcPts val="0"/>
              </a:spcAft>
              <a:buSzPts val="4000"/>
              <a:buNone/>
              <a:defRPr sz="4000"/>
            </a:lvl7pPr>
            <a:lvl8pPr>
              <a:spcBef>
                <a:spcPts val="0"/>
              </a:spcBef>
              <a:spcAft>
                <a:spcPts val="0"/>
              </a:spcAft>
              <a:buSzPts val="4000"/>
              <a:buNone/>
              <a:defRPr sz="4000"/>
            </a:lvl8pPr>
            <a:lvl9pPr>
              <a:spcBef>
                <a:spcPts val="0"/>
              </a:spcBef>
              <a:spcAft>
                <a:spcPts val="0"/>
              </a:spcAft>
              <a:buSzPts val="4000"/>
              <a:buNone/>
              <a:defRPr sz="4000"/>
            </a:lvl9pPr>
          </a:lstStyle>
          <a:p xmlns:a="http://schemas.openxmlformats.org/drawingml/2006/main"/>
        </p:txBody>
      </p:sp>
      <p:sp>
        <p:nvSpPr>
          <p:cNvPr id="668" name="Google Shape;668;p93">
            <a:extLst xmlns:a="http://schemas.openxmlformats.org/drawingml/2006/main">
              <a:ext uri="{FF2B5EF4-FFF2-40B4-BE49-F238E27FC236}">
                <a16:creationId xmlns:a16="http://schemas.microsoft.com/office/drawing/2014/main" id="{D1438E82-4274-4E33-A8B1-253596F6629E}"/>
              </a:ext>
            </a:extLst>
          </p:cNvPr>
          <p:cNvSpPr>
            <a:spLocks xmlns:a="http://schemas.openxmlformats.org/drawingml/2006/main" noGrp="1"/>
          </p:cNvSpPr>
          <p:nvPr>
            <p:ph type="title" idx="2"/>
          </p:nvPr>
        </p:nvSpPr>
        <p:spPr>
          <a:xfrm xmlns:a="http://schemas.openxmlformats.org/drawingml/2006/main">
            <a:off x="228600" y="2451625"/>
            <a:ext cx="2628900" cy="244800"/>
          </a:xfrm>
          <a:prstGeom xmlns:a="http://schemas.openxmlformats.org/drawingml/2006/main" prst="rect">
            <a:avLst/>
          </a:prstGeom>
        </p:spPr>
        <p:txBody>
          <a:bodyPr xmlns:a="http://schemas.openxmlformats.org/drawingml/2006/main" spcFirstLastPara="1" wrap="square" lIns="0" tIns="0" rIns="0" bIns="0" anchor="ctr">
            <a:noAutofit/>
          </a:bodyPr>
          <a:lstStyle xmlns:a="http://schemas.openxmlformats.org/drawingml/2006/main">
            <a:lvl1pPr>
              <a:spcBef>
                <a:spcPts val="0"/>
              </a:spcBef>
              <a:spcAft>
                <a:spcPts val="0"/>
              </a:spcAft>
              <a:buClr>
                <a:schemeClr val="lt1"/>
              </a:buClr>
              <a:buSzPts val="1400"/>
              <a:buFont typeface="Inter"/>
              <a:buNone/>
              <a:defRPr sz="1400">
                <a:solidFill>
                  <a:schemeClr val="lt1"/>
                </a:solidFill>
                <a:latin typeface="Inter"/>
                <a:ea typeface="Inter"/>
                <a:cs typeface="Inter"/>
              </a:defRPr>
            </a:lvl1pPr>
            <a:lvl2pPr>
              <a:spcBef>
                <a:spcPts val="0"/>
              </a:spcBef>
              <a:spcAft>
                <a:spcPts val="0"/>
              </a:spcAft>
              <a:buClr>
                <a:schemeClr val="lt1"/>
              </a:buClr>
              <a:buSzPts val="1400"/>
              <a:buFont typeface="Inter"/>
              <a:buNone/>
              <a:defRPr sz="1400">
                <a:solidFill>
                  <a:schemeClr val="lt1"/>
                </a:solidFill>
                <a:latin typeface="Inter"/>
                <a:ea typeface="Inter"/>
                <a:cs typeface="Inter"/>
              </a:defRPr>
            </a:lvl2pPr>
            <a:lvl3pPr>
              <a:spcBef>
                <a:spcPts val="0"/>
              </a:spcBef>
              <a:spcAft>
                <a:spcPts val="0"/>
              </a:spcAft>
              <a:buClr>
                <a:schemeClr val="lt1"/>
              </a:buClr>
              <a:buSzPts val="1400"/>
              <a:buFont typeface="Inter"/>
              <a:buNone/>
              <a:defRPr sz="1400">
                <a:solidFill>
                  <a:schemeClr val="lt1"/>
                </a:solidFill>
                <a:latin typeface="Inter"/>
                <a:ea typeface="Inter"/>
                <a:cs typeface="Inter"/>
              </a:defRPr>
            </a:lvl3pPr>
            <a:lvl4pPr>
              <a:spcBef>
                <a:spcPts val="0"/>
              </a:spcBef>
              <a:spcAft>
                <a:spcPts val="0"/>
              </a:spcAft>
              <a:buClr>
                <a:schemeClr val="lt1"/>
              </a:buClr>
              <a:buSzPts val="1400"/>
              <a:buFont typeface="Inter"/>
              <a:buNone/>
              <a:defRPr sz="1400">
                <a:solidFill>
                  <a:schemeClr val="lt1"/>
                </a:solidFill>
                <a:latin typeface="Inter"/>
                <a:ea typeface="Inter"/>
                <a:cs typeface="Inter"/>
              </a:defRPr>
            </a:lvl4pPr>
            <a:lvl5pPr>
              <a:spcBef>
                <a:spcPts val="0"/>
              </a:spcBef>
              <a:spcAft>
                <a:spcPts val="0"/>
              </a:spcAft>
              <a:buClr>
                <a:schemeClr val="lt1"/>
              </a:buClr>
              <a:buSzPts val="1400"/>
              <a:buFont typeface="Inter"/>
              <a:buNone/>
              <a:defRPr sz="1400">
                <a:solidFill>
                  <a:schemeClr val="lt1"/>
                </a:solidFill>
                <a:latin typeface="Inter"/>
                <a:ea typeface="Inter"/>
                <a:cs typeface="Inter"/>
              </a:defRPr>
            </a:lvl5pPr>
            <a:lvl6pPr>
              <a:spcBef>
                <a:spcPts val="0"/>
              </a:spcBef>
              <a:spcAft>
                <a:spcPts val="0"/>
              </a:spcAft>
              <a:buClr>
                <a:schemeClr val="lt1"/>
              </a:buClr>
              <a:buSzPts val="1400"/>
              <a:buFont typeface="Inter"/>
              <a:buNone/>
              <a:defRPr sz="1400">
                <a:solidFill>
                  <a:schemeClr val="lt1"/>
                </a:solidFill>
                <a:latin typeface="Inter"/>
                <a:ea typeface="Inter"/>
                <a:cs typeface="Inter"/>
              </a:defRPr>
            </a:lvl6pPr>
            <a:lvl7pPr>
              <a:spcBef>
                <a:spcPts val="0"/>
              </a:spcBef>
              <a:spcAft>
                <a:spcPts val="0"/>
              </a:spcAft>
              <a:buClr>
                <a:schemeClr val="lt1"/>
              </a:buClr>
              <a:buSzPts val="1400"/>
              <a:buFont typeface="Inter"/>
              <a:buNone/>
              <a:defRPr sz="1400">
                <a:solidFill>
                  <a:schemeClr val="lt1"/>
                </a:solidFill>
                <a:latin typeface="Inter"/>
                <a:ea typeface="Inter"/>
                <a:cs typeface="Inter"/>
              </a:defRPr>
            </a:lvl7pPr>
            <a:lvl8pPr>
              <a:spcBef>
                <a:spcPts val="0"/>
              </a:spcBef>
              <a:spcAft>
                <a:spcPts val="0"/>
              </a:spcAft>
              <a:buClr>
                <a:schemeClr val="lt1"/>
              </a:buClr>
              <a:buSzPts val="1400"/>
              <a:buFont typeface="Inter"/>
              <a:buNone/>
              <a:defRPr sz="1400">
                <a:solidFill>
                  <a:schemeClr val="lt1"/>
                </a:solidFill>
                <a:latin typeface="Inter"/>
                <a:ea typeface="Inter"/>
                <a:cs typeface="Inter"/>
              </a:defRPr>
            </a:lvl8pPr>
            <a:lvl9pPr>
              <a:spcBef>
                <a:spcPts val="0"/>
              </a:spcBef>
              <a:spcAft>
                <a:spcPts val="0"/>
              </a:spcAft>
              <a:buClr>
                <a:schemeClr val="lt1"/>
              </a:buClr>
              <a:buSzPts val="1400"/>
              <a:buFont typeface="Inter"/>
              <a:buNone/>
              <a:defRPr sz="1400">
                <a:solidFill>
                  <a:schemeClr val="lt1"/>
                </a:solidFill>
                <a:latin typeface="Inter"/>
                <a:ea typeface="Inter"/>
                <a:cs typeface="Inter"/>
              </a:defRPr>
            </a:lvl9pPr>
          </a:lstStyle>
          <a:p xmlns:a="http://schemas.openxmlformats.org/drawingml/2006/main"/>
        </p:txBody>
      </p:sp>
      <p:sp>
        <p:nvSpPr>
          <p:cNvPr id="669" name="Google Shape;669;p93">
            <a:extLst xmlns:a="http://schemas.openxmlformats.org/drawingml/2006/main">
              <a:ext uri="{FF2B5EF4-FFF2-40B4-BE49-F238E27FC236}">
                <a16:creationId xmlns:a16="http://schemas.microsoft.com/office/drawing/2014/main" id="{92D40FCD-D30F-4457-8858-C3CA04CC5B96}"/>
              </a:ext>
            </a:extLst>
          </p:cNvPr>
          <p:cNvSpPr>
            <a:spLocks xmlns:a="http://schemas.openxmlformats.org/drawingml/2006/main" noGrp="1"/>
          </p:cNvSpPr>
          <p:nvPr/>
        </p:nvSpPr>
        <p:spPr>
          <a:xfrm xmlns:a="http://schemas.openxmlformats.org/drawingml/2006/main">
            <a:off x="1694447" y="4967350"/>
            <a:ext cx="4083300" cy="160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ctr">
            <a:noAutofit/>
          </a:bodyPr>
          <a:lstStyle xmlns:a="http://schemas.openxmlformats.org/drawingml/2006/main"/>
          <a:p xmlns:a="http://schemas.openxmlformats.org/drawingml/2006/main">
            <a:pPr marL="0" lvl="0" indent="0" algn="l">
              <a:lnSpc>
                <a:spcPct val="90000"/>
              </a:lnSpc>
              <a:spcBef>
                <a:spcPts val="0"/>
              </a:spcBef>
              <a:spcAft>
                <a:spcPts val="1200"/>
              </a:spcAft>
              <a:buNone/>
            </a:pPr>
            <a:r>
              <a:rPr sz="600">
                <a:solidFill>
                  <a:srgbClr val="91969C"/>
                </a:solidFill>
                <a:latin typeface="Inter"/>
                <a:ea typeface="Inter"/>
                <a:cs typeface="Inter"/>
              </a:rPr>
              <a:t>Strictly Confidential property of Attentive © 2025</a:t>
            </a:r>
            <a:endParaRPr sz="600">
              <a:solidFill>
                <a:srgbClr val="91969C"/>
              </a:solidFill>
              <a:latin typeface="Inter"/>
              <a:ea typeface="Inter"/>
              <a:cs typeface="Inter"/>
            </a:endParaRPr>
          </a:p>
        </p:txBody>
      </p:sp>
    </p:spTree>
  </p:cSld>
</p:sldLayout>
</file>

<file path=ppt/slideLayouts/slideLayout92.xml><?xml version="1.0" encoding="utf-8"?>
<p:sldLayout xmlns:p="http://schemas.openxmlformats.org/presentationml/2006/main" matchingName="Section divider - split yellow">
  <p:cSld name="CUSTOM_1_1_1_1">
    <p:spTree>
      <p:nvGrpSpPr>
        <p:cNvPr id="1" name=""/>
        <p:cNvGrpSpPr/>
        <p:nvPr/>
      </p:nvGrpSpPr>
      <p:grpSpPr>
        <a:xfrm xmlns:a="http://schemas.openxmlformats.org/drawingml/2006/main"/>
      </p:grpSpPr>
      <p:pic>
        <p:nvPicPr>
          <p:cNvPr id="675" name="Google Shape;671;p94"/>
          <p:cNvPicPr>
            <a:picLocks xmlns:a="http://schemas.openxmlformats.org/drawingml/2006/main" noChangeAspect="1"/>
          </p:cNvPicPr>
          <p:nvPr/>
        </p:nvPicPr>
        <p:blipFill rotWithShape="1">
          <a:blip xmlns:r="http://schemas.openxmlformats.org/officeDocument/2006/relationships" xmlns:a="http://schemas.openxmlformats.org/drawingml/2006/main" r:embed="R5ad796addbad4047">
            <a:alphaModFix/>
          </a:blip>
          <a:srcRect xmlns:a="http://schemas.openxmlformats.org/drawingml/2006/main" l="10" t="0" r="10" b="0"/>
          <a:stretch xmlns:a="http://schemas.openxmlformats.org/drawingml/2006/main"/>
        </p:blipFill>
        <p:spPr>
          <a:xfrm xmlns:a="http://schemas.openxmlformats.org/drawingml/2006/main">
            <a:off x="8" y="0"/>
            <a:ext cx="4570884" cy="5143500"/>
          </a:xfrm>
          <a:prstGeom xmlns:a="http://schemas.openxmlformats.org/drawingml/2006/main" prst="rect">
            <a:avLst/>
          </a:prstGeom>
          <a:ln xmlns:a="http://schemas.openxmlformats.org/drawingml/2006/main">
            <a:noFill/>
          </a:ln>
        </p:spPr>
      </p:pic>
      <p:sp>
        <p:nvSpPr>
          <p:cNvPr id="672" name="Google Shape;672;p94">
            <a:extLst xmlns:a="http://schemas.openxmlformats.org/drawingml/2006/main">
              <a:ext uri="{FF2B5EF4-FFF2-40B4-BE49-F238E27FC236}">
                <a16:creationId xmlns:a16="http://schemas.microsoft.com/office/drawing/2014/main" id="{0C6832AB-EC7E-415A-9F3E-8705A5B71241}"/>
              </a:ext>
            </a:extLst>
          </p:cNvPr>
          <p:cNvSpPr>
            <a:spLocks xmlns:a="http://schemas.openxmlformats.org/drawingml/2006/main" noGrp="1"/>
          </p:cNvSpPr>
          <p:nvPr>
            <p:ph type="title" idx="0"/>
          </p:nvPr>
        </p:nvSpPr>
        <p:spPr>
          <a:xfrm xmlns:a="http://schemas.openxmlformats.org/drawingml/2006/main">
            <a:off x="4645150" y="2113650"/>
            <a:ext cx="4270200" cy="920700"/>
          </a:xfrm>
          <a:prstGeom xmlns:a="http://schemas.openxmlformats.org/drawingml/2006/main" prst="rect">
            <a:avLst/>
          </a:prstGeom>
        </p:spPr>
        <p:txBody>
          <a:bodyPr xmlns:a="http://schemas.openxmlformats.org/drawingml/2006/main" spcFirstLastPara="1" wrap="square" lIns="0" tIns="0" rIns="0" bIns="0" anchor="ctr">
            <a:noAutofit/>
          </a:bodyPr>
          <a:lstStyle xmlns:a="http://schemas.openxmlformats.org/drawingml/2006/main">
            <a:lvl1pPr>
              <a:spcBef>
                <a:spcPts val="0"/>
              </a:spcBef>
              <a:spcAft>
                <a:spcPts val="0"/>
              </a:spcAft>
              <a:buSzPts val="4000"/>
              <a:buNone/>
              <a:defRPr sz="4000"/>
            </a:lvl1pPr>
            <a:lvl2pPr>
              <a:spcBef>
                <a:spcPts val="0"/>
              </a:spcBef>
              <a:spcAft>
                <a:spcPts val="0"/>
              </a:spcAft>
              <a:buSzPts val="4000"/>
              <a:buNone/>
              <a:defRPr sz="4000"/>
            </a:lvl2pPr>
            <a:lvl3pPr>
              <a:spcBef>
                <a:spcPts val="0"/>
              </a:spcBef>
              <a:spcAft>
                <a:spcPts val="0"/>
              </a:spcAft>
              <a:buSzPts val="4000"/>
              <a:buNone/>
              <a:defRPr sz="4000"/>
            </a:lvl3pPr>
            <a:lvl4pPr>
              <a:spcBef>
                <a:spcPts val="0"/>
              </a:spcBef>
              <a:spcAft>
                <a:spcPts val="0"/>
              </a:spcAft>
              <a:buSzPts val="4000"/>
              <a:buNone/>
              <a:defRPr sz="4000"/>
            </a:lvl4pPr>
            <a:lvl5pPr>
              <a:spcBef>
                <a:spcPts val="0"/>
              </a:spcBef>
              <a:spcAft>
                <a:spcPts val="0"/>
              </a:spcAft>
              <a:buSzPts val="4000"/>
              <a:buNone/>
              <a:defRPr sz="4000"/>
            </a:lvl5pPr>
            <a:lvl6pPr>
              <a:spcBef>
                <a:spcPts val="0"/>
              </a:spcBef>
              <a:spcAft>
                <a:spcPts val="0"/>
              </a:spcAft>
              <a:buSzPts val="4000"/>
              <a:buNone/>
              <a:defRPr sz="4000"/>
            </a:lvl6pPr>
            <a:lvl7pPr>
              <a:spcBef>
                <a:spcPts val="0"/>
              </a:spcBef>
              <a:spcAft>
                <a:spcPts val="0"/>
              </a:spcAft>
              <a:buSzPts val="4000"/>
              <a:buNone/>
              <a:defRPr sz="4000"/>
            </a:lvl7pPr>
            <a:lvl8pPr>
              <a:spcBef>
                <a:spcPts val="0"/>
              </a:spcBef>
              <a:spcAft>
                <a:spcPts val="0"/>
              </a:spcAft>
              <a:buSzPts val="4000"/>
              <a:buNone/>
              <a:defRPr sz="4000"/>
            </a:lvl8pPr>
            <a:lvl9pPr>
              <a:spcBef>
                <a:spcPts val="0"/>
              </a:spcBef>
              <a:spcAft>
                <a:spcPts val="0"/>
              </a:spcAft>
              <a:buSzPts val="4000"/>
              <a:buNone/>
              <a:defRPr sz="4000"/>
            </a:lvl9pPr>
          </a:lstStyle>
          <a:p xmlns:a="http://schemas.openxmlformats.org/drawingml/2006/main"/>
        </p:txBody>
      </p:sp>
      <p:sp>
        <p:nvSpPr>
          <p:cNvPr id="673" name="Google Shape;673;p94">
            <a:extLst xmlns:a="http://schemas.openxmlformats.org/drawingml/2006/main">
              <a:ext uri="{FF2B5EF4-FFF2-40B4-BE49-F238E27FC236}">
                <a16:creationId xmlns:a16="http://schemas.microsoft.com/office/drawing/2014/main" id="{8D2EF23D-D3F7-4D6A-8CE6-D4C23C8F4897}"/>
              </a:ext>
            </a:extLst>
          </p:cNvPr>
          <p:cNvSpPr>
            <a:spLocks xmlns:a="http://schemas.openxmlformats.org/drawingml/2006/main" noGrp="1"/>
          </p:cNvSpPr>
          <p:nvPr>
            <p:ph type="title" idx="2"/>
          </p:nvPr>
        </p:nvSpPr>
        <p:spPr>
          <a:xfrm xmlns:a="http://schemas.openxmlformats.org/drawingml/2006/main">
            <a:off x="228600" y="2451625"/>
            <a:ext cx="2628900" cy="244800"/>
          </a:xfrm>
          <a:prstGeom xmlns:a="http://schemas.openxmlformats.org/drawingml/2006/main" prst="rect">
            <a:avLst/>
          </a:prstGeom>
        </p:spPr>
        <p:txBody>
          <a:bodyPr xmlns:a="http://schemas.openxmlformats.org/drawingml/2006/main" spcFirstLastPara="1" wrap="square" lIns="0" tIns="0" rIns="0" bIns="0" anchor="ctr">
            <a:noAutofit/>
          </a:bodyPr>
          <a:lstStyle xmlns:a="http://schemas.openxmlformats.org/drawingml/2006/main">
            <a:lvl1pPr>
              <a:spcBef>
                <a:spcPts val="0"/>
              </a:spcBef>
              <a:spcAft>
                <a:spcPts val="0"/>
              </a:spcAft>
              <a:buSzPts val="1400"/>
              <a:buFont typeface="Inter"/>
              <a:buNone/>
              <a:defRPr sz="1400">
                <a:latin typeface="Inter"/>
                <a:ea typeface="Inter"/>
                <a:cs typeface="Inter"/>
              </a:defRPr>
            </a:lvl1pPr>
            <a:lvl2pPr>
              <a:spcBef>
                <a:spcPts val="0"/>
              </a:spcBef>
              <a:spcAft>
                <a:spcPts val="0"/>
              </a:spcAft>
              <a:buSzPts val="1400"/>
              <a:buFont typeface="Inter"/>
              <a:buNone/>
              <a:defRPr sz="1400">
                <a:latin typeface="Inter"/>
                <a:ea typeface="Inter"/>
                <a:cs typeface="Inter"/>
              </a:defRPr>
            </a:lvl2pPr>
            <a:lvl3pPr>
              <a:spcBef>
                <a:spcPts val="0"/>
              </a:spcBef>
              <a:spcAft>
                <a:spcPts val="0"/>
              </a:spcAft>
              <a:buSzPts val="1400"/>
              <a:buFont typeface="Inter"/>
              <a:buNone/>
              <a:defRPr sz="1400">
                <a:latin typeface="Inter"/>
                <a:ea typeface="Inter"/>
                <a:cs typeface="Inter"/>
              </a:defRPr>
            </a:lvl3pPr>
            <a:lvl4pPr>
              <a:spcBef>
                <a:spcPts val="0"/>
              </a:spcBef>
              <a:spcAft>
                <a:spcPts val="0"/>
              </a:spcAft>
              <a:buSzPts val="1400"/>
              <a:buFont typeface="Inter"/>
              <a:buNone/>
              <a:defRPr sz="1400">
                <a:latin typeface="Inter"/>
                <a:ea typeface="Inter"/>
                <a:cs typeface="Inter"/>
              </a:defRPr>
            </a:lvl4pPr>
            <a:lvl5pPr>
              <a:spcBef>
                <a:spcPts val="0"/>
              </a:spcBef>
              <a:spcAft>
                <a:spcPts val="0"/>
              </a:spcAft>
              <a:buSzPts val="1400"/>
              <a:buFont typeface="Inter"/>
              <a:buNone/>
              <a:defRPr sz="1400">
                <a:latin typeface="Inter"/>
                <a:ea typeface="Inter"/>
                <a:cs typeface="Inter"/>
              </a:defRPr>
            </a:lvl5pPr>
            <a:lvl6pPr>
              <a:spcBef>
                <a:spcPts val="0"/>
              </a:spcBef>
              <a:spcAft>
                <a:spcPts val="0"/>
              </a:spcAft>
              <a:buSzPts val="1400"/>
              <a:buFont typeface="Inter"/>
              <a:buNone/>
              <a:defRPr sz="1400">
                <a:latin typeface="Inter"/>
                <a:ea typeface="Inter"/>
                <a:cs typeface="Inter"/>
              </a:defRPr>
            </a:lvl6pPr>
            <a:lvl7pPr>
              <a:spcBef>
                <a:spcPts val="0"/>
              </a:spcBef>
              <a:spcAft>
                <a:spcPts val="0"/>
              </a:spcAft>
              <a:buSzPts val="1400"/>
              <a:buFont typeface="Inter"/>
              <a:buNone/>
              <a:defRPr sz="1400">
                <a:latin typeface="Inter"/>
                <a:ea typeface="Inter"/>
                <a:cs typeface="Inter"/>
              </a:defRPr>
            </a:lvl7pPr>
            <a:lvl8pPr>
              <a:spcBef>
                <a:spcPts val="0"/>
              </a:spcBef>
              <a:spcAft>
                <a:spcPts val="0"/>
              </a:spcAft>
              <a:buSzPts val="1400"/>
              <a:buFont typeface="Inter"/>
              <a:buNone/>
              <a:defRPr sz="1400">
                <a:latin typeface="Inter"/>
                <a:ea typeface="Inter"/>
                <a:cs typeface="Inter"/>
              </a:defRPr>
            </a:lvl8pPr>
            <a:lvl9pPr>
              <a:spcBef>
                <a:spcPts val="0"/>
              </a:spcBef>
              <a:spcAft>
                <a:spcPts val="0"/>
              </a:spcAft>
              <a:buSzPts val="1400"/>
              <a:buFont typeface="Inter"/>
              <a:buNone/>
              <a:defRPr sz="1400">
                <a:latin typeface="Inter"/>
                <a:ea typeface="Inter"/>
                <a:cs typeface="Inter"/>
              </a:defRPr>
            </a:lvl9pPr>
          </a:lstStyle>
          <a:p xmlns:a="http://schemas.openxmlformats.org/drawingml/2006/main"/>
        </p:txBody>
      </p:sp>
    </p:spTree>
  </p:cSld>
</p:sldLayout>
</file>

<file path=ppt/slideLayouts/slideLayout93.xml><?xml version="1.0" encoding="utf-8"?>
<p:sldLayout xmlns:p="http://schemas.openxmlformats.org/presentationml/2006/main" matchingName="Section divider - split orange">
  <p:cSld name="CUSTOM_1_1_1_2">
    <p:spTree>
      <p:nvGrpSpPr>
        <p:cNvPr id="1" name=""/>
        <p:cNvGrpSpPr/>
        <p:nvPr/>
      </p:nvGrpSpPr>
      <p:grpSpPr>
        <a:xfrm xmlns:a="http://schemas.openxmlformats.org/drawingml/2006/main"/>
      </p:grpSpPr>
      <p:pic>
        <p:nvPicPr>
          <p:cNvPr id="679" name="Google Shape;675;p95"/>
          <p:cNvPicPr>
            <a:picLocks xmlns:a="http://schemas.openxmlformats.org/drawingml/2006/main" noChangeAspect="1"/>
          </p:cNvPicPr>
          <p:nvPr/>
        </p:nvPicPr>
        <p:blipFill rotWithShape="1">
          <a:blip xmlns:r="http://schemas.openxmlformats.org/officeDocument/2006/relationships" xmlns:a="http://schemas.openxmlformats.org/drawingml/2006/main" r:embed="R3117f020961f4904">
            <a:alphaModFix/>
          </a:blip>
          <a:srcRect xmlns:a="http://schemas.openxmlformats.org/drawingml/2006/main" l="10" t="0" r="10" b="0"/>
          <a:stretch xmlns:a="http://schemas.openxmlformats.org/drawingml/2006/main"/>
        </p:blipFill>
        <p:spPr>
          <a:xfrm xmlns:a="http://schemas.openxmlformats.org/drawingml/2006/main">
            <a:off x="8" y="0"/>
            <a:ext cx="4570884" cy="5143500"/>
          </a:xfrm>
          <a:prstGeom xmlns:a="http://schemas.openxmlformats.org/drawingml/2006/main" prst="rect">
            <a:avLst/>
          </a:prstGeom>
          <a:ln xmlns:a="http://schemas.openxmlformats.org/drawingml/2006/main">
            <a:noFill/>
          </a:ln>
        </p:spPr>
      </p:pic>
      <p:sp>
        <p:nvSpPr>
          <p:cNvPr id="676" name="Google Shape;676;p95">
            <a:extLst xmlns:a="http://schemas.openxmlformats.org/drawingml/2006/main">
              <a:ext uri="{FF2B5EF4-FFF2-40B4-BE49-F238E27FC236}">
                <a16:creationId xmlns:a16="http://schemas.microsoft.com/office/drawing/2014/main" id="{EC047D5A-A154-416D-ABD1-6A9DE689D239}"/>
              </a:ext>
            </a:extLst>
          </p:cNvPr>
          <p:cNvSpPr>
            <a:spLocks xmlns:a="http://schemas.openxmlformats.org/drawingml/2006/main" noGrp="1"/>
          </p:cNvSpPr>
          <p:nvPr>
            <p:ph type="title" idx="0"/>
          </p:nvPr>
        </p:nvSpPr>
        <p:spPr>
          <a:xfrm xmlns:a="http://schemas.openxmlformats.org/drawingml/2006/main">
            <a:off x="4645150" y="2113650"/>
            <a:ext cx="4270200" cy="920700"/>
          </a:xfrm>
          <a:prstGeom xmlns:a="http://schemas.openxmlformats.org/drawingml/2006/main" prst="rect">
            <a:avLst/>
          </a:prstGeom>
        </p:spPr>
        <p:txBody>
          <a:bodyPr xmlns:a="http://schemas.openxmlformats.org/drawingml/2006/main" spcFirstLastPara="1" wrap="square" lIns="0" tIns="0" rIns="0" bIns="0" anchor="ctr">
            <a:noAutofit/>
          </a:bodyPr>
          <a:lstStyle xmlns:a="http://schemas.openxmlformats.org/drawingml/2006/main">
            <a:lvl1pPr>
              <a:spcBef>
                <a:spcPts val="0"/>
              </a:spcBef>
              <a:spcAft>
                <a:spcPts val="0"/>
              </a:spcAft>
              <a:buSzPts val="4000"/>
              <a:buNone/>
              <a:defRPr sz="4000"/>
            </a:lvl1pPr>
            <a:lvl2pPr>
              <a:spcBef>
                <a:spcPts val="0"/>
              </a:spcBef>
              <a:spcAft>
                <a:spcPts val="0"/>
              </a:spcAft>
              <a:buSzPts val="4000"/>
              <a:buNone/>
              <a:defRPr sz="4000"/>
            </a:lvl2pPr>
            <a:lvl3pPr>
              <a:spcBef>
                <a:spcPts val="0"/>
              </a:spcBef>
              <a:spcAft>
                <a:spcPts val="0"/>
              </a:spcAft>
              <a:buSzPts val="4000"/>
              <a:buNone/>
              <a:defRPr sz="4000"/>
            </a:lvl3pPr>
            <a:lvl4pPr>
              <a:spcBef>
                <a:spcPts val="0"/>
              </a:spcBef>
              <a:spcAft>
                <a:spcPts val="0"/>
              </a:spcAft>
              <a:buSzPts val="4000"/>
              <a:buNone/>
              <a:defRPr sz="4000"/>
            </a:lvl4pPr>
            <a:lvl5pPr>
              <a:spcBef>
                <a:spcPts val="0"/>
              </a:spcBef>
              <a:spcAft>
                <a:spcPts val="0"/>
              </a:spcAft>
              <a:buSzPts val="4000"/>
              <a:buNone/>
              <a:defRPr sz="4000"/>
            </a:lvl5pPr>
            <a:lvl6pPr>
              <a:spcBef>
                <a:spcPts val="0"/>
              </a:spcBef>
              <a:spcAft>
                <a:spcPts val="0"/>
              </a:spcAft>
              <a:buSzPts val="4000"/>
              <a:buNone/>
              <a:defRPr sz="4000"/>
            </a:lvl6pPr>
            <a:lvl7pPr>
              <a:spcBef>
                <a:spcPts val="0"/>
              </a:spcBef>
              <a:spcAft>
                <a:spcPts val="0"/>
              </a:spcAft>
              <a:buSzPts val="4000"/>
              <a:buNone/>
              <a:defRPr sz="4000"/>
            </a:lvl7pPr>
            <a:lvl8pPr>
              <a:spcBef>
                <a:spcPts val="0"/>
              </a:spcBef>
              <a:spcAft>
                <a:spcPts val="0"/>
              </a:spcAft>
              <a:buSzPts val="4000"/>
              <a:buNone/>
              <a:defRPr sz="4000"/>
            </a:lvl8pPr>
            <a:lvl9pPr>
              <a:spcBef>
                <a:spcPts val="0"/>
              </a:spcBef>
              <a:spcAft>
                <a:spcPts val="0"/>
              </a:spcAft>
              <a:buSzPts val="4000"/>
              <a:buNone/>
              <a:defRPr sz="4000"/>
            </a:lvl9pPr>
          </a:lstStyle>
          <a:p xmlns:a="http://schemas.openxmlformats.org/drawingml/2006/main"/>
        </p:txBody>
      </p:sp>
      <p:sp>
        <p:nvSpPr>
          <p:cNvPr id="677" name="Google Shape;677;p95">
            <a:extLst xmlns:a="http://schemas.openxmlformats.org/drawingml/2006/main">
              <a:ext uri="{FF2B5EF4-FFF2-40B4-BE49-F238E27FC236}">
                <a16:creationId xmlns:a16="http://schemas.microsoft.com/office/drawing/2014/main" id="{145A4DA5-BFB8-4B00-890B-F6769F4FDD81}"/>
              </a:ext>
            </a:extLst>
          </p:cNvPr>
          <p:cNvSpPr>
            <a:spLocks xmlns:a="http://schemas.openxmlformats.org/drawingml/2006/main" noGrp="1"/>
          </p:cNvSpPr>
          <p:nvPr>
            <p:ph type="title" idx="2"/>
          </p:nvPr>
        </p:nvSpPr>
        <p:spPr>
          <a:xfrm xmlns:a="http://schemas.openxmlformats.org/drawingml/2006/main">
            <a:off x="228600" y="2451625"/>
            <a:ext cx="2628900" cy="244800"/>
          </a:xfrm>
          <a:prstGeom xmlns:a="http://schemas.openxmlformats.org/drawingml/2006/main" prst="rect">
            <a:avLst/>
          </a:prstGeom>
        </p:spPr>
        <p:txBody>
          <a:bodyPr xmlns:a="http://schemas.openxmlformats.org/drawingml/2006/main" spcFirstLastPara="1" wrap="square" lIns="0" tIns="0" rIns="0" bIns="0" anchor="ctr">
            <a:noAutofit/>
          </a:bodyPr>
          <a:lstStyle xmlns:a="http://schemas.openxmlformats.org/drawingml/2006/main">
            <a:lvl1pPr>
              <a:spcBef>
                <a:spcPts val="0"/>
              </a:spcBef>
              <a:spcAft>
                <a:spcPts val="0"/>
              </a:spcAft>
              <a:buSzPts val="1400"/>
              <a:buFont typeface="Inter"/>
              <a:buNone/>
              <a:defRPr sz="1400">
                <a:latin typeface="Inter"/>
                <a:ea typeface="Inter"/>
                <a:cs typeface="Inter"/>
              </a:defRPr>
            </a:lvl1pPr>
            <a:lvl2pPr>
              <a:spcBef>
                <a:spcPts val="0"/>
              </a:spcBef>
              <a:spcAft>
                <a:spcPts val="0"/>
              </a:spcAft>
              <a:buClr>
                <a:schemeClr val="lt1"/>
              </a:buClr>
              <a:buSzPts val="1400"/>
              <a:buFont typeface="Inter"/>
              <a:buNone/>
              <a:defRPr sz="1400">
                <a:solidFill>
                  <a:schemeClr val="lt1"/>
                </a:solidFill>
                <a:latin typeface="Inter"/>
                <a:ea typeface="Inter"/>
                <a:cs typeface="Inter"/>
              </a:defRPr>
            </a:lvl2pPr>
            <a:lvl3pPr>
              <a:spcBef>
                <a:spcPts val="0"/>
              </a:spcBef>
              <a:spcAft>
                <a:spcPts val="0"/>
              </a:spcAft>
              <a:buClr>
                <a:schemeClr val="lt1"/>
              </a:buClr>
              <a:buSzPts val="1400"/>
              <a:buFont typeface="Inter"/>
              <a:buNone/>
              <a:defRPr sz="1400">
                <a:solidFill>
                  <a:schemeClr val="lt1"/>
                </a:solidFill>
                <a:latin typeface="Inter"/>
                <a:ea typeface="Inter"/>
                <a:cs typeface="Inter"/>
              </a:defRPr>
            </a:lvl3pPr>
            <a:lvl4pPr>
              <a:spcBef>
                <a:spcPts val="0"/>
              </a:spcBef>
              <a:spcAft>
                <a:spcPts val="0"/>
              </a:spcAft>
              <a:buClr>
                <a:schemeClr val="lt1"/>
              </a:buClr>
              <a:buSzPts val="1400"/>
              <a:buFont typeface="Inter"/>
              <a:buNone/>
              <a:defRPr sz="1400">
                <a:solidFill>
                  <a:schemeClr val="lt1"/>
                </a:solidFill>
                <a:latin typeface="Inter"/>
                <a:ea typeface="Inter"/>
                <a:cs typeface="Inter"/>
              </a:defRPr>
            </a:lvl4pPr>
            <a:lvl5pPr>
              <a:spcBef>
                <a:spcPts val="0"/>
              </a:spcBef>
              <a:spcAft>
                <a:spcPts val="0"/>
              </a:spcAft>
              <a:buClr>
                <a:schemeClr val="lt1"/>
              </a:buClr>
              <a:buSzPts val="1400"/>
              <a:buFont typeface="Inter"/>
              <a:buNone/>
              <a:defRPr sz="1400">
                <a:solidFill>
                  <a:schemeClr val="lt1"/>
                </a:solidFill>
                <a:latin typeface="Inter"/>
                <a:ea typeface="Inter"/>
                <a:cs typeface="Inter"/>
              </a:defRPr>
            </a:lvl5pPr>
            <a:lvl6pPr>
              <a:spcBef>
                <a:spcPts val="0"/>
              </a:spcBef>
              <a:spcAft>
                <a:spcPts val="0"/>
              </a:spcAft>
              <a:buClr>
                <a:schemeClr val="lt1"/>
              </a:buClr>
              <a:buSzPts val="1400"/>
              <a:buFont typeface="Inter"/>
              <a:buNone/>
              <a:defRPr sz="1400">
                <a:solidFill>
                  <a:schemeClr val="lt1"/>
                </a:solidFill>
                <a:latin typeface="Inter"/>
                <a:ea typeface="Inter"/>
                <a:cs typeface="Inter"/>
              </a:defRPr>
            </a:lvl6pPr>
            <a:lvl7pPr>
              <a:spcBef>
                <a:spcPts val="0"/>
              </a:spcBef>
              <a:spcAft>
                <a:spcPts val="0"/>
              </a:spcAft>
              <a:buClr>
                <a:schemeClr val="lt1"/>
              </a:buClr>
              <a:buSzPts val="1400"/>
              <a:buFont typeface="Inter"/>
              <a:buNone/>
              <a:defRPr sz="1400">
                <a:solidFill>
                  <a:schemeClr val="lt1"/>
                </a:solidFill>
                <a:latin typeface="Inter"/>
                <a:ea typeface="Inter"/>
                <a:cs typeface="Inter"/>
              </a:defRPr>
            </a:lvl7pPr>
            <a:lvl8pPr>
              <a:spcBef>
                <a:spcPts val="0"/>
              </a:spcBef>
              <a:spcAft>
                <a:spcPts val="0"/>
              </a:spcAft>
              <a:buClr>
                <a:schemeClr val="lt1"/>
              </a:buClr>
              <a:buSzPts val="1400"/>
              <a:buFont typeface="Inter"/>
              <a:buNone/>
              <a:defRPr sz="1400">
                <a:solidFill>
                  <a:schemeClr val="lt1"/>
                </a:solidFill>
                <a:latin typeface="Inter"/>
                <a:ea typeface="Inter"/>
                <a:cs typeface="Inter"/>
              </a:defRPr>
            </a:lvl8pPr>
            <a:lvl9pPr>
              <a:spcBef>
                <a:spcPts val="0"/>
              </a:spcBef>
              <a:spcAft>
                <a:spcPts val="0"/>
              </a:spcAft>
              <a:buClr>
                <a:schemeClr val="lt1"/>
              </a:buClr>
              <a:buSzPts val="1400"/>
              <a:buFont typeface="Inter"/>
              <a:buNone/>
              <a:defRPr sz="1400">
                <a:solidFill>
                  <a:schemeClr val="lt1"/>
                </a:solidFill>
                <a:latin typeface="Inter"/>
                <a:ea typeface="Inter"/>
                <a:cs typeface="Inter"/>
              </a:defRPr>
            </a:lvl9pPr>
          </a:lstStyle>
          <a:p xmlns:a="http://schemas.openxmlformats.org/drawingml/2006/main"/>
        </p:txBody>
      </p:sp>
    </p:spTree>
  </p:cSld>
</p:sldLayout>
</file>

<file path=ppt/slideLayouts/slideLayout94.xml><?xml version="1.0" encoding="utf-8"?>
<p:sldLayout xmlns:p="http://schemas.openxmlformats.org/presentationml/2006/main" matchingName="Quote - Large">
  <p:cSld name="Quote_1">
    <p:spTree>
      <p:nvGrpSpPr>
        <p:cNvPr id="1" name=""/>
        <p:cNvGrpSpPr/>
        <p:nvPr/>
      </p:nvGrpSpPr>
      <p:grpSpPr>
        <a:xfrm xmlns:a="http://schemas.openxmlformats.org/drawingml/2006/main"/>
      </p:grpSpPr>
      <p:sp>
        <p:nvSpPr>
          <p:cNvPr id="679" name="Google Shape;679;p96">
            <a:extLst xmlns:a="http://schemas.openxmlformats.org/drawingml/2006/main">
              <a:ext uri="{FF2B5EF4-FFF2-40B4-BE49-F238E27FC236}">
                <a16:creationId xmlns:a16="http://schemas.microsoft.com/office/drawing/2014/main" id="{D3918926-AE92-4D93-AD23-B2D192F764AE}"/>
              </a:ext>
            </a:extLst>
          </p:cNvPr>
          <p:cNvSpPr>
            <a:spLocks xmlns:a="http://schemas.openxmlformats.org/drawingml/2006/main" noGrp="1"/>
          </p:cNvSpPr>
          <p:nvPr>
            <p:ph type="body" idx="1"/>
          </p:nvPr>
        </p:nvSpPr>
        <p:spPr>
          <a:xfrm xmlns:a="http://schemas.openxmlformats.org/drawingml/2006/main">
            <a:off x="228600" y="158725"/>
            <a:ext cx="8692800" cy="211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spAutoFit/>
          </a:bodyPr>
          <a:lstStyle xmlns:a="http://schemas.openxmlformats.org/drawingml/2006/main">
            <a:lvl1pPr marL="457200" indent="-228600" algn="l">
              <a:lnSpc>
                <a:spcPct val="90000"/>
              </a:lnSpc>
              <a:spcBef>
                <a:spcPts val="0"/>
              </a:spcBef>
              <a:spcAft>
                <a:spcPts val="0"/>
              </a:spcAft>
              <a:buClr>
                <a:schemeClr val="dk1"/>
              </a:buClr>
              <a:buSzPts val="3750"/>
              <a:buFont typeface="Libre Baskerville"/>
              <a:buNone/>
              <a:defRPr sz="3750">
                <a:solidFill>
                  <a:schemeClr val="dk1"/>
                </a:solidFill>
                <a:latin typeface="Libre Baskerville"/>
                <a:ea typeface="Libre Baskerville"/>
                <a:cs typeface="Libre Baskerville"/>
              </a:defRPr>
            </a:lvl1pPr>
            <a:lvl2pPr marL="914400" indent="-228600" algn="l">
              <a:lnSpc>
                <a:spcPct val="90000"/>
              </a:lnSpc>
              <a:spcBef>
                <a:spcPts val="225"/>
              </a:spcBef>
              <a:spcAft>
                <a:spcPts val="0"/>
              </a:spcAft>
              <a:buClr>
                <a:schemeClr val="dk1"/>
              </a:buClr>
              <a:buSzPts val="525"/>
              <a:buFont typeface="Libre Baskerville"/>
              <a:buNone/>
              <a:defRPr sz="525">
                <a:latin typeface="Libre Baskerville"/>
                <a:ea typeface="Libre Baskerville"/>
                <a:cs typeface="Libre Baskerville"/>
              </a:defRPr>
            </a:lvl2pPr>
            <a:lvl3pPr marL="1371600" indent="-228600" algn="l">
              <a:lnSpc>
                <a:spcPct val="90000"/>
              </a:lnSpc>
              <a:spcBef>
                <a:spcPts val="1200"/>
              </a:spcBef>
              <a:spcAft>
                <a:spcPts val="0"/>
              </a:spcAft>
              <a:buClr>
                <a:schemeClr val="dk1"/>
              </a:buClr>
              <a:buSzPts val="450"/>
              <a:buFont typeface="Libre Baskerville"/>
              <a:buNone/>
              <a:defRPr sz="450">
                <a:latin typeface="Libre Baskerville"/>
                <a:ea typeface="Libre Baskerville"/>
                <a:cs typeface="Libre Baskerville"/>
              </a:defRPr>
            </a:lvl3pPr>
            <a:lvl4pPr marL="1828800" indent="-228600" algn="l">
              <a:lnSpc>
                <a:spcPct val="90000"/>
              </a:lnSpc>
              <a:spcBef>
                <a:spcPts val="1200"/>
              </a:spcBef>
              <a:spcAft>
                <a:spcPts val="0"/>
              </a:spcAft>
              <a:buClr>
                <a:schemeClr val="dk1"/>
              </a:buClr>
              <a:buSzPts val="375"/>
              <a:buFont typeface="Libre Baskerville"/>
              <a:buNone/>
              <a:defRPr sz="375">
                <a:latin typeface="Libre Baskerville"/>
                <a:ea typeface="Libre Baskerville"/>
                <a:cs typeface="Libre Baskerville"/>
              </a:defRPr>
            </a:lvl4pPr>
            <a:lvl5pPr marL="2286000" indent="-228600" algn="l">
              <a:lnSpc>
                <a:spcPct val="90000"/>
              </a:lnSpc>
              <a:spcBef>
                <a:spcPts val="1200"/>
              </a:spcBef>
              <a:spcAft>
                <a:spcPts val="0"/>
              </a:spcAft>
              <a:buClr>
                <a:schemeClr val="dk1"/>
              </a:buClr>
              <a:buSzPts val="375"/>
              <a:buFont typeface="Libre Baskerville"/>
              <a:buNone/>
              <a:defRPr sz="375">
                <a:latin typeface="Libre Baskerville"/>
                <a:ea typeface="Libre Baskerville"/>
                <a:cs typeface="Libre Baskerville"/>
              </a:defRPr>
            </a:lvl5pPr>
            <a:lvl6pPr marL="2743200" indent="-228600" algn="l">
              <a:lnSpc>
                <a:spcPct val="90000"/>
              </a:lnSpc>
              <a:spcBef>
                <a:spcPts val="1200"/>
              </a:spcBef>
              <a:spcAft>
                <a:spcPts val="0"/>
              </a:spcAft>
              <a:buClr>
                <a:schemeClr val="dk1"/>
              </a:buClr>
              <a:buSzPts val="375"/>
              <a:buFont typeface="Libre Baskerville"/>
              <a:buNone/>
              <a:defRPr sz="375">
                <a:latin typeface="Libre Baskerville"/>
                <a:ea typeface="Libre Baskerville"/>
                <a:cs typeface="Libre Baskerville"/>
              </a:defRPr>
            </a:lvl6pPr>
            <a:lvl7pPr marL="3200400" indent="-228600" algn="l">
              <a:lnSpc>
                <a:spcPct val="90000"/>
              </a:lnSpc>
              <a:spcBef>
                <a:spcPts val="1200"/>
              </a:spcBef>
              <a:spcAft>
                <a:spcPts val="0"/>
              </a:spcAft>
              <a:buClr>
                <a:schemeClr val="dk1"/>
              </a:buClr>
              <a:buSzPts val="375"/>
              <a:buFont typeface="Libre Baskerville"/>
              <a:buNone/>
              <a:defRPr sz="375">
                <a:latin typeface="Libre Baskerville"/>
                <a:ea typeface="Libre Baskerville"/>
                <a:cs typeface="Libre Baskerville"/>
              </a:defRPr>
            </a:lvl7pPr>
            <a:lvl8pPr marL="3657600" indent="-228600" algn="l">
              <a:lnSpc>
                <a:spcPct val="90000"/>
              </a:lnSpc>
              <a:spcBef>
                <a:spcPts val="1200"/>
              </a:spcBef>
              <a:spcAft>
                <a:spcPts val="0"/>
              </a:spcAft>
              <a:buClr>
                <a:schemeClr val="dk1"/>
              </a:buClr>
              <a:buSzPts val="375"/>
              <a:buFont typeface="Libre Baskerville"/>
              <a:buNone/>
              <a:defRPr sz="375">
                <a:latin typeface="Libre Baskerville"/>
                <a:ea typeface="Libre Baskerville"/>
                <a:cs typeface="Libre Baskerville"/>
              </a:defRPr>
            </a:lvl8pPr>
            <a:lvl9pPr marL="4114800" indent="-228600" algn="l">
              <a:lnSpc>
                <a:spcPct val="90000"/>
              </a:lnSpc>
              <a:spcBef>
                <a:spcPts val="1200"/>
              </a:spcBef>
              <a:spcAft>
                <a:spcPts val="1200"/>
              </a:spcAft>
              <a:buClr>
                <a:schemeClr val="dk1"/>
              </a:buClr>
              <a:buSzPts val="375"/>
              <a:buFont typeface="Libre Baskerville"/>
              <a:buNone/>
              <a:defRPr sz="375">
                <a:latin typeface="Libre Baskerville"/>
                <a:ea typeface="Libre Baskerville"/>
                <a:cs typeface="Libre Baskerville"/>
              </a:defRPr>
            </a:lvl9pPr>
          </a:lstStyle>
          <a:p xmlns:a="http://schemas.openxmlformats.org/drawingml/2006/main"/>
        </p:txBody>
      </p:sp>
      <p:sp>
        <p:nvSpPr>
          <p:cNvPr id="680" name="Google Shape;680;p96">
            <a:extLst xmlns:a="http://schemas.openxmlformats.org/drawingml/2006/main">
              <a:ext uri="{FF2B5EF4-FFF2-40B4-BE49-F238E27FC236}">
                <a16:creationId xmlns:a16="http://schemas.microsoft.com/office/drawing/2014/main" id="{05075DA7-445C-4FE3-92D9-86815DBE5D76}"/>
              </a:ext>
            </a:extLst>
          </p:cNvPr>
          <p:cNvSpPr>
            <a:spLocks xmlns:a="http://schemas.openxmlformats.org/drawingml/2006/main" noGrp="1"/>
          </p:cNvSpPr>
          <p:nvPr>
            <p:ph type="body" idx="2"/>
          </p:nvPr>
        </p:nvSpPr>
        <p:spPr>
          <a:xfrm xmlns:a="http://schemas.openxmlformats.org/drawingml/2006/main">
            <a:off x="228603" y="3960017"/>
            <a:ext cx="1604700" cy="404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spAutoFit/>
          </a:bodyPr>
          <a:lstStyle xmlns:a="http://schemas.openxmlformats.org/drawingml/2006/main">
            <a:lvl1pPr marL="457200" indent="-228600" algn="l">
              <a:lnSpc>
                <a:spcPct val="90000"/>
              </a:lnSpc>
              <a:spcBef>
                <a:spcPts val="375"/>
              </a:spcBef>
              <a:spcAft>
                <a:spcPts val="0"/>
              </a:spcAft>
              <a:buClr>
                <a:schemeClr val="dk1"/>
              </a:buClr>
              <a:buSzPts val="850"/>
              <a:buFont typeface="Arial"/>
              <a:buNone/>
              <a:defRPr sz="850" b="1"/>
            </a:lvl1pPr>
            <a:lvl2pPr marL="914400" indent="-271463" algn="l">
              <a:lnSpc>
                <a:spcPct val="90000"/>
              </a:lnSpc>
              <a:spcBef>
                <a:spcPts val="1200"/>
              </a:spcBef>
              <a:spcAft>
                <a:spcPts val="0"/>
              </a:spcAft>
              <a:buClr>
                <a:schemeClr val="dk1"/>
              </a:buClr>
              <a:buSzPts val="675"/>
              <a:buChar char="○"/>
              <a:defRPr sz="900"/>
            </a:lvl2pPr>
            <a:lvl3pPr marL="1371600" indent="-271463" algn="l">
              <a:lnSpc>
                <a:spcPct val="90000"/>
              </a:lnSpc>
              <a:spcBef>
                <a:spcPts val="1200"/>
              </a:spcBef>
              <a:spcAft>
                <a:spcPts val="0"/>
              </a:spcAft>
              <a:buClr>
                <a:schemeClr val="dk1"/>
              </a:buClr>
              <a:buSzPts val="675"/>
              <a:buChar char="■"/>
              <a:defRPr sz="750"/>
            </a:lvl3pPr>
            <a:lvl4pPr marL="1828800" indent="-271463" algn="l">
              <a:lnSpc>
                <a:spcPct val="90000"/>
              </a:lnSpc>
              <a:spcBef>
                <a:spcPts val="1200"/>
              </a:spcBef>
              <a:spcAft>
                <a:spcPts val="0"/>
              </a:spcAft>
              <a:buClr>
                <a:schemeClr val="dk1"/>
              </a:buClr>
              <a:buSzPts val="675"/>
              <a:buChar char="●"/>
              <a:defRPr sz="675"/>
            </a:lvl4pPr>
            <a:lvl5pPr marL="2286000" indent="-271463" algn="l">
              <a:lnSpc>
                <a:spcPct val="90000"/>
              </a:lnSpc>
              <a:spcBef>
                <a:spcPts val="1200"/>
              </a:spcBef>
              <a:spcAft>
                <a:spcPts val="0"/>
              </a:spcAft>
              <a:buClr>
                <a:schemeClr val="dk1"/>
              </a:buClr>
              <a:buSzPts val="675"/>
              <a:buChar char="○"/>
              <a:defRPr sz="675"/>
            </a:lvl5pPr>
            <a:lvl6pPr marL="2743200" indent="-271463" algn="l">
              <a:lnSpc>
                <a:spcPct val="90000"/>
              </a:lnSpc>
              <a:spcBef>
                <a:spcPts val="1200"/>
              </a:spcBef>
              <a:spcAft>
                <a:spcPts val="0"/>
              </a:spcAft>
              <a:buClr>
                <a:schemeClr val="dk1"/>
              </a:buClr>
              <a:buSzPts val="675"/>
              <a:buChar char="■"/>
              <a:defRPr sz="675"/>
            </a:lvl6pPr>
            <a:lvl7pPr marL="3200400" indent="-271463" algn="l">
              <a:lnSpc>
                <a:spcPct val="90000"/>
              </a:lnSpc>
              <a:spcBef>
                <a:spcPts val="1200"/>
              </a:spcBef>
              <a:spcAft>
                <a:spcPts val="0"/>
              </a:spcAft>
              <a:buClr>
                <a:schemeClr val="dk1"/>
              </a:buClr>
              <a:buSzPts val="675"/>
              <a:buChar char="●"/>
              <a:defRPr sz="675"/>
            </a:lvl7pPr>
            <a:lvl8pPr marL="3657600" indent="-271463" algn="l">
              <a:lnSpc>
                <a:spcPct val="90000"/>
              </a:lnSpc>
              <a:spcBef>
                <a:spcPts val="1200"/>
              </a:spcBef>
              <a:spcAft>
                <a:spcPts val="0"/>
              </a:spcAft>
              <a:buClr>
                <a:schemeClr val="dk1"/>
              </a:buClr>
              <a:buSzPts val="675"/>
              <a:buChar char="○"/>
              <a:defRPr sz="675"/>
            </a:lvl8pPr>
            <a:lvl9pPr marL="4114800" indent="-271463" algn="l">
              <a:lnSpc>
                <a:spcPct val="90000"/>
              </a:lnSpc>
              <a:spcBef>
                <a:spcPts val="1200"/>
              </a:spcBef>
              <a:spcAft>
                <a:spcPts val="1200"/>
              </a:spcAft>
              <a:buClr>
                <a:schemeClr val="dk1"/>
              </a:buClr>
              <a:buSzPts val="675"/>
              <a:buChar char="■"/>
              <a:defRPr sz="675"/>
            </a:lvl9pPr>
          </a:lstStyle>
          <a:p xmlns:a="http://schemas.openxmlformats.org/drawingml/2006/main"/>
        </p:txBody>
      </p:sp>
      <p:pic>
        <p:nvPicPr>
          <p:cNvPr id="684" name="Google Shape;681;p96"/>
          <p:cNvPicPr>
            <a:picLocks xmlns:a="http://schemas.openxmlformats.org/drawingml/2006/main" noChangeAspect="1"/>
          </p:cNvPicPr>
          <p:nvPr/>
        </p:nvPicPr>
        <p:blipFill>
          <a:blip xmlns:r="http://schemas.openxmlformats.org/officeDocument/2006/relationships" xmlns:a="http://schemas.openxmlformats.org/drawingml/2006/main" r:embed="Ra861a17077f7439e">
            <a:alphaModFix/>
          </a:blip>
          <a:stretch xmlns:a="http://schemas.openxmlformats.org/drawingml/2006/main">
            <a:fillRect l="0" t="0" r="0" b="0"/>
          </a:stretch>
        </p:blipFill>
        <p:spPr>
          <a:xfrm xmlns:a="http://schemas.openxmlformats.org/drawingml/2006/main">
            <a:off x="228600" y="4836074"/>
            <a:ext cx="153925" cy="153925"/>
          </a:xfrm>
          <a:prstGeom xmlns:a="http://schemas.openxmlformats.org/drawingml/2006/main" prst="rect">
            <a:avLst/>
          </a:prstGeom>
          <a:ln xmlns:a="http://schemas.openxmlformats.org/drawingml/2006/main">
            <a:noFill/>
          </a:ln>
        </p:spPr>
      </p:pic>
    </p:spTree>
  </p:cSld>
</p:sldLayout>
</file>

<file path=ppt/slideLayouts/slideLayout95.xml><?xml version="1.0" encoding="utf-8"?>
<p:sldLayout xmlns:p="http://schemas.openxmlformats.org/presentationml/2006/main" matchingName="Quote - Image">
  <p:cSld name="Quote_1_1">
    <p:spTree>
      <p:nvGrpSpPr>
        <p:cNvPr id="1" name=""/>
        <p:cNvGrpSpPr/>
        <p:nvPr/>
      </p:nvGrpSpPr>
      <p:grpSpPr>
        <a:xfrm xmlns:a="http://schemas.openxmlformats.org/drawingml/2006/main"/>
      </p:grpSpPr>
      <p:sp>
        <p:nvSpPr>
          <p:cNvPr id="683" name="Google Shape;683;p97">
            <a:extLst xmlns:a="http://schemas.openxmlformats.org/drawingml/2006/main">
              <a:ext uri="{FF2B5EF4-FFF2-40B4-BE49-F238E27FC236}">
                <a16:creationId xmlns:a16="http://schemas.microsoft.com/office/drawing/2014/main" id="{090BC20F-732A-4186-B23A-7739E7B95196}"/>
              </a:ext>
            </a:extLst>
          </p:cNvPr>
          <p:cNvSpPr>
            <a:spLocks xmlns:a="http://schemas.openxmlformats.org/drawingml/2006/main" noGrp="1"/>
          </p:cNvSpPr>
          <p:nvPr>
            <p:ph type="body" idx="1"/>
          </p:nvPr>
        </p:nvSpPr>
        <p:spPr>
          <a:xfrm xmlns:a="http://schemas.openxmlformats.org/drawingml/2006/main">
            <a:off x="3172975" y="158725"/>
            <a:ext cx="5748300" cy="211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spAutoFit/>
          </a:bodyPr>
          <a:lstStyle xmlns:a="http://schemas.openxmlformats.org/drawingml/2006/main">
            <a:lvl1pPr marL="457200" indent="-228600" algn="l">
              <a:lnSpc>
                <a:spcPct val="90000"/>
              </a:lnSpc>
              <a:spcBef>
                <a:spcPts val="0"/>
              </a:spcBef>
              <a:spcAft>
                <a:spcPts val="0"/>
              </a:spcAft>
              <a:buClr>
                <a:schemeClr val="dk1"/>
              </a:buClr>
              <a:buSzPts val="3750"/>
              <a:buFont typeface="Libre Baskerville"/>
              <a:buNone/>
              <a:defRPr sz="3750">
                <a:solidFill>
                  <a:schemeClr val="dk1"/>
                </a:solidFill>
                <a:latin typeface="Libre Baskerville"/>
                <a:ea typeface="Libre Baskerville"/>
                <a:cs typeface="Libre Baskerville"/>
              </a:defRPr>
            </a:lvl1pPr>
            <a:lvl2pPr marL="914400" indent="-228600" algn="l">
              <a:lnSpc>
                <a:spcPct val="90000"/>
              </a:lnSpc>
              <a:spcBef>
                <a:spcPts val="225"/>
              </a:spcBef>
              <a:spcAft>
                <a:spcPts val="0"/>
              </a:spcAft>
              <a:buClr>
                <a:schemeClr val="dk1"/>
              </a:buClr>
              <a:buSzPts val="525"/>
              <a:buFont typeface="Libre Baskerville"/>
              <a:buNone/>
              <a:defRPr sz="525">
                <a:latin typeface="Libre Baskerville"/>
                <a:ea typeface="Libre Baskerville"/>
                <a:cs typeface="Libre Baskerville"/>
              </a:defRPr>
            </a:lvl2pPr>
            <a:lvl3pPr marL="1371600" indent="-228600" algn="l">
              <a:lnSpc>
                <a:spcPct val="90000"/>
              </a:lnSpc>
              <a:spcBef>
                <a:spcPts val="1200"/>
              </a:spcBef>
              <a:spcAft>
                <a:spcPts val="0"/>
              </a:spcAft>
              <a:buClr>
                <a:schemeClr val="dk1"/>
              </a:buClr>
              <a:buSzPts val="450"/>
              <a:buFont typeface="Libre Baskerville"/>
              <a:buNone/>
              <a:defRPr sz="450">
                <a:latin typeface="Libre Baskerville"/>
                <a:ea typeface="Libre Baskerville"/>
                <a:cs typeface="Libre Baskerville"/>
              </a:defRPr>
            </a:lvl3pPr>
            <a:lvl4pPr marL="1828800" indent="-228600" algn="l">
              <a:lnSpc>
                <a:spcPct val="90000"/>
              </a:lnSpc>
              <a:spcBef>
                <a:spcPts val="1200"/>
              </a:spcBef>
              <a:spcAft>
                <a:spcPts val="0"/>
              </a:spcAft>
              <a:buClr>
                <a:schemeClr val="dk1"/>
              </a:buClr>
              <a:buSzPts val="375"/>
              <a:buFont typeface="Libre Baskerville"/>
              <a:buNone/>
              <a:defRPr sz="375">
                <a:latin typeface="Libre Baskerville"/>
                <a:ea typeface="Libre Baskerville"/>
                <a:cs typeface="Libre Baskerville"/>
              </a:defRPr>
            </a:lvl4pPr>
            <a:lvl5pPr marL="2286000" indent="-228600" algn="l">
              <a:lnSpc>
                <a:spcPct val="90000"/>
              </a:lnSpc>
              <a:spcBef>
                <a:spcPts val="1200"/>
              </a:spcBef>
              <a:spcAft>
                <a:spcPts val="0"/>
              </a:spcAft>
              <a:buClr>
                <a:schemeClr val="dk1"/>
              </a:buClr>
              <a:buSzPts val="375"/>
              <a:buFont typeface="Libre Baskerville"/>
              <a:buNone/>
              <a:defRPr sz="375">
                <a:latin typeface="Libre Baskerville"/>
                <a:ea typeface="Libre Baskerville"/>
                <a:cs typeface="Libre Baskerville"/>
              </a:defRPr>
            </a:lvl5pPr>
            <a:lvl6pPr marL="2743200" indent="-228600" algn="l">
              <a:lnSpc>
                <a:spcPct val="90000"/>
              </a:lnSpc>
              <a:spcBef>
                <a:spcPts val="1200"/>
              </a:spcBef>
              <a:spcAft>
                <a:spcPts val="0"/>
              </a:spcAft>
              <a:buClr>
                <a:schemeClr val="dk1"/>
              </a:buClr>
              <a:buSzPts val="375"/>
              <a:buFont typeface="Libre Baskerville"/>
              <a:buNone/>
              <a:defRPr sz="375">
                <a:latin typeface="Libre Baskerville"/>
                <a:ea typeface="Libre Baskerville"/>
                <a:cs typeface="Libre Baskerville"/>
              </a:defRPr>
            </a:lvl6pPr>
            <a:lvl7pPr marL="3200400" indent="-228600" algn="l">
              <a:lnSpc>
                <a:spcPct val="90000"/>
              </a:lnSpc>
              <a:spcBef>
                <a:spcPts val="1200"/>
              </a:spcBef>
              <a:spcAft>
                <a:spcPts val="0"/>
              </a:spcAft>
              <a:buClr>
                <a:schemeClr val="dk1"/>
              </a:buClr>
              <a:buSzPts val="375"/>
              <a:buFont typeface="Libre Baskerville"/>
              <a:buNone/>
              <a:defRPr sz="375">
                <a:latin typeface="Libre Baskerville"/>
                <a:ea typeface="Libre Baskerville"/>
                <a:cs typeface="Libre Baskerville"/>
              </a:defRPr>
            </a:lvl7pPr>
            <a:lvl8pPr marL="3657600" indent="-228600" algn="l">
              <a:lnSpc>
                <a:spcPct val="90000"/>
              </a:lnSpc>
              <a:spcBef>
                <a:spcPts val="1200"/>
              </a:spcBef>
              <a:spcAft>
                <a:spcPts val="0"/>
              </a:spcAft>
              <a:buClr>
                <a:schemeClr val="dk1"/>
              </a:buClr>
              <a:buSzPts val="375"/>
              <a:buFont typeface="Libre Baskerville"/>
              <a:buNone/>
              <a:defRPr sz="375">
                <a:latin typeface="Libre Baskerville"/>
                <a:ea typeface="Libre Baskerville"/>
                <a:cs typeface="Libre Baskerville"/>
              </a:defRPr>
            </a:lvl8pPr>
            <a:lvl9pPr marL="4114800" indent="-228600" algn="l">
              <a:lnSpc>
                <a:spcPct val="90000"/>
              </a:lnSpc>
              <a:spcBef>
                <a:spcPts val="1200"/>
              </a:spcBef>
              <a:spcAft>
                <a:spcPts val="1200"/>
              </a:spcAft>
              <a:buClr>
                <a:schemeClr val="dk1"/>
              </a:buClr>
              <a:buSzPts val="375"/>
              <a:buFont typeface="Libre Baskerville"/>
              <a:buNone/>
              <a:defRPr sz="375">
                <a:latin typeface="Libre Baskerville"/>
                <a:ea typeface="Libre Baskerville"/>
                <a:cs typeface="Libre Baskerville"/>
              </a:defRPr>
            </a:lvl9pPr>
          </a:lstStyle>
          <a:p xmlns:a="http://schemas.openxmlformats.org/drawingml/2006/main"/>
        </p:txBody>
      </p:sp>
      <p:sp>
        <p:nvSpPr>
          <p:cNvPr id="684" name="Google Shape;684;p97">
            <a:extLst xmlns:a="http://schemas.openxmlformats.org/drawingml/2006/main">
              <a:ext uri="{FF2B5EF4-FFF2-40B4-BE49-F238E27FC236}">
                <a16:creationId xmlns:a16="http://schemas.microsoft.com/office/drawing/2014/main" id="{EFA59D8B-65DE-4B4A-A49C-80137C97D39F}"/>
              </a:ext>
            </a:extLst>
          </p:cNvPr>
          <p:cNvSpPr>
            <a:spLocks xmlns:a="http://schemas.openxmlformats.org/drawingml/2006/main" noGrp="1"/>
          </p:cNvSpPr>
          <p:nvPr>
            <p:ph type="body" idx="2"/>
          </p:nvPr>
        </p:nvSpPr>
        <p:spPr>
          <a:xfrm xmlns:a="http://schemas.openxmlformats.org/drawingml/2006/main">
            <a:off x="228603" y="2119042"/>
            <a:ext cx="1604700" cy="404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spAutoFit/>
          </a:bodyPr>
          <a:lstStyle xmlns:a="http://schemas.openxmlformats.org/drawingml/2006/main">
            <a:lvl1pPr marL="457200" indent="-228600" algn="l">
              <a:lnSpc>
                <a:spcPct val="90000"/>
              </a:lnSpc>
              <a:spcBef>
                <a:spcPts val="375"/>
              </a:spcBef>
              <a:spcAft>
                <a:spcPts val="0"/>
              </a:spcAft>
              <a:buClr>
                <a:schemeClr val="dk1"/>
              </a:buClr>
              <a:buSzPts val="850"/>
              <a:buFont typeface="Arial"/>
              <a:buNone/>
              <a:defRPr sz="850" b="1"/>
            </a:lvl1pPr>
            <a:lvl2pPr marL="914400" indent="-271463" algn="l">
              <a:lnSpc>
                <a:spcPct val="90000"/>
              </a:lnSpc>
              <a:spcBef>
                <a:spcPts val="1200"/>
              </a:spcBef>
              <a:spcAft>
                <a:spcPts val="0"/>
              </a:spcAft>
              <a:buClr>
                <a:schemeClr val="dk1"/>
              </a:buClr>
              <a:buSzPts val="675"/>
              <a:buChar char="○"/>
              <a:defRPr sz="900"/>
            </a:lvl2pPr>
            <a:lvl3pPr marL="1371600" indent="-271463" algn="l">
              <a:lnSpc>
                <a:spcPct val="90000"/>
              </a:lnSpc>
              <a:spcBef>
                <a:spcPts val="1200"/>
              </a:spcBef>
              <a:spcAft>
                <a:spcPts val="0"/>
              </a:spcAft>
              <a:buClr>
                <a:schemeClr val="dk1"/>
              </a:buClr>
              <a:buSzPts val="675"/>
              <a:buChar char="■"/>
              <a:defRPr sz="750"/>
            </a:lvl3pPr>
            <a:lvl4pPr marL="1828800" indent="-271463" algn="l">
              <a:lnSpc>
                <a:spcPct val="90000"/>
              </a:lnSpc>
              <a:spcBef>
                <a:spcPts val="1200"/>
              </a:spcBef>
              <a:spcAft>
                <a:spcPts val="0"/>
              </a:spcAft>
              <a:buClr>
                <a:schemeClr val="dk1"/>
              </a:buClr>
              <a:buSzPts val="675"/>
              <a:buChar char="●"/>
              <a:defRPr sz="675"/>
            </a:lvl4pPr>
            <a:lvl5pPr marL="2286000" indent="-271463" algn="l">
              <a:lnSpc>
                <a:spcPct val="90000"/>
              </a:lnSpc>
              <a:spcBef>
                <a:spcPts val="1200"/>
              </a:spcBef>
              <a:spcAft>
                <a:spcPts val="0"/>
              </a:spcAft>
              <a:buClr>
                <a:schemeClr val="dk1"/>
              </a:buClr>
              <a:buSzPts val="675"/>
              <a:buChar char="○"/>
              <a:defRPr sz="675"/>
            </a:lvl5pPr>
            <a:lvl6pPr marL="2743200" indent="-271463" algn="l">
              <a:lnSpc>
                <a:spcPct val="90000"/>
              </a:lnSpc>
              <a:spcBef>
                <a:spcPts val="1200"/>
              </a:spcBef>
              <a:spcAft>
                <a:spcPts val="0"/>
              </a:spcAft>
              <a:buClr>
                <a:schemeClr val="dk1"/>
              </a:buClr>
              <a:buSzPts val="675"/>
              <a:buChar char="■"/>
              <a:defRPr sz="675"/>
            </a:lvl6pPr>
            <a:lvl7pPr marL="3200400" indent="-271463" algn="l">
              <a:lnSpc>
                <a:spcPct val="90000"/>
              </a:lnSpc>
              <a:spcBef>
                <a:spcPts val="1200"/>
              </a:spcBef>
              <a:spcAft>
                <a:spcPts val="0"/>
              </a:spcAft>
              <a:buClr>
                <a:schemeClr val="dk1"/>
              </a:buClr>
              <a:buSzPts val="675"/>
              <a:buChar char="●"/>
              <a:defRPr sz="675"/>
            </a:lvl7pPr>
            <a:lvl8pPr marL="3657600" indent="-271463" algn="l">
              <a:lnSpc>
                <a:spcPct val="90000"/>
              </a:lnSpc>
              <a:spcBef>
                <a:spcPts val="1200"/>
              </a:spcBef>
              <a:spcAft>
                <a:spcPts val="0"/>
              </a:spcAft>
              <a:buClr>
                <a:schemeClr val="dk1"/>
              </a:buClr>
              <a:buSzPts val="675"/>
              <a:buChar char="○"/>
              <a:defRPr sz="675"/>
            </a:lvl8pPr>
            <a:lvl9pPr marL="4114800" indent="-271463" algn="l">
              <a:lnSpc>
                <a:spcPct val="90000"/>
              </a:lnSpc>
              <a:spcBef>
                <a:spcPts val="1200"/>
              </a:spcBef>
              <a:spcAft>
                <a:spcPts val="1200"/>
              </a:spcAft>
              <a:buClr>
                <a:schemeClr val="dk1"/>
              </a:buClr>
              <a:buSzPts val="675"/>
              <a:buChar char="■"/>
              <a:defRPr sz="675"/>
            </a:lvl9pPr>
          </a:lstStyle>
          <a:p xmlns:a="http://schemas.openxmlformats.org/drawingml/2006/main"/>
        </p:txBody>
      </p:sp>
      <p:pic>
        <p:nvPicPr>
          <p:cNvPr id="690" name="Google Shape;685;p97"/>
          <p:cNvPicPr>
            <a:picLocks xmlns:a="http://schemas.openxmlformats.org/drawingml/2006/main" noChangeAspect="1"/>
          </p:cNvPicPr>
          <p:nvPr/>
        </p:nvPicPr>
        <p:blipFill>
          <a:blip xmlns:r="http://schemas.openxmlformats.org/officeDocument/2006/relationships" xmlns:a="http://schemas.openxmlformats.org/drawingml/2006/main" r:embed="Rea70520580504d53">
            <a:alphaModFix/>
          </a:blip>
          <a:stretch xmlns:a="http://schemas.openxmlformats.org/drawingml/2006/main">
            <a:fillRect l="0" t="0" r="0" b="0"/>
          </a:stretch>
        </p:blipFill>
        <p:spPr>
          <a:xfrm xmlns:a="http://schemas.openxmlformats.org/drawingml/2006/main">
            <a:off x="228600" y="4836074"/>
            <a:ext cx="153925" cy="153925"/>
          </a:xfrm>
          <a:prstGeom xmlns:a="http://schemas.openxmlformats.org/drawingml/2006/main" prst="rect">
            <a:avLst/>
          </a:prstGeom>
          <a:ln xmlns:a="http://schemas.openxmlformats.org/drawingml/2006/main">
            <a:noFill/>
          </a:ln>
        </p:spPr>
      </p:pic>
      <p:sp>
        <p:nvSpPr>
          <p:cNvPr id="686" name="Google Shape;686;p97">
            <a:extLst xmlns:a="http://schemas.openxmlformats.org/drawingml/2006/main">
              <a:ext uri="{FF2B5EF4-FFF2-40B4-BE49-F238E27FC236}">
                <a16:creationId xmlns:a16="http://schemas.microsoft.com/office/drawing/2014/main" id="{5FC35365-648F-4B19-B0B0-928123A99C87}"/>
              </a:ext>
            </a:extLst>
          </p:cNvPr>
          <p:cNvSpPr>
            <a:spLocks xmlns:a="http://schemas.openxmlformats.org/drawingml/2006/main" noGrp="1"/>
          </p:cNvSpPr>
          <p:nvPr>
            <p:ph type="pic" idx="3"/>
          </p:nvPr>
        </p:nvSpPr>
        <p:spPr>
          <a:xfrm xmlns:a="http://schemas.openxmlformats.org/drawingml/2006/main">
            <a:off x="231700" y="240275"/>
            <a:ext cx="1681800" cy="1681800"/>
          </a:xfrm>
          <a:prstGeom xmlns:a="http://schemas.openxmlformats.org/drawingml/2006/main" prst="ellipse">
            <a:avLst/>
          </a:prstGeom>
          <a:noFill xmlns:a="http://schemas.openxmlformats.org/drawingml/2006/main"/>
          <a:ln xmlns:a="http://schemas.openxmlformats.org/drawingml/2006/main">
            <a:noFill/>
          </a:ln>
        </p:spPr>
      </p:sp>
    </p:spTree>
  </p:cSld>
</p:sldLayout>
</file>

<file path=ppt/slideLayouts/slideLayout96.xml><?xml version="1.0" encoding="utf-8"?>
<p:sldLayout xmlns:p="http://schemas.openxmlformats.org/presentationml/2006/main" showMasterSp="0" matchingName="TOC 4 sections">
  <p:cSld name="Segments – Light_1">
    <p:bg>
      <p:bgPr>
        <a:solidFill xmlns:a="http://schemas.openxmlformats.org/drawingml/2006/main">
          <a:srgbClr val="FCFAEE"/>
        </a:solidFill>
      </p:bgPr>
    </p:bg>
    <p:spTree>
      <p:nvGrpSpPr>
        <p:cNvPr id="1" name=""/>
        <p:cNvGrpSpPr/>
        <p:nvPr/>
      </p:nvGrpSpPr>
      <p:grpSpPr>
        <a:xfrm xmlns:a="http://schemas.openxmlformats.org/drawingml/2006/main"/>
      </p:grpSpPr>
      <p:sp>
        <p:nvSpPr>
          <p:cNvPr id="688" name="Google Shape;688;p98">
            <a:extLst xmlns:a="http://schemas.openxmlformats.org/drawingml/2006/main">
              <a:ext uri="{FF2B5EF4-FFF2-40B4-BE49-F238E27FC236}">
                <a16:creationId xmlns:a16="http://schemas.microsoft.com/office/drawing/2014/main" id="{0342FE45-0574-4E2F-8C2B-02AD5EEB1903}"/>
              </a:ext>
            </a:extLst>
          </p:cNvPr>
          <p:cNvSpPr>
            <a:spLocks xmlns:a="http://schemas.openxmlformats.org/drawingml/2006/main" noGrp="1"/>
          </p:cNvSpPr>
          <p:nvPr>
            <p:ph type="title" idx="0"/>
          </p:nvPr>
        </p:nvSpPr>
        <p:spPr>
          <a:xfrm xmlns:a="http://schemas.openxmlformats.org/drawingml/2006/main">
            <a:off x="201375" y="158722"/>
            <a:ext cx="3773400" cy="1474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300" tIns="17150" rIns="34300" bIns="17150" anchor="t">
            <a:spAutoFit/>
          </a:bodyPr>
          <a:lstStyle xmlns:a="http://schemas.openxmlformats.org/drawingml/2006/main">
            <a:lvl1pPr algn="l">
              <a:lnSpc>
                <a:spcPct val="90000"/>
              </a:lnSpc>
              <a:spcBef>
                <a:spcPts val="0"/>
              </a:spcBef>
              <a:spcAft>
                <a:spcPts val="0"/>
              </a:spcAft>
              <a:buClr>
                <a:schemeClr val="dk1"/>
              </a:buClr>
              <a:buSzPts val="3800"/>
              <a:buFont typeface="Helvetica Neue"/>
              <a:buNone/>
              <a:defRPr sz="3800" b="0">
                <a:solidFill>
                  <a:schemeClr val="dk1"/>
                </a:solidFill>
              </a:defRPr>
            </a:lvl1pPr>
            <a:lvl2pPr>
              <a:spcBef>
                <a:spcPts val="0"/>
              </a:spcBef>
              <a:spcAft>
                <a:spcPts val="0"/>
              </a:spcAft>
              <a:buSzPts val="500"/>
              <a:buNone/>
              <a:defRPr sz="700"/>
            </a:lvl2pPr>
            <a:lvl3pPr>
              <a:spcBef>
                <a:spcPts val="0"/>
              </a:spcBef>
              <a:spcAft>
                <a:spcPts val="0"/>
              </a:spcAft>
              <a:buSzPts val="500"/>
              <a:buNone/>
              <a:defRPr sz="700"/>
            </a:lvl3pPr>
            <a:lvl4pPr>
              <a:spcBef>
                <a:spcPts val="0"/>
              </a:spcBef>
              <a:spcAft>
                <a:spcPts val="0"/>
              </a:spcAft>
              <a:buSzPts val="500"/>
              <a:buNone/>
              <a:defRPr sz="700"/>
            </a:lvl4pPr>
            <a:lvl5pPr>
              <a:spcBef>
                <a:spcPts val="0"/>
              </a:spcBef>
              <a:spcAft>
                <a:spcPts val="0"/>
              </a:spcAft>
              <a:buSzPts val="500"/>
              <a:buNone/>
              <a:defRPr sz="700"/>
            </a:lvl5pPr>
            <a:lvl6pPr>
              <a:spcBef>
                <a:spcPts val="0"/>
              </a:spcBef>
              <a:spcAft>
                <a:spcPts val="0"/>
              </a:spcAft>
              <a:buSzPts val="500"/>
              <a:buNone/>
              <a:defRPr sz="700"/>
            </a:lvl6pPr>
            <a:lvl7pPr>
              <a:spcBef>
                <a:spcPts val="0"/>
              </a:spcBef>
              <a:spcAft>
                <a:spcPts val="0"/>
              </a:spcAft>
              <a:buSzPts val="500"/>
              <a:buNone/>
              <a:defRPr sz="700"/>
            </a:lvl7pPr>
            <a:lvl8pPr>
              <a:spcBef>
                <a:spcPts val="0"/>
              </a:spcBef>
              <a:spcAft>
                <a:spcPts val="0"/>
              </a:spcAft>
              <a:buSzPts val="500"/>
              <a:buNone/>
              <a:defRPr sz="700"/>
            </a:lvl8pPr>
            <a:lvl9pPr>
              <a:spcBef>
                <a:spcPts val="0"/>
              </a:spcBef>
              <a:spcAft>
                <a:spcPts val="0"/>
              </a:spcAft>
              <a:buSzPts val="500"/>
              <a:buNone/>
              <a:defRPr sz="700"/>
            </a:lvl9pPr>
          </a:lstStyle>
          <a:p xmlns:a="http://schemas.openxmlformats.org/drawingml/2006/main"/>
        </p:txBody>
      </p:sp>
      <p:sp>
        <p:nvSpPr>
          <p:cNvPr id="689" name="Google Shape;689;p98">
            <a:extLst xmlns:a="http://schemas.openxmlformats.org/drawingml/2006/main">
              <a:ext uri="{FF2B5EF4-FFF2-40B4-BE49-F238E27FC236}">
                <a16:creationId xmlns:a16="http://schemas.microsoft.com/office/drawing/2014/main" id="{F9D23B23-1788-4B57-9B4A-63E2F080D59A}"/>
              </a:ext>
            </a:extLst>
          </p:cNvPr>
          <p:cNvSpPr>
            <a:spLocks xmlns:a="http://schemas.openxmlformats.org/drawingml/2006/main" noGrp="1"/>
          </p:cNvSpPr>
          <p:nvPr>
            <p:ph type="title" idx="2"/>
          </p:nvPr>
        </p:nvSpPr>
        <p:spPr>
          <a:xfrm xmlns:a="http://schemas.openxmlformats.org/drawingml/2006/main">
            <a:off x="201375" y="2395725"/>
            <a:ext cx="2024700" cy="513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300" tIns="17150" rIns="34300" bIns="17150" anchor="t">
            <a:spAutoFit/>
          </a:bodyPr>
          <a:lstStyle xmlns:a="http://schemas.openxmlformats.org/drawingml/2006/main">
            <a:lvl1pPr algn="l">
              <a:lnSpc>
                <a:spcPct val="90000"/>
              </a:lnSpc>
              <a:spcBef>
                <a:spcPts val="0"/>
              </a:spcBef>
              <a:spcAft>
                <a:spcPts val="0"/>
              </a:spcAft>
              <a:buClr>
                <a:schemeClr val="dk1"/>
              </a:buClr>
              <a:buSzPts val="1800"/>
              <a:buFont typeface="Helvetica Neue"/>
              <a:buNone/>
              <a:defRPr sz="1800" b="0">
                <a:solidFill>
                  <a:schemeClr val="dk1"/>
                </a:solidFill>
              </a:defRPr>
            </a:lvl1pPr>
            <a:lvl2pPr>
              <a:spcBef>
                <a:spcPts val="0"/>
              </a:spcBef>
              <a:spcAft>
                <a:spcPts val="0"/>
              </a:spcAft>
              <a:buSzPts val="1800"/>
              <a:buNone/>
              <a:defRPr sz="1800"/>
            </a:lvl2pPr>
            <a:lvl3pPr>
              <a:spcBef>
                <a:spcPts val="0"/>
              </a:spcBef>
              <a:spcAft>
                <a:spcPts val="0"/>
              </a:spcAft>
              <a:buSzPts val="1800"/>
              <a:buNone/>
              <a:defRPr sz="1800"/>
            </a:lvl3pPr>
            <a:lvl4pPr>
              <a:spcBef>
                <a:spcPts val="0"/>
              </a:spcBef>
              <a:spcAft>
                <a:spcPts val="0"/>
              </a:spcAft>
              <a:buSzPts val="1800"/>
              <a:buNone/>
              <a:defRPr sz="1800"/>
            </a:lvl4pPr>
            <a:lvl5pPr>
              <a:spcBef>
                <a:spcPts val="0"/>
              </a:spcBef>
              <a:spcAft>
                <a:spcPts val="0"/>
              </a:spcAft>
              <a:buSzPts val="1800"/>
              <a:buNone/>
              <a:defRPr sz="1800"/>
            </a:lvl5pPr>
            <a:lvl6pPr>
              <a:spcBef>
                <a:spcPts val="0"/>
              </a:spcBef>
              <a:spcAft>
                <a:spcPts val="0"/>
              </a:spcAft>
              <a:buSzPts val="1800"/>
              <a:buNone/>
              <a:defRPr sz="1800"/>
            </a:lvl6pPr>
            <a:lvl7pPr>
              <a:spcBef>
                <a:spcPts val="0"/>
              </a:spcBef>
              <a:spcAft>
                <a:spcPts val="0"/>
              </a:spcAft>
              <a:buSzPts val="1800"/>
              <a:buNone/>
              <a:defRPr sz="1800"/>
            </a:lvl7pPr>
            <a:lvl8pPr>
              <a:spcBef>
                <a:spcPts val="0"/>
              </a:spcBef>
              <a:spcAft>
                <a:spcPts val="0"/>
              </a:spcAft>
              <a:buSzPts val="1800"/>
              <a:buNone/>
              <a:defRPr sz="1800"/>
            </a:lvl8pPr>
            <a:lvl9pPr>
              <a:spcBef>
                <a:spcPts val="0"/>
              </a:spcBef>
              <a:spcAft>
                <a:spcPts val="0"/>
              </a:spcAft>
              <a:buSzPts val="1800"/>
              <a:buNone/>
              <a:defRPr sz="1800"/>
            </a:lvl9pPr>
          </a:lstStyle>
          <a:p xmlns:a="http://schemas.openxmlformats.org/drawingml/2006/main"/>
        </p:txBody>
      </p:sp>
      <p:sp>
        <p:nvSpPr>
          <p:cNvPr id="690" name="Google Shape;690;p98">
            <a:extLst xmlns:a="http://schemas.openxmlformats.org/drawingml/2006/main">
              <a:ext uri="{FF2B5EF4-FFF2-40B4-BE49-F238E27FC236}">
                <a16:creationId xmlns:a16="http://schemas.microsoft.com/office/drawing/2014/main" id="{CD7DEB19-0F60-457A-B9A1-044921E73E3C}"/>
              </a:ext>
            </a:extLst>
          </p:cNvPr>
          <p:cNvSpPr>
            <a:spLocks xmlns:a="http://schemas.openxmlformats.org/drawingml/2006/main" noGrp="1"/>
          </p:cNvSpPr>
          <p:nvPr>
            <p:ph type="title" idx="3"/>
          </p:nvPr>
        </p:nvSpPr>
        <p:spPr>
          <a:xfrm xmlns:a="http://schemas.openxmlformats.org/drawingml/2006/main">
            <a:off x="2431133" y="2395725"/>
            <a:ext cx="2024700" cy="513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300" tIns="17150" rIns="34300" bIns="17150" anchor="t">
            <a:spAutoFit/>
          </a:bodyPr>
          <a:lstStyle xmlns:a="http://schemas.openxmlformats.org/drawingml/2006/main">
            <a:lvl1pPr algn="l">
              <a:lnSpc>
                <a:spcPct val="90000"/>
              </a:lnSpc>
              <a:spcBef>
                <a:spcPts val="0"/>
              </a:spcBef>
              <a:spcAft>
                <a:spcPts val="0"/>
              </a:spcAft>
              <a:buClr>
                <a:schemeClr val="dk1"/>
              </a:buClr>
              <a:buSzPts val="1800"/>
              <a:buFont typeface="Helvetica Neue"/>
              <a:buNone/>
              <a:defRPr sz="1800" b="0">
                <a:solidFill>
                  <a:schemeClr val="dk1"/>
                </a:solidFill>
              </a:defRPr>
            </a:lvl1pPr>
            <a:lvl2pPr>
              <a:spcBef>
                <a:spcPts val="0"/>
              </a:spcBef>
              <a:spcAft>
                <a:spcPts val="0"/>
              </a:spcAft>
              <a:buSzPts val="1800"/>
              <a:buNone/>
              <a:defRPr sz="1800"/>
            </a:lvl2pPr>
            <a:lvl3pPr>
              <a:spcBef>
                <a:spcPts val="0"/>
              </a:spcBef>
              <a:spcAft>
                <a:spcPts val="0"/>
              </a:spcAft>
              <a:buSzPts val="1800"/>
              <a:buNone/>
              <a:defRPr sz="1800"/>
            </a:lvl3pPr>
            <a:lvl4pPr>
              <a:spcBef>
                <a:spcPts val="0"/>
              </a:spcBef>
              <a:spcAft>
                <a:spcPts val="0"/>
              </a:spcAft>
              <a:buSzPts val="1800"/>
              <a:buNone/>
              <a:defRPr sz="1800"/>
            </a:lvl4pPr>
            <a:lvl5pPr>
              <a:spcBef>
                <a:spcPts val="0"/>
              </a:spcBef>
              <a:spcAft>
                <a:spcPts val="0"/>
              </a:spcAft>
              <a:buSzPts val="1800"/>
              <a:buNone/>
              <a:defRPr sz="1800"/>
            </a:lvl5pPr>
            <a:lvl6pPr>
              <a:spcBef>
                <a:spcPts val="0"/>
              </a:spcBef>
              <a:spcAft>
                <a:spcPts val="0"/>
              </a:spcAft>
              <a:buSzPts val="1800"/>
              <a:buNone/>
              <a:defRPr sz="1800"/>
            </a:lvl6pPr>
            <a:lvl7pPr>
              <a:spcBef>
                <a:spcPts val="0"/>
              </a:spcBef>
              <a:spcAft>
                <a:spcPts val="0"/>
              </a:spcAft>
              <a:buSzPts val="1800"/>
              <a:buNone/>
              <a:defRPr sz="1800"/>
            </a:lvl7pPr>
            <a:lvl8pPr>
              <a:spcBef>
                <a:spcPts val="0"/>
              </a:spcBef>
              <a:spcAft>
                <a:spcPts val="0"/>
              </a:spcAft>
              <a:buSzPts val="1800"/>
              <a:buNone/>
              <a:defRPr sz="1800"/>
            </a:lvl8pPr>
            <a:lvl9pPr>
              <a:spcBef>
                <a:spcPts val="0"/>
              </a:spcBef>
              <a:spcAft>
                <a:spcPts val="0"/>
              </a:spcAft>
              <a:buSzPts val="1800"/>
              <a:buNone/>
              <a:defRPr sz="1800"/>
            </a:lvl9pPr>
          </a:lstStyle>
          <a:p xmlns:a="http://schemas.openxmlformats.org/drawingml/2006/main"/>
        </p:txBody>
      </p:sp>
      <p:sp>
        <p:nvSpPr>
          <p:cNvPr id="691" name="Google Shape;691;p98">
            <a:extLst xmlns:a="http://schemas.openxmlformats.org/drawingml/2006/main">
              <a:ext uri="{FF2B5EF4-FFF2-40B4-BE49-F238E27FC236}">
                <a16:creationId xmlns:a16="http://schemas.microsoft.com/office/drawing/2014/main" id="{439A6ED9-7E77-43E5-A2B8-75267E869948}"/>
              </a:ext>
            </a:extLst>
          </p:cNvPr>
          <p:cNvSpPr>
            <a:spLocks xmlns:a="http://schemas.openxmlformats.org/drawingml/2006/main" noGrp="1"/>
          </p:cNvSpPr>
          <p:nvPr>
            <p:ph type="title" idx="4"/>
          </p:nvPr>
        </p:nvSpPr>
        <p:spPr>
          <a:xfrm xmlns:a="http://schemas.openxmlformats.org/drawingml/2006/main">
            <a:off x="4660891" y="2395725"/>
            <a:ext cx="2024700" cy="513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300" tIns="17150" rIns="34300" bIns="17150" anchor="t">
            <a:spAutoFit/>
          </a:bodyPr>
          <a:lstStyle xmlns:a="http://schemas.openxmlformats.org/drawingml/2006/main">
            <a:lvl1pPr algn="l">
              <a:lnSpc>
                <a:spcPct val="90000"/>
              </a:lnSpc>
              <a:spcBef>
                <a:spcPts val="0"/>
              </a:spcBef>
              <a:spcAft>
                <a:spcPts val="0"/>
              </a:spcAft>
              <a:buClr>
                <a:schemeClr val="dk1"/>
              </a:buClr>
              <a:buSzPts val="1800"/>
              <a:buFont typeface="Helvetica Neue"/>
              <a:buNone/>
              <a:defRPr sz="1800" b="0">
                <a:solidFill>
                  <a:schemeClr val="dk1"/>
                </a:solidFill>
              </a:defRPr>
            </a:lvl1pPr>
            <a:lvl2pPr>
              <a:spcBef>
                <a:spcPts val="0"/>
              </a:spcBef>
              <a:spcAft>
                <a:spcPts val="0"/>
              </a:spcAft>
              <a:buSzPts val="1800"/>
              <a:buNone/>
              <a:defRPr sz="1800"/>
            </a:lvl2pPr>
            <a:lvl3pPr>
              <a:spcBef>
                <a:spcPts val="0"/>
              </a:spcBef>
              <a:spcAft>
                <a:spcPts val="0"/>
              </a:spcAft>
              <a:buSzPts val="1800"/>
              <a:buNone/>
              <a:defRPr sz="1800"/>
            </a:lvl3pPr>
            <a:lvl4pPr>
              <a:spcBef>
                <a:spcPts val="0"/>
              </a:spcBef>
              <a:spcAft>
                <a:spcPts val="0"/>
              </a:spcAft>
              <a:buSzPts val="1800"/>
              <a:buNone/>
              <a:defRPr sz="1800"/>
            </a:lvl4pPr>
            <a:lvl5pPr>
              <a:spcBef>
                <a:spcPts val="0"/>
              </a:spcBef>
              <a:spcAft>
                <a:spcPts val="0"/>
              </a:spcAft>
              <a:buSzPts val="1800"/>
              <a:buNone/>
              <a:defRPr sz="1800"/>
            </a:lvl5pPr>
            <a:lvl6pPr>
              <a:spcBef>
                <a:spcPts val="0"/>
              </a:spcBef>
              <a:spcAft>
                <a:spcPts val="0"/>
              </a:spcAft>
              <a:buSzPts val="1800"/>
              <a:buNone/>
              <a:defRPr sz="1800"/>
            </a:lvl6pPr>
            <a:lvl7pPr>
              <a:spcBef>
                <a:spcPts val="0"/>
              </a:spcBef>
              <a:spcAft>
                <a:spcPts val="0"/>
              </a:spcAft>
              <a:buSzPts val="1800"/>
              <a:buNone/>
              <a:defRPr sz="1800"/>
            </a:lvl7pPr>
            <a:lvl8pPr>
              <a:spcBef>
                <a:spcPts val="0"/>
              </a:spcBef>
              <a:spcAft>
                <a:spcPts val="0"/>
              </a:spcAft>
              <a:buSzPts val="1800"/>
              <a:buNone/>
              <a:defRPr sz="1800"/>
            </a:lvl8pPr>
            <a:lvl9pPr>
              <a:spcBef>
                <a:spcPts val="0"/>
              </a:spcBef>
              <a:spcAft>
                <a:spcPts val="0"/>
              </a:spcAft>
              <a:buSzPts val="1800"/>
              <a:buNone/>
              <a:defRPr sz="1800"/>
            </a:lvl9pPr>
          </a:lstStyle>
          <a:p xmlns:a="http://schemas.openxmlformats.org/drawingml/2006/main"/>
        </p:txBody>
      </p:sp>
      <p:sp>
        <p:nvSpPr>
          <p:cNvPr id="692" name="Google Shape;692;p98">
            <a:extLst xmlns:a="http://schemas.openxmlformats.org/drawingml/2006/main">
              <a:ext uri="{FF2B5EF4-FFF2-40B4-BE49-F238E27FC236}">
                <a16:creationId xmlns:a16="http://schemas.microsoft.com/office/drawing/2014/main" id="{F77B5FE4-1A00-4D84-A84F-A03BDA04FBC1}"/>
              </a:ext>
            </a:extLst>
          </p:cNvPr>
          <p:cNvSpPr>
            <a:spLocks xmlns:a="http://schemas.openxmlformats.org/drawingml/2006/main" noGrp="1"/>
          </p:cNvSpPr>
          <p:nvPr>
            <p:ph type="title" idx="5"/>
          </p:nvPr>
        </p:nvSpPr>
        <p:spPr>
          <a:xfrm xmlns:a="http://schemas.openxmlformats.org/drawingml/2006/main">
            <a:off x="6890650" y="2778600"/>
            <a:ext cx="2024700" cy="513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300" tIns="17150" rIns="34300" bIns="17150" anchor="t">
            <a:spAutoFit/>
          </a:bodyPr>
          <a:lstStyle xmlns:a="http://schemas.openxmlformats.org/drawingml/2006/main">
            <a:lvl1pPr algn="l">
              <a:lnSpc>
                <a:spcPct val="90000"/>
              </a:lnSpc>
              <a:spcBef>
                <a:spcPts val="0"/>
              </a:spcBef>
              <a:spcAft>
                <a:spcPts val="0"/>
              </a:spcAft>
              <a:buClr>
                <a:srgbClr val="7F7F7F"/>
              </a:buClr>
              <a:buSzPts val="1100"/>
              <a:buFont typeface="Inter"/>
              <a:buNone/>
              <a:defRPr sz="1100">
                <a:solidFill>
                  <a:srgbClr val="7F7F7F"/>
                </a:solidFill>
                <a:latin typeface="Inter"/>
                <a:ea typeface="Inter"/>
                <a:cs typeface="Inter"/>
              </a:defRPr>
            </a:lvl1pPr>
            <a:lvl2pPr>
              <a:spcBef>
                <a:spcPts val="0"/>
              </a:spcBef>
              <a:spcAft>
                <a:spcPts val="0"/>
              </a:spcAft>
              <a:buClr>
                <a:srgbClr val="7F7F7F"/>
              </a:buClr>
              <a:buSzPts val="1100"/>
              <a:buFont typeface="Inter"/>
              <a:buNone/>
              <a:defRPr sz="1100">
                <a:solidFill>
                  <a:srgbClr val="7F7F7F"/>
                </a:solidFill>
                <a:latin typeface="Inter"/>
                <a:ea typeface="Inter"/>
                <a:cs typeface="Inter"/>
              </a:defRPr>
            </a:lvl2pPr>
            <a:lvl3pPr>
              <a:spcBef>
                <a:spcPts val="0"/>
              </a:spcBef>
              <a:spcAft>
                <a:spcPts val="0"/>
              </a:spcAft>
              <a:buClr>
                <a:srgbClr val="7F7F7F"/>
              </a:buClr>
              <a:buSzPts val="1100"/>
              <a:buFont typeface="Inter"/>
              <a:buNone/>
              <a:defRPr sz="1100">
                <a:solidFill>
                  <a:srgbClr val="7F7F7F"/>
                </a:solidFill>
                <a:latin typeface="Inter"/>
                <a:ea typeface="Inter"/>
                <a:cs typeface="Inter"/>
              </a:defRPr>
            </a:lvl3pPr>
            <a:lvl4pPr>
              <a:spcBef>
                <a:spcPts val="0"/>
              </a:spcBef>
              <a:spcAft>
                <a:spcPts val="0"/>
              </a:spcAft>
              <a:buClr>
                <a:srgbClr val="7F7F7F"/>
              </a:buClr>
              <a:buSzPts val="1100"/>
              <a:buFont typeface="Inter"/>
              <a:buNone/>
              <a:defRPr sz="1100">
                <a:solidFill>
                  <a:srgbClr val="7F7F7F"/>
                </a:solidFill>
                <a:latin typeface="Inter"/>
                <a:ea typeface="Inter"/>
                <a:cs typeface="Inter"/>
              </a:defRPr>
            </a:lvl4pPr>
            <a:lvl5pPr>
              <a:spcBef>
                <a:spcPts val="0"/>
              </a:spcBef>
              <a:spcAft>
                <a:spcPts val="0"/>
              </a:spcAft>
              <a:buClr>
                <a:srgbClr val="7F7F7F"/>
              </a:buClr>
              <a:buSzPts val="1100"/>
              <a:buFont typeface="Inter"/>
              <a:buNone/>
              <a:defRPr sz="1100">
                <a:solidFill>
                  <a:srgbClr val="7F7F7F"/>
                </a:solidFill>
                <a:latin typeface="Inter"/>
                <a:ea typeface="Inter"/>
                <a:cs typeface="Inter"/>
              </a:defRPr>
            </a:lvl5pPr>
            <a:lvl6pPr>
              <a:spcBef>
                <a:spcPts val="0"/>
              </a:spcBef>
              <a:spcAft>
                <a:spcPts val="0"/>
              </a:spcAft>
              <a:buClr>
                <a:srgbClr val="7F7F7F"/>
              </a:buClr>
              <a:buSzPts val="1100"/>
              <a:buFont typeface="Inter"/>
              <a:buNone/>
              <a:defRPr sz="1100">
                <a:solidFill>
                  <a:srgbClr val="7F7F7F"/>
                </a:solidFill>
                <a:latin typeface="Inter"/>
                <a:ea typeface="Inter"/>
                <a:cs typeface="Inter"/>
              </a:defRPr>
            </a:lvl6pPr>
            <a:lvl7pPr>
              <a:spcBef>
                <a:spcPts val="0"/>
              </a:spcBef>
              <a:spcAft>
                <a:spcPts val="0"/>
              </a:spcAft>
              <a:buClr>
                <a:srgbClr val="7F7F7F"/>
              </a:buClr>
              <a:buSzPts val="1100"/>
              <a:buFont typeface="Inter"/>
              <a:buNone/>
              <a:defRPr sz="1100">
                <a:solidFill>
                  <a:srgbClr val="7F7F7F"/>
                </a:solidFill>
                <a:latin typeface="Inter"/>
                <a:ea typeface="Inter"/>
                <a:cs typeface="Inter"/>
              </a:defRPr>
            </a:lvl7pPr>
            <a:lvl8pPr>
              <a:spcBef>
                <a:spcPts val="0"/>
              </a:spcBef>
              <a:spcAft>
                <a:spcPts val="0"/>
              </a:spcAft>
              <a:buClr>
                <a:srgbClr val="7F7F7F"/>
              </a:buClr>
              <a:buSzPts val="1100"/>
              <a:buFont typeface="Inter"/>
              <a:buNone/>
              <a:defRPr sz="1100">
                <a:solidFill>
                  <a:srgbClr val="7F7F7F"/>
                </a:solidFill>
                <a:latin typeface="Inter"/>
                <a:ea typeface="Inter"/>
                <a:cs typeface="Inter"/>
              </a:defRPr>
            </a:lvl8pPr>
            <a:lvl9pPr>
              <a:spcBef>
                <a:spcPts val="0"/>
              </a:spcBef>
              <a:spcAft>
                <a:spcPts val="0"/>
              </a:spcAft>
              <a:buClr>
                <a:srgbClr val="7F7F7F"/>
              </a:buClr>
              <a:buSzPts val="1100"/>
              <a:buFont typeface="Inter"/>
              <a:buNone/>
              <a:defRPr sz="1100">
                <a:solidFill>
                  <a:srgbClr val="7F7F7F"/>
                </a:solidFill>
                <a:latin typeface="Inter"/>
                <a:ea typeface="Inter"/>
                <a:cs typeface="Inter"/>
              </a:defRPr>
            </a:lvl9pPr>
          </a:lstStyle>
          <a:p xmlns:a="http://schemas.openxmlformats.org/drawingml/2006/main"/>
        </p:txBody>
      </p:sp>
      <p:sp>
        <p:nvSpPr>
          <p:cNvPr id="693" name="Google Shape;693;p98">
            <a:extLst xmlns:a="http://schemas.openxmlformats.org/drawingml/2006/main">
              <a:ext uri="{FF2B5EF4-FFF2-40B4-BE49-F238E27FC236}">
                <a16:creationId xmlns:a16="http://schemas.microsoft.com/office/drawing/2014/main" id="{1B859DC5-CA97-4AA5-B4A2-48B615E6E6F6}"/>
              </a:ext>
            </a:extLst>
          </p:cNvPr>
          <p:cNvSpPr>
            <a:spLocks xmlns:a="http://schemas.openxmlformats.org/drawingml/2006/main" noGrp="1"/>
          </p:cNvSpPr>
          <p:nvPr>
            <p:ph type="title" idx="6"/>
          </p:nvPr>
        </p:nvSpPr>
        <p:spPr>
          <a:xfrm xmlns:a="http://schemas.openxmlformats.org/drawingml/2006/main">
            <a:off x="201375" y="2778600"/>
            <a:ext cx="2024700" cy="513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300" tIns="17150" rIns="34300" bIns="17150" anchor="t">
            <a:spAutoFit/>
          </a:bodyPr>
          <a:lstStyle xmlns:a="http://schemas.openxmlformats.org/drawingml/2006/main">
            <a:lvl1pPr algn="l">
              <a:lnSpc>
                <a:spcPct val="90000"/>
              </a:lnSpc>
              <a:spcBef>
                <a:spcPts val="0"/>
              </a:spcBef>
              <a:spcAft>
                <a:spcPts val="0"/>
              </a:spcAft>
              <a:buClr>
                <a:srgbClr val="7F7F7F"/>
              </a:buClr>
              <a:buSzPts val="1100"/>
              <a:buFont typeface="Inter"/>
              <a:buNone/>
              <a:defRPr sz="1100">
                <a:solidFill>
                  <a:srgbClr val="7F7F7F"/>
                </a:solidFill>
                <a:latin typeface="Inter"/>
                <a:ea typeface="Inter"/>
                <a:cs typeface="Inter"/>
              </a:defRPr>
            </a:lvl1pPr>
            <a:lvl2pPr>
              <a:spcBef>
                <a:spcPts val="0"/>
              </a:spcBef>
              <a:spcAft>
                <a:spcPts val="0"/>
              </a:spcAft>
              <a:buClr>
                <a:srgbClr val="7F7F7F"/>
              </a:buClr>
              <a:buSzPts val="1100"/>
              <a:buFont typeface="Inter"/>
              <a:buNone/>
              <a:defRPr sz="1100">
                <a:solidFill>
                  <a:srgbClr val="7F7F7F"/>
                </a:solidFill>
                <a:latin typeface="Inter"/>
                <a:ea typeface="Inter"/>
                <a:cs typeface="Inter"/>
              </a:defRPr>
            </a:lvl2pPr>
            <a:lvl3pPr>
              <a:spcBef>
                <a:spcPts val="0"/>
              </a:spcBef>
              <a:spcAft>
                <a:spcPts val="0"/>
              </a:spcAft>
              <a:buClr>
                <a:srgbClr val="7F7F7F"/>
              </a:buClr>
              <a:buSzPts val="1100"/>
              <a:buFont typeface="Inter"/>
              <a:buNone/>
              <a:defRPr sz="1100">
                <a:solidFill>
                  <a:srgbClr val="7F7F7F"/>
                </a:solidFill>
                <a:latin typeface="Inter"/>
                <a:ea typeface="Inter"/>
                <a:cs typeface="Inter"/>
              </a:defRPr>
            </a:lvl3pPr>
            <a:lvl4pPr>
              <a:spcBef>
                <a:spcPts val="0"/>
              </a:spcBef>
              <a:spcAft>
                <a:spcPts val="0"/>
              </a:spcAft>
              <a:buClr>
                <a:srgbClr val="7F7F7F"/>
              </a:buClr>
              <a:buSzPts val="1100"/>
              <a:buFont typeface="Inter"/>
              <a:buNone/>
              <a:defRPr sz="1100">
                <a:solidFill>
                  <a:srgbClr val="7F7F7F"/>
                </a:solidFill>
                <a:latin typeface="Inter"/>
                <a:ea typeface="Inter"/>
                <a:cs typeface="Inter"/>
              </a:defRPr>
            </a:lvl4pPr>
            <a:lvl5pPr>
              <a:spcBef>
                <a:spcPts val="0"/>
              </a:spcBef>
              <a:spcAft>
                <a:spcPts val="0"/>
              </a:spcAft>
              <a:buClr>
                <a:srgbClr val="7F7F7F"/>
              </a:buClr>
              <a:buSzPts val="1100"/>
              <a:buFont typeface="Inter"/>
              <a:buNone/>
              <a:defRPr sz="1100">
                <a:solidFill>
                  <a:srgbClr val="7F7F7F"/>
                </a:solidFill>
                <a:latin typeface="Inter"/>
                <a:ea typeface="Inter"/>
                <a:cs typeface="Inter"/>
              </a:defRPr>
            </a:lvl5pPr>
            <a:lvl6pPr>
              <a:spcBef>
                <a:spcPts val="0"/>
              </a:spcBef>
              <a:spcAft>
                <a:spcPts val="0"/>
              </a:spcAft>
              <a:buClr>
                <a:srgbClr val="7F7F7F"/>
              </a:buClr>
              <a:buSzPts val="1100"/>
              <a:buFont typeface="Inter"/>
              <a:buNone/>
              <a:defRPr sz="1100">
                <a:solidFill>
                  <a:srgbClr val="7F7F7F"/>
                </a:solidFill>
                <a:latin typeface="Inter"/>
                <a:ea typeface="Inter"/>
                <a:cs typeface="Inter"/>
              </a:defRPr>
            </a:lvl6pPr>
            <a:lvl7pPr>
              <a:spcBef>
                <a:spcPts val="0"/>
              </a:spcBef>
              <a:spcAft>
                <a:spcPts val="0"/>
              </a:spcAft>
              <a:buClr>
                <a:srgbClr val="7F7F7F"/>
              </a:buClr>
              <a:buSzPts val="1100"/>
              <a:buFont typeface="Inter"/>
              <a:buNone/>
              <a:defRPr sz="1100">
                <a:solidFill>
                  <a:srgbClr val="7F7F7F"/>
                </a:solidFill>
                <a:latin typeface="Inter"/>
                <a:ea typeface="Inter"/>
                <a:cs typeface="Inter"/>
              </a:defRPr>
            </a:lvl7pPr>
            <a:lvl8pPr>
              <a:spcBef>
                <a:spcPts val="0"/>
              </a:spcBef>
              <a:spcAft>
                <a:spcPts val="0"/>
              </a:spcAft>
              <a:buClr>
                <a:srgbClr val="7F7F7F"/>
              </a:buClr>
              <a:buSzPts val="1100"/>
              <a:buFont typeface="Inter"/>
              <a:buNone/>
              <a:defRPr sz="1100">
                <a:solidFill>
                  <a:srgbClr val="7F7F7F"/>
                </a:solidFill>
                <a:latin typeface="Inter"/>
                <a:ea typeface="Inter"/>
                <a:cs typeface="Inter"/>
              </a:defRPr>
            </a:lvl8pPr>
            <a:lvl9pPr>
              <a:spcBef>
                <a:spcPts val="0"/>
              </a:spcBef>
              <a:spcAft>
                <a:spcPts val="0"/>
              </a:spcAft>
              <a:buClr>
                <a:srgbClr val="7F7F7F"/>
              </a:buClr>
              <a:buSzPts val="1100"/>
              <a:buFont typeface="Inter"/>
              <a:buNone/>
              <a:defRPr sz="1100">
                <a:solidFill>
                  <a:srgbClr val="7F7F7F"/>
                </a:solidFill>
                <a:latin typeface="Inter"/>
                <a:ea typeface="Inter"/>
                <a:cs typeface="Inter"/>
              </a:defRPr>
            </a:lvl9pPr>
          </a:lstStyle>
          <a:p xmlns:a="http://schemas.openxmlformats.org/drawingml/2006/main"/>
        </p:txBody>
      </p:sp>
      <p:sp>
        <p:nvSpPr>
          <p:cNvPr id="694" name="Google Shape;694;p98">
            <a:extLst xmlns:a="http://schemas.openxmlformats.org/drawingml/2006/main">
              <a:ext uri="{FF2B5EF4-FFF2-40B4-BE49-F238E27FC236}">
                <a16:creationId xmlns:a16="http://schemas.microsoft.com/office/drawing/2014/main" id="{A3ABBD59-3253-4806-A632-DB71C58E66B3}"/>
              </a:ext>
            </a:extLst>
          </p:cNvPr>
          <p:cNvSpPr>
            <a:spLocks xmlns:a="http://schemas.openxmlformats.org/drawingml/2006/main" noGrp="1"/>
          </p:cNvSpPr>
          <p:nvPr>
            <p:ph type="title" idx="7"/>
          </p:nvPr>
        </p:nvSpPr>
        <p:spPr>
          <a:xfrm xmlns:a="http://schemas.openxmlformats.org/drawingml/2006/main">
            <a:off x="2431133" y="2778600"/>
            <a:ext cx="2024700" cy="513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300" tIns="17150" rIns="34300" bIns="17150" anchor="t">
            <a:spAutoFit/>
          </a:bodyPr>
          <a:lstStyle xmlns:a="http://schemas.openxmlformats.org/drawingml/2006/main">
            <a:lvl1pPr algn="l">
              <a:lnSpc>
                <a:spcPct val="90000"/>
              </a:lnSpc>
              <a:spcBef>
                <a:spcPts val="0"/>
              </a:spcBef>
              <a:spcAft>
                <a:spcPts val="0"/>
              </a:spcAft>
              <a:buClr>
                <a:srgbClr val="7F7F7F"/>
              </a:buClr>
              <a:buSzPts val="1100"/>
              <a:buFont typeface="Inter"/>
              <a:buNone/>
              <a:defRPr sz="1100">
                <a:solidFill>
                  <a:srgbClr val="7F7F7F"/>
                </a:solidFill>
                <a:latin typeface="Inter"/>
                <a:ea typeface="Inter"/>
                <a:cs typeface="Inter"/>
              </a:defRPr>
            </a:lvl1pPr>
            <a:lvl2pPr>
              <a:spcBef>
                <a:spcPts val="0"/>
              </a:spcBef>
              <a:spcAft>
                <a:spcPts val="0"/>
              </a:spcAft>
              <a:buClr>
                <a:srgbClr val="7F7F7F"/>
              </a:buClr>
              <a:buSzPts val="1100"/>
              <a:buFont typeface="Inter"/>
              <a:buNone/>
              <a:defRPr sz="1100">
                <a:solidFill>
                  <a:srgbClr val="7F7F7F"/>
                </a:solidFill>
                <a:latin typeface="Inter"/>
                <a:ea typeface="Inter"/>
                <a:cs typeface="Inter"/>
              </a:defRPr>
            </a:lvl2pPr>
            <a:lvl3pPr>
              <a:spcBef>
                <a:spcPts val="0"/>
              </a:spcBef>
              <a:spcAft>
                <a:spcPts val="0"/>
              </a:spcAft>
              <a:buClr>
                <a:srgbClr val="7F7F7F"/>
              </a:buClr>
              <a:buSzPts val="1100"/>
              <a:buFont typeface="Inter"/>
              <a:buNone/>
              <a:defRPr sz="1100">
                <a:solidFill>
                  <a:srgbClr val="7F7F7F"/>
                </a:solidFill>
                <a:latin typeface="Inter"/>
                <a:ea typeface="Inter"/>
                <a:cs typeface="Inter"/>
              </a:defRPr>
            </a:lvl3pPr>
            <a:lvl4pPr>
              <a:spcBef>
                <a:spcPts val="0"/>
              </a:spcBef>
              <a:spcAft>
                <a:spcPts val="0"/>
              </a:spcAft>
              <a:buClr>
                <a:srgbClr val="7F7F7F"/>
              </a:buClr>
              <a:buSzPts val="1100"/>
              <a:buFont typeface="Inter"/>
              <a:buNone/>
              <a:defRPr sz="1100">
                <a:solidFill>
                  <a:srgbClr val="7F7F7F"/>
                </a:solidFill>
                <a:latin typeface="Inter"/>
                <a:ea typeface="Inter"/>
                <a:cs typeface="Inter"/>
              </a:defRPr>
            </a:lvl4pPr>
            <a:lvl5pPr>
              <a:spcBef>
                <a:spcPts val="0"/>
              </a:spcBef>
              <a:spcAft>
                <a:spcPts val="0"/>
              </a:spcAft>
              <a:buClr>
                <a:srgbClr val="7F7F7F"/>
              </a:buClr>
              <a:buSzPts val="1100"/>
              <a:buFont typeface="Inter"/>
              <a:buNone/>
              <a:defRPr sz="1100">
                <a:solidFill>
                  <a:srgbClr val="7F7F7F"/>
                </a:solidFill>
                <a:latin typeface="Inter"/>
                <a:ea typeface="Inter"/>
                <a:cs typeface="Inter"/>
              </a:defRPr>
            </a:lvl5pPr>
            <a:lvl6pPr>
              <a:spcBef>
                <a:spcPts val="0"/>
              </a:spcBef>
              <a:spcAft>
                <a:spcPts val="0"/>
              </a:spcAft>
              <a:buClr>
                <a:srgbClr val="7F7F7F"/>
              </a:buClr>
              <a:buSzPts val="1100"/>
              <a:buFont typeface="Inter"/>
              <a:buNone/>
              <a:defRPr sz="1100">
                <a:solidFill>
                  <a:srgbClr val="7F7F7F"/>
                </a:solidFill>
                <a:latin typeface="Inter"/>
                <a:ea typeface="Inter"/>
                <a:cs typeface="Inter"/>
              </a:defRPr>
            </a:lvl6pPr>
            <a:lvl7pPr>
              <a:spcBef>
                <a:spcPts val="0"/>
              </a:spcBef>
              <a:spcAft>
                <a:spcPts val="0"/>
              </a:spcAft>
              <a:buClr>
                <a:srgbClr val="7F7F7F"/>
              </a:buClr>
              <a:buSzPts val="1100"/>
              <a:buFont typeface="Inter"/>
              <a:buNone/>
              <a:defRPr sz="1100">
                <a:solidFill>
                  <a:srgbClr val="7F7F7F"/>
                </a:solidFill>
                <a:latin typeface="Inter"/>
                <a:ea typeface="Inter"/>
                <a:cs typeface="Inter"/>
              </a:defRPr>
            </a:lvl7pPr>
            <a:lvl8pPr>
              <a:spcBef>
                <a:spcPts val="0"/>
              </a:spcBef>
              <a:spcAft>
                <a:spcPts val="0"/>
              </a:spcAft>
              <a:buClr>
                <a:srgbClr val="7F7F7F"/>
              </a:buClr>
              <a:buSzPts val="1100"/>
              <a:buFont typeface="Inter"/>
              <a:buNone/>
              <a:defRPr sz="1100">
                <a:solidFill>
                  <a:srgbClr val="7F7F7F"/>
                </a:solidFill>
                <a:latin typeface="Inter"/>
                <a:ea typeface="Inter"/>
                <a:cs typeface="Inter"/>
              </a:defRPr>
            </a:lvl8pPr>
            <a:lvl9pPr>
              <a:spcBef>
                <a:spcPts val="0"/>
              </a:spcBef>
              <a:spcAft>
                <a:spcPts val="0"/>
              </a:spcAft>
              <a:buClr>
                <a:srgbClr val="7F7F7F"/>
              </a:buClr>
              <a:buSzPts val="1100"/>
              <a:buFont typeface="Inter"/>
              <a:buNone/>
              <a:defRPr sz="1100">
                <a:solidFill>
                  <a:srgbClr val="7F7F7F"/>
                </a:solidFill>
                <a:latin typeface="Inter"/>
                <a:ea typeface="Inter"/>
                <a:cs typeface="Inter"/>
              </a:defRPr>
            </a:lvl9pPr>
          </a:lstStyle>
          <a:p xmlns:a="http://schemas.openxmlformats.org/drawingml/2006/main"/>
        </p:txBody>
      </p:sp>
      <p:sp>
        <p:nvSpPr>
          <p:cNvPr id="695" name="Google Shape;695;p98">
            <a:extLst xmlns:a="http://schemas.openxmlformats.org/drawingml/2006/main">
              <a:ext uri="{FF2B5EF4-FFF2-40B4-BE49-F238E27FC236}">
                <a16:creationId xmlns:a16="http://schemas.microsoft.com/office/drawing/2014/main" id="{C51F774D-0194-4F19-9783-19D1728A54BB}"/>
              </a:ext>
            </a:extLst>
          </p:cNvPr>
          <p:cNvSpPr>
            <a:spLocks xmlns:a="http://schemas.openxmlformats.org/drawingml/2006/main" noGrp="1"/>
          </p:cNvSpPr>
          <p:nvPr>
            <p:ph type="title" idx="8"/>
          </p:nvPr>
        </p:nvSpPr>
        <p:spPr>
          <a:xfrm xmlns:a="http://schemas.openxmlformats.org/drawingml/2006/main">
            <a:off x="4660891" y="2778600"/>
            <a:ext cx="2024700" cy="513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300" tIns="17150" rIns="34300" bIns="17150" anchor="t">
            <a:spAutoFit/>
          </a:bodyPr>
          <a:lstStyle xmlns:a="http://schemas.openxmlformats.org/drawingml/2006/main">
            <a:lvl1pPr algn="l">
              <a:lnSpc>
                <a:spcPct val="90000"/>
              </a:lnSpc>
              <a:spcBef>
                <a:spcPts val="0"/>
              </a:spcBef>
              <a:spcAft>
                <a:spcPts val="0"/>
              </a:spcAft>
              <a:buClr>
                <a:srgbClr val="7F7F7F"/>
              </a:buClr>
              <a:buSzPts val="1100"/>
              <a:buFont typeface="Inter"/>
              <a:buNone/>
              <a:defRPr sz="1100">
                <a:solidFill>
                  <a:srgbClr val="7F7F7F"/>
                </a:solidFill>
                <a:latin typeface="Inter"/>
                <a:ea typeface="Inter"/>
                <a:cs typeface="Inter"/>
              </a:defRPr>
            </a:lvl1pPr>
            <a:lvl2pPr>
              <a:spcBef>
                <a:spcPts val="0"/>
              </a:spcBef>
              <a:spcAft>
                <a:spcPts val="0"/>
              </a:spcAft>
              <a:buClr>
                <a:srgbClr val="7F7F7F"/>
              </a:buClr>
              <a:buSzPts val="1100"/>
              <a:buFont typeface="Inter"/>
              <a:buNone/>
              <a:defRPr sz="1100">
                <a:solidFill>
                  <a:srgbClr val="7F7F7F"/>
                </a:solidFill>
                <a:latin typeface="Inter"/>
                <a:ea typeface="Inter"/>
                <a:cs typeface="Inter"/>
              </a:defRPr>
            </a:lvl2pPr>
            <a:lvl3pPr>
              <a:spcBef>
                <a:spcPts val="0"/>
              </a:spcBef>
              <a:spcAft>
                <a:spcPts val="0"/>
              </a:spcAft>
              <a:buClr>
                <a:srgbClr val="7F7F7F"/>
              </a:buClr>
              <a:buSzPts val="1100"/>
              <a:buFont typeface="Inter"/>
              <a:buNone/>
              <a:defRPr sz="1100">
                <a:solidFill>
                  <a:srgbClr val="7F7F7F"/>
                </a:solidFill>
                <a:latin typeface="Inter"/>
                <a:ea typeface="Inter"/>
                <a:cs typeface="Inter"/>
              </a:defRPr>
            </a:lvl3pPr>
            <a:lvl4pPr>
              <a:spcBef>
                <a:spcPts val="0"/>
              </a:spcBef>
              <a:spcAft>
                <a:spcPts val="0"/>
              </a:spcAft>
              <a:buClr>
                <a:srgbClr val="7F7F7F"/>
              </a:buClr>
              <a:buSzPts val="1100"/>
              <a:buFont typeface="Inter"/>
              <a:buNone/>
              <a:defRPr sz="1100">
                <a:solidFill>
                  <a:srgbClr val="7F7F7F"/>
                </a:solidFill>
                <a:latin typeface="Inter"/>
                <a:ea typeface="Inter"/>
                <a:cs typeface="Inter"/>
              </a:defRPr>
            </a:lvl4pPr>
            <a:lvl5pPr>
              <a:spcBef>
                <a:spcPts val="0"/>
              </a:spcBef>
              <a:spcAft>
                <a:spcPts val="0"/>
              </a:spcAft>
              <a:buClr>
                <a:srgbClr val="7F7F7F"/>
              </a:buClr>
              <a:buSzPts val="1100"/>
              <a:buFont typeface="Inter"/>
              <a:buNone/>
              <a:defRPr sz="1100">
                <a:solidFill>
                  <a:srgbClr val="7F7F7F"/>
                </a:solidFill>
                <a:latin typeface="Inter"/>
                <a:ea typeface="Inter"/>
                <a:cs typeface="Inter"/>
              </a:defRPr>
            </a:lvl5pPr>
            <a:lvl6pPr>
              <a:spcBef>
                <a:spcPts val="0"/>
              </a:spcBef>
              <a:spcAft>
                <a:spcPts val="0"/>
              </a:spcAft>
              <a:buClr>
                <a:srgbClr val="7F7F7F"/>
              </a:buClr>
              <a:buSzPts val="1100"/>
              <a:buFont typeface="Inter"/>
              <a:buNone/>
              <a:defRPr sz="1100">
                <a:solidFill>
                  <a:srgbClr val="7F7F7F"/>
                </a:solidFill>
                <a:latin typeface="Inter"/>
                <a:ea typeface="Inter"/>
                <a:cs typeface="Inter"/>
              </a:defRPr>
            </a:lvl6pPr>
            <a:lvl7pPr>
              <a:spcBef>
                <a:spcPts val="0"/>
              </a:spcBef>
              <a:spcAft>
                <a:spcPts val="0"/>
              </a:spcAft>
              <a:buClr>
                <a:srgbClr val="7F7F7F"/>
              </a:buClr>
              <a:buSzPts val="1100"/>
              <a:buFont typeface="Inter"/>
              <a:buNone/>
              <a:defRPr sz="1100">
                <a:solidFill>
                  <a:srgbClr val="7F7F7F"/>
                </a:solidFill>
                <a:latin typeface="Inter"/>
                <a:ea typeface="Inter"/>
                <a:cs typeface="Inter"/>
              </a:defRPr>
            </a:lvl7pPr>
            <a:lvl8pPr>
              <a:spcBef>
                <a:spcPts val="0"/>
              </a:spcBef>
              <a:spcAft>
                <a:spcPts val="0"/>
              </a:spcAft>
              <a:buClr>
                <a:srgbClr val="7F7F7F"/>
              </a:buClr>
              <a:buSzPts val="1100"/>
              <a:buFont typeface="Inter"/>
              <a:buNone/>
              <a:defRPr sz="1100">
                <a:solidFill>
                  <a:srgbClr val="7F7F7F"/>
                </a:solidFill>
                <a:latin typeface="Inter"/>
                <a:ea typeface="Inter"/>
                <a:cs typeface="Inter"/>
              </a:defRPr>
            </a:lvl8pPr>
            <a:lvl9pPr>
              <a:spcBef>
                <a:spcPts val="0"/>
              </a:spcBef>
              <a:spcAft>
                <a:spcPts val="0"/>
              </a:spcAft>
              <a:buClr>
                <a:srgbClr val="7F7F7F"/>
              </a:buClr>
              <a:buSzPts val="1100"/>
              <a:buFont typeface="Inter"/>
              <a:buNone/>
              <a:defRPr sz="1100">
                <a:solidFill>
                  <a:srgbClr val="7F7F7F"/>
                </a:solidFill>
                <a:latin typeface="Inter"/>
                <a:ea typeface="Inter"/>
                <a:cs typeface="Inter"/>
              </a:defRPr>
            </a:lvl9pPr>
          </a:lstStyle>
          <a:p xmlns:a="http://schemas.openxmlformats.org/drawingml/2006/main"/>
        </p:txBody>
      </p:sp>
      <p:sp>
        <p:nvSpPr>
          <p:cNvPr id="696" name="Google Shape;696;p98">
            <a:extLst xmlns:a="http://schemas.openxmlformats.org/drawingml/2006/main">
              <a:ext uri="{FF2B5EF4-FFF2-40B4-BE49-F238E27FC236}">
                <a16:creationId xmlns:a16="http://schemas.microsoft.com/office/drawing/2014/main" id="{B0BC00AF-B480-419A-B375-7081BED2598E}"/>
              </a:ext>
            </a:extLst>
          </p:cNvPr>
          <p:cNvSpPr>
            <a:spLocks xmlns:a="http://schemas.openxmlformats.org/drawingml/2006/main" noGrp="1"/>
          </p:cNvSpPr>
          <p:nvPr>
            <p:ph type="title" idx="9"/>
          </p:nvPr>
        </p:nvSpPr>
        <p:spPr>
          <a:xfrm xmlns:a="http://schemas.openxmlformats.org/drawingml/2006/main">
            <a:off x="6890650" y="2395725"/>
            <a:ext cx="2024700" cy="513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300" tIns="17150" rIns="34300" bIns="17150" anchor="t">
            <a:spAutoFit/>
          </a:bodyPr>
          <a:lstStyle xmlns:a="http://schemas.openxmlformats.org/drawingml/2006/main">
            <a:lvl1pPr algn="l">
              <a:lnSpc>
                <a:spcPct val="90000"/>
              </a:lnSpc>
              <a:spcBef>
                <a:spcPts val="0"/>
              </a:spcBef>
              <a:spcAft>
                <a:spcPts val="0"/>
              </a:spcAft>
              <a:buClr>
                <a:schemeClr val="dk1"/>
              </a:buClr>
              <a:buSzPts val="1800"/>
              <a:buFont typeface="Helvetica Neue"/>
              <a:buNone/>
              <a:defRPr sz="1800" b="0">
                <a:solidFill>
                  <a:schemeClr val="dk1"/>
                </a:solidFill>
              </a:defRPr>
            </a:lvl1pPr>
            <a:lvl2pPr>
              <a:spcBef>
                <a:spcPts val="0"/>
              </a:spcBef>
              <a:spcAft>
                <a:spcPts val="0"/>
              </a:spcAft>
              <a:buSzPts val="1800"/>
              <a:buNone/>
              <a:defRPr sz="1800"/>
            </a:lvl2pPr>
            <a:lvl3pPr>
              <a:spcBef>
                <a:spcPts val="0"/>
              </a:spcBef>
              <a:spcAft>
                <a:spcPts val="0"/>
              </a:spcAft>
              <a:buSzPts val="1800"/>
              <a:buNone/>
              <a:defRPr sz="1800"/>
            </a:lvl3pPr>
            <a:lvl4pPr>
              <a:spcBef>
                <a:spcPts val="0"/>
              </a:spcBef>
              <a:spcAft>
                <a:spcPts val="0"/>
              </a:spcAft>
              <a:buSzPts val="1800"/>
              <a:buNone/>
              <a:defRPr sz="1800"/>
            </a:lvl4pPr>
            <a:lvl5pPr>
              <a:spcBef>
                <a:spcPts val="0"/>
              </a:spcBef>
              <a:spcAft>
                <a:spcPts val="0"/>
              </a:spcAft>
              <a:buSzPts val="1800"/>
              <a:buNone/>
              <a:defRPr sz="1800"/>
            </a:lvl5pPr>
            <a:lvl6pPr>
              <a:spcBef>
                <a:spcPts val="0"/>
              </a:spcBef>
              <a:spcAft>
                <a:spcPts val="0"/>
              </a:spcAft>
              <a:buSzPts val="1800"/>
              <a:buNone/>
              <a:defRPr sz="1800"/>
            </a:lvl6pPr>
            <a:lvl7pPr>
              <a:spcBef>
                <a:spcPts val="0"/>
              </a:spcBef>
              <a:spcAft>
                <a:spcPts val="0"/>
              </a:spcAft>
              <a:buSzPts val="1800"/>
              <a:buNone/>
              <a:defRPr sz="1800"/>
            </a:lvl7pPr>
            <a:lvl8pPr>
              <a:spcBef>
                <a:spcPts val="0"/>
              </a:spcBef>
              <a:spcAft>
                <a:spcPts val="0"/>
              </a:spcAft>
              <a:buSzPts val="1800"/>
              <a:buNone/>
              <a:defRPr sz="1800"/>
            </a:lvl8pPr>
            <a:lvl9pPr>
              <a:spcBef>
                <a:spcPts val="0"/>
              </a:spcBef>
              <a:spcAft>
                <a:spcPts val="0"/>
              </a:spcAft>
              <a:buSzPts val="1800"/>
              <a:buNone/>
              <a:defRPr sz="1800"/>
            </a:lvl9pPr>
          </a:lstStyle>
          <a:p xmlns:a="http://schemas.openxmlformats.org/drawingml/2006/main"/>
        </p:txBody>
      </p:sp>
      <p:pic>
        <p:nvPicPr>
          <p:cNvPr id="712" name="Google Shape;697;p98"/>
          <p:cNvPicPr>
            <a:picLocks xmlns:a="http://schemas.openxmlformats.org/drawingml/2006/main" noChangeAspect="1"/>
          </p:cNvPicPr>
          <p:nvPr/>
        </p:nvPicPr>
        <p:blipFill>
          <a:blip xmlns:r="http://schemas.openxmlformats.org/officeDocument/2006/relationships" xmlns:a="http://schemas.openxmlformats.org/drawingml/2006/main" r:embed="R6bf2cba3b5af456d">
            <a:alphaModFix/>
          </a:blip>
          <a:stretch xmlns:a="http://schemas.openxmlformats.org/drawingml/2006/main">
            <a:fillRect l="0" t="0" r="0" b="0"/>
          </a:stretch>
        </p:blipFill>
        <p:spPr>
          <a:xfrm xmlns:a="http://schemas.openxmlformats.org/drawingml/2006/main">
            <a:off x="228600" y="4836074"/>
            <a:ext cx="153925" cy="153925"/>
          </a:xfrm>
          <a:prstGeom xmlns:a="http://schemas.openxmlformats.org/drawingml/2006/main" prst="rect">
            <a:avLst/>
          </a:prstGeom>
          <a:ln xmlns:a="http://schemas.openxmlformats.org/drawingml/2006/main">
            <a:noFill/>
          </a:ln>
        </p:spPr>
      </p:pic>
      <p:sp>
        <p:nvSpPr>
          <p:cNvPr id="698" name="Google Shape;698;p98">
            <a:extLst xmlns:a="http://schemas.openxmlformats.org/drawingml/2006/main">
              <a:ext uri="{FF2B5EF4-FFF2-40B4-BE49-F238E27FC236}">
                <a16:creationId xmlns:a16="http://schemas.microsoft.com/office/drawing/2014/main" id="{38761696-1C9F-482A-AA30-6AEBA9F98943}"/>
              </a:ext>
            </a:extLst>
          </p:cNvPr>
          <p:cNvSpPr>
            <a:spLocks xmlns:a="http://schemas.openxmlformats.org/drawingml/2006/main" noGrp="1"/>
          </p:cNvSpPr>
          <p:nvPr/>
        </p:nvSpPr>
        <p:spPr>
          <a:xfrm xmlns:a="http://schemas.openxmlformats.org/drawingml/2006/main">
            <a:off x="231775" y="2073075"/>
            <a:ext cx="2092200" cy="139800"/>
          </a:xfrm>
          <a:prstGeom xmlns:a="http://schemas.openxmlformats.org/drawingml/2006/main" prst="rect">
            <a:avLst/>
          </a:prstGeom>
          <a:solidFill xmlns:a="http://schemas.openxmlformats.org/drawingml/2006/main">
            <a:schemeClr val="accent3"/>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latin typeface="Inter"/>
              <a:ea typeface="Inter"/>
              <a:cs typeface="Inter"/>
            </a:endParaRPr>
          </a:p>
        </p:txBody>
      </p:sp>
      <p:sp>
        <p:nvSpPr>
          <p:cNvPr id="699" name="Google Shape;699;p98">
            <a:extLst xmlns:a="http://schemas.openxmlformats.org/drawingml/2006/main">
              <a:ext uri="{FF2B5EF4-FFF2-40B4-BE49-F238E27FC236}">
                <a16:creationId xmlns:a16="http://schemas.microsoft.com/office/drawing/2014/main" id="{EFA4C19C-C93C-48CD-995E-5DBF36CC2CE8}"/>
              </a:ext>
            </a:extLst>
          </p:cNvPr>
          <p:cNvSpPr>
            <a:spLocks xmlns:a="http://schemas.openxmlformats.org/drawingml/2006/main" noGrp="1"/>
          </p:cNvSpPr>
          <p:nvPr/>
        </p:nvSpPr>
        <p:spPr>
          <a:xfrm xmlns:a="http://schemas.openxmlformats.org/drawingml/2006/main">
            <a:off x="2426825" y="2073075"/>
            <a:ext cx="2092200" cy="139800"/>
          </a:xfrm>
          <a:prstGeom xmlns:a="http://schemas.openxmlformats.org/drawingml/2006/main" prst="rect">
            <a:avLst/>
          </a:prstGeom>
          <a:solidFill xmlns:a="http://schemas.openxmlformats.org/drawingml/2006/main">
            <a:schemeClr val="accent4"/>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latin typeface="Inter"/>
              <a:ea typeface="Inter"/>
              <a:cs typeface="Inter"/>
            </a:endParaRPr>
          </a:p>
        </p:txBody>
      </p:sp>
      <p:sp>
        <p:nvSpPr>
          <p:cNvPr id="700" name="Google Shape;700;p98">
            <a:extLst xmlns:a="http://schemas.openxmlformats.org/drawingml/2006/main">
              <a:ext uri="{FF2B5EF4-FFF2-40B4-BE49-F238E27FC236}">
                <a16:creationId xmlns:a16="http://schemas.microsoft.com/office/drawing/2014/main" id="{DC20A23A-5AAC-4B76-B200-D4452E8A8C1A}"/>
              </a:ext>
            </a:extLst>
          </p:cNvPr>
          <p:cNvSpPr>
            <a:spLocks xmlns:a="http://schemas.openxmlformats.org/drawingml/2006/main" noGrp="1"/>
          </p:cNvSpPr>
          <p:nvPr/>
        </p:nvSpPr>
        <p:spPr>
          <a:xfrm xmlns:a="http://schemas.openxmlformats.org/drawingml/2006/main">
            <a:off x="4621875" y="2073075"/>
            <a:ext cx="2092200" cy="139800"/>
          </a:xfrm>
          <a:prstGeom xmlns:a="http://schemas.openxmlformats.org/drawingml/2006/main" prst="rect">
            <a:avLst/>
          </a:prstGeom>
          <a:solidFill xmlns:a="http://schemas.openxmlformats.org/drawingml/2006/main">
            <a:schemeClr val="accent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latin typeface="Inter"/>
              <a:ea typeface="Inter"/>
              <a:cs typeface="Inter"/>
            </a:endParaRPr>
          </a:p>
        </p:txBody>
      </p:sp>
      <p:sp>
        <p:nvSpPr>
          <p:cNvPr id="701" name="Google Shape;701;p98">
            <a:extLst xmlns:a="http://schemas.openxmlformats.org/drawingml/2006/main">
              <a:ext uri="{FF2B5EF4-FFF2-40B4-BE49-F238E27FC236}">
                <a16:creationId xmlns:a16="http://schemas.microsoft.com/office/drawing/2014/main" id="{FC4740FB-26F1-4C14-A453-05226B1080B7}"/>
              </a:ext>
            </a:extLst>
          </p:cNvPr>
          <p:cNvSpPr>
            <a:spLocks xmlns:a="http://schemas.openxmlformats.org/drawingml/2006/main" noGrp="1"/>
          </p:cNvSpPr>
          <p:nvPr/>
        </p:nvSpPr>
        <p:spPr>
          <a:xfrm xmlns:a="http://schemas.openxmlformats.org/drawingml/2006/main">
            <a:off x="6816925" y="2073075"/>
            <a:ext cx="2092200" cy="139800"/>
          </a:xfrm>
          <a:prstGeom xmlns:a="http://schemas.openxmlformats.org/drawingml/2006/main" prst="rect">
            <a:avLst/>
          </a:prstGeom>
          <a:solidFill xmlns:a="http://schemas.openxmlformats.org/drawingml/2006/main">
            <a:schemeClr val="accent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latin typeface="Inter"/>
              <a:ea typeface="Inter"/>
              <a:cs typeface="Inter"/>
            </a:endParaRPr>
          </a:p>
        </p:txBody>
      </p:sp>
    </p:spTree>
  </p:cSld>
</p:sldLayout>
</file>

<file path=ppt/slideLayouts/slideLayout97.xml><?xml version="1.0" encoding="utf-8"?>
<p:sldLayout xmlns:p="http://schemas.openxmlformats.org/presentationml/2006/main" showMasterSp="0" matchingName="TOC 3 sections">
  <p:cSld name="Segments – Light_1_2">
    <p:bg>
      <p:bgPr>
        <a:solidFill xmlns:a="http://schemas.openxmlformats.org/drawingml/2006/main">
          <a:srgbClr val="FCFAEE"/>
        </a:solidFill>
      </p:bgPr>
    </p:bg>
    <p:spTree>
      <p:nvGrpSpPr>
        <p:cNvPr id="1" name=""/>
        <p:cNvGrpSpPr/>
        <p:nvPr/>
      </p:nvGrpSpPr>
      <p:grpSpPr>
        <a:xfrm xmlns:a="http://schemas.openxmlformats.org/drawingml/2006/main"/>
      </p:grpSpPr>
      <p:sp>
        <p:nvSpPr>
          <p:cNvPr id="703" name="Google Shape;703;p99">
            <a:extLst xmlns:a="http://schemas.openxmlformats.org/drawingml/2006/main">
              <a:ext uri="{FF2B5EF4-FFF2-40B4-BE49-F238E27FC236}">
                <a16:creationId xmlns:a16="http://schemas.microsoft.com/office/drawing/2014/main" id="{B2366CCC-5F36-4076-B320-1F20B5DB0911}"/>
              </a:ext>
            </a:extLst>
          </p:cNvPr>
          <p:cNvSpPr>
            <a:spLocks xmlns:a="http://schemas.openxmlformats.org/drawingml/2006/main" noGrp="1"/>
          </p:cNvSpPr>
          <p:nvPr>
            <p:ph type="title" idx="0"/>
          </p:nvPr>
        </p:nvSpPr>
        <p:spPr>
          <a:xfrm xmlns:a="http://schemas.openxmlformats.org/drawingml/2006/main">
            <a:off x="201375" y="158722"/>
            <a:ext cx="3773400" cy="1474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300" tIns="17150" rIns="34300" bIns="17150" anchor="t">
            <a:spAutoFit/>
          </a:bodyPr>
          <a:lstStyle xmlns:a="http://schemas.openxmlformats.org/drawingml/2006/main">
            <a:lvl1pPr algn="l">
              <a:lnSpc>
                <a:spcPct val="90000"/>
              </a:lnSpc>
              <a:spcBef>
                <a:spcPts val="0"/>
              </a:spcBef>
              <a:spcAft>
                <a:spcPts val="0"/>
              </a:spcAft>
              <a:buClr>
                <a:schemeClr val="dk1"/>
              </a:buClr>
              <a:buSzPts val="3800"/>
              <a:buFont typeface="Helvetica Neue"/>
              <a:buNone/>
              <a:defRPr sz="3800" b="0">
                <a:solidFill>
                  <a:schemeClr val="dk1"/>
                </a:solidFill>
              </a:defRPr>
            </a:lvl1pPr>
            <a:lvl2pPr>
              <a:spcBef>
                <a:spcPts val="0"/>
              </a:spcBef>
              <a:spcAft>
                <a:spcPts val="0"/>
              </a:spcAft>
              <a:buSzPts val="500"/>
              <a:buNone/>
              <a:defRPr sz="700"/>
            </a:lvl2pPr>
            <a:lvl3pPr>
              <a:spcBef>
                <a:spcPts val="0"/>
              </a:spcBef>
              <a:spcAft>
                <a:spcPts val="0"/>
              </a:spcAft>
              <a:buSzPts val="500"/>
              <a:buNone/>
              <a:defRPr sz="700"/>
            </a:lvl3pPr>
            <a:lvl4pPr>
              <a:spcBef>
                <a:spcPts val="0"/>
              </a:spcBef>
              <a:spcAft>
                <a:spcPts val="0"/>
              </a:spcAft>
              <a:buSzPts val="500"/>
              <a:buNone/>
              <a:defRPr sz="700"/>
            </a:lvl4pPr>
            <a:lvl5pPr>
              <a:spcBef>
                <a:spcPts val="0"/>
              </a:spcBef>
              <a:spcAft>
                <a:spcPts val="0"/>
              </a:spcAft>
              <a:buSzPts val="500"/>
              <a:buNone/>
              <a:defRPr sz="700"/>
            </a:lvl5pPr>
            <a:lvl6pPr>
              <a:spcBef>
                <a:spcPts val="0"/>
              </a:spcBef>
              <a:spcAft>
                <a:spcPts val="0"/>
              </a:spcAft>
              <a:buSzPts val="500"/>
              <a:buNone/>
              <a:defRPr sz="700"/>
            </a:lvl6pPr>
            <a:lvl7pPr>
              <a:spcBef>
                <a:spcPts val="0"/>
              </a:spcBef>
              <a:spcAft>
                <a:spcPts val="0"/>
              </a:spcAft>
              <a:buSzPts val="500"/>
              <a:buNone/>
              <a:defRPr sz="700"/>
            </a:lvl7pPr>
            <a:lvl8pPr>
              <a:spcBef>
                <a:spcPts val="0"/>
              </a:spcBef>
              <a:spcAft>
                <a:spcPts val="0"/>
              </a:spcAft>
              <a:buSzPts val="500"/>
              <a:buNone/>
              <a:defRPr sz="700"/>
            </a:lvl8pPr>
            <a:lvl9pPr>
              <a:spcBef>
                <a:spcPts val="0"/>
              </a:spcBef>
              <a:spcAft>
                <a:spcPts val="0"/>
              </a:spcAft>
              <a:buSzPts val="500"/>
              <a:buNone/>
              <a:defRPr sz="700"/>
            </a:lvl9pPr>
          </a:lstStyle>
          <a:p xmlns:a="http://schemas.openxmlformats.org/drawingml/2006/main"/>
        </p:txBody>
      </p:sp>
      <p:sp>
        <p:nvSpPr>
          <p:cNvPr id="704" name="Google Shape;704;p99">
            <a:extLst xmlns:a="http://schemas.openxmlformats.org/drawingml/2006/main">
              <a:ext uri="{FF2B5EF4-FFF2-40B4-BE49-F238E27FC236}">
                <a16:creationId xmlns:a16="http://schemas.microsoft.com/office/drawing/2014/main" id="{AA2D31BA-01C5-4B9C-BB0A-CF7DB90CA8F9}"/>
              </a:ext>
            </a:extLst>
          </p:cNvPr>
          <p:cNvSpPr>
            <a:spLocks xmlns:a="http://schemas.openxmlformats.org/drawingml/2006/main" noGrp="1"/>
          </p:cNvSpPr>
          <p:nvPr>
            <p:ph type="title" idx="2"/>
          </p:nvPr>
        </p:nvSpPr>
        <p:spPr>
          <a:xfrm xmlns:a="http://schemas.openxmlformats.org/drawingml/2006/main">
            <a:off x="201375" y="2395725"/>
            <a:ext cx="2709000" cy="513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300" tIns="17150" rIns="34300" bIns="17150" anchor="t">
            <a:spAutoFit/>
          </a:bodyPr>
          <a:lstStyle xmlns:a="http://schemas.openxmlformats.org/drawingml/2006/main">
            <a:lvl1pPr algn="l">
              <a:lnSpc>
                <a:spcPct val="90000"/>
              </a:lnSpc>
              <a:spcBef>
                <a:spcPts val="0"/>
              </a:spcBef>
              <a:spcAft>
                <a:spcPts val="0"/>
              </a:spcAft>
              <a:buClr>
                <a:schemeClr val="dk1"/>
              </a:buClr>
              <a:buSzPts val="1800"/>
              <a:buFont typeface="Helvetica Neue"/>
              <a:buNone/>
              <a:defRPr sz="1800" b="0">
                <a:solidFill>
                  <a:schemeClr val="dk1"/>
                </a:solidFill>
              </a:defRPr>
            </a:lvl1pPr>
            <a:lvl2pPr>
              <a:spcBef>
                <a:spcPts val="0"/>
              </a:spcBef>
              <a:spcAft>
                <a:spcPts val="0"/>
              </a:spcAft>
              <a:buSzPts val="1800"/>
              <a:buNone/>
              <a:defRPr sz="1800"/>
            </a:lvl2pPr>
            <a:lvl3pPr>
              <a:spcBef>
                <a:spcPts val="0"/>
              </a:spcBef>
              <a:spcAft>
                <a:spcPts val="0"/>
              </a:spcAft>
              <a:buSzPts val="1800"/>
              <a:buNone/>
              <a:defRPr sz="1800"/>
            </a:lvl3pPr>
            <a:lvl4pPr>
              <a:spcBef>
                <a:spcPts val="0"/>
              </a:spcBef>
              <a:spcAft>
                <a:spcPts val="0"/>
              </a:spcAft>
              <a:buSzPts val="1800"/>
              <a:buNone/>
              <a:defRPr sz="1800"/>
            </a:lvl4pPr>
            <a:lvl5pPr>
              <a:spcBef>
                <a:spcPts val="0"/>
              </a:spcBef>
              <a:spcAft>
                <a:spcPts val="0"/>
              </a:spcAft>
              <a:buSzPts val="1800"/>
              <a:buNone/>
              <a:defRPr sz="1800"/>
            </a:lvl5pPr>
            <a:lvl6pPr>
              <a:spcBef>
                <a:spcPts val="0"/>
              </a:spcBef>
              <a:spcAft>
                <a:spcPts val="0"/>
              </a:spcAft>
              <a:buSzPts val="1800"/>
              <a:buNone/>
              <a:defRPr sz="1800"/>
            </a:lvl6pPr>
            <a:lvl7pPr>
              <a:spcBef>
                <a:spcPts val="0"/>
              </a:spcBef>
              <a:spcAft>
                <a:spcPts val="0"/>
              </a:spcAft>
              <a:buSzPts val="1800"/>
              <a:buNone/>
              <a:defRPr sz="1800"/>
            </a:lvl7pPr>
            <a:lvl8pPr>
              <a:spcBef>
                <a:spcPts val="0"/>
              </a:spcBef>
              <a:spcAft>
                <a:spcPts val="0"/>
              </a:spcAft>
              <a:buSzPts val="1800"/>
              <a:buNone/>
              <a:defRPr sz="1800"/>
            </a:lvl8pPr>
            <a:lvl9pPr>
              <a:spcBef>
                <a:spcPts val="0"/>
              </a:spcBef>
              <a:spcAft>
                <a:spcPts val="0"/>
              </a:spcAft>
              <a:buSzPts val="1800"/>
              <a:buNone/>
              <a:defRPr sz="1800"/>
            </a:lvl9pPr>
          </a:lstStyle>
          <a:p xmlns:a="http://schemas.openxmlformats.org/drawingml/2006/main"/>
        </p:txBody>
      </p:sp>
      <p:sp>
        <p:nvSpPr>
          <p:cNvPr id="705" name="Google Shape;705;p99">
            <a:extLst xmlns:a="http://schemas.openxmlformats.org/drawingml/2006/main">
              <a:ext uri="{FF2B5EF4-FFF2-40B4-BE49-F238E27FC236}">
                <a16:creationId xmlns:a16="http://schemas.microsoft.com/office/drawing/2014/main" id="{E2B18834-93F2-4E5B-9413-757A4F040522}"/>
              </a:ext>
            </a:extLst>
          </p:cNvPr>
          <p:cNvSpPr>
            <a:spLocks xmlns:a="http://schemas.openxmlformats.org/drawingml/2006/main" noGrp="1"/>
          </p:cNvSpPr>
          <p:nvPr>
            <p:ph type="title" idx="3"/>
          </p:nvPr>
        </p:nvSpPr>
        <p:spPr>
          <a:xfrm xmlns:a="http://schemas.openxmlformats.org/drawingml/2006/main">
            <a:off x="3184803" y="2395725"/>
            <a:ext cx="2709000" cy="513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300" tIns="17150" rIns="34300" bIns="17150" anchor="t">
            <a:spAutoFit/>
          </a:bodyPr>
          <a:lstStyle xmlns:a="http://schemas.openxmlformats.org/drawingml/2006/main">
            <a:lvl1pPr algn="l">
              <a:lnSpc>
                <a:spcPct val="90000"/>
              </a:lnSpc>
              <a:spcBef>
                <a:spcPts val="0"/>
              </a:spcBef>
              <a:spcAft>
                <a:spcPts val="0"/>
              </a:spcAft>
              <a:buClr>
                <a:schemeClr val="dk1"/>
              </a:buClr>
              <a:buSzPts val="1800"/>
              <a:buFont typeface="Helvetica Neue"/>
              <a:buNone/>
              <a:defRPr sz="1800" b="0">
                <a:solidFill>
                  <a:schemeClr val="dk1"/>
                </a:solidFill>
              </a:defRPr>
            </a:lvl1pPr>
            <a:lvl2pPr>
              <a:spcBef>
                <a:spcPts val="0"/>
              </a:spcBef>
              <a:spcAft>
                <a:spcPts val="0"/>
              </a:spcAft>
              <a:buSzPts val="1800"/>
              <a:buNone/>
              <a:defRPr sz="1800"/>
            </a:lvl2pPr>
            <a:lvl3pPr>
              <a:spcBef>
                <a:spcPts val="0"/>
              </a:spcBef>
              <a:spcAft>
                <a:spcPts val="0"/>
              </a:spcAft>
              <a:buSzPts val="1800"/>
              <a:buNone/>
              <a:defRPr sz="1800"/>
            </a:lvl3pPr>
            <a:lvl4pPr>
              <a:spcBef>
                <a:spcPts val="0"/>
              </a:spcBef>
              <a:spcAft>
                <a:spcPts val="0"/>
              </a:spcAft>
              <a:buSzPts val="1800"/>
              <a:buNone/>
              <a:defRPr sz="1800"/>
            </a:lvl4pPr>
            <a:lvl5pPr>
              <a:spcBef>
                <a:spcPts val="0"/>
              </a:spcBef>
              <a:spcAft>
                <a:spcPts val="0"/>
              </a:spcAft>
              <a:buSzPts val="1800"/>
              <a:buNone/>
              <a:defRPr sz="1800"/>
            </a:lvl5pPr>
            <a:lvl6pPr>
              <a:spcBef>
                <a:spcPts val="0"/>
              </a:spcBef>
              <a:spcAft>
                <a:spcPts val="0"/>
              </a:spcAft>
              <a:buSzPts val="1800"/>
              <a:buNone/>
              <a:defRPr sz="1800"/>
            </a:lvl6pPr>
            <a:lvl7pPr>
              <a:spcBef>
                <a:spcPts val="0"/>
              </a:spcBef>
              <a:spcAft>
                <a:spcPts val="0"/>
              </a:spcAft>
              <a:buSzPts val="1800"/>
              <a:buNone/>
              <a:defRPr sz="1800"/>
            </a:lvl7pPr>
            <a:lvl8pPr>
              <a:spcBef>
                <a:spcPts val="0"/>
              </a:spcBef>
              <a:spcAft>
                <a:spcPts val="0"/>
              </a:spcAft>
              <a:buSzPts val="1800"/>
              <a:buNone/>
              <a:defRPr sz="1800"/>
            </a:lvl8pPr>
            <a:lvl9pPr>
              <a:spcBef>
                <a:spcPts val="0"/>
              </a:spcBef>
              <a:spcAft>
                <a:spcPts val="0"/>
              </a:spcAft>
              <a:buSzPts val="1800"/>
              <a:buNone/>
              <a:defRPr sz="1800"/>
            </a:lvl9pPr>
          </a:lstStyle>
          <a:p xmlns:a="http://schemas.openxmlformats.org/drawingml/2006/main"/>
        </p:txBody>
      </p:sp>
      <p:sp>
        <p:nvSpPr>
          <p:cNvPr id="706" name="Google Shape;706;p99">
            <a:extLst xmlns:a="http://schemas.openxmlformats.org/drawingml/2006/main">
              <a:ext uri="{FF2B5EF4-FFF2-40B4-BE49-F238E27FC236}">
                <a16:creationId xmlns:a16="http://schemas.microsoft.com/office/drawing/2014/main" id="{0C3274F9-DB77-4AD3-A05A-E795674A8924}"/>
              </a:ext>
            </a:extLst>
          </p:cNvPr>
          <p:cNvSpPr>
            <a:spLocks xmlns:a="http://schemas.openxmlformats.org/drawingml/2006/main" noGrp="1"/>
          </p:cNvSpPr>
          <p:nvPr>
            <p:ph type="title" idx="4"/>
          </p:nvPr>
        </p:nvSpPr>
        <p:spPr>
          <a:xfrm xmlns:a="http://schemas.openxmlformats.org/drawingml/2006/main">
            <a:off x="6168230" y="2395725"/>
            <a:ext cx="2709000" cy="513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300" tIns="17150" rIns="34300" bIns="17150" anchor="t">
            <a:spAutoFit/>
          </a:bodyPr>
          <a:lstStyle xmlns:a="http://schemas.openxmlformats.org/drawingml/2006/main">
            <a:lvl1pPr algn="l">
              <a:lnSpc>
                <a:spcPct val="90000"/>
              </a:lnSpc>
              <a:spcBef>
                <a:spcPts val="0"/>
              </a:spcBef>
              <a:spcAft>
                <a:spcPts val="0"/>
              </a:spcAft>
              <a:buClr>
                <a:schemeClr val="dk1"/>
              </a:buClr>
              <a:buSzPts val="1800"/>
              <a:buFont typeface="Helvetica Neue"/>
              <a:buNone/>
              <a:defRPr sz="1800" b="0">
                <a:solidFill>
                  <a:schemeClr val="dk1"/>
                </a:solidFill>
              </a:defRPr>
            </a:lvl1pPr>
            <a:lvl2pPr>
              <a:spcBef>
                <a:spcPts val="0"/>
              </a:spcBef>
              <a:spcAft>
                <a:spcPts val="0"/>
              </a:spcAft>
              <a:buSzPts val="1800"/>
              <a:buNone/>
              <a:defRPr sz="1800"/>
            </a:lvl2pPr>
            <a:lvl3pPr>
              <a:spcBef>
                <a:spcPts val="0"/>
              </a:spcBef>
              <a:spcAft>
                <a:spcPts val="0"/>
              </a:spcAft>
              <a:buSzPts val="1800"/>
              <a:buNone/>
              <a:defRPr sz="1800"/>
            </a:lvl3pPr>
            <a:lvl4pPr>
              <a:spcBef>
                <a:spcPts val="0"/>
              </a:spcBef>
              <a:spcAft>
                <a:spcPts val="0"/>
              </a:spcAft>
              <a:buSzPts val="1800"/>
              <a:buNone/>
              <a:defRPr sz="1800"/>
            </a:lvl4pPr>
            <a:lvl5pPr>
              <a:spcBef>
                <a:spcPts val="0"/>
              </a:spcBef>
              <a:spcAft>
                <a:spcPts val="0"/>
              </a:spcAft>
              <a:buSzPts val="1800"/>
              <a:buNone/>
              <a:defRPr sz="1800"/>
            </a:lvl5pPr>
            <a:lvl6pPr>
              <a:spcBef>
                <a:spcPts val="0"/>
              </a:spcBef>
              <a:spcAft>
                <a:spcPts val="0"/>
              </a:spcAft>
              <a:buSzPts val="1800"/>
              <a:buNone/>
              <a:defRPr sz="1800"/>
            </a:lvl6pPr>
            <a:lvl7pPr>
              <a:spcBef>
                <a:spcPts val="0"/>
              </a:spcBef>
              <a:spcAft>
                <a:spcPts val="0"/>
              </a:spcAft>
              <a:buSzPts val="1800"/>
              <a:buNone/>
              <a:defRPr sz="1800"/>
            </a:lvl7pPr>
            <a:lvl8pPr>
              <a:spcBef>
                <a:spcPts val="0"/>
              </a:spcBef>
              <a:spcAft>
                <a:spcPts val="0"/>
              </a:spcAft>
              <a:buSzPts val="1800"/>
              <a:buNone/>
              <a:defRPr sz="1800"/>
            </a:lvl8pPr>
            <a:lvl9pPr>
              <a:spcBef>
                <a:spcPts val="0"/>
              </a:spcBef>
              <a:spcAft>
                <a:spcPts val="0"/>
              </a:spcAft>
              <a:buSzPts val="1800"/>
              <a:buNone/>
              <a:defRPr sz="1800"/>
            </a:lvl9pPr>
          </a:lstStyle>
          <a:p xmlns:a="http://schemas.openxmlformats.org/drawingml/2006/main"/>
        </p:txBody>
      </p:sp>
      <p:sp>
        <p:nvSpPr>
          <p:cNvPr id="707" name="Google Shape;707;p99">
            <a:extLst xmlns:a="http://schemas.openxmlformats.org/drawingml/2006/main">
              <a:ext uri="{FF2B5EF4-FFF2-40B4-BE49-F238E27FC236}">
                <a16:creationId xmlns:a16="http://schemas.microsoft.com/office/drawing/2014/main" id="{9028E998-8BF2-42F9-BB2F-27EDC40B10FE}"/>
              </a:ext>
            </a:extLst>
          </p:cNvPr>
          <p:cNvSpPr>
            <a:spLocks xmlns:a="http://schemas.openxmlformats.org/drawingml/2006/main" noGrp="1"/>
          </p:cNvSpPr>
          <p:nvPr>
            <p:ph type="title" idx="5"/>
          </p:nvPr>
        </p:nvSpPr>
        <p:spPr>
          <a:xfrm xmlns:a="http://schemas.openxmlformats.org/drawingml/2006/main">
            <a:off x="201375" y="2778600"/>
            <a:ext cx="2709000" cy="513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300" tIns="17150" rIns="34300" bIns="17150" anchor="t">
            <a:spAutoFit/>
          </a:bodyPr>
          <a:lstStyle xmlns:a="http://schemas.openxmlformats.org/drawingml/2006/main">
            <a:lvl1pPr algn="l">
              <a:lnSpc>
                <a:spcPct val="90000"/>
              </a:lnSpc>
              <a:spcBef>
                <a:spcPts val="0"/>
              </a:spcBef>
              <a:spcAft>
                <a:spcPts val="0"/>
              </a:spcAft>
              <a:buClr>
                <a:srgbClr val="7F7F7F"/>
              </a:buClr>
              <a:buSzPts val="1100"/>
              <a:buFont typeface="Inter"/>
              <a:buNone/>
              <a:defRPr sz="1100">
                <a:solidFill>
                  <a:srgbClr val="7F7F7F"/>
                </a:solidFill>
                <a:latin typeface="Inter"/>
                <a:ea typeface="Inter"/>
                <a:cs typeface="Inter"/>
              </a:defRPr>
            </a:lvl1pPr>
            <a:lvl2pPr>
              <a:spcBef>
                <a:spcPts val="0"/>
              </a:spcBef>
              <a:spcAft>
                <a:spcPts val="0"/>
              </a:spcAft>
              <a:buClr>
                <a:srgbClr val="7F7F7F"/>
              </a:buClr>
              <a:buSzPts val="1100"/>
              <a:buFont typeface="Inter"/>
              <a:buNone/>
              <a:defRPr sz="1100">
                <a:solidFill>
                  <a:srgbClr val="7F7F7F"/>
                </a:solidFill>
                <a:latin typeface="Inter"/>
                <a:ea typeface="Inter"/>
                <a:cs typeface="Inter"/>
              </a:defRPr>
            </a:lvl2pPr>
            <a:lvl3pPr>
              <a:spcBef>
                <a:spcPts val="0"/>
              </a:spcBef>
              <a:spcAft>
                <a:spcPts val="0"/>
              </a:spcAft>
              <a:buClr>
                <a:srgbClr val="7F7F7F"/>
              </a:buClr>
              <a:buSzPts val="1100"/>
              <a:buFont typeface="Inter"/>
              <a:buNone/>
              <a:defRPr sz="1100">
                <a:solidFill>
                  <a:srgbClr val="7F7F7F"/>
                </a:solidFill>
                <a:latin typeface="Inter"/>
                <a:ea typeface="Inter"/>
                <a:cs typeface="Inter"/>
              </a:defRPr>
            </a:lvl3pPr>
            <a:lvl4pPr>
              <a:spcBef>
                <a:spcPts val="0"/>
              </a:spcBef>
              <a:spcAft>
                <a:spcPts val="0"/>
              </a:spcAft>
              <a:buClr>
                <a:srgbClr val="7F7F7F"/>
              </a:buClr>
              <a:buSzPts val="1100"/>
              <a:buFont typeface="Inter"/>
              <a:buNone/>
              <a:defRPr sz="1100">
                <a:solidFill>
                  <a:srgbClr val="7F7F7F"/>
                </a:solidFill>
                <a:latin typeface="Inter"/>
                <a:ea typeface="Inter"/>
                <a:cs typeface="Inter"/>
              </a:defRPr>
            </a:lvl4pPr>
            <a:lvl5pPr>
              <a:spcBef>
                <a:spcPts val="0"/>
              </a:spcBef>
              <a:spcAft>
                <a:spcPts val="0"/>
              </a:spcAft>
              <a:buClr>
                <a:srgbClr val="7F7F7F"/>
              </a:buClr>
              <a:buSzPts val="1100"/>
              <a:buFont typeface="Inter"/>
              <a:buNone/>
              <a:defRPr sz="1100">
                <a:solidFill>
                  <a:srgbClr val="7F7F7F"/>
                </a:solidFill>
                <a:latin typeface="Inter"/>
                <a:ea typeface="Inter"/>
                <a:cs typeface="Inter"/>
              </a:defRPr>
            </a:lvl5pPr>
            <a:lvl6pPr>
              <a:spcBef>
                <a:spcPts val="0"/>
              </a:spcBef>
              <a:spcAft>
                <a:spcPts val="0"/>
              </a:spcAft>
              <a:buClr>
                <a:srgbClr val="7F7F7F"/>
              </a:buClr>
              <a:buSzPts val="1100"/>
              <a:buFont typeface="Inter"/>
              <a:buNone/>
              <a:defRPr sz="1100">
                <a:solidFill>
                  <a:srgbClr val="7F7F7F"/>
                </a:solidFill>
                <a:latin typeface="Inter"/>
                <a:ea typeface="Inter"/>
                <a:cs typeface="Inter"/>
              </a:defRPr>
            </a:lvl6pPr>
            <a:lvl7pPr>
              <a:spcBef>
                <a:spcPts val="0"/>
              </a:spcBef>
              <a:spcAft>
                <a:spcPts val="0"/>
              </a:spcAft>
              <a:buClr>
                <a:srgbClr val="7F7F7F"/>
              </a:buClr>
              <a:buSzPts val="1100"/>
              <a:buFont typeface="Inter"/>
              <a:buNone/>
              <a:defRPr sz="1100">
                <a:solidFill>
                  <a:srgbClr val="7F7F7F"/>
                </a:solidFill>
                <a:latin typeface="Inter"/>
                <a:ea typeface="Inter"/>
                <a:cs typeface="Inter"/>
              </a:defRPr>
            </a:lvl7pPr>
            <a:lvl8pPr>
              <a:spcBef>
                <a:spcPts val="0"/>
              </a:spcBef>
              <a:spcAft>
                <a:spcPts val="0"/>
              </a:spcAft>
              <a:buClr>
                <a:srgbClr val="7F7F7F"/>
              </a:buClr>
              <a:buSzPts val="1100"/>
              <a:buFont typeface="Inter"/>
              <a:buNone/>
              <a:defRPr sz="1100">
                <a:solidFill>
                  <a:srgbClr val="7F7F7F"/>
                </a:solidFill>
                <a:latin typeface="Inter"/>
                <a:ea typeface="Inter"/>
                <a:cs typeface="Inter"/>
              </a:defRPr>
            </a:lvl8pPr>
            <a:lvl9pPr>
              <a:spcBef>
                <a:spcPts val="0"/>
              </a:spcBef>
              <a:spcAft>
                <a:spcPts val="0"/>
              </a:spcAft>
              <a:buClr>
                <a:srgbClr val="7F7F7F"/>
              </a:buClr>
              <a:buSzPts val="1100"/>
              <a:buFont typeface="Inter"/>
              <a:buNone/>
              <a:defRPr sz="1100">
                <a:solidFill>
                  <a:srgbClr val="7F7F7F"/>
                </a:solidFill>
                <a:latin typeface="Inter"/>
                <a:ea typeface="Inter"/>
                <a:cs typeface="Inter"/>
              </a:defRPr>
            </a:lvl9pPr>
          </a:lstStyle>
          <a:p xmlns:a="http://schemas.openxmlformats.org/drawingml/2006/main"/>
        </p:txBody>
      </p:sp>
      <p:sp>
        <p:nvSpPr>
          <p:cNvPr id="708" name="Google Shape;708;p99">
            <a:extLst xmlns:a="http://schemas.openxmlformats.org/drawingml/2006/main">
              <a:ext uri="{FF2B5EF4-FFF2-40B4-BE49-F238E27FC236}">
                <a16:creationId xmlns:a16="http://schemas.microsoft.com/office/drawing/2014/main" id="{9E1C129B-DC72-4DA0-91A1-3C871C47DFE0}"/>
              </a:ext>
            </a:extLst>
          </p:cNvPr>
          <p:cNvSpPr>
            <a:spLocks xmlns:a="http://schemas.openxmlformats.org/drawingml/2006/main" noGrp="1"/>
          </p:cNvSpPr>
          <p:nvPr>
            <p:ph type="title" idx="6"/>
          </p:nvPr>
        </p:nvSpPr>
        <p:spPr>
          <a:xfrm xmlns:a="http://schemas.openxmlformats.org/drawingml/2006/main">
            <a:off x="3184803" y="2778600"/>
            <a:ext cx="2709000" cy="513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300" tIns="17150" rIns="34300" bIns="17150" anchor="t">
            <a:spAutoFit/>
          </a:bodyPr>
          <a:lstStyle xmlns:a="http://schemas.openxmlformats.org/drawingml/2006/main">
            <a:lvl1pPr algn="l">
              <a:lnSpc>
                <a:spcPct val="90000"/>
              </a:lnSpc>
              <a:spcBef>
                <a:spcPts val="0"/>
              </a:spcBef>
              <a:spcAft>
                <a:spcPts val="0"/>
              </a:spcAft>
              <a:buClr>
                <a:srgbClr val="7F7F7F"/>
              </a:buClr>
              <a:buSzPts val="1100"/>
              <a:buFont typeface="Inter"/>
              <a:buNone/>
              <a:defRPr sz="1100">
                <a:solidFill>
                  <a:srgbClr val="7F7F7F"/>
                </a:solidFill>
                <a:latin typeface="Inter"/>
                <a:ea typeface="Inter"/>
                <a:cs typeface="Inter"/>
              </a:defRPr>
            </a:lvl1pPr>
            <a:lvl2pPr>
              <a:spcBef>
                <a:spcPts val="0"/>
              </a:spcBef>
              <a:spcAft>
                <a:spcPts val="0"/>
              </a:spcAft>
              <a:buClr>
                <a:srgbClr val="7F7F7F"/>
              </a:buClr>
              <a:buSzPts val="1100"/>
              <a:buFont typeface="Inter"/>
              <a:buNone/>
              <a:defRPr sz="1100">
                <a:solidFill>
                  <a:srgbClr val="7F7F7F"/>
                </a:solidFill>
                <a:latin typeface="Inter"/>
                <a:ea typeface="Inter"/>
                <a:cs typeface="Inter"/>
              </a:defRPr>
            </a:lvl2pPr>
            <a:lvl3pPr>
              <a:spcBef>
                <a:spcPts val="0"/>
              </a:spcBef>
              <a:spcAft>
                <a:spcPts val="0"/>
              </a:spcAft>
              <a:buClr>
                <a:srgbClr val="7F7F7F"/>
              </a:buClr>
              <a:buSzPts val="1100"/>
              <a:buFont typeface="Inter"/>
              <a:buNone/>
              <a:defRPr sz="1100">
                <a:solidFill>
                  <a:srgbClr val="7F7F7F"/>
                </a:solidFill>
                <a:latin typeface="Inter"/>
                <a:ea typeface="Inter"/>
                <a:cs typeface="Inter"/>
              </a:defRPr>
            </a:lvl3pPr>
            <a:lvl4pPr>
              <a:spcBef>
                <a:spcPts val="0"/>
              </a:spcBef>
              <a:spcAft>
                <a:spcPts val="0"/>
              </a:spcAft>
              <a:buClr>
                <a:srgbClr val="7F7F7F"/>
              </a:buClr>
              <a:buSzPts val="1100"/>
              <a:buFont typeface="Inter"/>
              <a:buNone/>
              <a:defRPr sz="1100">
                <a:solidFill>
                  <a:srgbClr val="7F7F7F"/>
                </a:solidFill>
                <a:latin typeface="Inter"/>
                <a:ea typeface="Inter"/>
                <a:cs typeface="Inter"/>
              </a:defRPr>
            </a:lvl4pPr>
            <a:lvl5pPr>
              <a:spcBef>
                <a:spcPts val="0"/>
              </a:spcBef>
              <a:spcAft>
                <a:spcPts val="0"/>
              </a:spcAft>
              <a:buClr>
                <a:srgbClr val="7F7F7F"/>
              </a:buClr>
              <a:buSzPts val="1100"/>
              <a:buFont typeface="Inter"/>
              <a:buNone/>
              <a:defRPr sz="1100">
                <a:solidFill>
                  <a:srgbClr val="7F7F7F"/>
                </a:solidFill>
                <a:latin typeface="Inter"/>
                <a:ea typeface="Inter"/>
                <a:cs typeface="Inter"/>
              </a:defRPr>
            </a:lvl5pPr>
            <a:lvl6pPr>
              <a:spcBef>
                <a:spcPts val="0"/>
              </a:spcBef>
              <a:spcAft>
                <a:spcPts val="0"/>
              </a:spcAft>
              <a:buClr>
                <a:srgbClr val="7F7F7F"/>
              </a:buClr>
              <a:buSzPts val="1100"/>
              <a:buFont typeface="Inter"/>
              <a:buNone/>
              <a:defRPr sz="1100">
                <a:solidFill>
                  <a:srgbClr val="7F7F7F"/>
                </a:solidFill>
                <a:latin typeface="Inter"/>
                <a:ea typeface="Inter"/>
                <a:cs typeface="Inter"/>
              </a:defRPr>
            </a:lvl6pPr>
            <a:lvl7pPr>
              <a:spcBef>
                <a:spcPts val="0"/>
              </a:spcBef>
              <a:spcAft>
                <a:spcPts val="0"/>
              </a:spcAft>
              <a:buClr>
                <a:srgbClr val="7F7F7F"/>
              </a:buClr>
              <a:buSzPts val="1100"/>
              <a:buFont typeface="Inter"/>
              <a:buNone/>
              <a:defRPr sz="1100">
                <a:solidFill>
                  <a:srgbClr val="7F7F7F"/>
                </a:solidFill>
                <a:latin typeface="Inter"/>
                <a:ea typeface="Inter"/>
                <a:cs typeface="Inter"/>
              </a:defRPr>
            </a:lvl7pPr>
            <a:lvl8pPr>
              <a:spcBef>
                <a:spcPts val="0"/>
              </a:spcBef>
              <a:spcAft>
                <a:spcPts val="0"/>
              </a:spcAft>
              <a:buClr>
                <a:srgbClr val="7F7F7F"/>
              </a:buClr>
              <a:buSzPts val="1100"/>
              <a:buFont typeface="Inter"/>
              <a:buNone/>
              <a:defRPr sz="1100">
                <a:solidFill>
                  <a:srgbClr val="7F7F7F"/>
                </a:solidFill>
                <a:latin typeface="Inter"/>
                <a:ea typeface="Inter"/>
                <a:cs typeface="Inter"/>
              </a:defRPr>
            </a:lvl8pPr>
            <a:lvl9pPr>
              <a:spcBef>
                <a:spcPts val="0"/>
              </a:spcBef>
              <a:spcAft>
                <a:spcPts val="0"/>
              </a:spcAft>
              <a:buClr>
                <a:srgbClr val="7F7F7F"/>
              </a:buClr>
              <a:buSzPts val="1100"/>
              <a:buFont typeface="Inter"/>
              <a:buNone/>
              <a:defRPr sz="1100">
                <a:solidFill>
                  <a:srgbClr val="7F7F7F"/>
                </a:solidFill>
                <a:latin typeface="Inter"/>
                <a:ea typeface="Inter"/>
                <a:cs typeface="Inter"/>
              </a:defRPr>
            </a:lvl9pPr>
          </a:lstStyle>
          <a:p xmlns:a="http://schemas.openxmlformats.org/drawingml/2006/main"/>
        </p:txBody>
      </p:sp>
      <p:sp>
        <p:nvSpPr>
          <p:cNvPr id="709" name="Google Shape;709;p99">
            <a:extLst xmlns:a="http://schemas.openxmlformats.org/drawingml/2006/main">
              <a:ext uri="{FF2B5EF4-FFF2-40B4-BE49-F238E27FC236}">
                <a16:creationId xmlns:a16="http://schemas.microsoft.com/office/drawing/2014/main" id="{7FEDEA5B-07E0-41D9-A4B3-7B02D7CA3345}"/>
              </a:ext>
            </a:extLst>
          </p:cNvPr>
          <p:cNvSpPr>
            <a:spLocks xmlns:a="http://schemas.openxmlformats.org/drawingml/2006/main" noGrp="1"/>
          </p:cNvSpPr>
          <p:nvPr>
            <p:ph type="title" idx="7"/>
          </p:nvPr>
        </p:nvSpPr>
        <p:spPr>
          <a:xfrm xmlns:a="http://schemas.openxmlformats.org/drawingml/2006/main">
            <a:off x="6168230" y="2778600"/>
            <a:ext cx="2709000" cy="513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300" tIns="17150" rIns="34300" bIns="17150" anchor="t">
            <a:spAutoFit/>
          </a:bodyPr>
          <a:lstStyle xmlns:a="http://schemas.openxmlformats.org/drawingml/2006/main">
            <a:lvl1pPr algn="l">
              <a:lnSpc>
                <a:spcPct val="90000"/>
              </a:lnSpc>
              <a:spcBef>
                <a:spcPts val="0"/>
              </a:spcBef>
              <a:spcAft>
                <a:spcPts val="0"/>
              </a:spcAft>
              <a:buClr>
                <a:srgbClr val="7F7F7F"/>
              </a:buClr>
              <a:buSzPts val="1100"/>
              <a:buFont typeface="Inter"/>
              <a:buNone/>
              <a:defRPr sz="1100">
                <a:solidFill>
                  <a:srgbClr val="7F7F7F"/>
                </a:solidFill>
                <a:latin typeface="Inter"/>
                <a:ea typeface="Inter"/>
                <a:cs typeface="Inter"/>
              </a:defRPr>
            </a:lvl1pPr>
            <a:lvl2pPr>
              <a:spcBef>
                <a:spcPts val="0"/>
              </a:spcBef>
              <a:spcAft>
                <a:spcPts val="0"/>
              </a:spcAft>
              <a:buClr>
                <a:srgbClr val="7F7F7F"/>
              </a:buClr>
              <a:buSzPts val="1100"/>
              <a:buFont typeface="Inter"/>
              <a:buNone/>
              <a:defRPr sz="1100">
                <a:solidFill>
                  <a:srgbClr val="7F7F7F"/>
                </a:solidFill>
                <a:latin typeface="Inter"/>
                <a:ea typeface="Inter"/>
                <a:cs typeface="Inter"/>
              </a:defRPr>
            </a:lvl2pPr>
            <a:lvl3pPr>
              <a:spcBef>
                <a:spcPts val="0"/>
              </a:spcBef>
              <a:spcAft>
                <a:spcPts val="0"/>
              </a:spcAft>
              <a:buClr>
                <a:srgbClr val="7F7F7F"/>
              </a:buClr>
              <a:buSzPts val="1100"/>
              <a:buFont typeface="Inter"/>
              <a:buNone/>
              <a:defRPr sz="1100">
                <a:solidFill>
                  <a:srgbClr val="7F7F7F"/>
                </a:solidFill>
                <a:latin typeface="Inter"/>
                <a:ea typeface="Inter"/>
                <a:cs typeface="Inter"/>
              </a:defRPr>
            </a:lvl3pPr>
            <a:lvl4pPr>
              <a:spcBef>
                <a:spcPts val="0"/>
              </a:spcBef>
              <a:spcAft>
                <a:spcPts val="0"/>
              </a:spcAft>
              <a:buClr>
                <a:srgbClr val="7F7F7F"/>
              </a:buClr>
              <a:buSzPts val="1100"/>
              <a:buFont typeface="Inter"/>
              <a:buNone/>
              <a:defRPr sz="1100">
                <a:solidFill>
                  <a:srgbClr val="7F7F7F"/>
                </a:solidFill>
                <a:latin typeface="Inter"/>
                <a:ea typeface="Inter"/>
                <a:cs typeface="Inter"/>
              </a:defRPr>
            </a:lvl4pPr>
            <a:lvl5pPr>
              <a:spcBef>
                <a:spcPts val="0"/>
              </a:spcBef>
              <a:spcAft>
                <a:spcPts val="0"/>
              </a:spcAft>
              <a:buClr>
                <a:srgbClr val="7F7F7F"/>
              </a:buClr>
              <a:buSzPts val="1100"/>
              <a:buFont typeface="Inter"/>
              <a:buNone/>
              <a:defRPr sz="1100">
                <a:solidFill>
                  <a:srgbClr val="7F7F7F"/>
                </a:solidFill>
                <a:latin typeface="Inter"/>
                <a:ea typeface="Inter"/>
                <a:cs typeface="Inter"/>
              </a:defRPr>
            </a:lvl5pPr>
            <a:lvl6pPr>
              <a:spcBef>
                <a:spcPts val="0"/>
              </a:spcBef>
              <a:spcAft>
                <a:spcPts val="0"/>
              </a:spcAft>
              <a:buClr>
                <a:srgbClr val="7F7F7F"/>
              </a:buClr>
              <a:buSzPts val="1100"/>
              <a:buFont typeface="Inter"/>
              <a:buNone/>
              <a:defRPr sz="1100">
                <a:solidFill>
                  <a:srgbClr val="7F7F7F"/>
                </a:solidFill>
                <a:latin typeface="Inter"/>
                <a:ea typeface="Inter"/>
                <a:cs typeface="Inter"/>
              </a:defRPr>
            </a:lvl6pPr>
            <a:lvl7pPr>
              <a:spcBef>
                <a:spcPts val="0"/>
              </a:spcBef>
              <a:spcAft>
                <a:spcPts val="0"/>
              </a:spcAft>
              <a:buClr>
                <a:srgbClr val="7F7F7F"/>
              </a:buClr>
              <a:buSzPts val="1100"/>
              <a:buFont typeface="Inter"/>
              <a:buNone/>
              <a:defRPr sz="1100">
                <a:solidFill>
                  <a:srgbClr val="7F7F7F"/>
                </a:solidFill>
                <a:latin typeface="Inter"/>
                <a:ea typeface="Inter"/>
                <a:cs typeface="Inter"/>
              </a:defRPr>
            </a:lvl7pPr>
            <a:lvl8pPr>
              <a:spcBef>
                <a:spcPts val="0"/>
              </a:spcBef>
              <a:spcAft>
                <a:spcPts val="0"/>
              </a:spcAft>
              <a:buClr>
                <a:srgbClr val="7F7F7F"/>
              </a:buClr>
              <a:buSzPts val="1100"/>
              <a:buFont typeface="Inter"/>
              <a:buNone/>
              <a:defRPr sz="1100">
                <a:solidFill>
                  <a:srgbClr val="7F7F7F"/>
                </a:solidFill>
                <a:latin typeface="Inter"/>
                <a:ea typeface="Inter"/>
                <a:cs typeface="Inter"/>
              </a:defRPr>
            </a:lvl8pPr>
            <a:lvl9pPr>
              <a:spcBef>
                <a:spcPts val="0"/>
              </a:spcBef>
              <a:spcAft>
                <a:spcPts val="0"/>
              </a:spcAft>
              <a:buClr>
                <a:srgbClr val="7F7F7F"/>
              </a:buClr>
              <a:buSzPts val="1100"/>
              <a:buFont typeface="Inter"/>
              <a:buNone/>
              <a:defRPr sz="1100">
                <a:solidFill>
                  <a:srgbClr val="7F7F7F"/>
                </a:solidFill>
                <a:latin typeface="Inter"/>
                <a:ea typeface="Inter"/>
                <a:cs typeface="Inter"/>
              </a:defRPr>
            </a:lvl9pPr>
          </a:lstStyle>
          <a:p xmlns:a="http://schemas.openxmlformats.org/drawingml/2006/main"/>
        </p:txBody>
      </p:sp>
      <p:pic>
        <p:nvPicPr>
          <p:cNvPr id="722" name="Google Shape;710;p99"/>
          <p:cNvPicPr>
            <a:picLocks xmlns:a="http://schemas.openxmlformats.org/drawingml/2006/main" noChangeAspect="1"/>
          </p:cNvPicPr>
          <p:nvPr/>
        </p:nvPicPr>
        <p:blipFill>
          <a:blip xmlns:r="http://schemas.openxmlformats.org/officeDocument/2006/relationships" xmlns:a="http://schemas.openxmlformats.org/drawingml/2006/main" r:embed="R843436ceed7a4d8e">
            <a:alphaModFix/>
          </a:blip>
          <a:stretch xmlns:a="http://schemas.openxmlformats.org/drawingml/2006/main">
            <a:fillRect l="0" t="0" r="0" b="0"/>
          </a:stretch>
        </p:blipFill>
        <p:spPr>
          <a:xfrm xmlns:a="http://schemas.openxmlformats.org/drawingml/2006/main">
            <a:off x="228600" y="4836074"/>
            <a:ext cx="153925" cy="153925"/>
          </a:xfrm>
          <a:prstGeom xmlns:a="http://schemas.openxmlformats.org/drawingml/2006/main" prst="rect">
            <a:avLst/>
          </a:prstGeom>
          <a:ln xmlns:a="http://schemas.openxmlformats.org/drawingml/2006/main">
            <a:noFill/>
          </a:ln>
        </p:spPr>
      </p:pic>
      <p:sp>
        <p:nvSpPr>
          <p:cNvPr id="711" name="Google Shape;711;p99">
            <a:extLst xmlns:a="http://schemas.openxmlformats.org/drawingml/2006/main">
              <a:ext uri="{FF2B5EF4-FFF2-40B4-BE49-F238E27FC236}">
                <a16:creationId xmlns:a16="http://schemas.microsoft.com/office/drawing/2014/main" id="{2BF78038-885A-40E7-82E3-5739E6F50511}"/>
              </a:ext>
            </a:extLst>
          </p:cNvPr>
          <p:cNvSpPr>
            <a:spLocks xmlns:a="http://schemas.openxmlformats.org/drawingml/2006/main" noGrp="1"/>
          </p:cNvSpPr>
          <p:nvPr/>
        </p:nvSpPr>
        <p:spPr>
          <a:xfrm xmlns:a="http://schemas.openxmlformats.org/drawingml/2006/main">
            <a:off x="242050" y="2073075"/>
            <a:ext cx="2799300" cy="139800"/>
          </a:xfrm>
          <a:prstGeom xmlns:a="http://schemas.openxmlformats.org/drawingml/2006/main" prst="rect">
            <a:avLst/>
          </a:prstGeom>
          <a:solidFill xmlns:a="http://schemas.openxmlformats.org/drawingml/2006/main">
            <a:schemeClr val="accent3"/>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latin typeface="Inter"/>
              <a:ea typeface="Inter"/>
              <a:cs typeface="Inter"/>
            </a:endParaRPr>
          </a:p>
        </p:txBody>
      </p:sp>
      <p:sp>
        <p:nvSpPr>
          <p:cNvPr id="712" name="Google Shape;712;p99">
            <a:extLst xmlns:a="http://schemas.openxmlformats.org/drawingml/2006/main">
              <a:ext uri="{FF2B5EF4-FFF2-40B4-BE49-F238E27FC236}">
                <a16:creationId xmlns:a16="http://schemas.microsoft.com/office/drawing/2014/main" id="{95E1DC8E-8B0B-4E3C-8822-4D28F9B1028B}"/>
              </a:ext>
            </a:extLst>
          </p:cNvPr>
          <p:cNvSpPr>
            <a:spLocks xmlns:a="http://schemas.openxmlformats.org/drawingml/2006/main" noGrp="1"/>
          </p:cNvSpPr>
          <p:nvPr/>
        </p:nvSpPr>
        <p:spPr>
          <a:xfrm xmlns:a="http://schemas.openxmlformats.org/drawingml/2006/main">
            <a:off x="3179038" y="2073075"/>
            <a:ext cx="2799300" cy="139800"/>
          </a:xfrm>
          <a:prstGeom xmlns:a="http://schemas.openxmlformats.org/drawingml/2006/main" prst="rect">
            <a:avLst/>
          </a:prstGeom>
          <a:solidFill xmlns:a="http://schemas.openxmlformats.org/drawingml/2006/main">
            <a:schemeClr val="accent4"/>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latin typeface="Inter"/>
              <a:ea typeface="Inter"/>
              <a:cs typeface="Inter"/>
            </a:endParaRPr>
          </a:p>
        </p:txBody>
      </p:sp>
      <p:sp>
        <p:nvSpPr>
          <p:cNvPr id="713" name="Google Shape;713;p99">
            <a:extLst xmlns:a="http://schemas.openxmlformats.org/drawingml/2006/main">
              <a:ext uri="{FF2B5EF4-FFF2-40B4-BE49-F238E27FC236}">
                <a16:creationId xmlns:a16="http://schemas.microsoft.com/office/drawing/2014/main" id="{99AA2E4A-C38D-4587-927C-8903541CDF9C}"/>
              </a:ext>
            </a:extLst>
          </p:cNvPr>
          <p:cNvSpPr>
            <a:spLocks xmlns:a="http://schemas.openxmlformats.org/drawingml/2006/main" noGrp="1"/>
          </p:cNvSpPr>
          <p:nvPr/>
        </p:nvSpPr>
        <p:spPr>
          <a:xfrm xmlns:a="http://schemas.openxmlformats.org/drawingml/2006/main">
            <a:off x="6116026" y="2073075"/>
            <a:ext cx="2799300" cy="139800"/>
          </a:xfrm>
          <a:prstGeom xmlns:a="http://schemas.openxmlformats.org/drawingml/2006/main" prst="rect">
            <a:avLst/>
          </a:prstGeom>
          <a:solidFill xmlns:a="http://schemas.openxmlformats.org/drawingml/2006/main">
            <a:schemeClr val="accent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latin typeface="Inter"/>
              <a:ea typeface="Inter"/>
              <a:cs typeface="Inter"/>
            </a:endParaRPr>
          </a:p>
        </p:txBody>
      </p:sp>
    </p:spTree>
  </p:cSld>
</p:sldLayout>
</file>

<file path=ppt/slideLayouts/slideLayout98.xml><?xml version="1.0" encoding="utf-8"?>
<p:sldLayout xmlns:p="http://schemas.openxmlformats.org/presentationml/2006/main" showMasterSp="0" matchingName="TOC 5 sections">
  <p:cSld name="Segments – Light_1_2_1">
    <p:bg>
      <p:bgPr>
        <a:solidFill xmlns:a="http://schemas.openxmlformats.org/drawingml/2006/main">
          <a:srgbClr val="FCFAEE"/>
        </a:solidFill>
      </p:bgPr>
    </p:bg>
    <p:spTree>
      <p:nvGrpSpPr>
        <p:cNvPr id="1" name=""/>
        <p:cNvGrpSpPr/>
        <p:nvPr/>
      </p:nvGrpSpPr>
      <p:grpSpPr>
        <a:xfrm xmlns:a="http://schemas.openxmlformats.org/drawingml/2006/main"/>
      </p:grpSpPr>
      <p:sp>
        <p:nvSpPr>
          <p:cNvPr id="715" name="Google Shape;715;p100">
            <a:extLst xmlns:a="http://schemas.openxmlformats.org/drawingml/2006/main">
              <a:ext uri="{FF2B5EF4-FFF2-40B4-BE49-F238E27FC236}">
                <a16:creationId xmlns:a16="http://schemas.microsoft.com/office/drawing/2014/main" id="{E392AD05-DF2E-4F91-9A6A-B93338F9B0A1}"/>
              </a:ext>
            </a:extLst>
          </p:cNvPr>
          <p:cNvSpPr>
            <a:spLocks xmlns:a="http://schemas.openxmlformats.org/drawingml/2006/main" noGrp="1"/>
          </p:cNvSpPr>
          <p:nvPr>
            <p:ph type="title" idx="0"/>
          </p:nvPr>
        </p:nvSpPr>
        <p:spPr>
          <a:xfrm xmlns:a="http://schemas.openxmlformats.org/drawingml/2006/main">
            <a:off x="201375" y="158722"/>
            <a:ext cx="3773400" cy="1474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300" tIns="17150" rIns="34300" bIns="17150" anchor="t">
            <a:spAutoFit/>
          </a:bodyPr>
          <a:lstStyle xmlns:a="http://schemas.openxmlformats.org/drawingml/2006/main">
            <a:lvl1pPr algn="l">
              <a:lnSpc>
                <a:spcPct val="90000"/>
              </a:lnSpc>
              <a:spcBef>
                <a:spcPts val="0"/>
              </a:spcBef>
              <a:spcAft>
                <a:spcPts val="0"/>
              </a:spcAft>
              <a:buClr>
                <a:schemeClr val="dk1"/>
              </a:buClr>
              <a:buSzPts val="3800"/>
              <a:buFont typeface="Helvetica Neue"/>
              <a:buNone/>
              <a:defRPr sz="3800" b="0">
                <a:solidFill>
                  <a:schemeClr val="dk1"/>
                </a:solidFill>
              </a:defRPr>
            </a:lvl1pPr>
            <a:lvl2pPr>
              <a:spcBef>
                <a:spcPts val="0"/>
              </a:spcBef>
              <a:spcAft>
                <a:spcPts val="0"/>
              </a:spcAft>
              <a:buSzPts val="500"/>
              <a:buNone/>
              <a:defRPr sz="700"/>
            </a:lvl2pPr>
            <a:lvl3pPr>
              <a:spcBef>
                <a:spcPts val="0"/>
              </a:spcBef>
              <a:spcAft>
                <a:spcPts val="0"/>
              </a:spcAft>
              <a:buSzPts val="500"/>
              <a:buNone/>
              <a:defRPr sz="700"/>
            </a:lvl3pPr>
            <a:lvl4pPr>
              <a:spcBef>
                <a:spcPts val="0"/>
              </a:spcBef>
              <a:spcAft>
                <a:spcPts val="0"/>
              </a:spcAft>
              <a:buSzPts val="500"/>
              <a:buNone/>
              <a:defRPr sz="700"/>
            </a:lvl4pPr>
            <a:lvl5pPr>
              <a:spcBef>
                <a:spcPts val="0"/>
              </a:spcBef>
              <a:spcAft>
                <a:spcPts val="0"/>
              </a:spcAft>
              <a:buSzPts val="500"/>
              <a:buNone/>
              <a:defRPr sz="700"/>
            </a:lvl5pPr>
            <a:lvl6pPr>
              <a:spcBef>
                <a:spcPts val="0"/>
              </a:spcBef>
              <a:spcAft>
                <a:spcPts val="0"/>
              </a:spcAft>
              <a:buSzPts val="500"/>
              <a:buNone/>
              <a:defRPr sz="700"/>
            </a:lvl6pPr>
            <a:lvl7pPr>
              <a:spcBef>
                <a:spcPts val="0"/>
              </a:spcBef>
              <a:spcAft>
                <a:spcPts val="0"/>
              </a:spcAft>
              <a:buSzPts val="500"/>
              <a:buNone/>
              <a:defRPr sz="700"/>
            </a:lvl7pPr>
            <a:lvl8pPr>
              <a:spcBef>
                <a:spcPts val="0"/>
              </a:spcBef>
              <a:spcAft>
                <a:spcPts val="0"/>
              </a:spcAft>
              <a:buSzPts val="500"/>
              <a:buNone/>
              <a:defRPr sz="700"/>
            </a:lvl8pPr>
            <a:lvl9pPr>
              <a:spcBef>
                <a:spcPts val="0"/>
              </a:spcBef>
              <a:spcAft>
                <a:spcPts val="0"/>
              </a:spcAft>
              <a:buSzPts val="500"/>
              <a:buNone/>
              <a:defRPr sz="700"/>
            </a:lvl9pPr>
          </a:lstStyle>
          <a:p xmlns:a="http://schemas.openxmlformats.org/drawingml/2006/main"/>
        </p:txBody>
      </p:sp>
      <p:pic>
        <p:nvPicPr>
          <p:cNvPr id="734" name="Google Shape;716;p100"/>
          <p:cNvPicPr>
            <a:picLocks xmlns:a="http://schemas.openxmlformats.org/drawingml/2006/main" noChangeAspect="1"/>
          </p:cNvPicPr>
          <p:nvPr/>
        </p:nvPicPr>
        <p:blipFill>
          <a:blip xmlns:r="http://schemas.openxmlformats.org/officeDocument/2006/relationships" xmlns:a="http://schemas.openxmlformats.org/drawingml/2006/main" r:embed="R827b50184d6f4588">
            <a:alphaModFix/>
          </a:blip>
          <a:stretch xmlns:a="http://schemas.openxmlformats.org/drawingml/2006/main">
            <a:fillRect l="0" t="0" r="0" b="0"/>
          </a:stretch>
        </p:blipFill>
        <p:spPr>
          <a:xfrm xmlns:a="http://schemas.openxmlformats.org/drawingml/2006/main">
            <a:off x="228600" y="4836074"/>
            <a:ext cx="153925" cy="153925"/>
          </a:xfrm>
          <a:prstGeom xmlns:a="http://schemas.openxmlformats.org/drawingml/2006/main" prst="rect">
            <a:avLst/>
          </a:prstGeom>
          <a:ln xmlns:a="http://schemas.openxmlformats.org/drawingml/2006/main">
            <a:noFill/>
          </a:ln>
        </p:spPr>
      </p:pic>
      <p:sp>
        <p:nvSpPr>
          <p:cNvPr id="717" name="Google Shape;717;p100">
            <a:extLst xmlns:a="http://schemas.openxmlformats.org/drawingml/2006/main">
              <a:ext uri="{FF2B5EF4-FFF2-40B4-BE49-F238E27FC236}">
                <a16:creationId xmlns:a16="http://schemas.microsoft.com/office/drawing/2014/main" id="{F17AC1B1-4B57-42B9-AE18-33C06B2E8422}"/>
              </a:ext>
            </a:extLst>
          </p:cNvPr>
          <p:cNvSpPr>
            <a:spLocks xmlns:a="http://schemas.openxmlformats.org/drawingml/2006/main" noGrp="1"/>
          </p:cNvSpPr>
          <p:nvPr>
            <p:ph type="title" idx="2"/>
          </p:nvPr>
        </p:nvSpPr>
        <p:spPr>
          <a:xfrm xmlns:a="http://schemas.openxmlformats.org/drawingml/2006/main">
            <a:off x="201375" y="2395725"/>
            <a:ext cx="1616400" cy="513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300" tIns="17150" rIns="34300" bIns="17150" anchor="t">
            <a:spAutoFit/>
          </a:bodyPr>
          <a:lstStyle xmlns:a="http://schemas.openxmlformats.org/drawingml/2006/main">
            <a:lvl1pPr algn="l">
              <a:lnSpc>
                <a:spcPct val="90000"/>
              </a:lnSpc>
              <a:spcBef>
                <a:spcPts val="0"/>
              </a:spcBef>
              <a:spcAft>
                <a:spcPts val="0"/>
              </a:spcAft>
              <a:buClr>
                <a:schemeClr val="dk1"/>
              </a:buClr>
              <a:buSzPts val="1800"/>
              <a:buFont typeface="Helvetica Neue"/>
              <a:buNone/>
              <a:defRPr sz="1800" b="0">
                <a:solidFill>
                  <a:schemeClr val="dk1"/>
                </a:solidFill>
              </a:defRPr>
            </a:lvl1pPr>
            <a:lvl2pPr>
              <a:spcBef>
                <a:spcPts val="0"/>
              </a:spcBef>
              <a:spcAft>
                <a:spcPts val="0"/>
              </a:spcAft>
              <a:buSzPts val="1800"/>
              <a:buNone/>
              <a:defRPr sz="1800"/>
            </a:lvl2pPr>
            <a:lvl3pPr>
              <a:spcBef>
                <a:spcPts val="0"/>
              </a:spcBef>
              <a:spcAft>
                <a:spcPts val="0"/>
              </a:spcAft>
              <a:buSzPts val="1800"/>
              <a:buNone/>
              <a:defRPr sz="1800"/>
            </a:lvl3pPr>
            <a:lvl4pPr>
              <a:spcBef>
                <a:spcPts val="0"/>
              </a:spcBef>
              <a:spcAft>
                <a:spcPts val="0"/>
              </a:spcAft>
              <a:buSzPts val="1800"/>
              <a:buNone/>
              <a:defRPr sz="1800"/>
            </a:lvl4pPr>
            <a:lvl5pPr>
              <a:spcBef>
                <a:spcPts val="0"/>
              </a:spcBef>
              <a:spcAft>
                <a:spcPts val="0"/>
              </a:spcAft>
              <a:buSzPts val="1800"/>
              <a:buNone/>
              <a:defRPr sz="1800"/>
            </a:lvl5pPr>
            <a:lvl6pPr>
              <a:spcBef>
                <a:spcPts val="0"/>
              </a:spcBef>
              <a:spcAft>
                <a:spcPts val="0"/>
              </a:spcAft>
              <a:buSzPts val="1800"/>
              <a:buNone/>
              <a:defRPr sz="1800"/>
            </a:lvl6pPr>
            <a:lvl7pPr>
              <a:spcBef>
                <a:spcPts val="0"/>
              </a:spcBef>
              <a:spcAft>
                <a:spcPts val="0"/>
              </a:spcAft>
              <a:buSzPts val="1800"/>
              <a:buNone/>
              <a:defRPr sz="1800"/>
            </a:lvl7pPr>
            <a:lvl8pPr>
              <a:spcBef>
                <a:spcPts val="0"/>
              </a:spcBef>
              <a:spcAft>
                <a:spcPts val="0"/>
              </a:spcAft>
              <a:buSzPts val="1800"/>
              <a:buNone/>
              <a:defRPr sz="1800"/>
            </a:lvl8pPr>
            <a:lvl9pPr>
              <a:spcBef>
                <a:spcPts val="0"/>
              </a:spcBef>
              <a:spcAft>
                <a:spcPts val="0"/>
              </a:spcAft>
              <a:buSzPts val="1800"/>
              <a:buNone/>
              <a:defRPr sz="1800"/>
            </a:lvl9pPr>
          </a:lstStyle>
          <a:p xmlns:a="http://schemas.openxmlformats.org/drawingml/2006/main"/>
        </p:txBody>
      </p:sp>
      <p:sp>
        <p:nvSpPr>
          <p:cNvPr id="718" name="Google Shape;718;p100">
            <a:extLst xmlns:a="http://schemas.openxmlformats.org/drawingml/2006/main">
              <a:ext uri="{FF2B5EF4-FFF2-40B4-BE49-F238E27FC236}">
                <a16:creationId xmlns:a16="http://schemas.microsoft.com/office/drawing/2014/main" id="{D02598B6-FA27-49A1-AB0E-70CA8ED31A7F}"/>
              </a:ext>
            </a:extLst>
          </p:cNvPr>
          <p:cNvSpPr>
            <a:spLocks xmlns:a="http://schemas.openxmlformats.org/drawingml/2006/main" noGrp="1"/>
          </p:cNvSpPr>
          <p:nvPr>
            <p:ph type="title" idx="3"/>
          </p:nvPr>
        </p:nvSpPr>
        <p:spPr>
          <a:xfrm xmlns:a="http://schemas.openxmlformats.org/drawingml/2006/main">
            <a:off x="1981454" y="2395725"/>
            <a:ext cx="1616400" cy="513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300" tIns="17150" rIns="34300" bIns="17150" anchor="t">
            <a:spAutoFit/>
          </a:bodyPr>
          <a:lstStyle xmlns:a="http://schemas.openxmlformats.org/drawingml/2006/main">
            <a:lvl1pPr algn="l">
              <a:lnSpc>
                <a:spcPct val="90000"/>
              </a:lnSpc>
              <a:spcBef>
                <a:spcPts val="0"/>
              </a:spcBef>
              <a:spcAft>
                <a:spcPts val="0"/>
              </a:spcAft>
              <a:buClr>
                <a:schemeClr val="dk1"/>
              </a:buClr>
              <a:buSzPts val="1800"/>
              <a:buFont typeface="Helvetica Neue"/>
              <a:buNone/>
              <a:defRPr sz="1800" b="0">
                <a:solidFill>
                  <a:schemeClr val="dk1"/>
                </a:solidFill>
              </a:defRPr>
            </a:lvl1pPr>
            <a:lvl2pPr>
              <a:spcBef>
                <a:spcPts val="0"/>
              </a:spcBef>
              <a:spcAft>
                <a:spcPts val="0"/>
              </a:spcAft>
              <a:buSzPts val="1800"/>
              <a:buNone/>
              <a:defRPr sz="1800"/>
            </a:lvl2pPr>
            <a:lvl3pPr>
              <a:spcBef>
                <a:spcPts val="0"/>
              </a:spcBef>
              <a:spcAft>
                <a:spcPts val="0"/>
              </a:spcAft>
              <a:buSzPts val="1800"/>
              <a:buNone/>
              <a:defRPr sz="1800"/>
            </a:lvl3pPr>
            <a:lvl4pPr>
              <a:spcBef>
                <a:spcPts val="0"/>
              </a:spcBef>
              <a:spcAft>
                <a:spcPts val="0"/>
              </a:spcAft>
              <a:buSzPts val="1800"/>
              <a:buNone/>
              <a:defRPr sz="1800"/>
            </a:lvl4pPr>
            <a:lvl5pPr>
              <a:spcBef>
                <a:spcPts val="0"/>
              </a:spcBef>
              <a:spcAft>
                <a:spcPts val="0"/>
              </a:spcAft>
              <a:buSzPts val="1800"/>
              <a:buNone/>
              <a:defRPr sz="1800"/>
            </a:lvl5pPr>
            <a:lvl6pPr>
              <a:spcBef>
                <a:spcPts val="0"/>
              </a:spcBef>
              <a:spcAft>
                <a:spcPts val="0"/>
              </a:spcAft>
              <a:buSzPts val="1800"/>
              <a:buNone/>
              <a:defRPr sz="1800"/>
            </a:lvl6pPr>
            <a:lvl7pPr>
              <a:spcBef>
                <a:spcPts val="0"/>
              </a:spcBef>
              <a:spcAft>
                <a:spcPts val="0"/>
              </a:spcAft>
              <a:buSzPts val="1800"/>
              <a:buNone/>
              <a:defRPr sz="1800"/>
            </a:lvl7pPr>
            <a:lvl8pPr>
              <a:spcBef>
                <a:spcPts val="0"/>
              </a:spcBef>
              <a:spcAft>
                <a:spcPts val="0"/>
              </a:spcAft>
              <a:buSzPts val="1800"/>
              <a:buNone/>
              <a:defRPr sz="1800"/>
            </a:lvl8pPr>
            <a:lvl9pPr>
              <a:spcBef>
                <a:spcPts val="0"/>
              </a:spcBef>
              <a:spcAft>
                <a:spcPts val="0"/>
              </a:spcAft>
              <a:buSzPts val="1800"/>
              <a:buNone/>
              <a:defRPr sz="1800"/>
            </a:lvl9pPr>
          </a:lstStyle>
          <a:p xmlns:a="http://schemas.openxmlformats.org/drawingml/2006/main"/>
        </p:txBody>
      </p:sp>
      <p:sp>
        <p:nvSpPr>
          <p:cNvPr id="719" name="Google Shape;719;p100">
            <a:extLst xmlns:a="http://schemas.openxmlformats.org/drawingml/2006/main">
              <a:ext uri="{FF2B5EF4-FFF2-40B4-BE49-F238E27FC236}">
                <a16:creationId xmlns:a16="http://schemas.microsoft.com/office/drawing/2014/main" id="{B29E8EAE-EA78-47E4-B519-B21AC7AEEC45}"/>
              </a:ext>
            </a:extLst>
          </p:cNvPr>
          <p:cNvSpPr>
            <a:spLocks xmlns:a="http://schemas.openxmlformats.org/drawingml/2006/main" noGrp="1"/>
          </p:cNvSpPr>
          <p:nvPr>
            <p:ph type="title" idx="4"/>
          </p:nvPr>
        </p:nvSpPr>
        <p:spPr>
          <a:xfrm xmlns:a="http://schemas.openxmlformats.org/drawingml/2006/main">
            <a:off x="3761532" y="2395725"/>
            <a:ext cx="1616400" cy="513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300" tIns="17150" rIns="34300" bIns="17150" anchor="t">
            <a:spAutoFit/>
          </a:bodyPr>
          <a:lstStyle xmlns:a="http://schemas.openxmlformats.org/drawingml/2006/main">
            <a:lvl1pPr algn="l">
              <a:lnSpc>
                <a:spcPct val="90000"/>
              </a:lnSpc>
              <a:spcBef>
                <a:spcPts val="0"/>
              </a:spcBef>
              <a:spcAft>
                <a:spcPts val="0"/>
              </a:spcAft>
              <a:buClr>
                <a:schemeClr val="dk1"/>
              </a:buClr>
              <a:buSzPts val="1800"/>
              <a:buFont typeface="Helvetica Neue"/>
              <a:buNone/>
              <a:defRPr sz="1800" b="0">
                <a:solidFill>
                  <a:schemeClr val="dk1"/>
                </a:solidFill>
              </a:defRPr>
            </a:lvl1pPr>
            <a:lvl2pPr>
              <a:spcBef>
                <a:spcPts val="0"/>
              </a:spcBef>
              <a:spcAft>
                <a:spcPts val="0"/>
              </a:spcAft>
              <a:buSzPts val="1800"/>
              <a:buNone/>
              <a:defRPr sz="1800"/>
            </a:lvl2pPr>
            <a:lvl3pPr>
              <a:spcBef>
                <a:spcPts val="0"/>
              </a:spcBef>
              <a:spcAft>
                <a:spcPts val="0"/>
              </a:spcAft>
              <a:buSzPts val="1800"/>
              <a:buNone/>
              <a:defRPr sz="1800"/>
            </a:lvl3pPr>
            <a:lvl4pPr>
              <a:spcBef>
                <a:spcPts val="0"/>
              </a:spcBef>
              <a:spcAft>
                <a:spcPts val="0"/>
              </a:spcAft>
              <a:buSzPts val="1800"/>
              <a:buNone/>
              <a:defRPr sz="1800"/>
            </a:lvl4pPr>
            <a:lvl5pPr>
              <a:spcBef>
                <a:spcPts val="0"/>
              </a:spcBef>
              <a:spcAft>
                <a:spcPts val="0"/>
              </a:spcAft>
              <a:buSzPts val="1800"/>
              <a:buNone/>
              <a:defRPr sz="1800"/>
            </a:lvl5pPr>
            <a:lvl6pPr>
              <a:spcBef>
                <a:spcPts val="0"/>
              </a:spcBef>
              <a:spcAft>
                <a:spcPts val="0"/>
              </a:spcAft>
              <a:buSzPts val="1800"/>
              <a:buNone/>
              <a:defRPr sz="1800"/>
            </a:lvl6pPr>
            <a:lvl7pPr>
              <a:spcBef>
                <a:spcPts val="0"/>
              </a:spcBef>
              <a:spcAft>
                <a:spcPts val="0"/>
              </a:spcAft>
              <a:buSzPts val="1800"/>
              <a:buNone/>
              <a:defRPr sz="1800"/>
            </a:lvl7pPr>
            <a:lvl8pPr>
              <a:spcBef>
                <a:spcPts val="0"/>
              </a:spcBef>
              <a:spcAft>
                <a:spcPts val="0"/>
              </a:spcAft>
              <a:buSzPts val="1800"/>
              <a:buNone/>
              <a:defRPr sz="1800"/>
            </a:lvl8pPr>
            <a:lvl9pPr>
              <a:spcBef>
                <a:spcPts val="0"/>
              </a:spcBef>
              <a:spcAft>
                <a:spcPts val="0"/>
              </a:spcAft>
              <a:buSzPts val="1800"/>
              <a:buNone/>
              <a:defRPr sz="1800"/>
            </a:lvl9pPr>
          </a:lstStyle>
          <a:p xmlns:a="http://schemas.openxmlformats.org/drawingml/2006/main"/>
        </p:txBody>
      </p:sp>
      <p:sp>
        <p:nvSpPr>
          <p:cNvPr id="720" name="Google Shape;720;p100">
            <a:extLst xmlns:a="http://schemas.openxmlformats.org/drawingml/2006/main">
              <a:ext uri="{FF2B5EF4-FFF2-40B4-BE49-F238E27FC236}">
                <a16:creationId xmlns:a16="http://schemas.microsoft.com/office/drawing/2014/main" id="{1823DA6E-C03C-49B6-90F3-28E0A66D2CBF}"/>
              </a:ext>
            </a:extLst>
          </p:cNvPr>
          <p:cNvSpPr>
            <a:spLocks xmlns:a="http://schemas.openxmlformats.org/drawingml/2006/main" noGrp="1"/>
          </p:cNvSpPr>
          <p:nvPr>
            <p:ph type="title" idx="5"/>
          </p:nvPr>
        </p:nvSpPr>
        <p:spPr>
          <a:xfrm xmlns:a="http://schemas.openxmlformats.org/drawingml/2006/main">
            <a:off x="5541611" y="2778600"/>
            <a:ext cx="1616400" cy="513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300" tIns="17150" rIns="34300" bIns="17150" anchor="t">
            <a:spAutoFit/>
          </a:bodyPr>
          <a:lstStyle xmlns:a="http://schemas.openxmlformats.org/drawingml/2006/main">
            <a:lvl1pPr algn="l">
              <a:lnSpc>
                <a:spcPct val="90000"/>
              </a:lnSpc>
              <a:spcBef>
                <a:spcPts val="0"/>
              </a:spcBef>
              <a:spcAft>
                <a:spcPts val="0"/>
              </a:spcAft>
              <a:buClr>
                <a:srgbClr val="7F7F7F"/>
              </a:buClr>
              <a:buSzPts val="1100"/>
              <a:buFont typeface="Inter"/>
              <a:buNone/>
              <a:defRPr sz="1100">
                <a:solidFill>
                  <a:srgbClr val="7F7F7F"/>
                </a:solidFill>
                <a:latin typeface="Inter"/>
                <a:ea typeface="Inter"/>
                <a:cs typeface="Inter"/>
              </a:defRPr>
            </a:lvl1pPr>
            <a:lvl2pPr>
              <a:spcBef>
                <a:spcPts val="0"/>
              </a:spcBef>
              <a:spcAft>
                <a:spcPts val="0"/>
              </a:spcAft>
              <a:buClr>
                <a:srgbClr val="7F7F7F"/>
              </a:buClr>
              <a:buSzPts val="1100"/>
              <a:buFont typeface="Inter"/>
              <a:buNone/>
              <a:defRPr sz="1100">
                <a:solidFill>
                  <a:srgbClr val="7F7F7F"/>
                </a:solidFill>
                <a:latin typeface="Inter"/>
                <a:ea typeface="Inter"/>
                <a:cs typeface="Inter"/>
              </a:defRPr>
            </a:lvl2pPr>
            <a:lvl3pPr>
              <a:spcBef>
                <a:spcPts val="0"/>
              </a:spcBef>
              <a:spcAft>
                <a:spcPts val="0"/>
              </a:spcAft>
              <a:buClr>
                <a:srgbClr val="7F7F7F"/>
              </a:buClr>
              <a:buSzPts val="1100"/>
              <a:buFont typeface="Inter"/>
              <a:buNone/>
              <a:defRPr sz="1100">
                <a:solidFill>
                  <a:srgbClr val="7F7F7F"/>
                </a:solidFill>
                <a:latin typeface="Inter"/>
                <a:ea typeface="Inter"/>
                <a:cs typeface="Inter"/>
              </a:defRPr>
            </a:lvl3pPr>
            <a:lvl4pPr>
              <a:spcBef>
                <a:spcPts val="0"/>
              </a:spcBef>
              <a:spcAft>
                <a:spcPts val="0"/>
              </a:spcAft>
              <a:buClr>
                <a:srgbClr val="7F7F7F"/>
              </a:buClr>
              <a:buSzPts val="1100"/>
              <a:buFont typeface="Inter"/>
              <a:buNone/>
              <a:defRPr sz="1100">
                <a:solidFill>
                  <a:srgbClr val="7F7F7F"/>
                </a:solidFill>
                <a:latin typeface="Inter"/>
                <a:ea typeface="Inter"/>
                <a:cs typeface="Inter"/>
              </a:defRPr>
            </a:lvl4pPr>
            <a:lvl5pPr>
              <a:spcBef>
                <a:spcPts val="0"/>
              </a:spcBef>
              <a:spcAft>
                <a:spcPts val="0"/>
              </a:spcAft>
              <a:buClr>
                <a:srgbClr val="7F7F7F"/>
              </a:buClr>
              <a:buSzPts val="1100"/>
              <a:buFont typeface="Inter"/>
              <a:buNone/>
              <a:defRPr sz="1100">
                <a:solidFill>
                  <a:srgbClr val="7F7F7F"/>
                </a:solidFill>
                <a:latin typeface="Inter"/>
                <a:ea typeface="Inter"/>
                <a:cs typeface="Inter"/>
              </a:defRPr>
            </a:lvl5pPr>
            <a:lvl6pPr>
              <a:spcBef>
                <a:spcPts val="0"/>
              </a:spcBef>
              <a:spcAft>
                <a:spcPts val="0"/>
              </a:spcAft>
              <a:buClr>
                <a:srgbClr val="7F7F7F"/>
              </a:buClr>
              <a:buSzPts val="1100"/>
              <a:buFont typeface="Inter"/>
              <a:buNone/>
              <a:defRPr sz="1100">
                <a:solidFill>
                  <a:srgbClr val="7F7F7F"/>
                </a:solidFill>
                <a:latin typeface="Inter"/>
                <a:ea typeface="Inter"/>
                <a:cs typeface="Inter"/>
              </a:defRPr>
            </a:lvl6pPr>
            <a:lvl7pPr>
              <a:spcBef>
                <a:spcPts val="0"/>
              </a:spcBef>
              <a:spcAft>
                <a:spcPts val="0"/>
              </a:spcAft>
              <a:buClr>
                <a:srgbClr val="7F7F7F"/>
              </a:buClr>
              <a:buSzPts val="1100"/>
              <a:buFont typeface="Inter"/>
              <a:buNone/>
              <a:defRPr sz="1100">
                <a:solidFill>
                  <a:srgbClr val="7F7F7F"/>
                </a:solidFill>
                <a:latin typeface="Inter"/>
                <a:ea typeface="Inter"/>
                <a:cs typeface="Inter"/>
              </a:defRPr>
            </a:lvl7pPr>
            <a:lvl8pPr>
              <a:spcBef>
                <a:spcPts val="0"/>
              </a:spcBef>
              <a:spcAft>
                <a:spcPts val="0"/>
              </a:spcAft>
              <a:buClr>
                <a:srgbClr val="7F7F7F"/>
              </a:buClr>
              <a:buSzPts val="1100"/>
              <a:buFont typeface="Inter"/>
              <a:buNone/>
              <a:defRPr sz="1100">
                <a:solidFill>
                  <a:srgbClr val="7F7F7F"/>
                </a:solidFill>
                <a:latin typeface="Inter"/>
                <a:ea typeface="Inter"/>
                <a:cs typeface="Inter"/>
              </a:defRPr>
            </a:lvl8pPr>
            <a:lvl9pPr>
              <a:spcBef>
                <a:spcPts val="0"/>
              </a:spcBef>
              <a:spcAft>
                <a:spcPts val="0"/>
              </a:spcAft>
              <a:buClr>
                <a:srgbClr val="7F7F7F"/>
              </a:buClr>
              <a:buSzPts val="1100"/>
              <a:buFont typeface="Inter"/>
              <a:buNone/>
              <a:defRPr sz="1100">
                <a:solidFill>
                  <a:srgbClr val="7F7F7F"/>
                </a:solidFill>
                <a:latin typeface="Inter"/>
                <a:ea typeface="Inter"/>
                <a:cs typeface="Inter"/>
              </a:defRPr>
            </a:lvl9pPr>
          </a:lstStyle>
          <a:p xmlns:a="http://schemas.openxmlformats.org/drawingml/2006/main"/>
        </p:txBody>
      </p:sp>
      <p:sp>
        <p:nvSpPr>
          <p:cNvPr id="721" name="Google Shape;721;p100">
            <a:extLst xmlns:a="http://schemas.openxmlformats.org/drawingml/2006/main">
              <a:ext uri="{FF2B5EF4-FFF2-40B4-BE49-F238E27FC236}">
                <a16:creationId xmlns:a16="http://schemas.microsoft.com/office/drawing/2014/main" id="{882C167C-814B-470B-A60A-0C4573D3F99E}"/>
              </a:ext>
            </a:extLst>
          </p:cNvPr>
          <p:cNvSpPr>
            <a:spLocks xmlns:a="http://schemas.openxmlformats.org/drawingml/2006/main" noGrp="1"/>
          </p:cNvSpPr>
          <p:nvPr>
            <p:ph type="title" idx="6"/>
          </p:nvPr>
        </p:nvSpPr>
        <p:spPr>
          <a:xfrm xmlns:a="http://schemas.openxmlformats.org/drawingml/2006/main">
            <a:off x="201375" y="2778600"/>
            <a:ext cx="1616400" cy="513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300" tIns="17150" rIns="34300" bIns="17150" anchor="t">
            <a:spAutoFit/>
          </a:bodyPr>
          <a:lstStyle xmlns:a="http://schemas.openxmlformats.org/drawingml/2006/main">
            <a:lvl1pPr algn="l">
              <a:lnSpc>
                <a:spcPct val="90000"/>
              </a:lnSpc>
              <a:spcBef>
                <a:spcPts val="0"/>
              </a:spcBef>
              <a:spcAft>
                <a:spcPts val="0"/>
              </a:spcAft>
              <a:buClr>
                <a:srgbClr val="7F7F7F"/>
              </a:buClr>
              <a:buSzPts val="1100"/>
              <a:buFont typeface="Inter"/>
              <a:buNone/>
              <a:defRPr sz="1100">
                <a:solidFill>
                  <a:srgbClr val="7F7F7F"/>
                </a:solidFill>
                <a:latin typeface="Inter"/>
                <a:ea typeface="Inter"/>
                <a:cs typeface="Inter"/>
              </a:defRPr>
            </a:lvl1pPr>
            <a:lvl2pPr>
              <a:spcBef>
                <a:spcPts val="0"/>
              </a:spcBef>
              <a:spcAft>
                <a:spcPts val="0"/>
              </a:spcAft>
              <a:buClr>
                <a:srgbClr val="7F7F7F"/>
              </a:buClr>
              <a:buSzPts val="1100"/>
              <a:buFont typeface="Inter"/>
              <a:buNone/>
              <a:defRPr sz="1100">
                <a:solidFill>
                  <a:srgbClr val="7F7F7F"/>
                </a:solidFill>
                <a:latin typeface="Inter"/>
                <a:ea typeface="Inter"/>
                <a:cs typeface="Inter"/>
              </a:defRPr>
            </a:lvl2pPr>
            <a:lvl3pPr>
              <a:spcBef>
                <a:spcPts val="0"/>
              </a:spcBef>
              <a:spcAft>
                <a:spcPts val="0"/>
              </a:spcAft>
              <a:buClr>
                <a:srgbClr val="7F7F7F"/>
              </a:buClr>
              <a:buSzPts val="1100"/>
              <a:buFont typeface="Inter"/>
              <a:buNone/>
              <a:defRPr sz="1100">
                <a:solidFill>
                  <a:srgbClr val="7F7F7F"/>
                </a:solidFill>
                <a:latin typeface="Inter"/>
                <a:ea typeface="Inter"/>
                <a:cs typeface="Inter"/>
              </a:defRPr>
            </a:lvl3pPr>
            <a:lvl4pPr>
              <a:spcBef>
                <a:spcPts val="0"/>
              </a:spcBef>
              <a:spcAft>
                <a:spcPts val="0"/>
              </a:spcAft>
              <a:buClr>
                <a:srgbClr val="7F7F7F"/>
              </a:buClr>
              <a:buSzPts val="1100"/>
              <a:buFont typeface="Inter"/>
              <a:buNone/>
              <a:defRPr sz="1100">
                <a:solidFill>
                  <a:srgbClr val="7F7F7F"/>
                </a:solidFill>
                <a:latin typeface="Inter"/>
                <a:ea typeface="Inter"/>
                <a:cs typeface="Inter"/>
              </a:defRPr>
            </a:lvl4pPr>
            <a:lvl5pPr>
              <a:spcBef>
                <a:spcPts val="0"/>
              </a:spcBef>
              <a:spcAft>
                <a:spcPts val="0"/>
              </a:spcAft>
              <a:buClr>
                <a:srgbClr val="7F7F7F"/>
              </a:buClr>
              <a:buSzPts val="1100"/>
              <a:buFont typeface="Inter"/>
              <a:buNone/>
              <a:defRPr sz="1100">
                <a:solidFill>
                  <a:srgbClr val="7F7F7F"/>
                </a:solidFill>
                <a:latin typeface="Inter"/>
                <a:ea typeface="Inter"/>
                <a:cs typeface="Inter"/>
              </a:defRPr>
            </a:lvl5pPr>
            <a:lvl6pPr>
              <a:spcBef>
                <a:spcPts val="0"/>
              </a:spcBef>
              <a:spcAft>
                <a:spcPts val="0"/>
              </a:spcAft>
              <a:buClr>
                <a:srgbClr val="7F7F7F"/>
              </a:buClr>
              <a:buSzPts val="1100"/>
              <a:buFont typeface="Inter"/>
              <a:buNone/>
              <a:defRPr sz="1100">
                <a:solidFill>
                  <a:srgbClr val="7F7F7F"/>
                </a:solidFill>
                <a:latin typeface="Inter"/>
                <a:ea typeface="Inter"/>
                <a:cs typeface="Inter"/>
              </a:defRPr>
            </a:lvl6pPr>
            <a:lvl7pPr>
              <a:spcBef>
                <a:spcPts val="0"/>
              </a:spcBef>
              <a:spcAft>
                <a:spcPts val="0"/>
              </a:spcAft>
              <a:buClr>
                <a:srgbClr val="7F7F7F"/>
              </a:buClr>
              <a:buSzPts val="1100"/>
              <a:buFont typeface="Inter"/>
              <a:buNone/>
              <a:defRPr sz="1100">
                <a:solidFill>
                  <a:srgbClr val="7F7F7F"/>
                </a:solidFill>
                <a:latin typeface="Inter"/>
                <a:ea typeface="Inter"/>
                <a:cs typeface="Inter"/>
              </a:defRPr>
            </a:lvl7pPr>
            <a:lvl8pPr>
              <a:spcBef>
                <a:spcPts val="0"/>
              </a:spcBef>
              <a:spcAft>
                <a:spcPts val="0"/>
              </a:spcAft>
              <a:buClr>
                <a:srgbClr val="7F7F7F"/>
              </a:buClr>
              <a:buSzPts val="1100"/>
              <a:buFont typeface="Inter"/>
              <a:buNone/>
              <a:defRPr sz="1100">
                <a:solidFill>
                  <a:srgbClr val="7F7F7F"/>
                </a:solidFill>
                <a:latin typeface="Inter"/>
                <a:ea typeface="Inter"/>
                <a:cs typeface="Inter"/>
              </a:defRPr>
            </a:lvl8pPr>
            <a:lvl9pPr>
              <a:spcBef>
                <a:spcPts val="0"/>
              </a:spcBef>
              <a:spcAft>
                <a:spcPts val="0"/>
              </a:spcAft>
              <a:buClr>
                <a:srgbClr val="7F7F7F"/>
              </a:buClr>
              <a:buSzPts val="1100"/>
              <a:buFont typeface="Inter"/>
              <a:buNone/>
              <a:defRPr sz="1100">
                <a:solidFill>
                  <a:srgbClr val="7F7F7F"/>
                </a:solidFill>
                <a:latin typeface="Inter"/>
                <a:ea typeface="Inter"/>
                <a:cs typeface="Inter"/>
              </a:defRPr>
            </a:lvl9pPr>
          </a:lstStyle>
          <a:p xmlns:a="http://schemas.openxmlformats.org/drawingml/2006/main"/>
        </p:txBody>
      </p:sp>
      <p:sp>
        <p:nvSpPr>
          <p:cNvPr id="722" name="Google Shape;722;p100">
            <a:extLst xmlns:a="http://schemas.openxmlformats.org/drawingml/2006/main">
              <a:ext uri="{FF2B5EF4-FFF2-40B4-BE49-F238E27FC236}">
                <a16:creationId xmlns:a16="http://schemas.microsoft.com/office/drawing/2014/main" id="{12A9CB47-51D8-4AA5-B9BB-04A9105D2239}"/>
              </a:ext>
            </a:extLst>
          </p:cNvPr>
          <p:cNvSpPr>
            <a:spLocks xmlns:a="http://schemas.openxmlformats.org/drawingml/2006/main" noGrp="1"/>
          </p:cNvSpPr>
          <p:nvPr>
            <p:ph type="title" idx="7"/>
          </p:nvPr>
        </p:nvSpPr>
        <p:spPr>
          <a:xfrm xmlns:a="http://schemas.openxmlformats.org/drawingml/2006/main">
            <a:off x="1981454" y="2778600"/>
            <a:ext cx="1616400" cy="513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300" tIns="17150" rIns="34300" bIns="17150" anchor="t">
            <a:spAutoFit/>
          </a:bodyPr>
          <a:lstStyle xmlns:a="http://schemas.openxmlformats.org/drawingml/2006/main">
            <a:lvl1pPr algn="l">
              <a:lnSpc>
                <a:spcPct val="90000"/>
              </a:lnSpc>
              <a:spcBef>
                <a:spcPts val="0"/>
              </a:spcBef>
              <a:spcAft>
                <a:spcPts val="0"/>
              </a:spcAft>
              <a:buClr>
                <a:srgbClr val="7F7F7F"/>
              </a:buClr>
              <a:buSzPts val="1100"/>
              <a:buFont typeface="Inter"/>
              <a:buNone/>
              <a:defRPr sz="1100">
                <a:solidFill>
                  <a:srgbClr val="7F7F7F"/>
                </a:solidFill>
                <a:latin typeface="Inter"/>
                <a:ea typeface="Inter"/>
                <a:cs typeface="Inter"/>
              </a:defRPr>
            </a:lvl1pPr>
            <a:lvl2pPr>
              <a:spcBef>
                <a:spcPts val="0"/>
              </a:spcBef>
              <a:spcAft>
                <a:spcPts val="0"/>
              </a:spcAft>
              <a:buClr>
                <a:srgbClr val="7F7F7F"/>
              </a:buClr>
              <a:buSzPts val="1100"/>
              <a:buFont typeface="Inter"/>
              <a:buNone/>
              <a:defRPr sz="1100">
                <a:solidFill>
                  <a:srgbClr val="7F7F7F"/>
                </a:solidFill>
                <a:latin typeface="Inter"/>
                <a:ea typeface="Inter"/>
                <a:cs typeface="Inter"/>
              </a:defRPr>
            </a:lvl2pPr>
            <a:lvl3pPr>
              <a:spcBef>
                <a:spcPts val="0"/>
              </a:spcBef>
              <a:spcAft>
                <a:spcPts val="0"/>
              </a:spcAft>
              <a:buClr>
                <a:srgbClr val="7F7F7F"/>
              </a:buClr>
              <a:buSzPts val="1100"/>
              <a:buFont typeface="Inter"/>
              <a:buNone/>
              <a:defRPr sz="1100">
                <a:solidFill>
                  <a:srgbClr val="7F7F7F"/>
                </a:solidFill>
                <a:latin typeface="Inter"/>
                <a:ea typeface="Inter"/>
                <a:cs typeface="Inter"/>
              </a:defRPr>
            </a:lvl3pPr>
            <a:lvl4pPr>
              <a:spcBef>
                <a:spcPts val="0"/>
              </a:spcBef>
              <a:spcAft>
                <a:spcPts val="0"/>
              </a:spcAft>
              <a:buClr>
                <a:srgbClr val="7F7F7F"/>
              </a:buClr>
              <a:buSzPts val="1100"/>
              <a:buFont typeface="Inter"/>
              <a:buNone/>
              <a:defRPr sz="1100">
                <a:solidFill>
                  <a:srgbClr val="7F7F7F"/>
                </a:solidFill>
                <a:latin typeface="Inter"/>
                <a:ea typeface="Inter"/>
                <a:cs typeface="Inter"/>
              </a:defRPr>
            </a:lvl4pPr>
            <a:lvl5pPr>
              <a:spcBef>
                <a:spcPts val="0"/>
              </a:spcBef>
              <a:spcAft>
                <a:spcPts val="0"/>
              </a:spcAft>
              <a:buClr>
                <a:srgbClr val="7F7F7F"/>
              </a:buClr>
              <a:buSzPts val="1100"/>
              <a:buFont typeface="Inter"/>
              <a:buNone/>
              <a:defRPr sz="1100">
                <a:solidFill>
                  <a:srgbClr val="7F7F7F"/>
                </a:solidFill>
                <a:latin typeface="Inter"/>
                <a:ea typeface="Inter"/>
                <a:cs typeface="Inter"/>
              </a:defRPr>
            </a:lvl5pPr>
            <a:lvl6pPr>
              <a:spcBef>
                <a:spcPts val="0"/>
              </a:spcBef>
              <a:spcAft>
                <a:spcPts val="0"/>
              </a:spcAft>
              <a:buClr>
                <a:srgbClr val="7F7F7F"/>
              </a:buClr>
              <a:buSzPts val="1100"/>
              <a:buFont typeface="Inter"/>
              <a:buNone/>
              <a:defRPr sz="1100">
                <a:solidFill>
                  <a:srgbClr val="7F7F7F"/>
                </a:solidFill>
                <a:latin typeface="Inter"/>
                <a:ea typeface="Inter"/>
                <a:cs typeface="Inter"/>
              </a:defRPr>
            </a:lvl6pPr>
            <a:lvl7pPr>
              <a:spcBef>
                <a:spcPts val="0"/>
              </a:spcBef>
              <a:spcAft>
                <a:spcPts val="0"/>
              </a:spcAft>
              <a:buClr>
                <a:srgbClr val="7F7F7F"/>
              </a:buClr>
              <a:buSzPts val="1100"/>
              <a:buFont typeface="Inter"/>
              <a:buNone/>
              <a:defRPr sz="1100">
                <a:solidFill>
                  <a:srgbClr val="7F7F7F"/>
                </a:solidFill>
                <a:latin typeface="Inter"/>
                <a:ea typeface="Inter"/>
                <a:cs typeface="Inter"/>
              </a:defRPr>
            </a:lvl7pPr>
            <a:lvl8pPr>
              <a:spcBef>
                <a:spcPts val="0"/>
              </a:spcBef>
              <a:spcAft>
                <a:spcPts val="0"/>
              </a:spcAft>
              <a:buClr>
                <a:srgbClr val="7F7F7F"/>
              </a:buClr>
              <a:buSzPts val="1100"/>
              <a:buFont typeface="Inter"/>
              <a:buNone/>
              <a:defRPr sz="1100">
                <a:solidFill>
                  <a:srgbClr val="7F7F7F"/>
                </a:solidFill>
                <a:latin typeface="Inter"/>
                <a:ea typeface="Inter"/>
                <a:cs typeface="Inter"/>
              </a:defRPr>
            </a:lvl8pPr>
            <a:lvl9pPr>
              <a:spcBef>
                <a:spcPts val="0"/>
              </a:spcBef>
              <a:spcAft>
                <a:spcPts val="0"/>
              </a:spcAft>
              <a:buClr>
                <a:srgbClr val="7F7F7F"/>
              </a:buClr>
              <a:buSzPts val="1100"/>
              <a:buFont typeface="Inter"/>
              <a:buNone/>
              <a:defRPr sz="1100">
                <a:solidFill>
                  <a:srgbClr val="7F7F7F"/>
                </a:solidFill>
                <a:latin typeface="Inter"/>
                <a:ea typeface="Inter"/>
                <a:cs typeface="Inter"/>
              </a:defRPr>
            </a:lvl9pPr>
          </a:lstStyle>
          <a:p xmlns:a="http://schemas.openxmlformats.org/drawingml/2006/main"/>
        </p:txBody>
      </p:sp>
      <p:sp>
        <p:nvSpPr>
          <p:cNvPr id="723" name="Google Shape;723;p100">
            <a:extLst xmlns:a="http://schemas.openxmlformats.org/drawingml/2006/main">
              <a:ext uri="{FF2B5EF4-FFF2-40B4-BE49-F238E27FC236}">
                <a16:creationId xmlns:a16="http://schemas.microsoft.com/office/drawing/2014/main" id="{DBBAB463-57AC-4CD9-A30E-78326CB35D82}"/>
              </a:ext>
            </a:extLst>
          </p:cNvPr>
          <p:cNvSpPr>
            <a:spLocks xmlns:a="http://schemas.openxmlformats.org/drawingml/2006/main" noGrp="1"/>
          </p:cNvSpPr>
          <p:nvPr>
            <p:ph type="title" idx="8"/>
          </p:nvPr>
        </p:nvSpPr>
        <p:spPr>
          <a:xfrm xmlns:a="http://schemas.openxmlformats.org/drawingml/2006/main">
            <a:off x="3761532" y="2778600"/>
            <a:ext cx="1616400" cy="513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300" tIns="17150" rIns="34300" bIns="17150" anchor="t">
            <a:spAutoFit/>
          </a:bodyPr>
          <a:lstStyle xmlns:a="http://schemas.openxmlformats.org/drawingml/2006/main">
            <a:lvl1pPr algn="l">
              <a:lnSpc>
                <a:spcPct val="90000"/>
              </a:lnSpc>
              <a:spcBef>
                <a:spcPts val="0"/>
              </a:spcBef>
              <a:spcAft>
                <a:spcPts val="0"/>
              </a:spcAft>
              <a:buClr>
                <a:srgbClr val="7F7F7F"/>
              </a:buClr>
              <a:buSzPts val="1100"/>
              <a:buFont typeface="Inter"/>
              <a:buNone/>
              <a:defRPr sz="1100">
                <a:solidFill>
                  <a:srgbClr val="7F7F7F"/>
                </a:solidFill>
                <a:latin typeface="Inter"/>
                <a:ea typeface="Inter"/>
                <a:cs typeface="Inter"/>
              </a:defRPr>
            </a:lvl1pPr>
            <a:lvl2pPr>
              <a:spcBef>
                <a:spcPts val="0"/>
              </a:spcBef>
              <a:spcAft>
                <a:spcPts val="0"/>
              </a:spcAft>
              <a:buClr>
                <a:srgbClr val="7F7F7F"/>
              </a:buClr>
              <a:buSzPts val="1100"/>
              <a:buFont typeface="Inter"/>
              <a:buNone/>
              <a:defRPr sz="1100">
                <a:solidFill>
                  <a:srgbClr val="7F7F7F"/>
                </a:solidFill>
                <a:latin typeface="Inter"/>
                <a:ea typeface="Inter"/>
                <a:cs typeface="Inter"/>
              </a:defRPr>
            </a:lvl2pPr>
            <a:lvl3pPr>
              <a:spcBef>
                <a:spcPts val="0"/>
              </a:spcBef>
              <a:spcAft>
                <a:spcPts val="0"/>
              </a:spcAft>
              <a:buClr>
                <a:srgbClr val="7F7F7F"/>
              </a:buClr>
              <a:buSzPts val="1100"/>
              <a:buFont typeface="Inter"/>
              <a:buNone/>
              <a:defRPr sz="1100">
                <a:solidFill>
                  <a:srgbClr val="7F7F7F"/>
                </a:solidFill>
                <a:latin typeface="Inter"/>
                <a:ea typeface="Inter"/>
                <a:cs typeface="Inter"/>
              </a:defRPr>
            </a:lvl3pPr>
            <a:lvl4pPr>
              <a:spcBef>
                <a:spcPts val="0"/>
              </a:spcBef>
              <a:spcAft>
                <a:spcPts val="0"/>
              </a:spcAft>
              <a:buClr>
                <a:srgbClr val="7F7F7F"/>
              </a:buClr>
              <a:buSzPts val="1100"/>
              <a:buFont typeface="Inter"/>
              <a:buNone/>
              <a:defRPr sz="1100">
                <a:solidFill>
                  <a:srgbClr val="7F7F7F"/>
                </a:solidFill>
                <a:latin typeface="Inter"/>
                <a:ea typeface="Inter"/>
                <a:cs typeface="Inter"/>
              </a:defRPr>
            </a:lvl4pPr>
            <a:lvl5pPr>
              <a:spcBef>
                <a:spcPts val="0"/>
              </a:spcBef>
              <a:spcAft>
                <a:spcPts val="0"/>
              </a:spcAft>
              <a:buClr>
                <a:srgbClr val="7F7F7F"/>
              </a:buClr>
              <a:buSzPts val="1100"/>
              <a:buFont typeface="Inter"/>
              <a:buNone/>
              <a:defRPr sz="1100">
                <a:solidFill>
                  <a:srgbClr val="7F7F7F"/>
                </a:solidFill>
                <a:latin typeface="Inter"/>
                <a:ea typeface="Inter"/>
                <a:cs typeface="Inter"/>
              </a:defRPr>
            </a:lvl5pPr>
            <a:lvl6pPr>
              <a:spcBef>
                <a:spcPts val="0"/>
              </a:spcBef>
              <a:spcAft>
                <a:spcPts val="0"/>
              </a:spcAft>
              <a:buClr>
                <a:srgbClr val="7F7F7F"/>
              </a:buClr>
              <a:buSzPts val="1100"/>
              <a:buFont typeface="Inter"/>
              <a:buNone/>
              <a:defRPr sz="1100">
                <a:solidFill>
                  <a:srgbClr val="7F7F7F"/>
                </a:solidFill>
                <a:latin typeface="Inter"/>
                <a:ea typeface="Inter"/>
                <a:cs typeface="Inter"/>
              </a:defRPr>
            </a:lvl6pPr>
            <a:lvl7pPr>
              <a:spcBef>
                <a:spcPts val="0"/>
              </a:spcBef>
              <a:spcAft>
                <a:spcPts val="0"/>
              </a:spcAft>
              <a:buClr>
                <a:srgbClr val="7F7F7F"/>
              </a:buClr>
              <a:buSzPts val="1100"/>
              <a:buFont typeface="Inter"/>
              <a:buNone/>
              <a:defRPr sz="1100">
                <a:solidFill>
                  <a:srgbClr val="7F7F7F"/>
                </a:solidFill>
                <a:latin typeface="Inter"/>
                <a:ea typeface="Inter"/>
                <a:cs typeface="Inter"/>
              </a:defRPr>
            </a:lvl7pPr>
            <a:lvl8pPr>
              <a:spcBef>
                <a:spcPts val="0"/>
              </a:spcBef>
              <a:spcAft>
                <a:spcPts val="0"/>
              </a:spcAft>
              <a:buClr>
                <a:srgbClr val="7F7F7F"/>
              </a:buClr>
              <a:buSzPts val="1100"/>
              <a:buFont typeface="Inter"/>
              <a:buNone/>
              <a:defRPr sz="1100">
                <a:solidFill>
                  <a:srgbClr val="7F7F7F"/>
                </a:solidFill>
                <a:latin typeface="Inter"/>
                <a:ea typeface="Inter"/>
                <a:cs typeface="Inter"/>
              </a:defRPr>
            </a:lvl8pPr>
            <a:lvl9pPr>
              <a:spcBef>
                <a:spcPts val="0"/>
              </a:spcBef>
              <a:spcAft>
                <a:spcPts val="0"/>
              </a:spcAft>
              <a:buClr>
                <a:srgbClr val="7F7F7F"/>
              </a:buClr>
              <a:buSzPts val="1100"/>
              <a:buFont typeface="Inter"/>
              <a:buNone/>
              <a:defRPr sz="1100">
                <a:solidFill>
                  <a:srgbClr val="7F7F7F"/>
                </a:solidFill>
                <a:latin typeface="Inter"/>
                <a:ea typeface="Inter"/>
                <a:cs typeface="Inter"/>
              </a:defRPr>
            </a:lvl9pPr>
          </a:lstStyle>
          <a:p xmlns:a="http://schemas.openxmlformats.org/drawingml/2006/main"/>
        </p:txBody>
      </p:sp>
      <p:sp>
        <p:nvSpPr>
          <p:cNvPr id="724" name="Google Shape;724;p100">
            <a:extLst xmlns:a="http://schemas.openxmlformats.org/drawingml/2006/main">
              <a:ext uri="{FF2B5EF4-FFF2-40B4-BE49-F238E27FC236}">
                <a16:creationId xmlns:a16="http://schemas.microsoft.com/office/drawing/2014/main" id="{8E087536-1D4F-498A-BF61-C982A40A0D22}"/>
              </a:ext>
            </a:extLst>
          </p:cNvPr>
          <p:cNvSpPr>
            <a:spLocks xmlns:a="http://schemas.openxmlformats.org/drawingml/2006/main" noGrp="1"/>
          </p:cNvSpPr>
          <p:nvPr>
            <p:ph type="title" idx="9"/>
          </p:nvPr>
        </p:nvSpPr>
        <p:spPr>
          <a:xfrm xmlns:a="http://schemas.openxmlformats.org/drawingml/2006/main">
            <a:off x="5541611" y="2395725"/>
            <a:ext cx="1616400" cy="513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300" tIns="17150" rIns="34300" bIns="17150" anchor="t">
            <a:spAutoFit/>
          </a:bodyPr>
          <a:lstStyle xmlns:a="http://schemas.openxmlformats.org/drawingml/2006/main">
            <a:lvl1pPr algn="l">
              <a:lnSpc>
                <a:spcPct val="90000"/>
              </a:lnSpc>
              <a:spcBef>
                <a:spcPts val="0"/>
              </a:spcBef>
              <a:spcAft>
                <a:spcPts val="0"/>
              </a:spcAft>
              <a:buClr>
                <a:schemeClr val="dk1"/>
              </a:buClr>
              <a:buSzPts val="1800"/>
              <a:buFont typeface="Helvetica Neue"/>
              <a:buNone/>
              <a:defRPr sz="1800" b="0">
                <a:solidFill>
                  <a:schemeClr val="dk1"/>
                </a:solidFill>
              </a:defRPr>
            </a:lvl1pPr>
            <a:lvl2pPr>
              <a:spcBef>
                <a:spcPts val="0"/>
              </a:spcBef>
              <a:spcAft>
                <a:spcPts val="0"/>
              </a:spcAft>
              <a:buSzPts val="1800"/>
              <a:buNone/>
              <a:defRPr sz="1800"/>
            </a:lvl2pPr>
            <a:lvl3pPr>
              <a:spcBef>
                <a:spcPts val="0"/>
              </a:spcBef>
              <a:spcAft>
                <a:spcPts val="0"/>
              </a:spcAft>
              <a:buSzPts val="1800"/>
              <a:buNone/>
              <a:defRPr sz="1800"/>
            </a:lvl3pPr>
            <a:lvl4pPr>
              <a:spcBef>
                <a:spcPts val="0"/>
              </a:spcBef>
              <a:spcAft>
                <a:spcPts val="0"/>
              </a:spcAft>
              <a:buSzPts val="1800"/>
              <a:buNone/>
              <a:defRPr sz="1800"/>
            </a:lvl4pPr>
            <a:lvl5pPr>
              <a:spcBef>
                <a:spcPts val="0"/>
              </a:spcBef>
              <a:spcAft>
                <a:spcPts val="0"/>
              </a:spcAft>
              <a:buSzPts val="1800"/>
              <a:buNone/>
              <a:defRPr sz="1800"/>
            </a:lvl5pPr>
            <a:lvl6pPr>
              <a:spcBef>
                <a:spcPts val="0"/>
              </a:spcBef>
              <a:spcAft>
                <a:spcPts val="0"/>
              </a:spcAft>
              <a:buSzPts val="1800"/>
              <a:buNone/>
              <a:defRPr sz="1800"/>
            </a:lvl6pPr>
            <a:lvl7pPr>
              <a:spcBef>
                <a:spcPts val="0"/>
              </a:spcBef>
              <a:spcAft>
                <a:spcPts val="0"/>
              </a:spcAft>
              <a:buSzPts val="1800"/>
              <a:buNone/>
              <a:defRPr sz="1800"/>
            </a:lvl7pPr>
            <a:lvl8pPr>
              <a:spcBef>
                <a:spcPts val="0"/>
              </a:spcBef>
              <a:spcAft>
                <a:spcPts val="0"/>
              </a:spcAft>
              <a:buSzPts val="1800"/>
              <a:buNone/>
              <a:defRPr sz="1800"/>
            </a:lvl8pPr>
            <a:lvl9pPr>
              <a:spcBef>
                <a:spcPts val="0"/>
              </a:spcBef>
              <a:spcAft>
                <a:spcPts val="0"/>
              </a:spcAft>
              <a:buSzPts val="1800"/>
              <a:buNone/>
              <a:defRPr sz="1800"/>
            </a:lvl9pPr>
          </a:lstStyle>
          <a:p xmlns:a="http://schemas.openxmlformats.org/drawingml/2006/main"/>
        </p:txBody>
      </p:sp>
      <p:sp>
        <p:nvSpPr>
          <p:cNvPr id="725" name="Google Shape;725;p100">
            <a:extLst xmlns:a="http://schemas.openxmlformats.org/drawingml/2006/main">
              <a:ext uri="{FF2B5EF4-FFF2-40B4-BE49-F238E27FC236}">
                <a16:creationId xmlns:a16="http://schemas.microsoft.com/office/drawing/2014/main" id="{DF693E0D-A4AE-4C91-9CDC-2B957D657D5E}"/>
              </a:ext>
            </a:extLst>
          </p:cNvPr>
          <p:cNvSpPr>
            <a:spLocks xmlns:a="http://schemas.openxmlformats.org/drawingml/2006/main" noGrp="1"/>
          </p:cNvSpPr>
          <p:nvPr/>
        </p:nvSpPr>
        <p:spPr>
          <a:xfrm xmlns:a="http://schemas.openxmlformats.org/drawingml/2006/main">
            <a:off x="225644" y="2073075"/>
            <a:ext cx="1670400" cy="139800"/>
          </a:xfrm>
          <a:prstGeom xmlns:a="http://schemas.openxmlformats.org/drawingml/2006/main" prst="rect">
            <a:avLst/>
          </a:prstGeom>
          <a:solidFill xmlns:a="http://schemas.openxmlformats.org/drawingml/2006/main">
            <a:schemeClr val="accent3"/>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latin typeface="Inter"/>
              <a:ea typeface="Inter"/>
              <a:cs typeface="Inter"/>
            </a:endParaRPr>
          </a:p>
        </p:txBody>
      </p:sp>
      <p:sp>
        <p:nvSpPr>
          <p:cNvPr id="726" name="Google Shape;726;p100">
            <a:extLst xmlns:a="http://schemas.openxmlformats.org/drawingml/2006/main">
              <a:ext uri="{FF2B5EF4-FFF2-40B4-BE49-F238E27FC236}">
                <a16:creationId xmlns:a16="http://schemas.microsoft.com/office/drawing/2014/main" id="{3B1998C4-29D3-4A7F-A5A8-D67A86532D07}"/>
              </a:ext>
            </a:extLst>
          </p:cNvPr>
          <p:cNvSpPr>
            <a:spLocks xmlns:a="http://schemas.openxmlformats.org/drawingml/2006/main" noGrp="1"/>
          </p:cNvSpPr>
          <p:nvPr/>
        </p:nvSpPr>
        <p:spPr>
          <a:xfrm xmlns:a="http://schemas.openxmlformats.org/drawingml/2006/main">
            <a:off x="1978014" y="2073075"/>
            <a:ext cx="1670400" cy="139800"/>
          </a:xfrm>
          <a:prstGeom xmlns:a="http://schemas.openxmlformats.org/drawingml/2006/main" prst="rect">
            <a:avLst/>
          </a:prstGeom>
          <a:solidFill xmlns:a="http://schemas.openxmlformats.org/drawingml/2006/main">
            <a:schemeClr val="accent4"/>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latin typeface="Inter"/>
              <a:ea typeface="Inter"/>
              <a:cs typeface="Inter"/>
            </a:endParaRPr>
          </a:p>
        </p:txBody>
      </p:sp>
      <p:sp>
        <p:nvSpPr>
          <p:cNvPr id="727" name="Google Shape;727;p100">
            <a:extLst xmlns:a="http://schemas.openxmlformats.org/drawingml/2006/main">
              <a:ext uri="{FF2B5EF4-FFF2-40B4-BE49-F238E27FC236}">
                <a16:creationId xmlns:a16="http://schemas.microsoft.com/office/drawing/2014/main" id="{9C23A275-E202-40D6-ACC6-407C3AAC4282}"/>
              </a:ext>
            </a:extLst>
          </p:cNvPr>
          <p:cNvSpPr>
            <a:spLocks xmlns:a="http://schemas.openxmlformats.org/drawingml/2006/main" noGrp="1"/>
          </p:cNvSpPr>
          <p:nvPr/>
        </p:nvSpPr>
        <p:spPr>
          <a:xfrm xmlns:a="http://schemas.openxmlformats.org/drawingml/2006/main">
            <a:off x="3730384" y="2073075"/>
            <a:ext cx="1670400" cy="139800"/>
          </a:xfrm>
          <a:prstGeom xmlns:a="http://schemas.openxmlformats.org/drawingml/2006/main" prst="rect">
            <a:avLst/>
          </a:prstGeom>
          <a:solidFill xmlns:a="http://schemas.openxmlformats.org/drawingml/2006/main">
            <a:schemeClr val="accent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latin typeface="Inter"/>
              <a:ea typeface="Inter"/>
              <a:cs typeface="Inter"/>
            </a:endParaRPr>
          </a:p>
        </p:txBody>
      </p:sp>
      <p:sp>
        <p:nvSpPr>
          <p:cNvPr id="728" name="Google Shape;728;p100">
            <a:extLst xmlns:a="http://schemas.openxmlformats.org/drawingml/2006/main">
              <a:ext uri="{FF2B5EF4-FFF2-40B4-BE49-F238E27FC236}">
                <a16:creationId xmlns:a16="http://schemas.microsoft.com/office/drawing/2014/main" id="{62850D47-A327-4E55-AA42-A99D29B67DD2}"/>
              </a:ext>
            </a:extLst>
          </p:cNvPr>
          <p:cNvSpPr>
            <a:spLocks xmlns:a="http://schemas.openxmlformats.org/drawingml/2006/main" noGrp="1"/>
          </p:cNvSpPr>
          <p:nvPr/>
        </p:nvSpPr>
        <p:spPr>
          <a:xfrm xmlns:a="http://schemas.openxmlformats.org/drawingml/2006/main">
            <a:off x="5482754" y="2073075"/>
            <a:ext cx="1670400" cy="139800"/>
          </a:xfrm>
          <a:prstGeom xmlns:a="http://schemas.openxmlformats.org/drawingml/2006/main" prst="rect">
            <a:avLst/>
          </a:prstGeom>
          <a:solidFill xmlns:a="http://schemas.openxmlformats.org/drawingml/2006/main">
            <a:schemeClr val="accent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latin typeface="Inter"/>
              <a:ea typeface="Inter"/>
              <a:cs typeface="Inter"/>
            </a:endParaRPr>
          </a:p>
        </p:txBody>
      </p:sp>
      <p:sp>
        <p:nvSpPr>
          <p:cNvPr id="729" name="Google Shape;729;p100">
            <a:extLst xmlns:a="http://schemas.openxmlformats.org/drawingml/2006/main">
              <a:ext uri="{FF2B5EF4-FFF2-40B4-BE49-F238E27FC236}">
                <a16:creationId xmlns:a16="http://schemas.microsoft.com/office/drawing/2014/main" id="{50B1C8E1-DC47-4A68-ACA0-650122BA3746}"/>
              </a:ext>
            </a:extLst>
          </p:cNvPr>
          <p:cNvSpPr>
            <a:spLocks xmlns:a="http://schemas.openxmlformats.org/drawingml/2006/main" noGrp="1"/>
          </p:cNvSpPr>
          <p:nvPr>
            <p:ph type="title" idx="13"/>
          </p:nvPr>
        </p:nvSpPr>
        <p:spPr>
          <a:xfrm xmlns:a="http://schemas.openxmlformats.org/drawingml/2006/main">
            <a:off x="7298927" y="2778600"/>
            <a:ext cx="1616400" cy="513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300" tIns="17150" rIns="34300" bIns="17150" anchor="t">
            <a:spAutoFit/>
          </a:bodyPr>
          <a:lstStyle xmlns:a="http://schemas.openxmlformats.org/drawingml/2006/main">
            <a:lvl1pPr algn="l">
              <a:lnSpc>
                <a:spcPct val="90000"/>
              </a:lnSpc>
              <a:spcBef>
                <a:spcPts val="0"/>
              </a:spcBef>
              <a:spcAft>
                <a:spcPts val="0"/>
              </a:spcAft>
              <a:buClr>
                <a:srgbClr val="7F7F7F"/>
              </a:buClr>
              <a:buSzPts val="1100"/>
              <a:buFont typeface="Inter"/>
              <a:buNone/>
              <a:defRPr sz="1100">
                <a:solidFill>
                  <a:srgbClr val="7F7F7F"/>
                </a:solidFill>
                <a:latin typeface="Inter"/>
                <a:ea typeface="Inter"/>
                <a:cs typeface="Inter"/>
              </a:defRPr>
            </a:lvl1pPr>
            <a:lvl2pPr>
              <a:spcBef>
                <a:spcPts val="0"/>
              </a:spcBef>
              <a:spcAft>
                <a:spcPts val="0"/>
              </a:spcAft>
              <a:buClr>
                <a:srgbClr val="7F7F7F"/>
              </a:buClr>
              <a:buSzPts val="1100"/>
              <a:buFont typeface="Inter"/>
              <a:buNone/>
              <a:defRPr sz="1100">
                <a:solidFill>
                  <a:srgbClr val="7F7F7F"/>
                </a:solidFill>
                <a:latin typeface="Inter"/>
                <a:ea typeface="Inter"/>
                <a:cs typeface="Inter"/>
              </a:defRPr>
            </a:lvl2pPr>
            <a:lvl3pPr>
              <a:spcBef>
                <a:spcPts val="0"/>
              </a:spcBef>
              <a:spcAft>
                <a:spcPts val="0"/>
              </a:spcAft>
              <a:buClr>
                <a:srgbClr val="7F7F7F"/>
              </a:buClr>
              <a:buSzPts val="1100"/>
              <a:buFont typeface="Inter"/>
              <a:buNone/>
              <a:defRPr sz="1100">
                <a:solidFill>
                  <a:srgbClr val="7F7F7F"/>
                </a:solidFill>
                <a:latin typeface="Inter"/>
                <a:ea typeface="Inter"/>
                <a:cs typeface="Inter"/>
              </a:defRPr>
            </a:lvl3pPr>
            <a:lvl4pPr>
              <a:spcBef>
                <a:spcPts val="0"/>
              </a:spcBef>
              <a:spcAft>
                <a:spcPts val="0"/>
              </a:spcAft>
              <a:buClr>
                <a:srgbClr val="7F7F7F"/>
              </a:buClr>
              <a:buSzPts val="1100"/>
              <a:buFont typeface="Inter"/>
              <a:buNone/>
              <a:defRPr sz="1100">
                <a:solidFill>
                  <a:srgbClr val="7F7F7F"/>
                </a:solidFill>
                <a:latin typeface="Inter"/>
                <a:ea typeface="Inter"/>
                <a:cs typeface="Inter"/>
              </a:defRPr>
            </a:lvl4pPr>
            <a:lvl5pPr>
              <a:spcBef>
                <a:spcPts val="0"/>
              </a:spcBef>
              <a:spcAft>
                <a:spcPts val="0"/>
              </a:spcAft>
              <a:buClr>
                <a:srgbClr val="7F7F7F"/>
              </a:buClr>
              <a:buSzPts val="1100"/>
              <a:buFont typeface="Inter"/>
              <a:buNone/>
              <a:defRPr sz="1100">
                <a:solidFill>
                  <a:srgbClr val="7F7F7F"/>
                </a:solidFill>
                <a:latin typeface="Inter"/>
                <a:ea typeface="Inter"/>
                <a:cs typeface="Inter"/>
              </a:defRPr>
            </a:lvl5pPr>
            <a:lvl6pPr>
              <a:spcBef>
                <a:spcPts val="0"/>
              </a:spcBef>
              <a:spcAft>
                <a:spcPts val="0"/>
              </a:spcAft>
              <a:buClr>
                <a:srgbClr val="7F7F7F"/>
              </a:buClr>
              <a:buSzPts val="1100"/>
              <a:buFont typeface="Inter"/>
              <a:buNone/>
              <a:defRPr sz="1100">
                <a:solidFill>
                  <a:srgbClr val="7F7F7F"/>
                </a:solidFill>
                <a:latin typeface="Inter"/>
                <a:ea typeface="Inter"/>
                <a:cs typeface="Inter"/>
              </a:defRPr>
            </a:lvl6pPr>
            <a:lvl7pPr>
              <a:spcBef>
                <a:spcPts val="0"/>
              </a:spcBef>
              <a:spcAft>
                <a:spcPts val="0"/>
              </a:spcAft>
              <a:buClr>
                <a:srgbClr val="7F7F7F"/>
              </a:buClr>
              <a:buSzPts val="1100"/>
              <a:buFont typeface="Inter"/>
              <a:buNone/>
              <a:defRPr sz="1100">
                <a:solidFill>
                  <a:srgbClr val="7F7F7F"/>
                </a:solidFill>
                <a:latin typeface="Inter"/>
                <a:ea typeface="Inter"/>
                <a:cs typeface="Inter"/>
              </a:defRPr>
            </a:lvl7pPr>
            <a:lvl8pPr>
              <a:spcBef>
                <a:spcPts val="0"/>
              </a:spcBef>
              <a:spcAft>
                <a:spcPts val="0"/>
              </a:spcAft>
              <a:buClr>
                <a:srgbClr val="7F7F7F"/>
              </a:buClr>
              <a:buSzPts val="1100"/>
              <a:buFont typeface="Inter"/>
              <a:buNone/>
              <a:defRPr sz="1100">
                <a:solidFill>
                  <a:srgbClr val="7F7F7F"/>
                </a:solidFill>
                <a:latin typeface="Inter"/>
                <a:ea typeface="Inter"/>
                <a:cs typeface="Inter"/>
              </a:defRPr>
            </a:lvl8pPr>
            <a:lvl9pPr>
              <a:spcBef>
                <a:spcPts val="0"/>
              </a:spcBef>
              <a:spcAft>
                <a:spcPts val="0"/>
              </a:spcAft>
              <a:buClr>
                <a:srgbClr val="7F7F7F"/>
              </a:buClr>
              <a:buSzPts val="1100"/>
              <a:buFont typeface="Inter"/>
              <a:buNone/>
              <a:defRPr sz="1100">
                <a:solidFill>
                  <a:srgbClr val="7F7F7F"/>
                </a:solidFill>
                <a:latin typeface="Inter"/>
                <a:ea typeface="Inter"/>
                <a:cs typeface="Inter"/>
              </a:defRPr>
            </a:lvl9pPr>
          </a:lstStyle>
          <a:p xmlns:a="http://schemas.openxmlformats.org/drawingml/2006/main"/>
        </p:txBody>
      </p:sp>
      <p:sp>
        <p:nvSpPr>
          <p:cNvPr id="730" name="Google Shape;730;p100">
            <a:extLst xmlns:a="http://schemas.openxmlformats.org/drawingml/2006/main">
              <a:ext uri="{FF2B5EF4-FFF2-40B4-BE49-F238E27FC236}">
                <a16:creationId xmlns:a16="http://schemas.microsoft.com/office/drawing/2014/main" id="{B06D4E32-54DA-4BB9-8585-8698919BC275}"/>
              </a:ext>
            </a:extLst>
          </p:cNvPr>
          <p:cNvSpPr>
            <a:spLocks xmlns:a="http://schemas.openxmlformats.org/drawingml/2006/main" noGrp="1"/>
          </p:cNvSpPr>
          <p:nvPr>
            <p:ph type="title" idx="14"/>
          </p:nvPr>
        </p:nvSpPr>
        <p:spPr>
          <a:xfrm xmlns:a="http://schemas.openxmlformats.org/drawingml/2006/main">
            <a:off x="7298927" y="2395725"/>
            <a:ext cx="1616400" cy="513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300" tIns="17150" rIns="34300" bIns="17150" anchor="t">
            <a:spAutoFit/>
          </a:bodyPr>
          <a:lstStyle xmlns:a="http://schemas.openxmlformats.org/drawingml/2006/main">
            <a:lvl1pPr algn="l">
              <a:lnSpc>
                <a:spcPct val="90000"/>
              </a:lnSpc>
              <a:spcBef>
                <a:spcPts val="0"/>
              </a:spcBef>
              <a:spcAft>
                <a:spcPts val="0"/>
              </a:spcAft>
              <a:buClr>
                <a:schemeClr val="dk1"/>
              </a:buClr>
              <a:buSzPts val="1800"/>
              <a:buFont typeface="Helvetica Neue"/>
              <a:buNone/>
              <a:defRPr sz="1800" b="0">
                <a:solidFill>
                  <a:schemeClr val="dk1"/>
                </a:solidFill>
              </a:defRPr>
            </a:lvl1pPr>
            <a:lvl2pPr>
              <a:spcBef>
                <a:spcPts val="0"/>
              </a:spcBef>
              <a:spcAft>
                <a:spcPts val="0"/>
              </a:spcAft>
              <a:buSzPts val="1800"/>
              <a:buNone/>
              <a:defRPr sz="1800"/>
            </a:lvl2pPr>
            <a:lvl3pPr>
              <a:spcBef>
                <a:spcPts val="0"/>
              </a:spcBef>
              <a:spcAft>
                <a:spcPts val="0"/>
              </a:spcAft>
              <a:buSzPts val="1800"/>
              <a:buNone/>
              <a:defRPr sz="1800"/>
            </a:lvl3pPr>
            <a:lvl4pPr>
              <a:spcBef>
                <a:spcPts val="0"/>
              </a:spcBef>
              <a:spcAft>
                <a:spcPts val="0"/>
              </a:spcAft>
              <a:buSzPts val="1800"/>
              <a:buNone/>
              <a:defRPr sz="1800"/>
            </a:lvl4pPr>
            <a:lvl5pPr>
              <a:spcBef>
                <a:spcPts val="0"/>
              </a:spcBef>
              <a:spcAft>
                <a:spcPts val="0"/>
              </a:spcAft>
              <a:buSzPts val="1800"/>
              <a:buNone/>
              <a:defRPr sz="1800"/>
            </a:lvl5pPr>
            <a:lvl6pPr>
              <a:spcBef>
                <a:spcPts val="0"/>
              </a:spcBef>
              <a:spcAft>
                <a:spcPts val="0"/>
              </a:spcAft>
              <a:buSzPts val="1800"/>
              <a:buNone/>
              <a:defRPr sz="1800"/>
            </a:lvl6pPr>
            <a:lvl7pPr>
              <a:spcBef>
                <a:spcPts val="0"/>
              </a:spcBef>
              <a:spcAft>
                <a:spcPts val="0"/>
              </a:spcAft>
              <a:buSzPts val="1800"/>
              <a:buNone/>
              <a:defRPr sz="1800"/>
            </a:lvl7pPr>
            <a:lvl8pPr>
              <a:spcBef>
                <a:spcPts val="0"/>
              </a:spcBef>
              <a:spcAft>
                <a:spcPts val="0"/>
              </a:spcAft>
              <a:buSzPts val="1800"/>
              <a:buNone/>
              <a:defRPr sz="1800"/>
            </a:lvl8pPr>
            <a:lvl9pPr>
              <a:spcBef>
                <a:spcPts val="0"/>
              </a:spcBef>
              <a:spcAft>
                <a:spcPts val="0"/>
              </a:spcAft>
              <a:buSzPts val="1800"/>
              <a:buNone/>
              <a:defRPr sz="1800"/>
            </a:lvl9pPr>
          </a:lstStyle>
          <a:p xmlns:a="http://schemas.openxmlformats.org/drawingml/2006/main"/>
        </p:txBody>
      </p:sp>
      <p:sp>
        <p:nvSpPr>
          <p:cNvPr id="731" name="Google Shape;731;p100">
            <a:extLst xmlns:a="http://schemas.openxmlformats.org/drawingml/2006/main">
              <a:ext uri="{FF2B5EF4-FFF2-40B4-BE49-F238E27FC236}">
                <a16:creationId xmlns:a16="http://schemas.microsoft.com/office/drawing/2014/main" id="{831C7B42-9632-4972-A931-7E19B87D5A29}"/>
              </a:ext>
            </a:extLst>
          </p:cNvPr>
          <p:cNvSpPr>
            <a:spLocks xmlns:a="http://schemas.openxmlformats.org/drawingml/2006/main" noGrp="1"/>
          </p:cNvSpPr>
          <p:nvPr/>
        </p:nvSpPr>
        <p:spPr>
          <a:xfrm xmlns:a="http://schemas.openxmlformats.org/drawingml/2006/main">
            <a:off x="7240070" y="2073075"/>
            <a:ext cx="1670400" cy="139800"/>
          </a:xfrm>
          <a:prstGeom xmlns:a="http://schemas.openxmlformats.org/drawingml/2006/main" prst="rect">
            <a:avLst/>
          </a:prstGeom>
          <a:solidFill xmlns:a="http://schemas.openxmlformats.org/drawingml/2006/main">
            <a:srgbClr val="D6DF2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latin typeface="Inter"/>
              <a:ea typeface="Inter"/>
              <a:cs typeface="Inter"/>
            </a:endParaRPr>
          </a:p>
        </p:txBody>
      </p:sp>
    </p:spTree>
  </p:cSld>
</p:sldLayout>
</file>

<file path=ppt/slideLayouts/slideLayout99.xml><?xml version="1.0" encoding="utf-8"?>
<p:sldLayout xmlns:p="http://schemas.openxmlformats.org/presentationml/2006/main" showMasterSp="0" matchingName="TOC Lateral">
  <p:cSld name="Segments – Light_1_1">
    <p:bg>
      <p:bgPr>
        <a:solidFill xmlns:a="http://schemas.openxmlformats.org/drawingml/2006/main">
          <a:srgbClr val="FCFAEE"/>
        </a:solidFill>
      </p:bgPr>
    </p:bg>
    <p:spTree>
      <p:nvGrpSpPr>
        <p:cNvPr id="1" name=""/>
        <p:cNvGrpSpPr/>
        <p:nvPr/>
      </p:nvGrpSpPr>
      <p:grpSpPr>
        <a:xfrm xmlns:a="http://schemas.openxmlformats.org/drawingml/2006/main"/>
      </p:grpSpPr>
      <p:sp>
        <p:nvSpPr>
          <p:cNvPr id="733" name="Google Shape;733;p101">
            <a:extLst xmlns:a="http://schemas.openxmlformats.org/drawingml/2006/main">
              <a:ext uri="{FF2B5EF4-FFF2-40B4-BE49-F238E27FC236}">
                <a16:creationId xmlns:a16="http://schemas.microsoft.com/office/drawing/2014/main" id="{0A91FBAD-081E-4AC9-BDB3-DB3C407C34F5}"/>
              </a:ext>
            </a:extLst>
          </p:cNvPr>
          <p:cNvSpPr>
            <a:spLocks xmlns:a="http://schemas.openxmlformats.org/drawingml/2006/main" noGrp="1"/>
          </p:cNvSpPr>
          <p:nvPr>
            <p:ph type="title" idx="0"/>
          </p:nvPr>
        </p:nvSpPr>
        <p:spPr>
          <a:xfrm xmlns:a="http://schemas.openxmlformats.org/drawingml/2006/main">
            <a:off x="3419075" y="158725"/>
            <a:ext cx="5496300" cy="505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300" tIns="17150" rIns="34300" bIns="17150" anchor="t">
            <a:spAutoFit/>
          </a:bodyPr>
          <a:lstStyle xmlns:a="http://schemas.openxmlformats.org/drawingml/2006/main">
            <a:lvl1pPr algn="l">
              <a:lnSpc>
                <a:spcPct val="90000"/>
              </a:lnSpc>
              <a:spcBef>
                <a:spcPts val="0"/>
              </a:spcBef>
              <a:spcAft>
                <a:spcPts val="0"/>
              </a:spcAft>
              <a:buClr>
                <a:schemeClr val="dk1"/>
              </a:buClr>
              <a:buSzPts val="3800"/>
              <a:buFont typeface="Helvetica Neue"/>
              <a:buNone/>
              <a:defRPr sz="3800" b="0">
                <a:solidFill>
                  <a:schemeClr val="dk1"/>
                </a:solidFill>
              </a:defRPr>
            </a:lvl1pPr>
            <a:lvl2pPr>
              <a:spcBef>
                <a:spcPts val="0"/>
              </a:spcBef>
              <a:spcAft>
                <a:spcPts val="0"/>
              </a:spcAft>
              <a:buSzPts val="3800"/>
              <a:buNone/>
              <a:defRPr sz="3800"/>
            </a:lvl2pPr>
            <a:lvl3pPr>
              <a:spcBef>
                <a:spcPts val="0"/>
              </a:spcBef>
              <a:spcAft>
                <a:spcPts val="0"/>
              </a:spcAft>
              <a:buSzPts val="3800"/>
              <a:buNone/>
              <a:defRPr sz="3800"/>
            </a:lvl3pPr>
            <a:lvl4pPr>
              <a:spcBef>
                <a:spcPts val="0"/>
              </a:spcBef>
              <a:spcAft>
                <a:spcPts val="0"/>
              </a:spcAft>
              <a:buSzPts val="3800"/>
              <a:buNone/>
              <a:defRPr sz="3800"/>
            </a:lvl4pPr>
            <a:lvl5pPr>
              <a:spcBef>
                <a:spcPts val="0"/>
              </a:spcBef>
              <a:spcAft>
                <a:spcPts val="0"/>
              </a:spcAft>
              <a:buSzPts val="3800"/>
              <a:buNone/>
              <a:defRPr sz="3800"/>
            </a:lvl5pPr>
            <a:lvl6pPr>
              <a:spcBef>
                <a:spcPts val="0"/>
              </a:spcBef>
              <a:spcAft>
                <a:spcPts val="0"/>
              </a:spcAft>
              <a:buSzPts val="3800"/>
              <a:buNone/>
              <a:defRPr sz="3800"/>
            </a:lvl6pPr>
            <a:lvl7pPr>
              <a:spcBef>
                <a:spcPts val="0"/>
              </a:spcBef>
              <a:spcAft>
                <a:spcPts val="0"/>
              </a:spcAft>
              <a:buSzPts val="3800"/>
              <a:buNone/>
              <a:defRPr sz="3800"/>
            </a:lvl7pPr>
            <a:lvl8pPr>
              <a:spcBef>
                <a:spcPts val="0"/>
              </a:spcBef>
              <a:spcAft>
                <a:spcPts val="0"/>
              </a:spcAft>
              <a:buSzPts val="3800"/>
              <a:buNone/>
              <a:defRPr sz="3800"/>
            </a:lvl8pPr>
            <a:lvl9pPr>
              <a:spcBef>
                <a:spcPts val="0"/>
              </a:spcBef>
              <a:spcAft>
                <a:spcPts val="0"/>
              </a:spcAft>
              <a:buSzPts val="3800"/>
              <a:buNone/>
              <a:defRPr sz="3800"/>
            </a:lvl9pPr>
          </a:lstStyle>
          <a:p xmlns:a="http://schemas.openxmlformats.org/drawingml/2006/main"/>
        </p:txBody>
      </p:sp>
      <p:pic>
        <p:nvPicPr>
          <p:cNvPr id="737" name="Google Shape;734;p101"/>
          <p:cNvPicPr>
            <a:picLocks xmlns:a="http://schemas.openxmlformats.org/drawingml/2006/main" noChangeAspect="1"/>
          </p:cNvPicPr>
          <p:nvPr/>
        </p:nvPicPr>
        <p:blipFill rotWithShape="1">
          <a:blip xmlns:r="http://schemas.openxmlformats.org/officeDocument/2006/relationships" xmlns:a="http://schemas.openxmlformats.org/drawingml/2006/main" r:embed="R3e26b487a0cb4b68">
            <a:alphaModFix/>
          </a:blip>
          <a:srcRect xmlns:a="http://schemas.openxmlformats.org/drawingml/2006/main" l="10" t="0" r="0" b="0"/>
          <a:stretch xmlns:a="http://schemas.openxmlformats.org/drawingml/2006/main"/>
        </p:blipFill>
        <p:spPr>
          <a:xfrm xmlns:a="http://schemas.openxmlformats.org/drawingml/2006/main">
            <a:off x="228610" y="4894765"/>
            <a:ext cx="535050" cy="91450"/>
          </a:xfrm>
          <a:prstGeom xmlns:a="http://schemas.openxmlformats.org/drawingml/2006/main" prst="rect">
            <a:avLst/>
          </a:prstGeom>
          <a:ln xmlns:a="http://schemas.openxmlformats.org/drawingml/2006/main">
            <a:noFill/>
          </a:ln>
        </p:spPr>
      </p:pic>
      <p:pic>
        <p:nvPicPr>
          <p:cNvPr id="738" name="Google Shape;735;p101"/>
          <p:cNvPicPr>
            <a:picLocks xmlns:a="http://schemas.openxmlformats.org/drawingml/2006/main" noChangeAspect="1"/>
          </p:cNvPicPr>
          <p:nvPr/>
        </p:nvPicPr>
        <p:blipFill rotWithShape="1">
          <a:blip xmlns:r="http://schemas.openxmlformats.org/officeDocument/2006/relationships" xmlns:a="http://schemas.openxmlformats.org/drawingml/2006/main" r:embed="R10e4dbf458514367">
            <a:alphaModFix/>
          </a:blip>
          <a:srcRect xmlns:a="http://schemas.openxmlformats.org/drawingml/2006/main" l="30231" t="0" r="0" b="0"/>
          <a:stretch xmlns:a="http://schemas.openxmlformats.org/drawingml/2006/main"/>
        </p:blipFill>
        <p:spPr>
          <a:xfrm xmlns:a="http://schemas.openxmlformats.org/drawingml/2006/main">
            <a:off x="-16024" y="0"/>
            <a:ext cx="3188999" cy="5143501"/>
          </a:xfrm>
          <a:prstGeom xmlns:a="http://schemas.openxmlformats.org/drawingml/2006/main" prst="rect">
            <a:avLst/>
          </a:prstGeom>
          <a:ln xmlns:a="http://schemas.openxmlformats.org/drawingml/2006/main">
            <a:noFill/>
          </a:ln>
        </p:spPr>
      </p:pic>
    </p:spTree>
  </p:cSld>
</p:sldLayout>
</file>

<file path=ppt/slideLayouts/slideLayout100.xml><?xml version="1.0" encoding="utf-8"?>
<p:sldLayout xmlns:p="http://schemas.openxmlformats.org/presentationml/2006/main" matchingName="Content - Large statement">
  <p:cSld name="Context - Brief_1_1">
    <p:spTree>
      <p:nvGrpSpPr>
        <p:cNvPr id="1" name=""/>
        <p:cNvGrpSpPr/>
        <p:nvPr/>
      </p:nvGrpSpPr>
      <p:grpSpPr>
        <a:xfrm xmlns:a="http://schemas.openxmlformats.org/drawingml/2006/main"/>
      </p:grpSpPr>
      <p:sp>
        <p:nvSpPr>
          <p:cNvPr id="737" name="Google Shape;737;p102">
            <a:extLst xmlns:a="http://schemas.openxmlformats.org/drawingml/2006/main">
              <a:ext uri="{FF2B5EF4-FFF2-40B4-BE49-F238E27FC236}">
                <a16:creationId xmlns:a16="http://schemas.microsoft.com/office/drawing/2014/main" id="{8BBD86BF-D151-4BF2-87F5-B33C4790E35A}"/>
              </a:ext>
            </a:extLst>
          </p:cNvPr>
          <p:cNvSpPr>
            <a:spLocks xmlns:a="http://schemas.openxmlformats.org/drawingml/2006/main" noGrp="1"/>
          </p:cNvSpPr>
          <p:nvPr>
            <p:ph type="title" idx="0"/>
          </p:nvPr>
        </p:nvSpPr>
        <p:spPr>
          <a:xfrm xmlns:a="http://schemas.openxmlformats.org/drawingml/2006/main">
            <a:off x="201377" y="2052377"/>
            <a:ext cx="8741400" cy="1038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lvl1pPr algn="ctr">
              <a:lnSpc>
                <a:spcPct val="90000"/>
              </a:lnSpc>
              <a:spcBef>
                <a:spcPts val="0"/>
              </a:spcBef>
              <a:spcAft>
                <a:spcPts val="0"/>
              </a:spcAft>
              <a:buClr>
                <a:schemeClr val="dk1"/>
              </a:buClr>
              <a:buSzPts val="3800"/>
              <a:buFont typeface="Helvetica Neue"/>
              <a:buNone/>
              <a:defRPr sz="3800">
                <a:solidFill>
                  <a:schemeClr val="dk1"/>
                </a:solidFill>
              </a:defRPr>
            </a:lvl1pPr>
            <a:lvl2pPr algn="l">
              <a:lnSpc>
                <a:spcPct val="80000"/>
              </a:lnSpc>
              <a:spcBef>
                <a:spcPts val="0"/>
              </a:spcBef>
              <a:spcAft>
                <a:spcPts val="0"/>
              </a:spcAft>
              <a:buClr>
                <a:srgbClr val="000000"/>
              </a:buClr>
              <a:buSzPts val="700"/>
              <a:buNone/>
              <a:defRPr sz="4400"/>
            </a:lvl2pPr>
            <a:lvl3pPr algn="l">
              <a:lnSpc>
                <a:spcPct val="80000"/>
              </a:lnSpc>
              <a:spcBef>
                <a:spcPts val="0"/>
              </a:spcBef>
              <a:spcAft>
                <a:spcPts val="0"/>
              </a:spcAft>
              <a:buClr>
                <a:srgbClr val="000000"/>
              </a:buClr>
              <a:buSzPts val="700"/>
              <a:buNone/>
              <a:defRPr sz="4400"/>
            </a:lvl3pPr>
            <a:lvl4pPr algn="l">
              <a:lnSpc>
                <a:spcPct val="80000"/>
              </a:lnSpc>
              <a:spcBef>
                <a:spcPts val="0"/>
              </a:spcBef>
              <a:spcAft>
                <a:spcPts val="0"/>
              </a:spcAft>
              <a:buClr>
                <a:srgbClr val="000000"/>
              </a:buClr>
              <a:buSzPts val="700"/>
              <a:buNone/>
              <a:defRPr sz="4400"/>
            </a:lvl4pPr>
            <a:lvl5pPr algn="l">
              <a:lnSpc>
                <a:spcPct val="80000"/>
              </a:lnSpc>
              <a:spcBef>
                <a:spcPts val="0"/>
              </a:spcBef>
              <a:spcAft>
                <a:spcPts val="0"/>
              </a:spcAft>
              <a:buClr>
                <a:srgbClr val="000000"/>
              </a:buClr>
              <a:buSzPts val="700"/>
              <a:buNone/>
              <a:defRPr sz="4400"/>
            </a:lvl5pPr>
            <a:lvl6pPr algn="l">
              <a:lnSpc>
                <a:spcPct val="80000"/>
              </a:lnSpc>
              <a:spcBef>
                <a:spcPts val="0"/>
              </a:spcBef>
              <a:spcAft>
                <a:spcPts val="0"/>
              </a:spcAft>
              <a:buClr>
                <a:srgbClr val="000000"/>
              </a:buClr>
              <a:buSzPts val="700"/>
              <a:buNone/>
              <a:defRPr sz="4400"/>
            </a:lvl6pPr>
            <a:lvl7pPr algn="l">
              <a:lnSpc>
                <a:spcPct val="80000"/>
              </a:lnSpc>
              <a:spcBef>
                <a:spcPts val="0"/>
              </a:spcBef>
              <a:spcAft>
                <a:spcPts val="0"/>
              </a:spcAft>
              <a:buClr>
                <a:srgbClr val="000000"/>
              </a:buClr>
              <a:buSzPts val="700"/>
              <a:buNone/>
              <a:defRPr sz="4400"/>
            </a:lvl7pPr>
            <a:lvl8pPr algn="l">
              <a:lnSpc>
                <a:spcPct val="80000"/>
              </a:lnSpc>
              <a:spcBef>
                <a:spcPts val="0"/>
              </a:spcBef>
              <a:spcAft>
                <a:spcPts val="0"/>
              </a:spcAft>
              <a:buClr>
                <a:srgbClr val="000000"/>
              </a:buClr>
              <a:buSzPts val="700"/>
              <a:buNone/>
              <a:defRPr sz="4400"/>
            </a:lvl8pPr>
            <a:lvl9pPr algn="l">
              <a:lnSpc>
                <a:spcPct val="80000"/>
              </a:lnSpc>
              <a:spcBef>
                <a:spcPts val="0"/>
              </a:spcBef>
              <a:spcAft>
                <a:spcPts val="0"/>
              </a:spcAft>
              <a:buClr>
                <a:srgbClr val="000000"/>
              </a:buClr>
              <a:buSzPts val="700"/>
              <a:buNone/>
              <a:defRPr sz="4400"/>
            </a:lvl9pPr>
          </a:lstStyle>
          <a:p xmlns:a="http://schemas.openxmlformats.org/drawingml/2006/main"/>
        </p:txBody>
      </p:sp>
      <p:sp>
        <p:nvSpPr>
          <p:cNvPr id="738" name="Google Shape;738;p102">
            <a:extLst xmlns:a="http://schemas.openxmlformats.org/drawingml/2006/main">
              <a:ext uri="{FF2B5EF4-FFF2-40B4-BE49-F238E27FC236}">
                <a16:creationId xmlns:a16="http://schemas.microsoft.com/office/drawing/2014/main" id="{DF20D785-060C-4B0D-A326-DA9DFD5B5D49}"/>
              </a:ext>
            </a:extLst>
          </p:cNvPr>
          <p:cNvSpPr>
            <a:spLocks xmlns:a="http://schemas.openxmlformats.org/drawingml/2006/main" noGrp="1"/>
          </p:cNvSpPr>
          <p:nvPr>
            <p:ph type="body" idx="1"/>
          </p:nvPr>
        </p:nvSpPr>
        <p:spPr>
          <a:xfrm xmlns:a="http://schemas.openxmlformats.org/drawingml/2006/main">
            <a:off x="201377" y="1659663"/>
            <a:ext cx="8741400" cy="186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lvl1pPr marL="457200" indent="-317500" algn="ctr">
              <a:lnSpc>
                <a:spcPct val="90000"/>
              </a:lnSpc>
              <a:spcBef>
                <a:spcPts val="0"/>
              </a:spcBef>
              <a:spcAft>
                <a:spcPts val="0"/>
              </a:spcAft>
              <a:buClr>
                <a:srgbClr val="7F7F7F"/>
              </a:buClr>
              <a:buSzPts val="1400"/>
              <a:buFont typeface="Helvetica Neue"/>
              <a:buChar char="●"/>
              <a:defRPr sz="1400">
                <a:solidFill>
                  <a:srgbClr val="7F7F7F"/>
                </a:solidFill>
              </a:defRPr>
            </a:lvl1pPr>
            <a:lvl2pPr marL="914400" indent="-273050" algn="l">
              <a:lnSpc>
                <a:spcPct val="100000"/>
              </a:lnSpc>
              <a:spcBef>
                <a:spcPts val="0"/>
              </a:spcBef>
              <a:spcAft>
                <a:spcPts val="0"/>
              </a:spcAft>
              <a:buClr>
                <a:srgbClr val="000000"/>
              </a:buClr>
              <a:buSzPts val="700"/>
              <a:buChar char="○"/>
              <a:defRPr sz="2100"/>
            </a:lvl2pPr>
            <a:lvl3pPr marL="1371600" indent="-273050" algn="l">
              <a:lnSpc>
                <a:spcPct val="100000"/>
              </a:lnSpc>
              <a:spcBef>
                <a:spcPts val="0"/>
              </a:spcBef>
              <a:spcAft>
                <a:spcPts val="0"/>
              </a:spcAft>
              <a:buClr>
                <a:srgbClr val="000000"/>
              </a:buClr>
              <a:buSzPts val="700"/>
              <a:buChar char="■"/>
              <a:defRPr sz="2100"/>
            </a:lvl3pPr>
            <a:lvl4pPr marL="1828800" indent="-273050" algn="l">
              <a:lnSpc>
                <a:spcPct val="100000"/>
              </a:lnSpc>
              <a:spcBef>
                <a:spcPts val="0"/>
              </a:spcBef>
              <a:spcAft>
                <a:spcPts val="0"/>
              </a:spcAft>
              <a:buClr>
                <a:srgbClr val="000000"/>
              </a:buClr>
              <a:buSzPts val="700"/>
              <a:buChar char="●"/>
              <a:defRPr sz="2100"/>
            </a:lvl4pPr>
            <a:lvl5pPr marL="2286000" indent="-273050" algn="l">
              <a:lnSpc>
                <a:spcPct val="100000"/>
              </a:lnSpc>
              <a:spcBef>
                <a:spcPts val="0"/>
              </a:spcBef>
              <a:spcAft>
                <a:spcPts val="0"/>
              </a:spcAft>
              <a:buClr>
                <a:srgbClr val="000000"/>
              </a:buClr>
              <a:buSzPts val="700"/>
              <a:buChar char="○"/>
              <a:defRPr sz="2100"/>
            </a:lvl5pPr>
            <a:lvl6pPr marL="2743200" indent="-273050" algn="l">
              <a:lnSpc>
                <a:spcPct val="100000"/>
              </a:lnSpc>
              <a:spcBef>
                <a:spcPts val="0"/>
              </a:spcBef>
              <a:spcAft>
                <a:spcPts val="0"/>
              </a:spcAft>
              <a:buClr>
                <a:srgbClr val="000000"/>
              </a:buClr>
              <a:buSzPts val="700"/>
              <a:buChar char="■"/>
              <a:defRPr sz="2100"/>
            </a:lvl6pPr>
            <a:lvl7pPr marL="3200400" indent="-273050" algn="l">
              <a:lnSpc>
                <a:spcPct val="100000"/>
              </a:lnSpc>
              <a:spcBef>
                <a:spcPts val="0"/>
              </a:spcBef>
              <a:spcAft>
                <a:spcPts val="0"/>
              </a:spcAft>
              <a:buClr>
                <a:srgbClr val="000000"/>
              </a:buClr>
              <a:buSzPts val="700"/>
              <a:buChar char="●"/>
              <a:defRPr sz="2100"/>
            </a:lvl7pPr>
            <a:lvl8pPr marL="3657600" indent="-273050" algn="l">
              <a:lnSpc>
                <a:spcPct val="100000"/>
              </a:lnSpc>
              <a:spcBef>
                <a:spcPts val="0"/>
              </a:spcBef>
              <a:spcAft>
                <a:spcPts val="0"/>
              </a:spcAft>
              <a:buClr>
                <a:srgbClr val="000000"/>
              </a:buClr>
              <a:buSzPts val="700"/>
              <a:buChar char="○"/>
              <a:defRPr sz="2100"/>
            </a:lvl8pPr>
            <a:lvl9pPr marL="4114800" indent="-273050" algn="l">
              <a:lnSpc>
                <a:spcPct val="100000"/>
              </a:lnSpc>
              <a:spcBef>
                <a:spcPts val="0"/>
              </a:spcBef>
              <a:spcAft>
                <a:spcPts val="0"/>
              </a:spcAft>
              <a:buClr>
                <a:srgbClr val="000000"/>
              </a:buClr>
              <a:buSzPts val="700"/>
              <a:buChar char="■"/>
              <a:defRPr sz="2100"/>
            </a:lvl9pPr>
          </a:lstStyle>
          <a:p xmlns:a="http://schemas.openxmlformats.org/drawingml/2006/main"/>
        </p:txBody>
      </p:sp>
      <p:pic>
        <p:nvPicPr>
          <p:cNvPr id="742" name="Google Shape;739;p102"/>
          <p:cNvPicPr>
            <a:picLocks xmlns:a="http://schemas.openxmlformats.org/drawingml/2006/main" noChangeAspect="1"/>
          </p:cNvPicPr>
          <p:nvPr/>
        </p:nvPicPr>
        <p:blipFill>
          <a:blip xmlns:r="http://schemas.openxmlformats.org/officeDocument/2006/relationships" xmlns:a="http://schemas.openxmlformats.org/drawingml/2006/main" r:embed="Rcbcfc46e625147f8">
            <a:alphaModFix/>
          </a:blip>
          <a:stretch xmlns:a="http://schemas.openxmlformats.org/drawingml/2006/main">
            <a:fillRect l="0" t="0" r="0" b="0"/>
          </a:stretch>
        </p:blipFill>
        <p:spPr>
          <a:xfrm xmlns:a="http://schemas.openxmlformats.org/drawingml/2006/main">
            <a:off x="228600" y="4836074"/>
            <a:ext cx="153925" cy="153925"/>
          </a:xfrm>
          <a:prstGeom xmlns:a="http://schemas.openxmlformats.org/drawingml/2006/main" prst="rect">
            <a:avLst/>
          </a:prstGeom>
          <a:ln xmlns:a="http://schemas.openxmlformats.org/drawingml/2006/main">
            <a:noFill/>
          </a:ln>
        </p:spPr>
      </p:pic>
    </p:spTree>
  </p:cSld>
</p:sldLayout>
</file>

<file path=ppt/slideLayouts/slideLayout101.xml><?xml version="1.0" encoding="utf-8"?>
<p:sldLayout xmlns:p="http://schemas.openxmlformats.org/presentationml/2006/main" matchingName="Content - Large statement + IMG centered">
  <p:cSld name="Context - Brief_1_1_1">
    <p:spTree>
      <p:nvGrpSpPr>
        <p:cNvPr id="1" name=""/>
        <p:cNvGrpSpPr/>
        <p:nvPr/>
      </p:nvGrpSpPr>
      <p:grpSpPr>
        <a:xfrm xmlns:a="http://schemas.openxmlformats.org/drawingml/2006/main"/>
      </p:grpSpPr>
      <p:sp>
        <p:nvSpPr>
          <p:cNvPr id="741" name="Google Shape;741;p103">
            <a:extLst xmlns:a="http://schemas.openxmlformats.org/drawingml/2006/main">
              <a:ext uri="{FF2B5EF4-FFF2-40B4-BE49-F238E27FC236}">
                <a16:creationId xmlns:a16="http://schemas.microsoft.com/office/drawing/2014/main" id="{8F7EA030-D5E6-4492-B9FE-D476B40127C0}"/>
              </a:ext>
            </a:extLst>
          </p:cNvPr>
          <p:cNvSpPr>
            <a:spLocks xmlns:a="http://schemas.openxmlformats.org/drawingml/2006/main" noGrp="1"/>
          </p:cNvSpPr>
          <p:nvPr>
            <p:ph type="title" idx="0"/>
          </p:nvPr>
        </p:nvSpPr>
        <p:spPr>
          <a:xfrm xmlns:a="http://schemas.openxmlformats.org/drawingml/2006/main">
            <a:off x="201377" y="2052377"/>
            <a:ext cx="8741400" cy="1038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lvl1pPr algn="ctr">
              <a:lnSpc>
                <a:spcPct val="90000"/>
              </a:lnSpc>
              <a:spcBef>
                <a:spcPts val="0"/>
              </a:spcBef>
              <a:spcAft>
                <a:spcPts val="0"/>
              </a:spcAft>
              <a:buClr>
                <a:schemeClr val="dk1"/>
              </a:buClr>
              <a:buSzPts val="3800"/>
              <a:buFont typeface="Helvetica Neue"/>
              <a:buNone/>
              <a:defRPr sz="3800">
                <a:solidFill>
                  <a:schemeClr val="dk1"/>
                </a:solidFill>
              </a:defRPr>
            </a:lvl1pPr>
            <a:lvl2pPr algn="l">
              <a:lnSpc>
                <a:spcPct val="80000"/>
              </a:lnSpc>
              <a:spcBef>
                <a:spcPts val="0"/>
              </a:spcBef>
              <a:spcAft>
                <a:spcPts val="0"/>
              </a:spcAft>
              <a:buClr>
                <a:srgbClr val="000000"/>
              </a:buClr>
              <a:buSzPts val="700"/>
              <a:buNone/>
              <a:defRPr sz="4400"/>
            </a:lvl2pPr>
            <a:lvl3pPr algn="l">
              <a:lnSpc>
                <a:spcPct val="80000"/>
              </a:lnSpc>
              <a:spcBef>
                <a:spcPts val="0"/>
              </a:spcBef>
              <a:spcAft>
                <a:spcPts val="0"/>
              </a:spcAft>
              <a:buClr>
                <a:srgbClr val="000000"/>
              </a:buClr>
              <a:buSzPts val="700"/>
              <a:buNone/>
              <a:defRPr sz="4400"/>
            </a:lvl3pPr>
            <a:lvl4pPr algn="l">
              <a:lnSpc>
                <a:spcPct val="80000"/>
              </a:lnSpc>
              <a:spcBef>
                <a:spcPts val="0"/>
              </a:spcBef>
              <a:spcAft>
                <a:spcPts val="0"/>
              </a:spcAft>
              <a:buClr>
                <a:srgbClr val="000000"/>
              </a:buClr>
              <a:buSzPts val="700"/>
              <a:buNone/>
              <a:defRPr sz="4400"/>
            </a:lvl4pPr>
            <a:lvl5pPr algn="l">
              <a:lnSpc>
                <a:spcPct val="80000"/>
              </a:lnSpc>
              <a:spcBef>
                <a:spcPts val="0"/>
              </a:spcBef>
              <a:spcAft>
                <a:spcPts val="0"/>
              </a:spcAft>
              <a:buClr>
                <a:srgbClr val="000000"/>
              </a:buClr>
              <a:buSzPts val="700"/>
              <a:buNone/>
              <a:defRPr sz="4400"/>
            </a:lvl5pPr>
            <a:lvl6pPr algn="l">
              <a:lnSpc>
                <a:spcPct val="80000"/>
              </a:lnSpc>
              <a:spcBef>
                <a:spcPts val="0"/>
              </a:spcBef>
              <a:spcAft>
                <a:spcPts val="0"/>
              </a:spcAft>
              <a:buClr>
                <a:srgbClr val="000000"/>
              </a:buClr>
              <a:buSzPts val="700"/>
              <a:buNone/>
              <a:defRPr sz="4400"/>
            </a:lvl6pPr>
            <a:lvl7pPr algn="l">
              <a:lnSpc>
                <a:spcPct val="80000"/>
              </a:lnSpc>
              <a:spcBef>
                <a:spcPts val="0"/>
              </a:spcBef>
              <a:spcAft>
                <a:spcPts val="0"/>
              </a:spcAft>
              <a:buClr>
                <a:srgbClr val="000000"/>
              </a:buClr>
              <a:buSzPts val="700"/>
              <a:buNone/>
              <a:defRPr sz="4400"/>
            </a:lvl7pPr>
            <a:lvl8pPr algn="l">
              <a:lnSpc>
                <a:spcPct val="80000"/>
              </a:lnSpc>
              <a:spcBef>
                <a:spcPts val="0"/>
              </a:spcBef>
              <a:spcAft>
                <a:spcPts val="0"/>
              </a:spcAft>
              <a:buClr>
                <a:srgbClr val="000000"/>
              </a:buClr>
              <a:buSzPts val="700"/>
              <a:buNone/>
              <a:defRPr sz="4400"/>
            </a:lvl8pPr>
            <a:lvl9pPr algn="l">
              <a:lnSpc>
                <a:spcPct val="80000"/>
              </a:lnSpc>
              <a:spcBef>
                <a:spcPts val="0"/>
              </a:spcBef>
              <a:spcAft>
                <a:spcPts val="0"/>
              </a:spcAft>
              <a:buClr>
                <a:srgbClr val="000000"/>
              </a:buClr>
              <a:buSzPts val="700"/>
              <a:buNone/>
              <a:defRPr sz="4400"/>
            </a:lvl9pPr>
          </a:lstStyle>
          <a:p xmlns:a="http://schemas.openxmlformats.org/drawingml/2006/main"/>
        </p:txBody>
      </p:sp>
      <p:sp>
        <p:nvSpPr>
          <p:cNvPr id="742" name="Google Shape;742;p103">
            <a:extLst xmlns:a="http://schemas.openxmlformats.org/drawingml/2006/main">
              <a:ext uri="{FF2B5EF4-FFF2-40B4-BE49-F238E27FC236}">
                <a16:creationId xmlns:a16="http://schemas.microsoft.com/office/drawing/2014/main" id="{6144D27E-D77A-4AB7-895D-61978AFE0658}"/>
              </a:ext>
            </a:extLst>
          </p:cNvPr>
          <p:cNvSpPr>
            <a:spLocks xmlns:a="http://schemas.openxmlformats.org/drawingml/2006/main" noGrp="1"/>
          </p:cNvSpPr>
          <p:nvPr>
            <p:ph type="body" idx="1"/>
          </p:nvPr>
        </p:nvSpPr>
        <p:spPr>
          <a:xfrm xmlns:a="http://schemas.openxmlformats.org/drawingml/2006/main">
            <a:off x="201377" y="1659663"/>
            <a:ext cx="8741400" cy="186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lvl1pPr marL="457200" indent="-317500" algn="ctr">
              <a:lnSpc>
                <a:spcPct val="90000"/>
              </a:lnSpc>
              <a:spcBef>
                <a:spcPts val="0"/>
              </a:spcBef>
              <a:spcAft>
                <a:spcPts val="0"/>
              </a:spcAft>
              <a:buClr>
                <a:srgbClr val="7F7F7F"/>
              </a:buClr>
              <a:buSzPts val="1400"/>
              <a:buFont typeface="Helvetica Neue"/>
              <a:buChar char="●"/>
              <a:defRPr sz="1400">
                <a:solidFill>
                  <a:srgbClr val="7F7F7F"/>
                </a:solidFill>
              </a:defRPr>
            </a:lvl1pPr>
            <a:lvl2pPr marL="914400" indent="-273050" algn="l">
              <a:lnSpc>
                <a:spcPct val="100000"/>
              </a:lnSpc>
              <a:spcBef>
                <a:spcPts val="0"/>
              </a:spcBef>
              <a:spcAft>
                <a:spcPts val="0"/>
              </a:spcAft>
              <a:buClr>
                <a:srgbClr val="000000"/>
              </a:buClr>
              <a:buSzPts val="700"/>
              <a:buChar char="○"/>
              <a:defRPr sz="2100"/>
            </a:lvl2pPr>
            <a:lvl3pPr marL="1371600" indent="-273050" algn="l">
              <a:lnSpc>
                <a:spcPct val="100000"/>
              </a:lnSpc>
              <a:spcBef>
                <a:spcPts val="0"/>
              </a:spcBef>
              <a:spcAft>
                <a:spcPts val="0"/>
              </a:spcAft>
              <a:buClr>
                <a:srgbClr val="000000"/>
              </a:buClr>
              <a:buSzPts val="700"/>
              <a:buChar char="■"/>
              <a:defRPr sz="2100"/>
            </a:lvl3pPr>
            <a:lvl4pPr marL="1828800" indent="-273050" algn="l">
              <a:lnSpc>
                <a:spcPct val="100000"/>
              </a:lnSpc>
              <a:spcBef>
                <a:spcPts val="0"/>
              </a:spcBef>
              <a:spcAft>
                <a:spcPts val="0"/>
              </a:spcAft>
              <a:buClr>
                <a:srgbClr val="000000"/>
              </a:buClr>
              <a:buSzPts val="700"/>
              <a:buChar char="●"/>
              <a:defRPr sz="2100"/>
            </a:lvl4pPr>
            <a:lvl5pPr marL="2286000" indent="-273050" algn="l">
              <a:lnSpc>
                <a:spcPct val="100000"/>
              </a:lnSpc>
              <a:spcBef>
                <a:spcPts val="0"/>
              </a:spcBef>
              <a:spcAft>
                <a:spcPts val="0"/>
              </a:spcAft>
              <a:buClr>
                <a:srgbClr val="000000"/>
              </a:buClr>
              <a:buSzPts val="700"/>
              <a:buChar char="○"/>
              <a:defRPr sz="2100"/>
            </a:lvl5pPr>
            <a:lvl6pPr marL="2743200" indent="-273050" algn="l">
              <a:lnSpc>
                <a:spcPct val="100000"/>
              </a:lnSpc>
              <a:spcBef>
                <a:spcPts val="0"/>
              </a:spcBef>
              <a:spcAft>
                <a:spcPts val="0"/>
              </a:spcAft>
              <a:buClr>
                <a:srgbClr val="000000"/>
              </a:buClr>
              <a:buSzPts val="700"/>
              <a:buChar char="■"/>
              <a:defRPr sz="2100"/>
            </a:lvl6pPr>
            <a:lvl7pPr marL="3200400" indent="-273050" algn="l">
              <a:lnSpc>
                <a:spcPct val="100000"/>
              </a:lnSpc>
              <a:spcBef>
                <a:spcPts val="0"/>
              </a:spcBef>
              <a:spcAft>
                <a:spcPts val="0"/>
              </a:spcAft>
              <a:buClr>
                <a:srgbClr val="000000"/>
              </a:buClr>
              <a:buSzPts val="700"/>
              <a:buChar char="●"/>
              <a:defRPr sz="2100"/>
            </a:lvl7pPr>
            <a:lvl8pPr marL="3657600" indent="-273050" algn="l">
              <a:lnSpc>
                <a:spcPct val="100000"/>
              </a:lnSpc>
              <a:spcBef>
                <a:spcPts val="0"/>
              </a:spcBef>
              <a:spcAft>
                <a:spcPts val="0"/>
              </a:spcAft>
              <a:buClr>
                <a:srgbClr val="000000"/>
              </a:buClr>
              <a:buSzPts val="700"/>
              <a:buChar char="○"/>
              <a:defRPr sz="2100"/>
            </a:lvl8pPr>
            <a:lvl9pPr marL="4114800" indent="-273050" algn="l">
              <a:lnSpc>
                <a:spcPct val="100000"/>
              </a:lnSpc>
              <a:spcBef>
                <a:spcPts val="0"/>
              </a:spcBef>
              <a:spcAft>
                <a:spcPts val="0"/>
              </a:spcAft>
              <a:buClr>
                <a:srgbClr val="000000"/>
              </a:buClr>
              <a:buSzPts val="700"/>
              <a:buChar char="■"/>
              <a:defRPr sz="2100"/>
            </a:lvl9pPr>
          </a:lstStyle>
          <a:p xmlns:a="http://schemas.openxmlformats.org/drawingml/2006/main"/>
        </p:txBody>
      </p:sp>
      <p:pic>
        <p:nvPicPr>
          <p:cNvPr id="746" name="Google Shape;743;p103"/>
          <p:cNvPicPr>
            <a:picLocks xmlns:a="http://schemas.openxmlformats.org/drawingml/2006/main" noChangeAspect="1"/>
          </p:cNvPicPr>
          <p:nvPr/>
        </p:nvPicPr>
        <p:blipFill rotWithShape="1">
          <a:blip xmlns:r="http://schemas.openxmlformats.org/officeDocument/2006/relationships" xmlns:a="http://schemas.openxmlformats.org/drawingml/2006/main" r:embed="R875853c10ade4a76">
            <a:alphaModFix/>
          </a:blip>
          <a:srcRect xmlns:a="http://schemas.openxmlformats.org/drawingml/2006/main" l="0" t="0" r="0" b="0"/>
          <a:stretch xmlns:a="http://schemas.openxmlformats.org/drawingml/2006/main"/>
        </p:blipFill>
        <p:spPr>
          <a:xfrm xmlns:a="http://schemas.openxmlformats.org/drawingml/2006/main">
            <a:off x="228600" y="4836074"/>
            <a:ext cx="153925" cy="153925"/>
          </a:xfrm>
          <a:prstGeom xmlns:a="http://schemas.openxmlformats.org/drawingml/2006/main" prst="rect">
            <a:avLst/>
          </a:prstGeom>
          <a:ln xmlns:a="http://schemas.openxmlformats.org/drawingml/2006/main">
            <a:noFill/>
          </a:ln>
        </p:spPr>
      </p:pic>
    </p:spTree>
  </p:cSld>
</p:sldLayout>
</file>

<file path=ppt/slideLayouts/slideLayout102.xml><?xml version="1.0" encoding="utf-8"?>
<p:sldLayout xmlns:p="http://schemas.openxmlformats.org/presentationml/2006/main" matchingName="Content - Large statement + IMG left">
  <p:cSld name="Context - Brief_1_1_1_1">
    <p:spTree>
      <p:nvGrpSpPr>
        <p:cNvPr id="1" name=""/>
        <p:cNvGrpSpPr/>
        <p:nvPr/>
      </p:nvGrpSpPr>
      <p:grpSpPr>
        <a:xfrm xmlns:a="http://schemas.openxmlformats.org/drawingml/2006/main"/>
      </p:grpSpPr>
      <p:sp>
        <p:nvSpPr>
          <p:cNvPr id="745" name="Google Shape;745;p104">
            <a:extLst xmlns:a="http://schemas.openxmlformats.org/drawingml/2006/main">
              <a:ext uri="{FF2B5EF4-FFF2-40B4-BE49-F238E27FC236}">
                <a16:creationId xmlns:a16="http://schemas.microsoft.com/office/drawing/2014/main" id="{A7957B92-BE5C-4C07-B707-569942945538}"/>
              </a:ext>
            </a:extLst>
          </p:cNvPr>
          <p:cNvSpPr>
            <a:spLocks xmlns:a="http://schemas.openxmlformats.org/drawingml/2006/main" noGrp="1"/>
          </p:cNvSpPr>
          <p:nvPr>
            <p:ph type="title" idx="0"/>
          </p:nvPr>
        </p:nvSpPr>
        <p:spPr>
          <a:xfrm xmlns:a="http://schemas.openxmlformats.org/drawingml/2006/main">
            <a:off x="201377" y="2052377"/>
            <a:ext cx="8741400" cy="1038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lvl1pPr>
              <a:lnSpc>
                <a:spcPct val="90000"/>
              </a:lnSpc>
              <a:spcBef>
                <a:spcPts val="0"/>
              </a:spcBef>
              <a:spcAft>
                <a:spcPts val="0"/>
              </a:spcAft>
              <a:buClr>
                <a:schemeClr val="dk1"/>
              </a:buClr>
              <a:buSzPts val="3800"/>
              <a:buFont typeface="Helvetica Neue"/>
              <a:buNone/>
              <a:defRPr sz="3800">
                <a:solidFill>
                  <a:schemeClr val="dk1"/>
                </a:solidFill>
              </a:defRPr>
            </a:lvl1pPr>
            <a:lvl2pPr>
              <a:lnSpc>
                <a:spcPct val="80000"/>
              </a:lnSpc>
              <a:spcBef>
                <a:spcPts val="0"/>
              </a:spcBef>
              <a:spcAft>
                <a:spcPts val="0"/>
              </a:spcAft>
              <a:buClr>
                <a:srgbClr val="000000"/>
              </a:buClr>
              <a:buSzPts val="700"/>
              <a:buNone/>
              <a:defRPr sz="4400"/>
            </a:lvl2pPr>
            <a:lvl3pPr>
              <a:lnSpc>
                <a:spcPct val="80000"/>
              </a:lnSpc>
              <a:spcBef>
                <a:spcPts val="0"/>
              </a:spcBef>
              <a:spcAft>
                <a:spcPts val="0"/>
              </a:spcAft>
              <a:buClr>
                <a:srgbClr val="000000"/>
              </a:buClr>
              <a:buSzPts val="700"/>
              <a:buNone/>
              <a:defRPr sz="4400"/>
            </a:lvl3pPr>
            <a:lvl4pPr>
              <a:lnSpc>
                <a:spcPct val="80000"/>
              </a:lnSpc>
              <a:spcBef>
                <a:spcPts val="0"/>
              </a:spcBef>
              <a:spcAft>
                <a:spcPts val="0"/>
              </a:spcAft>
              <a:buClr>
                <a:srgbClr val="000000"/>
              </a:buClr>
              <a:buSzPts val="700"/>
              <a:buNone/>
              <a:defRPr sz="4400"/>
            </a:lvl4pPr>
            <a:lvl5pPr>
              <a:lnSpc>
                <a:spcPct val="80000"/>
              </a:lnSpc>
              <a:spcBef>
                <a:spcPts val="0"/>
              </a:spcBef>
              <a:spcAft>
                <a:spcPts val="0"/>
              </a:spcAft>
              <a:buClr>
                <a:srgbClr val="000000"/>
              </a:buClr>
              <a:buSzPts val="700"/>
              <a:buNone/>
              <a:defRPr sz="4400"/>
            </a:lvl5pPr>
            <a:lvl6pPr>
              <a:lnSpc>
                <a:spcPct val="80000"/>
              </a:lnSpc>
              <a:spcBef>
                <a:spcPts val="0"/>
              </a:spcBef>
              <a:spcAft>
                <a:spcPts val="0"/>
              </a:spcAft>
              <a:buClr>
                <a:srgbClr val="000000"/>
              </a:buClr>
              <a:buSzPts val="700"/>
              <a:buNone/>
              <a:defRPr sz="4400"/>
            </a:lvl6pPr>
            <a:lvl7pPr>
              <a:lnSpc>
                <a:spcPct val="80000"/>
              </a:lnSpc>
              <a:spcBef>
                <a:spcPts val="0"/>
              </a:spcBef>
              <a:spcAft>
                <a:spcPts val="0"/>
              </a:spcAft>
              <a:buClr>
                <a:srgbClr val="000000"/>
              </a:buClr>
              <a:buSzPts val="700"/>
              <a:buNone/>
              <a:defRPr sz="4400"/>
            </a:lvl7pPr>
            <a:lvl8pPr>
              <a:lnSpc>
                <a:spcPct val="80000"/>
              </a:lnSpc>
              <a:spcBef>
                <a:spcPts val="0"/>
              </a:spcBef>
              <a:spcAft>
                <a:spcPts val="0"/>
              </a:spcAft>
              <a:buClr>
                <a:srgbClr val="000000"/>
              </a:buClr>
              <a:buSzPts val="700"/>
              <a:buNone/>
              <a:defRPr sz="4400"/>
            </a:lvl8pPr>
            <a:lvl9pPr>
              <a:lnSpc>
                <a:spcPct val="80000"/>
              </a:lnSpc>
              <a:spcBef>
                <a:spcPts val="0"/>
              </a:spcBef>
              <a:spcAft>
                <a:spcPts val="0"/>
              </a:spcAft>
              <a:buClr>
                <a:srgbClr val="000000"/>
              </a:buClr>
              <a:buSzPts val="700"/>
              <a:buNone/>
              <a:defRPr sz="4400"/>
            </a:lvl9pPr>
          </a:lstStyle>
          <a:p xmlns:a="http://schemas.openxmlformats.org/drawingml/2006/main"/>
        </p:txBody>
      </p:sp>
      <p:sp>
        <p:nvSpPr>
          <p:cNvPr id="746" name="Google Shape;746;p104">
            <a:extLst xmlns:a="http://schemas.openxmlformats.org/drawingml/2006/main">
              <a:ext uri="{FF2B5EF4-FFF2-40B4-BE49-F238E27FC236}">
                <a16:creationId xmlns:a16="http://schemas.microsoft.com/office/drawing/2014/main" id="{00A90324-3474-48D5-BA65-34789B97CDE5}"/>
              </a:ext>
            </a:extLst>
          </p:cNvPr>
          <p:cNvSpPr>
            <a:spLocks xmlns:a="http://schemas.openxmlformats.org/drawingml/2006/main" noGrp="1"/>
          </p:cNvSpPr>
          <p:nvPr>
            <p:ph type="body" idx="1"/>
          </p:nvPr>
        </p:nvSpPr>
        <p:spPr>
          <a:xfrm xmlns:a="http://schemas.openxmlformats.org/drawingml/2006/main">
            <a:off x="201377" y="1659663"/>
            <a:ext cx="8741400" cy="186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lvl1pPr marL="457200" indent="-317500">
              <a:lnSpc>
                <a:spcPct val="90000"/>
              </a:lnSpc>
              <a:spcBef>
                <a:spcPts val="0"/>
              </a:spcBef>
              <a:spcAft>
                <a:spcPts val="0"/>
              </a:spcAft>
              <a:buClr>
                <a:srgbClr val="7F7F7F"/>
              </a:buClr>
              <a:buSzPts val="1400"/>
              <a:buFont typeface="Helvetica Neue"/>
              <a:buChar char="●"/>
              <a:defRPr sz="1400">
                <a:solidFill>
                  <a:srgbClr val="7F7F7F"/>
                </a:solidFill>
              </a:defRPr>
            </a:lvl1pPr>
            <a:lvl2pPr marL="914400" indent="-273050">
              <a:lnSpc>
                <a:spcPct val="100000"/>
              </a:lnSpc>
              <a:spcBef>
                <a:spcPts val="0"/>
              </a:spcBef>
              <a:spcAft>
                <a:spcPts val="0"/>
              </a:spcAft>
              <a:buClr>
                <a:srgbClr val="000000"/>
              </a:buClr>
              <a:buSzPts val="700"/>
              <a:buChar char="○"/>
              <a:defRPr sz="2100"/>
            </a:lvl2pPr>
            <a:lvl3pPr marL="1371600" indent="-273050">
              <a:lnSpc>
                <a:spcPct val="100000"/>
              </a:lnSpc>
              <a:spcBef>
                <a:spcPts val="0"/>
              </a:spcBef>
              <a:spcAft>
                <a:spcPts val="0"/>
              </a:spcAft>
              <a:buClr>
                <a:srgbClr val="000000"/>
              </a:buClr>
              <a:buSzPts val="700"/>
              <a:buChar char="■"/>
              <a:defRPr sz="2100"/>
            </a:lvl3pPr>
            <a:lvl4pPr marL="1828800" indent="-273050">
              <a:lnSpc>
                <a:spcPct val="100000"/>
              </a:lnSpc>
              <a:spcBef>
                <a:spcPts val="0"/>
              </a:spcBef>
              <a:spcAft>
                <a:spcPts val="0"/>
              </a:spcAft>
              <a:buClr>
                <a:srgbClr val="000000"/>
              </a:buClr>
              <a:buSzPts val="700"/>
              <a:buChar char="●"/>
              <a:defRPr sz="2100"/>
            </a:lvl4pPr>
            <a:lvl5pPr marL="2286000" indent="-273050">
              <a:lnSpc>
                <a:spcPct val="100000"/>
              </a:lnSpc>
              <a:spcBef>
                <a:spcPts val="0"/>
              </a:spcBef>
              <a:spcAft>
                <a:spcPts val="0"/>
              </a:spcAft>
              <a:buClr>
                <a:srgbClr val="000000"/>
              </a:buClr>
              <a:buSzPts val="700"/>
              <a:buChar char="○"/>
              <a:defRPr sz="2100"/>
            </a:lvl5pPr>
            <a:lvl6pPr marL="2743200" indent="-273050">
              <a:lnSpc>
                <a:spcPct val="100000"/>
              </a:lnSpc>
              <a:spcBef>
                <a:spcPts val="0"/>
              </a:spcBef>
              <a:spcAft>
                <a:spcPts val="0"/>
              </a:spcAft>
              <a:buClr>
                <a:srgbClr val="000000"/>
              </a:buClr>
              <a:buSzPts val="700"/>
              <a:buChar char="■"/>
              <a:defRPr sz="2100"/>
            </a:lvl6pPr>
            <a:lvl7pPr marL="3200400" indent="-273050">
              <a:lnSpc>
                <a:spcPct val="100000"/>
              </a:lnSpc>
              <a:spcBef>
                <a:spcPts val="0"/>
              </a:spcBef>
              <a:spcAft>
                <a:spcPts val="0"/>
              </a:spcAft>
              <a:buClr>
                <a:srgbClr val="000000"/>
              </a:buClr>
              <a:buSzPts val="700"/>
              <a:buChar char="●"/>
              <a:defRPr sz="2100"/>
            </a:lvl7pPr>
            <a:lvl8pPr marL="3657600" indent="-273050">
              <a:lnSpc>
                <a:spcPct val="100000"/>
              </a:lnSpc>
              <a:spcBef>
                <a:spcPts val="0"/>
              </a:spcBef>
              <a:spcAft>
                <a:spcPts val="0"/>
              </a:spcAft>
              <a:buClr>
                <a:srgbClr val="000000"/>
              </a:buClr>
              <a:buSzPts val="700"/>
              <a:buChar char="○"/>
              <a:defRPr sz="2100"/>
            </a:lvl8pPr>
            <a:lvl9pPr marL="4114800" indent="-273050">
              <a:lnSpc>
                <a:spcPct val="100000"/>
              </a:lnSpc>
              <a:spcBef>
                <a:spcPts val="0"/>
              </a:spcBef>
              <a:spcAft>
                <a:spcPts val="0"/>
              </a:spcAft>
              <a:buClr>
                <a:srgbClr val="000000"/>
              </a:buClr>
              <a:buSzPts val="700"/>
              <a:buChar char="■"/>
              <a:defRPr sz="2100"/>
            </a:lvl9pPr>
          </a:lstStyle>
          <a:p xmlns:a="http://schemas.openxmlformats.org/drawingml/2006/main"/>
        </p:txBody>
      </p:sp>
      <p:pic>
        <p:nvPicPr>
          <p:cNvPr id="750" name="Google Shape;747;p104"/>
          <p:cNvPicPr>
            <a:picLocks xmlns:a="http://schemas.openxmlformats.org/drawingml/2006/main" noChangeAspect="1"/>
          </p:cNvPicPr>
          <p:nvPr/>
        </p:nvPicPr>
        <p:blipFill rotWithShape="1">
          <a:blip xmlns:r="http://schemas.openxmlformats.org/officeDocument/2006/relationships" xmlns:a="http://schemas.openxmlformats.org/drawingml/2006/main" r:embed="R33b961067f38480b">
            <a:alphaModFix/>
          </a:blip>
          <a:srcRect xmlns:a="http://schemas.openxmlformats.org/drawingml/2006/main" l="0" t="0" r="0" b="0"/>
          <a:stretch xmlns:a="http://schemas.openxmlformats.org/drawingml/2006/main"/>
        </p:blipFill>
        <p:spPr>
          <a:xfrm xmlns:a="http://schemas.openxmlformats.org/drawingml/2006/main">
            <a:off x="228600" y="4836074"/>
            <a:ext cx="153925" cy="153925"/>
          </a:xfrm>
          <a:prstGeom xmlns:a="http://schemas.openxmlformats.org/drawingml/2006/main" prst="rect">
            <a:avLst/>
          </a:prstGeom>
          <a:ln xmlns:a="http://schemas.openxmlformats.org/drawingml/2006/main">
            <a:noFill/>
          </a:ln>
        </p:spPr>
      </p:pic>
    </p:spTree>
  </p:cSld>
</p:sldLayout>
</file>

<file path=ppt/slideLayouts/slideLayout103.xml><?xml version="1.0" encoding="utf-8"?>
<p:sldLayout xmlns:p="http://schemas.openxmlformats.org/presentationml/2006/main" matchingName="Content - 1 text box">
  <p:cSld name="Title + 5 columns_2">
    <p:spTree>
      <p:nvGrpSpPr>
        <p:cNvPr id="1" name=""/>
        <p:cNvGrpSpPr/>
        <p:nvPr/>
      </p:nvGrpSpPr>
      <p:grpSpPr>
        <a:xfrm xmlns:a="http://schemas.openxmlformats.org/drawingml/2006/main"/>
      </p:grpSpPr>
      <p:sp>
        <p:nvSpPr>
          <p:cNvPr id="749" name="Google Shape;749;p105">
            <a:extLst xmlns:a="http://schemas.openxmlformats.org/drawingml/2006/main">
              <a:ext uri="{FF2B5EF4-FFF2-40B4-BE49-F238E27FC236}">
                <a16:creationId xmlns:a16="http://schemas.microsoft.com/office/drawing/2014/main" id="{682D9A04-AC5D-4DB7-BB09-C2D8D050F9E4}"/>
              </a:ext>
            </a:extLst>
          </p:cNvPr>
          <p:cNvSpPr>
            <a:spLocks xmlns:a="http://schemas.openxmlformats.org/drawingml/2006/main" noGrp="1"/>
          </p:cNvSpPr>
          <p:nvPr>
            <p:ph type="body" idx="1"/>
          </p:nvPr>
        </p:nvSpPr>
        <p:spPr>
          <a:xfrm xmlns:a="http://schemas.openxmlformats.org/drawingml/2006/main">
            <a:off x="201378" y="164051"/>
            <a:ext cx="1948200" cy="160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noAutofit/>
          </a:bodyPr>
          <a:lstStyle xmlns:a="http://schemas.openxmlformats.org/drawingml/2006/main">
            <a:lvl1pPr marL="457200" indent="-228600" algn="l">
              <a:lnSpc>
                <a:spcPct val="90000"/>
              </a:lnSpc>
              <a:spcBef>
                <a:spcPts val="375"/>
              </a:spcBef>
              <a:spcAft>
                <a:spcPts val="0"/>
              </a:spcAft>
              <a:buClr>
                <a:schemeClr val="dk2"/>
              </a:buClr>
              <a:buSzPts val="750"/>
              <a:buFont typeface="Arial"/>
              <a:buNone/>
              <a:defRPr sz="750">
                <a:solidFill>
                  <a:schemeClr val="dk2"/>
                </a:solidFill>
              </a:defRPr>
            </a:lvl1pPr>
            <a:lvl2pPr marL="914400" indent="-271463" algn="l">
              <a:lnSpc>
                <a:spcPct val="90000"/>
              </a:lnSpc>
              <a:spcBef>
                <a:spcPts val="1200"/>
              </a:spcBef>
              <a:spcAft>
                <a:spcPts val="0"/>
              </a:spcAft>
              <a:buClr>
                <a:schemeClr val="dk1"/>
              </a:buClr>
              <a:buSzPts val="675"/>
              <a:buChar char="○"/>
              <a:defRPr sz="900"/>
            </a:lvl2pPr>
            <a:lvl3pPr marL="1371600" indent="-271463" algn="l">
              <a:lnSpc>
                <a:spcPct val="90000"/>
              </a:lnSpc>
              <a:spcBef>
                <a:spcPts val="1200"/>
              </a:spcBef>
              <a:spcAft>
                <a:spcPts val="0"/>
              </a:spcAft>
              <a:buClr>
                <a:schemeClr val="dk1"/>
              </a:buClr>
              <a:buSzPts val="675"/>
              <a:buChar char="■"/>
              <a:defRPr sz="750"/>
            </a:lvl3pPr>
            <a:lvl4pPr marL="1828800" indent="-271463" algn="l">
              <a:lnSpc>
                <a:spcPct val="90000"/>
              </a:lnSpc>
              <a:spcBef>
                <a:spcPts val="1200"/>
              </a:spcBef>
              <a:spcAft>
                <a:spcPts val="0"/>
              </a:spcAft>
              <a:buClr>
                <a:schemeClr val="dk1"/>
              </a:buClr>
              <a:buSzPts val="675"/>
              <a:buChar char="●"/>
              <a:defRPr sz="675"/>
            </a:lvl4pPr>
            <a:lvl5pPr marL="2286000" indent="-271463" algn="l">
              <a:lnSpc>
                <a:spcPct val="90000"/>
              </a:lnSpc>
              <a:spcBef>
                <a:spcPts val="1200"/>
              </a:spcBef>
              <a:spcAft>
                <a:spcPts val="0"/>
              </a:spcAft>
              <a:buClr>
                <a:schemeClr val="dk1"/>
              </a:buClr>
              <a:buSzPts val="675"/>
              <a:buChar char="○"/>
              <a:defRPr sz="675"/>
            </a:lvl5pPr>
            <a:lvl6pPr marL="2743200" indent="-271463" algn="l">
              <a:lnSpc>
                <a:spcPct val="90000"/>
              </a:lnSpc>
              <a:spcBef>
                <a:spcPts val="1200"/>
              </a:spcBef>
              <a:spcAft>
                <a:spcPts val="0"/>
              </a:spcAft>
              <a:buClr>
                <a:schemeClr val="dk1"/>
              </a:buClr>
              <a:buSzPts val="675"/>
              <a:buChar char="■"/>
              <a:defRPr sz="675"/>
            </a:lvl6pPr>
            <a:lvl7pPr marL="3200400" indent="-271463" algn="l">
              <a:lnSpc>
                <a:spcPct val="90000"/>
              </a:lnSpc>
              <a:spcBef>
                <a:spcPts val="1200"/>
              </a:spcBef>
              <a:spcAft>
                <a:spcPts val="0"/>
              </a:spcAft>
              <a:buClr>
                <a:schemeClr val="dk1"/>
              </a:buClr>
              <a:buSzPts val="675"/>
              <a:buChar char="●"/>
              <a:defRPr sz="675"/>
            </a:lvl7pPr>
            <a:lvl8pPr marL="3657600" indent="-271463" algn="l">
              <a:lnSpc>
                <a:spcPct val="90000"/>
              </a:lnSpc>
              <a:spcBef>
                <a:spcPts val="1200"/>
              </a:spcBef>
              <a:spcAft>
                <a:spcPts val="0"/>
              </a:spcAft>
              <a:buClr>
                <a:schemeClr val="dk1"/>
              </a:buClr>
              <a:buSzPts val="675"/>
              <a:buChar char="○"/>
              <a:defRPr sz="675"/>
            </a:lvl8pPr>
            <a:lvl9pPr marL="4114800" indent="-271463" algn="l">
              <a:lnSpc>
                <a:spcPct val="90000"/>
              </a:lnSpc>
              <a:spcBef>
                <a:spcPts val="1200"/>
              </a:spcBef>
              <a:spcAft>
                <a:spcPts val="1200"/>
              </a:spcAft>
              <a:buClr>
                <a:schemeClr val="dk1"/>
              </a:buClr>
              <a:buSzPts val="675"/>
              <a:buChar char="■"/>
              <a:defRPr sz="675"/>
            </a:lvl9pPr>
          </a:lstStyle>
          <a:p xmlns:a="http://schemas.openxmlformats.org/drawingml/2006/main"/>
        </p:txBody>
      </p:sp>
      <p:sp>
        <p:nvSpPr>
          <p:cNvPr id="750" name="Google Shape;750;p105">
            <a:extLst xmlns:a="http://schemas.openxmlformats.org/drawingml/2006/main">
              <a:ext uri="{FF2B5EF4-FFF2-40B4-BE49-F238E27FC236}">
                <a16:creationId xmlns:a16="http://schemas.microsoft.com/office/drawing/2014/main" id="{DDF33415-2915-4E8D-88EC-F6D8D391F5C4}"/>
              </a:ext>
            </a:extLst>
          </p:cNvPr>
          <p:cNvSpPr>
            <a:spLocks xmlns:a="http://schemas.openxmlformats.org/drawingml/2006/main" noGrp="1"/>
          </p:cNvSpPr>
          <p:nvPr>
            <p:ph type="title" idx="0"/>
          </p:nvPr>
        </p:nvSpPr>
        <p:spPr>
          <a:xfrm xmlns:a="http://schemas.openxmlformats.org/drawingml/2006/main">
            <a:off x="201378" y="295836"/>
            <a:ext cx="2334600" cy="657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noAutofit/>
          </a:bodyPr>
          <a:lstStyle xmlns:a="http://schemas.openxmlformats.org/drawingml/2006/main">
            <a:lvl1pPr algn="l">
              <a:lnSpc>
                <a:spcPct val="90000"/>
              </a:lnSpc>
              <a:spcBef>
                <a:spcPts val="0"/>
              </a:spcBef>
              <a:spcAft>
                <a:spcPts val="0"/>
              </a:spcAft>
              <a:buClr>
                <a:schemeClr val="dk1"/>
              </a:buClr>
              <a:buSzPts val="2250"/>
              <a:buFont typeface="Arial"/>
              <a:buNone/>
              <a:defRPr sz="2250"/>
            </a:lvl1pPr>
            <a:lvl2pPr>
              <a:spcBef>
                <a:spcPts val="0"/>
              </a:spcBef>
              <a:spcAft>
                <a:spcPts val="0"/>
              </a:spcAft>
              <a:buSzPts val="525"/>
              <a:buNone/>
              <a:defRPr sz="675"/>
            </a:lvl2pPr>
            <a:lvl3pPr>
              <a:spcBef>
                <a:spcPts val="0"/>
              </a:spcBef>
              <a:spcAft>
                <a:spcPts val="0"/>
              </a:spcAft>
              <a:buSzPts val="525"/>
              <a:buNone/>
              <a:defRPr sz="675"/>
            </a:lvl3pPr>
            <a:lvl4pPr>
              <a:spcBef>
                <a:spcPts val="0"/>
              </a:spcBef>
              <a:spcAft>
                <a:spcPts val="0"/>
              </a:spcAft>
              <a:buSzPts val="525"/>
              <a:buNone/>
              <a:defRPr sz="675"/>
            </a:lvl4pPr>
            <a:lvl5pPr>
              <a:spcBef>
                <a:spcPts val="0"/>
              </a:spcBef>
              <a:spcAft>
                <a:spcPts val="0"/>
              </a:spcAft>
              <a:buSzPts val="525"/>
              <a:buNone/>
              <a:defRPr sz="675"/>
            </a:lvl5pPr>
            <a:lvl6pPr>
              <a:spcBef>
                <a:spcPts val="0"/>
              </a:spcBef>
              <a:spcAft>
                <a:spcPts val="0"/>
              </a:spcAft>
              <a:buSzPts val="525"/>
              <a:buNone/>
              <a:defRPr sz="675"/>
            </a:lvl6pPr>
            <a:lvl7pPr>
              <a:spcBef>
                <a:spcPts val="0"/>
              </a:spcBef>
              <a:spcAft>
                <a:spcPts val="0"/>
              </a:spcAft>
              <a:buSzPts val="525"/>
              <a:buNone/>
              <a:defRPr sz="675"/>
            </a:lvl7pPr>
            <a:lvl8pPr>
              <a:spcBef>
                <a:spcPts val="0"/>
              </a:spcBef>
              <a:spcAft>
                <a:spcPts val="0"/>
              </a:spcAft>
              <a:buSzPts val="525"/>
              <a:buNone/>
              <a:defRPr sz="675"/>
            </a:lvl8pPr>
            <a:lvl9pPr>
              <a:spcBef>
                <a:spcPts val="0"/>
              </a:spcBef>
              <a:spcAft>
                <a:spcPts val="0"/>
              </a:spcAft>
              <a:buSzPts val="525"/>
              <a:buNone/>
              <a:defRPr sz="675"/>
            </a:lvl9pPr>
          </a:lstStyle>
          <a:p xmlns:a="http://schemas.openxmlformats.org/drawingml/2006/main"/>
        </p:txBody>
      </p:sp>
      <p:sp>
        <p:nvSpPr>
          <p:cNvPr id="751" name="Google Shape;751;p105">
            <a:extLst xmlns:a="http://schemas.openxmlformats.org/drawingml/2006/main">
              <a:ext uri="{FF2B5EF4-FFF2-40B4-BE49-F238E27FC236}">
                <a16:creationId xmlns:a16="http://schemas.microsoft.com/office/drawing/2014/main" id="{AC26CEEA-B6AE-4EF0-B52C-1D2331192EAD}"/>
              </a:ext>
            </a:extLst>
          </p:cNvPr>
          <p:cNvSpPr>
            <a:spLocks xmlns:a="http://schemas.openxmlformats.org/drawingml/2006/main" noGrp="1"/>
          </p:cNvSpPr>
          <p:nvPr>
            <p:ph type="body" idx="2"/>
          </p:nvPr>
        </p:nvSpPr>
        <p:spPr>
          <a:xfrm xmlns:a="http://schemas.openxmlformats.org/drawingml/2006/main">
            <a:off x="201363" y="1907550"/>
            <a:ext cx="8714100" cy="1756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spAutoFit/>
          </a:bodyPr>
          <a:lstStyle xmlns:a="http://schemas.openxmlformats.org/drawingml/2006/main">
            <a:lvl1pPr marL="457200" indent="-228600" algn="l">
              <a:lnSpc>
                <a:spcPct val="110000"/>
              </a:lnSpc>
              <a:spcBef>
                <a:spcPts val="0"/>
              </a:spcBef>
              <a:spcAft>
                <a:spcPts val="0"/>
              </a:spcAft>
              <a:buClr>
                <a:schemeClr val="dk1"/>
              </a:buClr>
              <a:buSzPts val="1900"/>
              <a:buFont typeface="Arial"/>
              <a:buNone/>
              <a:defRPr sz="1900">
                <a:solidFill>
                  <a:schemeClr val="dk1"/>
                </a:solidFill>
              </a:defRPr>
            </a:lvl1pPr>
            <a:lvl2pPr marL="914400" indent="-228600" algn="l">
              <a:lnSpc>
                <a:spcPct val="90000"/>
              </a:lnSpc>
              <a:spcBef>
                <a:spcPts val="225"/>
              </a:spcBef>
              <a:spcAft>
                <a:spcPts val="0"/>
              </a:spcAft>
              <a:buClr>
                <a:schemeClr val="dk1"/>
              </a:buClr>
              <a:buSzPts val="525"/>
              <a:buNone/>
              <a:defRPr sz="525"/>
            </a:lvl2pPr>
            <a:lvl3pPr marL="1371600" indent="-228600" algn="l">
              <a:lnSpc>
                <a:spcPct val="90000"/>
              </a:lnSpc>
              <a:spcBef>
                <a:spcPts val="1200"/>
              </a:spcBef>
              <a:spcAft>
                <a:spcPts val="0"/>
              </a:spcAft>
              <a:buClr>
                <a:schemeClr val="dk1"/>
              </a:buClr>
              <a:buSzPts val="450"/>
              <a:buNone/>
              <a:defRPr sz="450"/>
            </a:lvl3pPr>
            <a:lvl4pPr marL="1828800" indent="-228600" algn="l">
              <a:lnSpc>
                <a:spcPct val="90000"/>
              </a:lnSpc>
              <a:spcBef>
                <a:spcPts val="1200"/>
              </a:spcBef>
              <a:spcAft>
                <a:spcPts val="0"/>
              </a:spcAft>
              <a:buClr>
                <a:schemeClr val="dk1"/>
              </a:buClr>
              <a:buSzPts val="375"/>
              <a:buNone/>
              <a:defRPr sz="375"/>
            </a:lvl4pPr>
            <a:lvl5pPr marL="2286000" indent="-228600" algn="l">
              <a:lnSpc>
                <a:spcPct val="90000"/>
              </a:lnSpc>
              <a:spcBef>
                <a:spcPts val="1200"/>
              </a:spcBef>
              <a:spcAft>
                <a:spcPts val="0"/>
              </a:spcAft>
              <a:buClr>
                <a:schemeClr val="dk1"/>
              </a:buClr>
              <a:buSzPts val="375"/>
              <a:buNone/>
              <a:defRPr sz="375"/>
            </a:lvl5pPr>
            <a:lvl6pPr marL="2743200" indent="-228600" algn="l">
              <a:lnSpc>
                <a:spcPct val="90000"/>
              </a:lnSpc>
              <a:spcBef>
                <a:spcPts val="1200"/>
              </a:spcBef>
              <a:spcAft>
                <a:spcPts val="0"/>
              </a:spcAft>
              <a:buClr>
                <a:schemeClr val="dk1"/>
              </a:buClr>
              <a:buSzPts val="375"/>
              <a:buNone/>
              <a:defRPr sz="375"/>
            </a:lvl6pPr>
            <a:lvl7pPr marL="3200400" indent="-228600" algn="l">
              <a:lnSpc>
                <a:spcPct val="90000"/>
              </a:lnSpc>
              <a:spcBef>
                <a:spcPts val="1200"/>
              </a:spcBef>
              <a:spcAft>
                <a:spcPts val="0"/>
              </a:spcAft>
              <a:buClr>
                <a:schemeClr val="dk1"/>
              </a:buClr>
              <a:buSzPts val="375"/>
              <a:buNone/>
              <a:defRPr sz="375"/>
            </a:lvl7pPr>
            <a:lvl8pPr marL="3657600" indent="-228600" algn="l">
              <a:lnSpc>
                <a:spcPct val="90000"/>
              </a:lnSpc>
              <a:spcBef>
                <a:spcPts val="1200"/>
              </a:spcBef>
              <a:spcAft>
                <a:spcPts val="0"/>
              </a:spcAft>
              <a:buClr>
                <a:schemeClr val="dk1"/>
              </a:buClr>
              <a:buSzPts val="375"/>
              <a:buNone/>
              <a:defRPr sz="375"/>
            </a:lvl8pPr>
            <a:lvl9pPr marL="4114800" indent="-228600" algn="l">
              <a:lnSpc>
                <a:spcPct val="90000"/>
              </a:lnSpc>
              <a:spcBef>
                <a:spcPts val="1200"/>
              </a:spcBef>
              <a:spcAft>
                <a:spcPts val="1200"/>
              </a:spcAft>
              <a:buClr>
                <a:schemeClr val="dk1"/>
              </a:buClr>
              <a:buSzPts val="375"/>
              <a:buNone/>
              <a:defRPr sz="375"/>
            </a:lvl9pPr>
          </a:lstStyle>
          <a:p xmlns:a="http://schemas.openxmlformats.org/drawingml/2006/main"/>
        </p:txBody>
      </p:sp>
      <p:pic>
        <p:nvPicPr>
          <p:cNvPr id="756" name="Google Shape;752;p105"/>
          <p:cNvPicPr>
            <a:picLocks xmlns:a="http://schemas.openxmlformats.org/drawingml/2006/main" noChangeAspect="1"/>
          </p:cNvPicPr>
          <p:nvPr/>
        </p:nvPicPr>
        <p:blipFill>
          <a:blip xmlns:r="http://schemas.openxmlformats.org/officeDocument/2006/relationships" xmlns:a="http://schemas.openxmlformats.org/drawingml/2006/main" r:embed="R9266d3b6f3f148ec">
            <a:alphaModFix/>
          </a:blip>
          <a:stretch xmlns:a="http://schemas.openxmlformats.org/drawingml/2006/main">
            <a:fillRect l="0" t="0" r="0" b="0"/>
          </a:stretch>
        </p:blipFill>
        <p:spPr>
          <a:xfrm xmlns:a="http://schemas.openxmlformats.org/drawingml/2006/main">
            <a:off x="228600" y="4836074"/>
            <a:ext cx="153925" cy="153925"/>
          </a:xfrm>
          <a:prstGeom xmlns:a="http://schemas.openxmlformats.org/drawingml/2006/main" prst="rect">
            <a:avLst/>
          </a:prstGeom>
          <a:ln xmlns:a="http://schemas.openxmlformats.org/drawingml/2006/main">
            <a:noFill/>
          </a:ln>
        </p:spPr>
      </p:pic>
    </p:spTree>
  </p:cSld>
</p:sldLayout>
</file>

<file path=ppt/slideLayouts/slideLayout104.xml><?xml version="1.0" encoding="utf-8"?>
<p:sldLayout xmlns:p="http://schemas.openxmlformats.org/presentationml/2006/main" matchingName="Content - Image BG">
  <p:cSld name="Title + 5 columns_2_2">
    <p:spTree>
      <p:nvGrpSpPr>
        <p:cNvPr id="1" name=""/>
        <p:cNvGrpSpPr/>
        <p:nvPr/>
      </p:nvGrpSpPr>
      <p:grpSpPr>
        <a:xfrm xmlns:a="http://schemas.openxmlformats.org/drawingml/2006/main"/>
      </p:grpSpPr>
      <p:sp>
        <p:nvSpPr>
          <p:cNvPr id="754" name="Google Shape;754;p106">
            <a:extLst xmlns:a="http://schemas.openxmlformats.org/drawingml/2006/main">
              <a:ext uri="{FF2B5EF4-FFF2-40B4-BE49-F238E27FC236}">
                <a16:creationId xmlns:a16="http://schemas.microsoft.com/office/drawing/2014/main" id="{9AEB0BDD-F78F-4DDE-9F64-E7CA6451D28D}"/>
              </a:ext>
            </a:extLst>
          </p:cNvPr>
          <p:cNvSpPr>
            <a:spLocks xmlns:a="http://schemas.openxmlformats.org/drawingml/2006/main" noGrp="1"/>
          </p:cNvSpPr>
          <p:nvPr>
            <p:ph type="title" idx="0"/>
          </p:nvPr>
        </p:nvSpPr>
        <p:spPr>
          <a:xfrm xmlns:a="http://schemas.openxmlformats.org/drawingml/2006/main">
            <a:off x="201378" y="295836"/>
            <a:ext cx="2334600" cy="657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noAutofit/>
          </a:bodyPr>
          <a:lstStyle xmlns:a="http://schemas.openxmlformats.org/drawingml/2006/main">
            <a:lvl1pPr algn="l">
              <a:lnSpc>
                <a:spcPct val="90000"/>
              </a:lnSpc>
              <a:spcBef>
                <a:spcPts val="0"/>
              </a:spcBef>
              <a:spcAft>
                <a:spcPts val="0"/>
              </a:spcAft>
              <a:buClr>
                <a:schemeClr val="dk1"/>
              </a:buClr>
              <a:buSzPts val="2250"/>
              <a:buFont typeface="Arial"/>
              <a:buNone/>
              <a:defRPr sz="2250"/>
            </a:lvl1pPr>
            <a:lvl2pPr>
              <a:spcBef>
                <a:spcPts val="0"/>
              </a:spcBef>
              <a:spcAft>
                <a:spcPts val="0"/>
              </a:spcAft>
              <a:buSzPts val="525"/>
              <a:buNone/>
              <a:defRPr sz="675"/>
            </a:lvl2pPr>
            <a:lvl3pPr>
              <a:spcBef>
                <a:spcPts val="0"/>
              </a:spcBef>
              <a:spcAft>
                <a:spcPts val="0"/>
              </a:spcAft>
              <a:buSzPts val="525"/>
              <a:buNone/>
              <a:defRPr sz="675"/>
            </a:lvl3pPr>
            <a:lvl4pPr>
              <a:spcBef>
                <a:spcPts val="0"/>
              </a:spcBef>
              <a:spcAft>
                <a:spcPts val="0"/>
              </a:spcAft>
              <a:buSzPts val="525"/>
              <a:buNone/>
              <a:defRPr sz="675"/>
            </a:lvl4pPr>
            <a:lvl5pPr>
              <a:spcBef>
                <a:spcPts val="0"/>
              </a:spcBef>
              <a:spcAft>
                <a:spcPts val="0"/>
              </a:spcAft>
              <a:buSzPts val="525"/>
              <a:buNone/>
              <a:defRPr sz="675"/>
            </a:lvl5pPr>
            <a:lvl6pPr>
              <a:spcBef>
                <a:spcPts val="0"/>
              </a:spcBef>
              <a:spcAft>
                <a:spcPts val="0"/>
              </a:spcAft>
              <a:buSzPts val="525"/>
              <a:buNone/>
              <a:defRPr sz="675"/>
            </a:lvl6pPr>
            <a:lvl7pPr>
              <a:spcBef>
                <a:spcPts val="0"/>
              </a:spcBef>
              <a:spcAft>
                <a:spcPts val="0"/>
              </a:spcAft>
              <a:buSzPts val="525"/>
              <a:buNone/>
              <a:defRPr sz="675"/>
            </a:lvl7pPr>
            <a:lvl8pPr>
              <a:spcBef>
                <a:spcPts val="0"/>
              </a:spcBef>
              <a:spcAft>
                <a:spcPts val="0"/>
              </a:spcAft>
              <a:buSzPts val="525"/>
              <a:buNone/>
              <a:defRPr sz="675"/>
            </a:lvl8pPr>
            <a:lvl9pPr>
              <a:spcBef>
                <a:spcPts val="0"/>
              </a:spcBef>
              <a:spcAft>
                <a:spcPts val="0"/>
              </a:spcAft>
              <a:buSzPts val="525"/>
              <a:buNone/>
              <a:defRPr sz="675"/>
            </a:lvl9pPr>
          </a:lstStyle>
          <a:p xmlns:a="http://schemas.openxmlformats.org/drawingml/2006/main"/>
        </p:txBody>
      </p:sp>
      <p:sp>
        <p:nvSpPr>
          <p:cNvPr id="755" name="Google Shape;755;p106">
            <a:extLst xmlns:a="http://schemas.openxmlformats.org/drawingml/2006/main">
              <a:ext uri="{FF2B5EF4-FFF2-40B4-BE49-F238E27FC236}">
                <a16:creationId xmlns:a16="http://schemas.microsoft.com/office/drawing/2014/main" id="{25C9A0A4-1782-4958-9D6E-E9A88D58E87D}"/>
              </a:ext>
            </a:extLst>
          </p:cNvPr>
          <p:cNvSpPr>
            <a:spLocks xmlns:a="http://schemas.openxmlformats.org/drawingml/2006/main" noGrp="1"/>
          </p:cNvSpPr>
          <p:nvPr>
            <p:ph type="body" idx="1"/>
          </p:nvPr>
        </p:nvSpPr>
        <p:spPr>
          <a:xfrm xmlns:a="http://schemas.openxmlformats.org/drawingml/2006/main">
            <a:off x="201374" y="1907550"/>
            <a:ext cx="2834400" cy="1756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spAutoFit/>
          </a:bodyPr>
          <a:lstStyle xmlns:a="http://schemas.openxmlformats.org/drawingml/2006/main">
            <a:lvl1pPr marL="457200" indent="-228600" algn="l">
              <a:lnSpc>
                <a:spcPct val="110000"/>
              </a:lnSpc>
              <a:spcBef>
                <a:spcPts val="0"/>
              </a:spcBef>
              <a:spcAft>
                <a:spcPts val="0"/>
              </a:spcAft>
              <a:buClr>
                <a:schemeClr val="dk1"/>
              </a:buClr>
              <a:buSzPts val="1900"/>
              <a:buFont typeface="Arial"/>
              <a:buNone/>
              <a:defRPr sz="1900">
                <a:solidFill>
                  <a:schemeClr val="dk1"/>
                </a:solidFill>
              </a:defRPr>
            </a:lvl1pPr>
            <a:lvl2pPr marL="914400" indent="-228600" algn="l">
              <a:lnSpc>
                <a:spcPct val="90000"/>
              </a:lnSpc>
              <a:spcBef>
                <a:spcPts val="225"/>
              </a:spcBef>
              <a:spcAft>
                <a:spcPts val="0"/>
              </a:spcAft>
              <a:buClr>
                <a:schemeClr val="dk1"/>
              </a:buClr>
              <a:buSzPts val="525"/>
              <a:buNone/>
              <a:defRPr sz="525"/>
            </a:lvl2pPr>
            <a:lvl3pPr marL="1371600" indent="-228600" algn="l">
              <a:lnSpc>
                <a:spcPct val="90000"/>
              </a:lnSpc>
              <a:spcBef>
                <a:spcPts val="1200"/>
              </a:spcBef>
              <a:spcAft>
                <a:spcPts val="0"/>
              </a:spcAft>
              <a:buClr>
                <a:schemeClr val="dk1"/>
              </a:buClr>
              <a:buSzPts val="450"/>
              <a:buNone/>
              <a:defRPr sz="450"/>
            </a:lvl3pPr>
            <a:lvl4pPr marL="1828800" indent="-228600" algn="l">
              <a:lnSpc>
                <a:spcPct val="90000"/>
              </a:lnSpc>
              <a:spcBef>
                <a:spcPts val="1200"/>
              </a:spcBef>
              <a:spcAft>
                <a:spcPts val="0"/>
              </a:spcAft>
              <a:buClr>
                <a:schemeClr val="dk1"/>
              </a:buClr>
              <a:buSzPts val="375"/>
              <a:buNone/>
              <a:defRPr sz="375"/>
            </a:lvl4pPr>
            <a:lvl5pPr marL="2286000" indent="-228600" algn="l">
              <a:lnSpc>
                <a:spcPct val="90000"/>
              </a:lnSpc>
              <a:spcBef>
                <a:spcPts val="1200"/>
              </a:spcBef>
              <a:spcAft>
                <a:spcPts val="0"/>
              </a:spcAft>
              <a:buClr>
                <a:schemeClr val="dk1"/>
              </a:buClr>
              <a:buSzPts val="375"/>
              <a:buNone/>
              <a:defRPr sz="375"/>
            </a:lvl5pPr>
            <a:lvl6pPr marL="2743200" indent="-228600" algn="l">
              <a:lnSpc>
                <a:spcPct val="90000"/>
              </a:lnSpc>
              <a:spcBef>
                <a:spcPts val="1200"/>
              </a:spcBef>
              <a:spcAft>
                <a:spcPts val="0"/>
              </a:spcAft>
              <a:buClr>
                <a:schemeClr val="dk1"/>
              </a:buClr>
              <a:buSzPts val="375"/>
              <a:buNone/>
              <a:defRPr sz="375"/>
            </a:lvl6pPr>
            <a:lvl7pPr marL="3200400" indent="-228600" algn="l">
              <a:lnSpc>
                <a:spcPct val="90000"/>
              </a:lnSpc>
              <a:spcBef>
                <a:spcPts val="1200"/>
              </a:spcBef>
              <a:spcAft>
                <a:spcPts val="0"/>
              </a:spcAft>
              <a:buClr>
                <a:schemeClr val="dk1"/>
              </a:buClr>
              <a:buSzPts val="375"/>
              <a:buNone/>
              <a:defRPr sz="375"/>
            </a:lvl7pPr>
            <a:lvl8pPr marL="3657600" indent="-228600" algn="l">
              <a:lnSpc>
                <a:spcPct val="90000"/>
              </a:lnSpc>
              <a:spcBef>
                <a:spcPts val="1200"/>
              </a:spcBef>
              <a:spcAft>
                <a:spcPts val="0"/>
              </a:spcAft>
              <a:buClr>
                <a:schemeClr val="dk1"/>
              </a:buClr>
              <a:buSzPts val="375"/>
              <a:buNone/>
              <a:defRPr sz="375"/>
            </a:lvl8pPr>
            <a:lvl9pPr marL="4114800" indent="-228600" algn="l">
              <a:lnSpc>
                <a:spcPct val="90000"/>
              </a:lnSpc>
              <a:spcBef>
                <a:spcPts val="1200"/>
              </a:spcBef>
              <a:spcAft>
                <a:spcPts val="1200"/>
              </a:spcAft>
              <a:buClr>
                <a:schemeClr val="dk1"/>
              </a:buClr>
              <a:buSzPts val="375"/>
              <a:buNone/>
              <a:defRPr sz="375"/>
            </a:lvl9pPr>
          </a:lstStyle>
          <a:p xmlns:a="http://schemas.openxmlformats.org/drawingml/2006/main"/>
        </p:txBody>
      </p:sp>
      <p:pic>
        <p:nvPicPr>
          <p:cNvPr id="759" name="Google Shape;756;p106"/>
          <p:cNvPicPr>
            <a:picLocks xmlns:a="http://schemas.openxmlformats.org/drawingml/2006/main" noChangeAspect="1"/>
          </p:cNvPicPr>
          <p:nvPr/>
        </p:nvPicPr>
        <p:blipFill rotWithShape="1">
          <a:blip xmlns:r="http://schemas.openxmlformats.org/officeDocument/2006/relationships" xmlns:a="http://schemas.openxmlformats.org/drawingml/2006/main" r:embed="R1a52a51f1aaf4735">
            <a:alphaModFix/>
          </a:blip>
          <a:srcRect xmlns:a="http://schemas.openxmlformats.org/drawingml/2006/main" l="0" t="0" r="0" b="0"/>
          <a:stretch xmlns:a="http://schemas.openxmlformats.org/drawingml/2006/main"/>
        </p:blipFill>
        <p:spPr>
          <a:xfrm xmlns:a="http://schemas.openxmlformats.org/drawingml/2006/main">
            <a:off x="228600" y="4836074"/>
            <a:ext cx="153925" cy="153925"/>
          </a:xfrm>
          <a:prstGeom xmlns:a="http://schemas.openxmlformats.org/drawingml/2006/main" prst="rect">
            <a:avLst/>
          </a:prstGeom>
          <a:ln xmlns:a="http://schemas.openxmlformats.org/drawingml/2006/main">
            <a:noFill/>
          </a:ln>
        </p:spPr>
      </p:pic>
    </p:spTree>
  </p:cSld>
</p:sldLayout>
</file>

<file path=ppt/slideLayouts/slideLayout105.xml><?xml version="1.0" encoding="utf-8"?>
<p:sldLayout xmlns:p="http://schemas.openxmlformats.org/presentationml/2006/main" matchingName="Content - 2 text box">
  <p:cSld name="Title + 5 columns_2_1">
    <p:spTree>
      <p:nvGrpSpPr>
        <p:cNvPr id="1" name=""/>
        <p:cNvGrpSpPr/>
        <p:nvPr/>
      </p:nvGrpSpPr>
      <p:grpSpPr>
        <a:xfrm xmlns:a="http://schemas.openxmlformats.org/drawingml/2006/main"/>
      </p:grpSpPr>
      <p:sp>
        <p:nvSpPr>
          <p:cNvPr id="758" name="Google Shape;758;p107">
            <a:extLst xmlns:a="http://schemas.openxmlformats.org/drawingml/2006/main">
              <a:ext uri="{FF2B5EF4-FFF2-40B4-BE49-F238E27FC236}">
                <a16:creationId xmlns:a16="http://schemas.microsoft.com/office/drawing/2014/main" id="{0E4F0AFD-8F44-44D7-AB68-60EC742EE273}"/>
              </a:ext>
            </a:extLst>
          </p:cNvPr>
          <p:cNvSpPr>
            <a:spLocks xmlns:a="http://schemas.openxmlformats.org/drawingml/2006/main" noGrp="1"/>
          </p:cNvSpPr>
          <p:nvPr>
            <p:ph type="body" idx="1"/>
          </p:nvPr>
        </p:nvSpPr>
        <p:spPr>
          <a:xfrm xmlns:a="http://schemas.openxmlformats.org/drawingml/2006/main">
            <a:off x="201378" y="164051"/>
            <a:ext cx="1948200" cy="160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noAutofit/>
          </a:bodyPr>
          <a:lstStyle xmlns:a="http://schemas.openxmlformats.org/drawingml/2006/main">
            <a:lvl1pPr marL="457200" indent="-228600" algn="l">
              <a:lnSpc>
                <a:spcPct val="90000"/>
              </a:lnSpc>
              <a:spcBef>
                <a:spcPts val="375"/>
              </a:spcBef>
              <a:spcAft>
                <a:spcPts val="0"/>
              </a:spcAft>
              <a:buClr>
                <a:schemeClr val="dk2"/>
              </a:buClr>
              <a:buSzPts val="750"/>
              <a:buFont typeface="Arial"/>
              <a:buNone/>
              <a:defRPr sz="750">
                <a:solidFill>
                  <a:schemeClr val="dk2"/>
                </a:solidFill>
              </a:defRPr>
            </a:lvl1pPr>
            <a:lvl2pPr marL="914400" indent="-271463" algn="l">
              <a:lnSpc>
                <a:spcPct val="90000"/>
              </a:lnSpc>
              <a:spcBef>
                <a:spcPts val="1200"/>
              </a:spcBef>
              <a:spcAft>
                <a:spcPts val="0"/>
              </a:spcAft>
              <a:buClr>
                <a:schemeClr val="dk1"/>
              </a:buClr>
              <a:buSzPts val="675"/>
              <a:buChar char="○"/>
              <a:defRPr sz="900"/>
            </a:lvl2pPr>
            <a:lvl3pPr marL="1371600" indent="-271463" algn="l">
              <a:lnSpc>
                <a:spcPct val="90000"/>
              </a:lnSpc>
              <a:spcBef>
                <a:spcPts val="1200"/>
              </a:spcBef>
              <a:spcAft>
                <a:spcPts val="0"/>
              </a:spcAft>
              <a:buClr>
                <a:schemeClr val="dk1"/>
              </a:buClr>
              <a:buSzPts val="675"/>
              <a:buChar char="■"/>
              <a:defRPr sz="750"/>
            </a:lvl3pPr>
            <a:lvl4pPr marL="1828800" indent="-271463" algn="l">
              <a:lnSpc>
                <a:spcPct val="90000"/>
              </a:lnSpc>
              <a:spcBef>
                <a:spcPts val="1200"/>
              </a:spcBef>
              <a:spcAft>
                <a:spcPts val="0"/>
              </a:spcAft>
              <a:buClr>
                <a:schemeClr val="dk1"/>
              </a:buClr>
              <a:buSzPts val="675"/>
              <a:buChar char="●"/>
              <a:defRPr sz="675"/>
            </a:lvl4pPr>
            <a:lvl5pPr marL="2286000" indent="-271463" algn="l">
              <a:lnSpc>
                <a:spcPct val="90000"/>
              </a:lnSpc>
              <a:spcBef>
                <a:spcPts val="1200"/>
              </a:spcBef>
              <a:spcAft>
                <a:spcPts val="0"/>
              </a:spcAft>
              <a:buClr>
                <a:schemeClr val="dk1"/>
              </a:buClr>
              <a:buSzPts val="675"/>
              <a:buChar char="○"/>
              <a:defRPr sz="675"/>
            </a:lvl5pPr>
            <a:lvl6pPr marL="2743200" indent="-271463" algn="l">
              <a:lnSpc>
                <a:spcPct val="90000"/>
              </a:lnSpc>
              <a:spcBef>
                <a:spcPts val="1200"/>
              </a:spcBef>
              <a:spcAft>
                <a:spcPts val="0"/>
              </a:spcAft>
              <a:buClr>
                <a:schemeClr val="dk1"/>
              </a:buClr>
              <a:buSzPts val="675"/>
              <a:buChar char="■"/>
              <a:defRPr sz="675"/>
            </a:lvl6pPr>
            <a:lvl7pPr marL="3200400" indent="-271463" algn="l">
              <a:lnSpc>
                <a:spcPct val="90000"/>
              </a:lnSpc>
              <a:spcBef>
                <a:spcPts val="1200"/>
              </a:spcBef>
              <a:spcAft>
                <a:spcPts val="0"/>
              </a:spcAft>
              <a:buClr>
                <a:schemeClr val="dk1"/>
              </a:buClr>
              <a:buSzPts val="675"/>
              <a:buChar char="●"/>
              <a:defRPr sz="675"/>
            </a:lvl7pPr>
            <a:lvl8pPr marL="3657600" indent="-271463" algn="l">
              <a:lnSpc>
                <a:spcPct val="90000"/>
              </a:lnSpc>
              <a:spcBef>
                <a:spcPts val="1200"/>
              </a:spcBef>
              <a:spcAft>
                <a:spcPts val="0"/>
              </a:spcAft>
              <a:buClr>
                <a:schemeClr val="dk1"/>
              </a:buClr>
              <a:buSzPts val="675"/>
              <a:buChar char="○"/>
              <a:defRPr sz="675"/>
            </a:lvl8pPr>
            <a:lvl9pPr marL="4114800" indent="-271463" algn="l">
              <a:lnSpc>
                <a:spcPct val="90000"/>
              </a:lnSpc>
              <a:spcBef>
                <a:spcPts val="1200"/>
              </a:spcBef>
              <a:spcAft>
                <a:spcPts val="1200"/>
              </a:spcAft>
              <a:buClr>
                <a:schemeClr val="dk1"/>
              </a:buClr>
              <a:buSzPts val="675"/>
              <a:buChar char="■"/>
              <a:defRPr sz="675"/>
            </a:lvl9pPr>
          </a:lstStyle>
          <a:p xmlns:a="http://schemas.openxmlformats.org/drawingml/2006/main"/>
        </p:txBody>
      </p:sp>
      <p:sp>
        <p:nvSpPr>
          <p:cNvPr id="759" name="Google Shape;759;p107">
            <a:extLst xmlns:a="http://schemas.openxmlformats.org/drawingml/2006/main">
              <a:ext uri="{FF2B5EF4-FFF2-40B4-BE49-F238E27FC236}">
                <a16:creationId xmlns:a16="http://schemas.microsoft.com/office/drawing/2014/main" id="{766B1AEC-9B2B-4946-AEA1-0D951A5467B3}"/>
              </a:ext>
            </a:extLst>
          </p:cNvPr>
          <p:cNvSpPr>
            <a:spLocks xmlns:a="http://schemas.openxmlformats.org/drawingml/2006/main" noGrp="1"/>
          </p:cNvSpPr>
          <p:nvPr>
            <p:ph type="title" idx="0"/>
          </p:nvPr>
        </p:nvSpPr>
        <p:spPr>
          <a:xfrm xmlns:a="http://schemas.openxmlformats.org/drawingml/2006/main">
            <a:off x="201378" y="295836"/>
            <a:ext cx="2334600" cy="657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noAutofit/>
          </a:bodyPr>
          <a:lstStyle xmlns:a="http://schemas.openxmlformats.org/drawingml/2006/main">
            <a:lvl1pPr algn="l">
              <a:lnSpc>
                <a:spcPct val="90000"/>
              </a:lnSpc>
              <a:spcBef>
                <a:spcPts val="0"/>
              </a:spcBef>
              <a:spcAft>
                <a:spcPts val="0"/>
              </a:spcAft>
              <a:buClr>
                <a:schemeClr val="dk1"/>
              </a:buClr>
              <a:buSzPts val="2250"/>
              <a:buFont typeface="Arial"/>
              <a:buNone/>
              <a:defRPr sz="2250"/>
            </a:lvl1pPr>
            <a:lvl2pPr>
              <a:spcBef>
                <a:spcPts val="0"/>
              </a:spcBef>
              <a:spcAft>
                <a:spcPts val="0"/>
              </a:spcAft>
              <a:buSzPts val="525"/>
              <a:buNone/>
              <a:defRPr sz="675"/>
            </a:lvl2pPr>
            <a:lvl3pPr>
              <a:spcBef>
                <a:spcPts val="0"/>
              </a:spcBef>
              <a:spcAft>
                <a:spcPts val="0"/>
              </a:spcAft>
              <a:buSzPts val="525"/>
              <a:buNone/>
              <a:defRPr sz="675"/>
            </a:lvl3pPr>
            <a:lvl4pPr>
              <a:spcBef>
                <a:spcPts val="0"/>
              </a:spcBef>
              <a:spcAft>
                <a:spcPts val="0"/>
              </a:spcAft>
              <a:buSzPts val="525"/>
              <a:buNone/>
              <a:defRPr sz="675"/>
            </a:lvl4pPr>
            <a:lvl5pPr>
              <a:spcBef>
                <a:spcPts val="0"/>
              </a:spcBef>
              <a:spcAft>
                <a:spcPts val="0"/>
              </a:spcAft>
              <a:buSzPts val="525"/>
              <a:buNone/>
              <a:defRPr sz="675"/>
            </a:lvl5pPr>
            <a:lvl6pPr>
              <a:spcBef>
                <a:spcPts val="0"/>
              </a:spcBef>
              <a:spcAft>
                <a:spcPts val="0"/>
              </a:spcAft>
              <a:buSzPts val="525"/>
              <a:buNone/>
              <a:defRPr sz="675"/>
            </a:lvl6pPr>
            <a:lvl7pPr>
              <a:spcBef>
                <a:spcPts val="0"/>
              </a:spcBef>
              <a:spcAft>
                <a:spcPts val="0"/>
              </a:spcAft>
              <a:buSzPts val="525"/>
              <a:buNone/>
              <a:defRPr sz="675"/>
            </a:lvl7pPr>
            <a:lvl8pPr>
              <a:spcBef>
                <a:spcPts val="0"/>
              </a:spcBef>
              <a:spcAft>
                <a:spcPts val="0"/>
              </a:spcAft>
              <a:buSzPts val="525"/>
              <a:buNone/>
              <a:defRPr sz="675"/>
            </a:lvl8pPr>
            <a:lvl9pPr>
              <a:spcBef>
                <a:spcPts val="0"/>
              </a:spcBef>
              <a:spcAft>
                <a:spcPts val="0"/>
              </a:spcAft>
              <a:buSzPts val="525"/>
              <a:buNone/>
              <a:defRPr sz="675"/>
            </a:lvl9pPr>
          </a:lstStyle>
          <a:p xmlns:a="http://schemas.openxmlformats.org/drawingml/2006/main"/>
        </p:txBody>
      </p:sp>
      <p:sp>
        <p:nvSpPr>
          <p:cNvPr id="760" name="Google Shape;760;p107">
            <a:extLst xmlns:a="http://schemas.openxmlformats.org/drawingml/2006/main">
              <a:ext uri="{FF2B5EF4-FFF2-40B4-BE49-F238E27FC236}">
                <a16:creationId xmlns:a16="http://schemas.microsoft.com/office/drawing/2014/main" id="{2E1247EB-0714-4A91-BE57-EFD0D8E6FB72}"/>
              </a:ext>
            </a:extLst>
          </p:cNvPr>
          <p:cNvSpPr>
            <a:spLocks xmlns:a="http://schemas.openxmlformats.org/drawingml/2006/main" noGrp="1"/>
          </p:cNvSpPr>
          <p:nvPr>
            <p:ph type="body" idx="2"/>
          </p:nvPr>
        </p:nvSpPr>
        <p:spPr>
          <a:xfrm xmlns:a="http://schemas.openxmlformats.org/drawingml/2006/main">
            <a:off x="201369" y="1907550"/>
            <a:ext cx="4306500" cy="1756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spAutoFit/>
          </a:bodyPr>
          <a:lstStyle xmlns:a="http://schemas.openxmlformats.org/drawingml/2006/main">
            <a:lvl1pPr marL="457200" indent="-228600" algn="l">
              <a:lnSpc>
                <a:spcPct val="110000"/>
              </a:lnSpc>
              <a:spcBef>
                <a:spcPts val="0"/>
              </a:spcBef>
              <a:spcAft>
                <a:spcPts val="0"/>
              </a:spcAft>
              <a:buClr>
                <a:schemeClr val="dk1"/>
              </a:buClr>
              <a:buSzPts val="1400"/>
              <a:buFont typeface="Arial"/>
              <a:buNone/>
              <a:defRPr sz="1400">
                <a:solidFill>
                  <a:schemeClr val="dk1"/>
                </a:solidFill>
              </a:defRPr>
            </a:lvl1pPr>
            <a:lvl2pPr marL="914400" indent="-228600" algn="l">
              <a:lnSpc>
                <a:spcPct val="90000"/>
              </a:lnSpc>
              <a:spcBef>
                <a:spcPts val="225"/>
              </a:spcBef>
              <a:spcAft>
                <a:spcPts val="0"/>
              </a:spcAft>
              <a:buClr>
                <a:schemeClr val="dk1"/>
              </a:buClr>
              <a:buSzPts val="525"/>
              <a:buNone/>
              <a:defRPr sz="525"/>
            </a:lvl2pPr>
            <a:lvl3pPr marL="1371600" indent="-228600" algn="l">
              <a:lnSpc>
                <a:spcPct val="90000"/>
              </a:lnSpc>
              <a:spcBef>
                <a:spcPts val="1200"/>
              </a:spcBef>
              <a:spcAft>
                <a:spcPts val="0"/>
              </a:spcAft>
              <a:buClr>
                <a:schemeClr val="dk1"/>
              </a:buClr>
              <a:buSzPts val="450"/>
              <a:buNone/>
              <a:defRPr sz="450"/>
            </a:lvl3pPr>
            <a:lvl4pPr marL="1828800" indent="-228600" algn="l">
              <a:lnSpc>
                <a:spcPct val="90000"/>
              </a:lnSpc>
              <a:spcBef>
                <a:spcPts val="1200"/>
              </a:spcBef>
              <a:spcAft>
                <a:spcPts val="0"/>
              </a:spcAft>
              <a:buClr>
                <a:schemeClr val="dk1"/>
              </a:buClr>
              <a:buSzPts val="375"/>
              <a:buNone/>
              <a:defRPr sz="375"/>
            </a:lvl4pPr>
            <a:lvl5pPr marL="2286000" indent="-228600" algn="l">
              <a:lnSpc>
                <a:spcPct val="90000"/>
              </a:lnSpc>
              <a:spcBef>
                <a:spcPts val="1200"/>
              </a:spcBef>
              <a:spcAft>
                <a:spcPts val="0"/>
              </a:spcAft>
              <a:buClr>
                <a:schemeClr val="dk1"/>
              </a:buClr>
              <a:buSzPts val="375"/>
              <a:buNone/>
              <a:defRPr sz="375"/>
            </a:lvl5pPr>
            <a:lvl6pPr marL="2743200" indent="-228600" algn="l">
              <a:lnSpc>
                <a:spcPct val="90000"/>
              </a:lnSpc>
              <a:spcBef>
                <a:spcPts val="1200"/>
              </a:spcBef>
              <a:spcAft>
                <a:spcPts val="0"/>
              </a:spcAft>
              <a:buClr>
                <a:schemeClr val="dk1"/>
              </a:buClr>
              <a:buSzPts val="375"/>
              <a:buNone/>
              <a:defRPr sz="375"/>
            </a:lvl6pPr>
            <a:lvl7pPr marL="3200400" indent="-228600" algn="l">
              <a:lnSpc>
                <a:spcPct val="90000"/>
              </a:lnSpc>
              <a:spcBef>
                <a:spcPts val="1200"/>
              </a:spcBef>
              <a:spcAft>
                <a:spcPts val="0"/>
              </a:spcAft>
              <a:buClr>
                <a:schemeClr val="dk1"/>
              </a:buClr>
              <a:buSzPts val="375"/>
              <a:buNone/>
              <a:defRPr sz="375"/>
            </a:lvl7pPr>
            <a:lvl8pPr marL="3657600" indent="-228600" algn="l">
              <a:lnSpc>
                <a:spcPct val="90000"/>
              </a:lnSpc>
              <a:spcBef>
                <a:spcPts val="1200"/>
              </a:spcBef>
              <a:spcAft>
                <a:spcPts val="0"/>
              </a:spcAft>
              <a:buClr>
                <a:schemeClr val="dk1"/>
              </a:buClr>
              <a:buSzPts val="375"/>
              <a:buNone/>
              <a:defRPr sz="375"/>
            </a:lvl8pPr>
            <a:lvl9pPr marL="4114800" indent="-228600" algn="l">
              <a:lnSpc>
                <a:spcPct val="90000"/>
              </a:lnSpc>
              <a:spcBef>
                <a:spcPts val="1200"/>
              </a:spcBef>
              <a:spcAft>
                <a:spcPts val="1200"/>
              </a:spcAft>
              <a:buClr>
                <a:schemeClr val="dk1"/>
              </a:buClr>
              <a:buSzPts val="375"/>
              <a:buNone/>
              <a:defRPr sz="375"/>
            </a:lvl9pPr>
          </a:lstStyle>
          <a:p xmlns:a="http://schemas.openxmlformats.org/drawingml/2006/main"/>
        </p:txBody>
      </p:sp>
      <p:sp>
        <p:nvSpPr>
          <p:cNvPr id="761" name="Google Shape;761;p107">
            <a:extLst xmlns:a="http://schemas.openxmlformats.org/drawingml/2006/main">
              <a:ext uri="{FF2B5EF4-FFF2-40B4-BE49-F238E27FC236}">
                <a16:creationId xmlns:a16="http://schemas.microsoft.com/office/drawing/2014/main" id="{3095DD03-2ED3-4F42-B8CF-0163FA2E6037}"/>
              </a:ext>
            </a:extLst>
          </p:cNvPr>
          <p:cNvSpPr>
            <a:spLocks xmlns:a="http://schemas.openxmlformats.org/drawingml/2006/main" noGrp="1"/>
          </p:cNvSpPr>
          <p:nvPr>
            <p:ph type="body" idx="3"/>
          </p:nvPr>
        </p:nvSpPr>
        <p:spPr>
          <a:xfrm xmlns:a="http://schemas.openxmlformats.org/drawingml/2006/main">
            <a:off x="4645144" y="1907550"/>
            <a:ext cx="4306500" cy="1756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spAutoFit/>
          </a:bodyPr>
          <a:lstStyle xmlns:a="http://schemas.openxmlformats.org/drawingml/2006/main">
            <a:lvl1pPr marL="457200" indent="-228600" algn="l">
              <a:lnSpc>
                <a:spcPct val="110000"/>
              </a:lnSpc>
              <a:spcBef>
                <a:spcPts val="0"/>
              </a:spcBef>
              <a:spcAft>
                <a:spcPts val="0"/>
              </a:spcAft>
              <a:buClr>
                <a:schemeClr val="dk1"/>
              </a:buClr>
              <a:buSzPts val="1900"/>
              <a:buFont typeface="Arial"/>
              <a:buNone/>
              <a:defRPr sz="1900">
                <a:solidFill>
                  <a:schemeClr val="dk1"/>
                </a:solidFill>
              </a:defRPr>
            </a:lvl1pPr>
            <a:lvl2pPr marL="914400" indent="-228600" algn="l">
              <a:lnSpc>
                <a:spcPct val="90000"/>
              </a:lnSpc>
              <a:spcBef>
                <a:spcPts val="225"/>
              </a:spcBef>
              <a:spcAft>
                <a:spcPts val="0"/>
              </a:spcAft>
              <a:buClr>
                <a:schemeClr val="dk1"/>
              </a:buClr>
              <a:buSzPts val="525"/>
              <a:buNone/>
              <a:defRPr sz="525"/>
            </a:lvl2pPr>
            <a:lvl3pPr marL="1371600" indent="-228600" algn="l">
              <a:lnSpc>
                <a:spcPct val="90000"/>
              </a:lnSpc>
              <a:spcBef>
                <a:spcPts val="1200"/>
              </a:spcBef>
              <a:spcAft>
                <a:spcPts val="0"/>
              </a:spcAft>
              <a:buClr>
                <a:schemeClr val="dk1"/>
              </a:buClr>
              <a:buSzPts val="450"/>
              <a:buNone/>
              <a:defRPr sz="450"/>
            </a:lvl3pPr>
            <a:lvl4pPr marL="1828800" indent="-228600" algn="l">
              <a:lnSpc>
                <a:spcPct val="90000"/>
              </a:lnSpc>
              <a:spcBef>
                <a:spcPts val="1200"/>
              </a:spcBef>
              <a:spcAft>
                <a:spcPts val="0"/>
              </a:spcAft>
              <a:buClr>
                <a:schemeClr val="dk1"/>
              </a:buClr>
              <a:buSzPts val="375"/>
              <a:buNone/>
              <a:defRPr sz="375"/>
            </a:lvl4pPr>
            <a:lvl5pPr marL="2286000" indent="-228600" algn="l">
              <a:lnSpc>
                <a:spcPct val="90000"/>
              </a:lnSpc>
              <a:spcBef>
                <a:spcPts val="1200"/>
              </a:spcBef>
              <a:spcAft>
                <a:spcPts val="0"/>
              </a:spcAft>
              <a:buClr>
                <a:schemeClr val="dk1"/>
              </a:buClr>
              <a:buSzPts val="375"/>
              <a:buNone/>
              <a:defRPr sz="375"/>
            </a:lvl5pPr>
            <a:lvl6pPr marL="2743200" indent="-228600" algn="l">
              <a:lnSpc>
                <a:spcPct val="90000"/>
              </a:lnSpc>
              <a:spcBef>
                <a:spcPts val="1200"/>
              </a:spcBef>
              <a:spcAft>
                <a:spcPts val="0"/>
              </a:spcAft>
              <a:buClr>
                <a:schemeClr val="dk1"/>
              </a:buClr>
              <a:buSzPts val="375"/>
              <a:buNone/>
              <a:defRPr sz="375"/>
            </a:lvl6pPr>
            <a:lvl7pPr marL="3200400" indent="-228600" algn="l">
              <a:lnSpc>
                <a:spcPct val="90000"/>
              </a:lnSpc>
              <a:spcBef>
                <a:spcPts val="1200"/>
              </a:spcBef>
              <a:spcAft>
                <a:spcPts val="0"/>
              </a:spcAft>
              <a:buClr>
                <a:schemeClr val="dk1"/>
              </a:buClr>
              <a:buSzPts val="375"/>
              <a:buNone/>
              <a:defRPr sz="375"/>
            </a:lvl7pPr>
            <a:lvl8pPr marL="3657600" indent="-228600" algn="l">
              <a:lnSpc>
                <a:spcPct val="90000"/>
              </a:lnSpc>
              <a:spcBef>
                <a:spcPts val="1200"/>
              </a:spcBef>
              <a:spcAft>
                <a:spcPts val="0"/>
              </a:spcAft>
              <a:buClr>
                <a:schemeClr val="dk1"/>
              </a:buClr>
              <a:buSzPts val="375"/>
              <a:buNone/>
              <a:defRPr sz="375"/>
            </a:lvl8pPr>
            <a:lvl9pPr marL="4114800" indent="-228600" algn="l">
              <a:lnSpc>
                <a:spcPct val="90000"/>
              </a:lnSpc>
              <a:spcBef>
                <a:spcPts val="1200"/>
              </a:spcBef>
              <a:spcAft>
                <a:spcPts val="1200"/>
              </a:spcAft>
              <a:buClr>
                <a:schemeClr val="dk1"/>
              </a:buClr>
              <a:buSzPts val="375"/>
              <a:buNone/>
              <a:defRPr sz="375"/>
            </a:lvl9pPr>
          </a:lstStyle>
          <a:p xmlns:a="http://schemas.openxmlformats.org/drawingml/2006/main"/>
        </p:txBody>
      </p:sp>
      <p:pic>
        <p:nvPicPr>
          <p:cNvPr id="767" name="Google Shape;762;p107"/>
          <p:cNvPicPr>
            <a:picLocks xmlns:a="http://schemas.openxmlformats.org/drawingml/2006/main" noChangeAspect="1"/>
          </p:cNvPicPr>
          <p:nvPr/>
        </p:nvPicPr>
        <p:blipFill>
          <a:blip xmlns:r="http://schemas.openxmlformats.org/officeDocument/2006/relationships" xmlns:a="http://schemas.openxmlformats.org/drawingml/2006/main" r:embed="R325cf659f6764ae7">
            <a:alphaModFix/>
          </a:blip>
          <a:stretch xmlns:a="http://schemas.openxmlformats.org/drawingml/2006/main">
            <a:fillRect l="0" t="0" r="0" b="0"/>
          </a:stretch>
        </p:blipFill>
        <p:spPr>
          <a:xfrm xmlns:a="http://schemas.openxmlformats.org/drawingml/2006/main">
            <a:off x="228600" y="4836074"/>
            <a:ext cx="153925" cy="153925"/>
          </a:xfrm>
          <a:prstGeom xmlns:a="http://schemas.openxmlformats.org/drawingml/2006/main" prst="rect">
            <a:avLst/>
          </a:prstGeom>
          <a:ln xmlns:a="http://schemas.openxmlformats.org/drawingml/2006/main">
            <a:noFill/>
          </a:ln>
        </p:spPr>
      </p:pic>
    </p:spTree>
  </p:cSld>
</p:sldLayout>
</file>

<file path=ppt/slideLayouts/slideLayout106.xml><?xml version="1.0" encoding="utf-8"?>
<p:sldLayout xmlns:p="http://schemas.openxmlformats.org/presentationml/2006/main" matchingName="Content - 6 text box">
  <p:cSld name="Title + 6 text boxes_1">
    <p:spTree>
      <p:nvGrpSpPr>
        <p:cNvPr id="1" name=""/>
        <p:cNvGrpSpPr/>
        <p:nvPr/>
      </p:nvGrpSpPr>
      <p:grpSpPr>
        <a:xfrm xmlns:a="http://schemas.openxmlformats.org/drawingml/2006/main"/>
      </p:grpSpPr>
      <p:sp>
        <p:nvSpPr>
          <p:cNvPr id="764" name="Google Shape;764;p108">
            <a:extLst xmlns:a="http://schemas.openxmlformats.org/drawingml/2006/main">
              <a:ext uri="{FF2B5EF4-FFF2-40B4-BE49-F238E27FC236}">
                <a16:creationId xmlns:a16="http://schemas.microsoft.com/office/drawing/2014/main" id="{7EF8B688-CD37-48BB-B254-BA6E21D5598B}"/>
              </a:ext>
            </a:extLst>
          </p:cNvPr>
          <p:cNvSpPr>
            <a:spLocks xmlns:a="http://schemas.openxmlformats.org/drawingml/2006/main" noGrp="1"/>
          </p:cNvSpPr>
          <p:nvPr>
            <p:ph type="body" idx="1"/>
          </p:nvPr>
        </p:nvSpPr>
        <p:spPr>
          <a:xfrm xmlns:a="http://schemas.openxmlformats.org/drawingml/2006/main">
            <a:off x="201378" y="164051"/>
            <a:ext cx="1948200" cy="160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noAutofit/>
          </a:bodyPr>
          <a:lstStyle xmlns:a="http://schemas.openxmlformats.org/drawingml/2006/main">
            <a:lvl1pPr marL="457200" indent="-228600" algn="l">
              <a:lnSpc>
                <a:spcPct val="90000"/>
              </a:lnSpc>
              <a:spcBef>
                <a:spcPts val="375"/>
              </a:spcBef>
              <a:spcAft>
                <a:spcPts val="0"/>
              </a:spcAft>
              <a:buClr>
                <a:schemeClr val="dk2"/>
              </a:buClr>
              <a:buSzPts val="750"/>
              <a:buFont typeface="Arial"/>
              <a:buNone/>
              <a:defRPr sz="750">
                <a:solidFill>
                  <a:schemeClr val="dk2"/>
                </a:solidFill>
              </a:defRPr>
            </a:lvl1pPr>
            <a:lvl2pPr marL="914400" indent="-271463" algn="l">
              <a:lnSpc>
                <a:spcPct val="90000"/>
              </a:lnSpc>
              <a:spcBef>
                <a:spcPts val="1200"/>
              </a:spcBef>
              <a:spcAft>
                <a:spcPts val="0"/>
              </a:spcAft>
              <a:buClr>
                <a:schemeClr val="dk1"/>
              </a:buClr>
              <a:buSzPts val="675"/>
              <a:buChar char="○"/>
              <a:defRPr sz="900"/>
            </a:lvl2pPr>
            <a:lvl3pPr marL="1371600" indent="-271463" algn="l">
              <a:lnSpc>
                <a:spcPct val="90000"/>
              </a:lnSpc>
              <a:spcBef>
                <a:spcPts val="1200"/>
              </a:spcBef>
              <a:spcAft>
                <a:spcPts val="0"/>
              </a:spcAft>
              <a:buClr>
                <a:schemeClr val="dk1"/>
              </a:buClr>
              <a:buSzPts val="675"/>
              <a:buChar char="■"/>
              <a:defRPr sz="750"/>
            </a:lvl3pPr>
            <a:lvl4pPr marL="1828800" indent="-271463" algn="l">
              <a:lnSpc>
                <a:spcPct val="90000"/>
              </a:lnSpc>
              <a:spcBef>
                <a:spcPts val="1200"/>
              </a:spcBef>
              <a:spcAft>
                <a:spcPts val="0"/>
              </a:spcAft>
              <a:buClr>
                <a:schemeClr val="dk1"/>
              </a:buClr>
              <a:buSzPts val="675"/>
              <a:buChar char="●"/>
              <a:defRPr sz="675"/>
            </a:lvl4pPr>
            <a:lvl5pPr marL="2286000" indent="-271463" algn="l">
              <a:lnSpc>
                <a:spcPct val="90000"/>
              </a:lnSpc>
              <a:spcBef>
                <a:spcPts val="1200"/>
              </a:spcBef>
              <a:spcAft>
                <a:spcPts val="0"/>
              </a:spcAft>
              <a:buClr>
                <a:schemeClr val="dk1"/>
              </a:buClr>
              <a:buSzPts val="675"/>
              <a:buChar char="○"/>
              <a:defRPr sz="675"/>
            </a:lvl5pPr>
            <a:lvl6pPr marL="2743200" indent="-271463" algn="l">
              <a:lnSpc>
                <a:spcPct val="90000"/>
              </a:lnSpc>
              <a:spcBef>
                <a:spcPts val="1200"/>
              </a:spcBef>
              <a:spcAft>
                <a:spcPts val="0"/>
              </a:spcAft>
              <a:buClr>
                <a:schemeClr val="dk1"/>
              </a:buClr>
              <a:buSzPts val="675"/>
              <a:buChar char="■"/>
              <a:defRPr sz="675"/>
            </a:lvl6pPr>
            <a:lvl7pPr marL="3200400" indent="-271463" algn="l">
              <a:lnSpc>
                <a:spcPct val="90000"/>
              </a:lnSpc>
              <a:spcBef>
                <a:spcPts val="1200"/>
              </a:spcBef>
              <a:spcAft>
                <a:spcPts val="0"/>
              </a:spcAft>
              <a:buClr>
                <a:schemeClr val="dk1"/>
              </a:buClr>
              <a:buSzPts val="675"/>
              <a:buChar char="●"/>
              <a:defRPr sz="675"/>
            </a:lvl7pPr>
            <a:lvl8pPr marL="3657600" indent="-271463" algn="l">
              <a:lnSpc>
                <a:spcPct val="90000"/>
              </a:lnSpc>
              <a:spcBef>
                <a:spcPts val="1200"/>
              </a:spcBef>
              <a:spcAft>
                <a:spcPts val="0"/>
              </a:spcAft>
              <a:buClr>
                <a:schemeClr val="dk1"/>
              </a:buClr>
              <a:buSzPts val="675"/>
              <a:buChar char="○"/>
              <a:defRPr sz="675"/>
            </a:lvl8pPr>
            <a:lvl9pPr marL="4114800" indent="-271463" algn="l">
              <a:lnSpc>
                <a:spcPct val="90000"/>
              </a:lnSpc>
              <a:spcBef>
                <a:spcPts val="1200"/>
              </a:spcBef>
              <a:spcAft>
                <a:spcPts val="1200"/>
              </a:spcAft>
              <a:buClr>
                <a:schemeClr val="dk1"/>
              </a:buClr>
              <a:buSzPts val="675"/>
              <a:buChar char="■"/>
              <a:defRPr sz="675"/>
            </a:lvl9pPr>
          </a:lstStyle>
          <a:p xmlns:a="http://schemas.openxmlformats.org/drawingml/2006/main"/>
        </p:txBody>
      </p:sp>
      <p:sp>
        <p:nvSpPr>
          <p:cNvPr id="765" name="Google Shape;765;p108">
            <a:extLst xmlns:a="http://schemas.openxmlformats.org/drawingml/2006/main">
              <a:ext uri="{FF2B5EF4-FFF2-40B4-BE49-F238E27FC236}">
                <a16:creationId xmlns:a16="http://schemas.microsoft.com/office/drawing/2014/main" id="{00DAE06E-C033-4575-A156-B66706CE88B0}"/>
              </a:ext>
            </a:extLst>
          </p:cNvPr>
          <p:cNvSpPr>
            <a:spLocks xmlns:a="http://schemas.openxmlformats.org/drawingml/2006/main" noGrp="1"/>
          </p:cNvSpPr>
          <p:nvPr>
            <p:ph type="title" idx="0"/>
          </p:nvPr>
        </p:nvSpPr>
        <p:spPr>
          <a:xfrm xmlns:a="http://schemas.openxmlformats.org/drawingml/2006/main">
            <a:off x="201378" y="295836"/>
            <a:ext cx="2334600" cy="657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noAutofit/>
          </a:bodyPr>
          <a:lstStyle xmlns:a="http://schemas.openxmlformats.org/drawingml/2006/main">
            <a:lvl1pPr algn="l">
              <a:lnSpc>
                <a:spcPct val="90000"/>
              </a:lnSpc>
              <a:spcBef>
                <a:spcPts val="0"/>
              </a:spcBef>
              <a:spcAft>
                <a:spcPts val="0"/>
              </a:spcAft>
              <a:buClr>
                <a:schemeClr val="dk1"/>
              </a:buClr>
              <a:buSzPts val="2250"/>
              <a:buFont typeface="Arial"/>
              <a:buNone/>
              <a:defRPr sz="2250"/>
            </a:lvl1pPr>
            <a:lvl2pPr>
              <a:spcBef>
                <a:spcPts val="0"/>
              </a:spcBef>
              <a:spcAft>
                <a:spcPts val="0"/>
              </a:spcAft>
              <a:buSzPts val="525"/>
              <a:buNone/>
              <a:defRPr sz="675"/>
            </a:lvl2pPr>
            <a:lvl3pPr>
              <a:spcBef>
                <a:spcPts val="0"/>
              </a:spcBef>
              <a:spcAft>
                <a:spcPts val="0"/>
              </a:spcAft>
              <a:buSzPts val="525"/>
              <a:buNone/>
              <a:defRPr sz="675"/>
            </a:lvl3pPr>
            <a:lvl4pPr>
              <a:spcBef>
                <a:spcPts val="0"/>
              </a:spcBef>
              <a:spcAft>
                <a:spcPts val="0"/>
              </a:spcAft>
              <a:buSzPts val="525"/>
              <a:buNone/>
              <a:defRPr sz="675"/>
            </a:lvl4pPr>
            <a:lvl5pPr>
              <a:spcBef>
                <a:spcPts val="0"/>
              </a:spcBef>
              <a:spcAft>
                <a:spcPts val="0"/>
              </a:spcAft>
              <a:buSzPts val="525"/>
              <a:buNone/>
              <a:defRPr sz="675"/>
            </a:lvl5pPr>
            <a:lvl6pPr>
              <a:spcBef>
                <a:spcPts val="0"/>
              </a:spcBef>
              <a:spcAft>
                <a:spcPts val="0"/>
              </a:spcAft>
              <a:buSzPts val="525"/>
              <a:buNone/>
              <a:defRPr sz="675"/>
            </a:lvl6pPr>
            <a:lvl7pPr>
              <a:spcBef>
                <a:spcPts val="0"/>
              </a:spcBef>
              <a:spcAft>
                <a:spcPts val="0"/>
              </a:spcAft>
              <a:buSzPts val="525"/>
              <a:buNone/>
              <a:defRPr sz="675"/>
            </a:lvl7pPr>
            <a:lvl8pPr>
              <a:spcBef>
                <a:spcPts val="0"/>
              </a:spcBef>
              <a:spcAft>
                <a:spcPts val="0"/>
              </a:spcAft>
              <a:buSzPts val="525"/>
              <a:buNone/>
              <a:defRPr sz="675"/>
            </a:lvl8pPr>
            <a:lvl9pPr>
              <a:spcBef>
                <a:spcPts val="0"/>
              </a:spcBef>
              <a:spcAft>
                <a:spcPts val="0"/>
              </a:spcAft>
              <a:buSzPts val="525"/>
              <a:buNone/>
              <a:defRPr sz="675"/>
            </a:lvl9pPr>
          </a:lstStyle>
          <a:p xmlns:a="http://schemas.openxmlformats.org/drawingml/2006/main"/>
        </p:txBody>
      </p:sp>
      <p:sp>
        <p:nvSpPr>
          <p:cNvPr id="766" name="Google Shape;766;p108">
            <a:extLst xmlns:a="http://schemas.openxmlformats.org/drawingml/2006/main">
              <a:ext uri="{FF2B5EF4-FFF2-40B4-BE49-F238E27FC236}">
                <a16:creationId xmlns:a16="http://schemas.microsoft.com/office/drawing/2014/main" id="{CA2F7E98-EA15-420F-8352-E28DC71824AF}"/>
              </a:ext>
            </a:extLst>
          </p:cNvPr>
          <p:cNvSpPr>
            <a:spLocks xmlns:a="http://schemas.openxmlformats.org/drawingml/2006/main" noGrp="1"/>
          </p:cNvSpPr>
          <p:nvPr>
            <p:ph type="body" idx="2"/>
          </p:nvPr>
        </p:nvSpPr>
        <p:spPr>
          <a:xfrm xmlns:a="http://schemas.openxmlformats.org/drawingml/2006/main">
            <a:off x="201378" y="1300122"/>
            <a:ext cx="2637000" cy="844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spAutoFit/>
          </a:bodyPr>
          <a:lstStyle xmlns:a="http://schemas.openxmlformats.org/drawingml/2006/main">
            <a:lvl1pPr marL="457200" indent="-228600" algn="l">
              <a:lnSpc>
                <a:spcPct val="110000"/>
              </a:lnSpc>
              <a:spcBef>
                <a:spcPts val="0"/>
              </a:spcBef>
              <a:spcAft>
                <a:spcPts val="0"/>
              </a:spcAft>
              <a:buClr>
                <a:schemeClr val="dk1"/>
              </a:buClr>
              <a:buSzPts val="750"/>
              <a:buFont typeface="Arial"/>
              <a:buNone/>
              <a:defRPr sz="750">
                <a:solidFill>
                  <a:schemeClr val="dk1"/>
                </a:solidFill>
              </a:defRPr>
            </a:lvl1pPr>
            <a:lvl2pPr marL="914400" indent="-228600" algn="l">
              <a:lnSpc>
                <a:spcPct val="90000"/>
              </a:lnSpc>
              <a:spcBef>
                <a:spcPts val="225"/>
              </a:spcBef>
              <a:spcAft>
                <a:spcPts val="0"/>
              </a:spcAft>
              <a:buClr>
                <a:schemeClr val="dk1"/>
              </a:buClr>
              <a:buSzPts val="525"/>
              <a:buNone/>
              <a:defRPr sz="525"/>
            </a:lvl2pPr>
            <a:lvl3pPr marL="1371600" indent="-228600" algn="l">
              <a:lnSpc>
                <a:spcPct val="90000"/>
              </a:lnSpc>
              <a:spcBef>
                <a:spcPts val="1200"/>
              </a:spcBef>
              <a:spcAft>
                <a:spcPts val="0"/>
              </a:spcAft>
              <a:buClr>
                <a:schemeClr val="dk1"/>
              </a:buClr>
              <a:buSzPts val="450"/>
              <a:buNone/>
              <a:defRPr sz="450"/>
            </a:lvl3pPr>
            <a:lvl4pPr marL="1828800" indent="-228600" algn="l">
              <a:lnSpc>
                <a:spcPct val="90000"/>
              </a:lnSpc>
              <a:spcBef>
                <a:spcPts val="1200"/>
              </a:spcBef>
              <a:spcAft>
                <a:spcPts val="0"/>
              </a:spcAft>
              <a:buClr>
                <a:schemeClr val="dk1"/>
              </a:buClr>
              <a:buSzPts val="375"/>
              <a:buNone/>
              <a:defRPr sz="375"/>
            </a:lvl4pPr>
            <a:lvl5pPr marL="2286000" indent="-228600" algn="l">
              <a:lnSpc>
                <a:spcPct val="90000"/>
              </a:lnSpc>
              <a:spcBef>
                <a:spcPts val="1200"/>
              </a:spcBef>
              <a:spcAft>
                <a:spcPts val="0"/>
              </a:spcAft>
              <a:buClr>
                <a:schemeClr val="dk1"/>
              </a:buClr>
              <a:buSzPts val="375"/>
              <a:buNone/>
              <a:defRPr sz="375"/>
            </a:lvl5pPr>
            <a:lvl6pPr marL="2743200" indent="-228600" algn="l">
              <a:lnSpc>
                <a:spcPct val="90000"/>
              </a:lnSpc>
              <a:spcBef>
                <a:spcPts val="1200"/>
              </a:spcBef>
              <a:spcAft>
                <a:spcPts val="0"/>
              </a:spcAft>
              <a:buClr>
                <a:schemeClr val="dk1"/>
              </a:buClr>
              <a:buSzPts val="375"/>
              <a:buNone/>
              <a:defRPr sz="375"/>
            </a:lvl6pPr>
            <a:lvl7pPr marL="3200400" indent="-228600" algn="l">
              <a:lnSpc>
                <a:spcPct val="90000"/>
              </a:lnSpc>
              <a:spcBef>
                <a:spcPts val="1200"/>
              </a:spcBef>
              <a:spcAft>
                <a:spcPts val="0"/>
              </a:spcAft>
              <a:buClr>
                <a:schemeClr val="dk1"/>
              </a:buClr>
              <a:buSzPts val="375"/>
              <a:buNone/>
              <a:defRPr sz="375"/>
            </a:lvl7pPr>
            <a:lvl8pPr marL="3657600" indent="-228600" algn="l">
              <a:lnSpc>
                <a:spcPct val="90000"/>
              </a:lnSpc>
              <a:spcBef>
                <a:spcPts val="1200"/>
              </a:spcBef>
              <a:spcAft>
                <a:spcPts val="0"/>
              </a:spcAft>
              <a:buClr>
                <a:schemeClr val="dk1"/>
              </a:buClr>
              <a:buSzPts val="375"/>
              <a:buNone/>
              <a:defRPr sz="375"/>
            </a:lvl8pPr>
            <a:lvl9pPr marL="4114800" indent="-228600" algn="l">
              <a:lnSpc>
                <a:spcPct val="90000"/>
              </a:lnSpc>
              <a:spcBef>
                <a:spcPts val="1200"/>
              </a:spcBef>
              <a:spcAft>
                <a:spcPts val="1200"/>
              </a:spcAft>
              <a:buClr>
                <a:schemeClr val="dk1"/>
              </a:buClr>
              <a:buSzPts val="375"/>
              <a:buNone/>
              <a:defRPr sz="375"/>
            </a:lvl9pPr>
          </a:lstStyle>
          <a:p xmlns:a="http://schemas.openxmlformats.org/drawingml/2006/main"/>
        </p:txBody>
      </p:sp>
      <p:sp>
        <p:nvSpPr>
          <p:cNvPr id="767" name="Google Shape;767;p108">
            <a:extLst xmlns:a="http://schemas.openxmlformats.org/drawingml/2006/main">
              <a:ext uri="{FF2B5EF4-FFF2-40B4-BE49-F238E27FC236}">
                <a16:creationId xmlns:a16="http://schemas.microsoft.com/office/drawing/2014/main" id="{433A530C-54D3-42A3-8DAC-CEDDBD164F52}"/>
              </a:ext>
            </a:extLst>
          </p:cNvPr>
          <p:cNvSpPr>
            <a:spLocks xmlns:a="http://schemas.openxmlformats.org/drawingml/2006/main" noGrp="1"/>
          </p:cNvSpPr>
          <p:nvPr>
            <p:ph type="body" idx="3"/>
          </p:nvPr>
        </p:nvSpPr>
        <p:spPr>
          <a:xfrm xmlns:a="http://schemas.openxmlformats.org/drawingml/2006/main">
            <a:off x="3252168" y="1300122"/>
            <a:ext cx="2637000" cy="844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spAutoFit/>
          </a:bodyPr>
          <a:lstStyle xmlns:a="http://schemas.openxmlformats.org/drawingml/2006/main">
            <a:lvl1pPr marL="457200" indent="-228600" algn="l">
              <a:lnSpc>
                <a:spcPct val="110000"/>
              </a:lnSpc>
              <a:spcBef>
                <a:spcPts val="0"/>
              </a:spcBef>
              <a:spcAft>
                <a:spcPts val="0"/>
              </a:spcAft>
              <a:buClr>
                <a:schemeClr val="dk1"/>
              </a:buClr>
              <a:buSzPts val="750"/>
              <a:buFont typeface="Arial"/>
              <a:buNone/>
              <a:defRPr sz="750">
                <a:solidFill>
                  <a:schemeClr val="dk1"/>
                </a:solidFill>
              </a:defRPr>
            </a:lvl1pPr>
            <a:lvl2pPr marL="914400" indent="-228600" algn="l">
              <a:lnSpc>
                <a:spcPct val="90000"/>
              </a:lnSpc>
              <a:spcBef>
                <a:spcPts val="225"/>
              </a:spcBef>
              <a:spcAft>
                <a:spcPts val="0"/>
              </a:spcAft>
              <a:buClr>
                <a:schemeClr val="dk1"/>
              </a:buClr>
              <a:buSzPts val="525"/>
              <a:buNone/>
              <a:defRPr sz="525"/>
            </a:lvl2pPr>
            <a:lvl3pPr marL="1371600" indent="-228600" algn="l">
              <a:lnSpc>
                <a:spcPct val="90000"/>
              </a:lnSpc>
              <a:spcBef>
                <a:spcPts val="1200"/>
              </a:spcBef>
              <a:spcAft>
                <a:spcPts val="0"/>
              </a:spcAft>
              <a:buClr>
                <a:schemeClr val="dk1"/>
              </a:buClr>
              <a:buSzPts val="450"/>
              <a:buNone/>
              <a:defRPr sz="450"/>
            </a:lvl3pPr>
            <a:lvl4pPr marL="1828800" indent="-228600" algn="l">
              <a:lnSpc>
                <a:spcPct val="90000"/>
              </a:lnSpc>
              <a:spcBef>
                <a:spcPts val="1200"/>
              </a:spcBef>
              <a:spcAft>
                <a:spcPts val="0"/>
              </a:spcAft>
              <a:buClr>
                <a:schemeClr val="dk1"/>
              </a:buClr>
              <a:buSzPts val="375"/>
              <a:buNone/>
              <a:defRPr sz="375"/>
            </a:lvl4pPr>
            <a:lvl5pPr marL="2286000" indent="-228600" algn="l">
              <a:lnSpc>
                <a:spcPct val="90000"/>
              </a:lnSpc>
              <a:spcBef>
                <a:spcPts val="1200"/>
              </a:spcBef>
              <a:spcAft>
                <a:spcPts val="0"/>
              </a:spcAft>
              <a:buClr>
                <a:schemeClr val="dk1"/>
              </a:buClr>
              <a:buSzPts val="375"/>
              <a:buNone/>
              <a:defRPr sz="375"/>
            </a:lvl5pPr>
            <a:lvl6pPr marL="2743200" indent="-228600" algn="l">
              <a:lnSpc>
                <a:spcPct val="90000"/>
              </a:lnSpc>
              <a:spcBef>
                <a:spcPts val="1200"/>
              </a:spcBef>
              <a:spcAft>
                <a:spcPts val="0"/>
              </a:spcAft>
              <a:buClr>
                <a:schemeClr val="dk1"/>
              </a:buClr>
              <a:buSzPts val="375"/>
              <a:buNone/>
              <a:defRPr sz="375"/>
            </a:lvl6pPr>
            <a:lvl7pPr marL="3200400" indent="-228600" algn="l">
              <a:lnSpc>
                <a:spcPct val="90000"/>
              </a:lnSpc>
              <a:spcBef>
                <a:spcPts val="1200"/>
              </a:spcBef>
              <a:spcAft>
                <a:spcPts val="0"/>
              </a:spcAft>
              <a:buClr>
                <a:schemeClr val="dk1"/>
              </a:buClr>
              <a:buSzPts val="375"/>
              <a:buNone/>
              <a:defRPr sz="375"/>
            </a:lvl7pPr>
            <a:lvl8pPr marL="3657600" indent="-228600" algn="l">
              <a:lnSpc>
                <a:spcPct val="90000"/>
              </a:lnSpc>
              <a:spcBef>
                <a:spcPts val="1200"/>
              </a:spcBef>
              <a:spcAft>
                <a:spcPts val="0"/>
              </a:spcAft>
              <a:buClr>
                <a:schemeClr val="dk1"/>
              </a:buClr>
              <a:buSzPts val="375"/>
              <a:buNone/>
              <a:defRPr sz="375"/>
            </a:lvl8pPr>
            <a:lvl9pPr marL="4114800" indent="-228600" algn="l">
              <a:lnSpc>
                <a:spcPct val="90000"/>
              </a:lnSpc>
              <a:spcBef>
                <a:spcPts val="1200"/>
              </a:spcBef>
              <a:spcAft>
                <a:spcPts val="1200"/>
              </a:spcAft>
              <a:buClr>
                <a:schemeClr val="dk1"/>
              </a:buClr>
              <a:buSzPts val="375"/>
              <a:buNone/>
              <a:defRPr sz="375"/>
            </a:lvl9pPr>
          </a:lstStyle>
          <a:p xmlns:a="http://schemas.openxmlformats.org/drawingml/2006/main"/>
        </p:txBody>
      </p:sp>
      <p:sp>
        <p:nvSpPr>
          <p:cNvPr id="768" name="Google Shape;768;p108">
            <a:extLst xmlns:a="http://schemas.openxmlformats.org/drawingml/2006/main">
              <a:ext uri="{FF2B5EF4-FFF2-40B4-BE49-F238E27FC236}">
                <a16:creationId xmlns:a16="http://schemas.microsoft.com/office/drawing/2014/main" id="{16AC131D-AF5B-4852-82A5-39EB496DBC3E}"/>
              </a:ext>
            </a:extLst>
          </p:cNvPr>
          <p:cNvSpPr>
            <a:spLocks xmlns:a="http://schemas.openxmlformats.org/drawingml/2006/main" noGrp="1"/>
          </p:cNvSpPr>
          <p:nvPr>
            <p:ph type="body" idx="4"/>
          </p:nvPr>
        </p:nvSpPr>
        <p:spPr>
          <a:xfrm xmlns:a="http://schemas.openxmlformats.org/drawingml/2006/main">
            <a:off x="6307817" y="1300122"/>
            <a:ext cx="2637000" cy="844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spAutoFit/>
          </a:bodyPr>
          <a:lstStyle xmlns:a="http://schemas.openxmlformats.org/drawingml/2006/main">
            <a:lvl1pPr marL="457200" indent="-228600" algn="l">
              <a:lnSpc>
                <a:spcPct val="110000"/>
              </a:lnSpc>
              <a:spcBef>
                <a:spcPts val="0"/>
              </a:spcBef>
              <a:spcAft>
                <a:spcPts val="0"/>
              </a:spcAft>
              <a:buClr>
                <a:schemeClr val="dk1"/>
              </a:buClr>
              <a:buSzPts val="750"/>
              <a:buFont typeface="Arial"/>
              <a:buNone/>
              <a:defRPr sz="750">
                <a:solidFill>
                  <a:schemeClr val="dk1"/>
                </a:solidFill>
              </a:defRPr>
            </a:lvl1pPr>
            <a:lvl2pPr marL="914400" indent="-228600" algn="l">
              <a:lnSpc>
                <a:spcPct val="90000"/>
              </a:lnSpc>
              <a:spcBef>
                <a:spcPts val="225"/>
              </a:spcBef>
              <a:spcAft>
                <a:spcPts val="0"/>
              </a:spcAft>
              <a:buClr>
                <a:schemeClr val="dk1"/>
              </a:buClr>
              <a:buSzPts val="525"/>
              <a:buNone/>
              <a:defRPr sz="525"/>
            </a:lvl2pPr>
            <a:lvl3pPr marL="1371600" indent="-228600" algn="l">
              <a:lnSpc>
                <a:spcPct val="90000"/>
              </a:lnSpc>
              <a:spcBef>
                <a:spcPts val="1200"/>
              </a:spcBef>
              <a:spcAft>
                <a:spcPts val="0"/>
              </a:spcAft>
              <a:buClr>
                <a:schemeClr val="dk1"/>
              </a:buClr>
              <a:buSzPts val="450"/>
              <a:buNone/>
              <a:defRPr sz="450"/>
            </a:lvl3pPr>
            <a:lvl4pPr marL="1828800" indent="-228600" algn="l">
              <a:lnSpc>
                <a:spcPct val="90000"/>
              </a:lnSpc>
              <a:spcBef>
                <a:spcPts val="1200"/>
              </a:spcBef>
              <a:spcAft>
                <a:spcPts val="0"/>
              </a:spcAft>
              <a:buClr>
                <a:schemeClr val="dk1"/>
              </a:buClr>
              <a:buSzPts val="375"/>
              <a:buNone/>
              <a:defRPr sz="375"/>
            </a:lvl4pPr>
            <a:lvl5pPr marL="2286000" indent="-228600" algn="l">
              <a:lnSpc>
                <a:spcPct val="90000"/>
              </a:lnSpc>
              <a:spcBef>
                <a:spcPts val="1200"/>
              </a:spcBef>
              <a:spcAft>
                <a:spcPts val="0"/>
              </a:spcAft>
              <a:buClr>
                <a:schemeClr val="dk1"/>
              </a:buClr>
              <a:buSzPts val="375"/>
              <a:buNone/>
              <a:defRPr sz="375"/>
            </a:lvl5pPr>
            <a:lvl6pPr marL="2743200" indent="-228600" algn="l">
              <a:lnSpc>
                <a:spcPct val="90000"/>
              </a:lnSpc>
              <a:spcBef>
                <a:spcPts val="1200"/>
              </a:spcBef>
              <a:spcAft>
                <a:spcPts val="0"/>
              </a:spcAft>
              <a:buClr>
                <a:schemeClr val="dk1"/>
              </a:buClr>
              <a:buSzPts val="375"/>
              <a:buNone/>
              <a:defRPr sz="375"/>
            </a:lvl6pPr>
            <a:lvl7pPr marL="3200400" indent="-228600" algn="l">
              <a:lnSpc>
                <a:spcPct val="90000"/>
              </a:lnSpc>
              <a:spcBef>
                <a:spcPts val="1200"/>
              </a:spcBef>
              <a:spcAft>
                <a:spcPts val="0"/>
              </a:spcAft>
              <a:buClr>
                <a:schemeClr val="dk1"/>
              </a:buClr>
              <a:buSzPts val="375"/>
              <a:buNone/>
              <a:defRPr sz="375"/>
            </a:lvl7pPr>
            <a:lvl8pPr marL="3657600" indent="-228600" algn="l">
              <a:lnSpc>
                <a:spcPct val="90000"/>
              </a:lnSpc>
              <a:spcBef>
                <a:spcPts val="1200"/>
              </a:spcBef>
              <a:spcAft>
                <a:spcPts val="0"/>
              </a:spcAft>
              <a:buClr>
                <a:schemeClr val="dk1"/>
              </a:buClr>
              <a:buSzPts val="375"/>
              <a:buNone/>
              <a:defRPr sz="375"/>
            </a:lvl8pPr>
            <a:lvl9pPr marL="4114800" indent="-228600" algn="l">
              <a:lnSpc>
                <a:spcPct val="90000"/>
              </a:lnSpc>
              <a:spcBef>
                <a:spcPts val="1200"/>
              </a:spcBef>
              <a:spcAft>
                <a:spcPts val="1200"/>
              </a:spcAft>
              <a:buClr>
                <a:schemeClr val="dk1"/>
              </a:buClr>
              <a:buSzPts val="375"/>
              <a:buNone/>
              <a:defRPr sz="375"/>
            </a:lvl9pPr>
          </a:lstStyle>
          <a:p xmlns:a="http://schemas.openxmlformats.org/drawingml/2006/main"/>
        </p:txBody>
      </p:sp>
      <p:sp>
        <p:nvSpPr>
          <p:cNvPr id="769" name="Google Shape;769;p108">
            <a:extLst xmlns:a="http://schemas.openxmlformats.org/drawingml/2006/main">
              <a:ext uri="{FF2B5EF4-FFF2-40B4-BE49-F238E27FC236}">
                <a16:creationId xmlns:a16="http://schemas.microsoft.com/office/drawing/2014/main" id="{33D7A60C-C19C-42FD-A714-C95A8862A719}"/>
              </a:ext>
            </a:extLst>
          </p:cNvPr>
          <p:cNvSpPr>
            <a:spLocks xmlns:a="http://schemas.openxmlformats.org/drawingml/2006/main" noGrp="1"/>
          </p:cNvSpPr>
          <p:nvPr>
            <p:ph type="body" idx="5"/>
          </p:nvPr>
        </p:nvSpPr>
        <p:spPr>
          <a:xfrm xmlns:a="http://schemas.openxmlformats.org/drawingml/2006/main">
            <a:off x="201378" y="2944669"/>
            <a:ext cx="2637000" cy="844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spAutoFit/>
          </a:bodyPr>
          <a:lstStyle xmlns:a="http://schemas.openxmlformats.org/drawingml/2006/main">
            <a:lvl1pPr marL="457200" indent="-228600" algn="l">
              <a:lnSpc>
                <a:spcPct val="110000"/>
              </a:lnSpc>
              <a:spcBef>
                <a:spcPts val="0"/>
              </a:spcBef>
              <a:spcAft>
                <a:spcPts val="0"/>
              </a:spcAft>
              <a:buClr>
                <a:schemeClr val="dk1"/>
              </a:buClr>
              <a:buSzPts val="750"/>
              <a:buFont typeface="Arial"/>
              <a:buNone/>
              <a:defRPr sz="750">
                <a:solidFill>
                  <a:schemeClr val="dk1"/>
                </a:solidFill>
              </a:defRPr>
            </a:lvl1pPr>
            <a:lvl2pPr marL="914400" indent="-228600" algn="l">
              <a:lnSpc>
                <a:spcPct val="90000"/>
              </a:lnSpc>
              <a:spcBef>
                <a:spcPts val="225"/>
              </a:spcBef>
              <a:spcAft>
                <a:spcPts val="0"/>
              </a:spcAft>
              <a:buClr>
                <a:schemeClr val="dk1"/>
              </a:buClr>
              <a:buSzPts val="525"/>
              <a:buNone/>
              <a:defRPr sz="525"/>
            </a:lvl2pPr>
            <a:lvl3pPr marL="1371600" indent="-228600" algn="l">
              <a:lnSpc>
                <a:spcPct val="90000"/>
              </a:lnSpc>
              <a:spcBef>
                <a:spcPts val="1200"/>
              </a:spcBef>
              <a:spcAft>
                <a:spcPts val="0"/>
              </a:spcAft>
              <a:buClr>
                <a:schemeClr val="dk1"/>
              </a:buClr>
              <a:buSzPts val="450"/>
              <a:buNone/>
              <a:defRPr sz="450"/>
            </a:lvl3pPr>
            <a:lvl4pPr marL="1828800" indent="-228600" algn="l">
              <a:lnSpc>
                <a:spcPct val="90000"/>
              </a:lnSpc>
              <a:spcBef>
                <a:spcPts val="1200"/>
              </a:spcBef>
              <a:spcAft>
                <a:spcPts val="0"/>
              </a:spcAft>
              <a:buClr>
                <a:schemeClr val="dk1"/>
              </a:buClr>
              <a:buSzPts val="375"/>
              <a:buNone/>
              <a:defRPr sz="375"/>
            </a:lvl4pPr>
            <a:lvl5pPr marL="2286000" indent="-228600" algn="l">
              <a:lnSpc>
                <a:spcPct val="90000"/>
              </a:lnSpc>
              <a:spcBef>
                <a:spcPts val="1200"/>
              </a:spcBef>
              <a:spcAft>
                <a:spcPts val="0"/>
              </a:spcAft>
              <a:buClr>
                <a:schemeClr val="dk1"/>
              </a:buClr>
              <a:buSzPts val="375"/>
              <a:buNone/>
              <a:defRPr sz="375"/>
            </a:lvl5pPr>
            <a:lvl6pPr marL="2743200" indent="-228600" algn="l">
              <a:lnSpc>
                <a:spcPct val="90000"/>
              </a:lnSpc>
              <a:spcBef>
                <a:spcPts val="1200"/>
              </a:spcBef>
              <a:spcAft>
                <a:spcPts val="0"/>
              </a:spcAft>
              <a:buClr>
                <a:schemeClr val="dk1"/>
              </a:buClr>
              <a:buSzPts val="375"/>
              <a:buNone/>
              <a:defRPr sz="375"/>
            </a:lvl6pPr>
            <a:lvl7pPr marL="3200400" indent="-228600" algn="l">
              <a:lnSpc>
                <a:spcPct val="90000"/>
              </a:lnSpc>
              <a:spcBef>
                <a:spcPts val="1200"/>
              </a:spcBef>
              <a:spcAft>
                <a:spcPts val="0"/>
              </a:spcAft>
              <a:buClr>
                <a:schemeClr val="dk1"/>
              </a:buClr>
              <a:buSzPts val="375"/>
              <a:buNone/>
              <a:defRPr sz="375"/>
            </a:lvl7pPr>
            <a:lvl8pPr marL="3657600" indent="-228600" algn="l">
              <a:lnSpc>
                <a:spcPct val="90000"/>
              </a:lnSpc>
              <a:spcBef>
                <a:spcPts val="1200"/>
              </a:spcBef>
              <a:spcAft>
                <a:spcPts val="0"/>
              </a:spcAft>
              <a:buClr>
                <a:schemeClr val="dk1"/>
              </a:buClr>
              <a:buSzPts val="375"/>
              <a:buNone/>
              <a:defRPr sz="375"/>
            </a:lvl8pPr>
            <a:lvl9pPr marL="4114800" indent="-228600" algn="l">
              <a:lnSpc>
                <a:spcPct val="90000"/>
              </a:lnSpc>
              <a:spcBef>
                <a:spcPts val="1200"/>
              </a:spcBef>
              <a:spcAft>
                <a:spcPts val="1200"/>
              </a:spcAft>
              <a:buClr>
                <a:schemeClr val="dk1"/>
              </a:buClr>
              <a:buSzPts val="375"/>
              <a:buNone/>
              <a:defRPr sz="375"/>
            </a:lvl9pPr>
          </a:lstStyle>
          <a:p xmlns:a="http://schemas.openxmlformats.org/drawingml/2006/main"/>
        </p:txBody>
      </p:sp>
      <p:sp>
        <p:nvSpPr>
          <p:cNvPr id="770" name="Google Shape;770;p108">
            <a:extLst xmlns:a="http://schemas.openxmlformats.org/drawingml/2006/main">
              <a:ext uri="{FF2B5EF4-FFF2-40B4-BE49-F238E27FC236}">
                <a16:creationId xmlns:a16="http://schemas.microsoft.com/office/drawing/2014/main" id="{1791BB65-E0F0-4E00-B394-168E9DE8367B}"/>
              </a:ext>
            </a:extLst>
          </p:cNvPr>
          <p:cNvSpPr>
            <a:spLocks xmlns:a="http://schemas.openxmlformats.org/drawingml/2006/main" noGrp="1"/>
          </p:cNvSpPr>
          <p:nvPr>
            <p:ph type="body" idx="6"/>
          </p:nvPr>
        </p:nvSpPr>
        <p:spPr>
          <a:xfrm xmlns:a="http://schemas.openxmlformats.org/drawingml/2006/main">
            <a:off x="3252168" y="2944669"/>
            <a:ext cx="2637000" cy="844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spAutoFit/>
          </a:bodyPr>
          <a:lstStyle xmlns:a="http://schemas.openxmlformats.org/drawingml/2006/main">
            <a:lvl1pPr marL="457200" indent="-228600" algn="l">
              <a:lnSpc>
                <a:spcPct val="110000"/>
              </a:lnSpc>
              <a:spcBef>
                <a:spcPts val="0"/>
              </a:spcBef>
              <a:spcAft>
                <a:spcPts val="0"/>
              </a:spcAft>
              <a:buClr>
                <a:schemeClr val="dk1"/>
              </a:buClr>
              <a:buSzPts val="750"/>
              <a:buFont typeface="Arial"/>
              <a:buNone/>
              <a:defRPr sz="750">
                <a:solidFill>
                  <a:schemeClr val="dk1"/>
                </a:solidFill>
              </a:defRPr>
            </a:lvl1pPr>
            <a:lvl2pPr marL="914400" indent="-228600" algn="l">
              <a:lnSpc>
                <a:spcPct val="90000"/>
              </a:lnSpc>
              <a:spcBef>
                <a:spcPts val="225"/>
              </a:spcBef>
              <a:spcAft>
                <a:spcPts val="0"/>
              </a:spcAft>
              <a:buClr>
                <a:schemeClr val="dk1"/>
              </a:buClr>
              <a:buSzPts val="525"/>
              <a:buNone/>
              <a:defRPr sz="525"/>
            </a:lvl2pPr>
            <a:lvl3pPr marL="1371600" indent="-228600" algn="l">
              <a:lnSpc>
                <a:spcPct val="90000"/>
              </a:lnSpc>
              <a:spcBef>
                <a:spcPts val="1200"/>
              </a:spcBef>
              <a:spcAft>
                <a:spcPts val="0"/>
              </a:spcAft>
              <a:buClr>
                <a:schemeClr val="dk1"/>
              </a:buClr>
              <a:buSzPts val="450"/>
              <a:buNone/>
              <a:defRPr sz="450"/>
            </a:lvl3pPr>
            <a:lvl4pPr marL="1828800" indent="-228600" algn="l">
              <a:lnSpc>
                <a:spcPct val="90000"/>
              </a:lnSpc>
              <a:spcBef>
                <a:spcPts val="1200"/>
              </a:spcBef>
              <a:spcAft>
                <a:spcPts val="0"/>
              </a:spcAft>
              <a:buClr>
                <a:schemeClr val="dk1"/>
              </a:buClr>
              <a:buSzPts val="375"/>
              <a:buNone/>
              <a:defRPr sz="375"/>
            </a:lvl4pPr>
            <a:lvl5pPr marL="2286000" indent="-228600" algn="l">
              <a:lnSpc>
                <a:spcPct val="90000"/>
              </a:lnSpc>
              <a:spcBef>
                <a:spcPts val="1200"/>
              </a:spcBef>
              <a:spcAft>
                <a:spcPts val="0"/>
              </a:spcAft>
              <a:buClr>
                <a:schemeClr val="dk1"/>
              </a:buClr>
              <a:buSzPts val="375"/>
              <a:buNone/>
              <a:defRPr sz="375"/>
            </a:lvl5pPr>
            <a:lvl6pPr marL="2743200" indent="-228600" algn="l">
              <a:lnSpc>
                <a:spcPct val="90000"/>
              </a:lnSpc>
              <a:spcBef>
                <a:spcPts val="1200"/>
              </a:spcBef>
              <a:spcAft>
                <a:spcPts val="0"/>
              </a:spcAft>
              <a:buClr>
                <a:schemeClr val="dk1"/>
              </a:buClr>
              <a:buSzPts val="375"/>
              <a:buNone/>
              <a:defRPr sz="375"/>
            </a:lvl6pPr>
            <a:lvl7pPr marL="3200400" indent="-228600" algn="l">
              <a:lnSpc>
                <a:spcPct val="90000"/>
              </a:lnSpc>
              <a:spcBef>
                <a:spcPts val="1200"/>
              </a:spcBef>
              <a:spcAft>
                <a:spcPts val="0"/>
              </a:spcAft>
              <a:buClr>
                <a:schemeClr val="dk1"/>
              </a:buClr>
              <a:buSzPts val="375"/>
              <a:buNone/>
              <a:defRPr sz="375"/>
            </a:lvl7pPr>
            <a:lvl8pPr marL="3657600" indent="-228600" algn="l">
              <a:lnSpc>
                <a:spcPct val="90000"/>
              </a:lnSpc>
              <a:spcBef>
                <a:spcPts val="1200"/>
              </a:spcBef>
              <a:spcAft>
                <a:spcPts val="0"/>
              </a:spcAft>
              <a:buClr>
                <a:schemeClr val="dk1"/>
              </a:buClr>
              <a:buSzPts val="375"/>
              <a:buNone/>
              <a:defRPr sz="375"/>
            </a:lvl8pPr>
            <a:lvl9pPr marL="4114800" indent="-228600" algn="l">
              <a:lnSpc>
                <a:spcPct val="90000"/>
              </a:lnSpc>
              <a:spcBef>
                <a:spcPts val="1200"/>
              </a:spcBef>
              <a:spcAft>
                <a:spcPts val="1200"/>
              </a:spcAft>
              <a:buClr>
                <a:schemeClr val="dk1"/>
              </a:buClr>
              <a:buSzPts val="375"/>
              <a:buNone/>
              <a:defRPr sz="375"/>
            </a:lvl9pPr>
          </a:lstStyle>
          <a:p xmlns:a="http://schemas.openxmlformats.org/drawingml/2006/main"/>
        </p:txBody>
      </p:sp>
      <p:sp>
        <p:nvSpPr>
          <p:cNvPr id="771" name="Google Shape;771;p108">
            <a:extLst xmlns:a="http://schemas.openxmlformats.org/drawingml/2006/main">
              <a:ext uri="{FF2B5EF4-FFF2-40B4-BE49-F238E27FC236}">
                <a16:creationId xmlns:a16="http://schemas.microsoft.com/office/drawing/2014/main" id="{CEB531D2-BDDE-44B1-8D01-2BE4AAD2194F}"/>
              </a:ext>
            </a:extLst>
          </p:cNvPr>
          <p:cNvSpPr>
            <a:spLocks xmlns:a="http://schemas.openxmlformats.org/drawingml/2006/main" noGrp="1"/>
          </p:cNvSpPr>
          <p:nvPr>
            <p:ph type="body" idx="7"/>
          </p:nvPr>
        </p:nvSpPr>
        <p:spPr>
          <a:xfrm xmlns:a="http://schemas.openxmlformats.org/drawingml/2006/main">
            <a:off x="6307817" y="2944669"/>
            <a:ext cx="2637000" cy="844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spAutoFit/>
          </a:bodyPr>
          <a:lstStyle xmlns:a="http://schemas.openxmlformats.org/drawingml/2006/main">
            <a:lvl1pPr marL="457200" indent="-228600" algn="l">
              <a:lnSpc>
                <a:spcPct val="110000"/>
              </a:lnSpc>
              <a:spcBef>
                <a:spcPts val="0"/>
              </a:spcBef>
              <a:spcAft>
                <a:spcPts val="0"/>
              </a:spcAft>
              <a:buClr>
                <a:schemeClr val="dk1"/>
              </a:buClr>
              <a:buSzPts val="750"/>
              <a:buFont typeface="Arial"/>
              <a:buNone/>
              <a:defRPr sz="750">
                <a:solidFill>
                  <a:schemeClr val="dk1"/>
                </a:solidFill>
              </a:defRPr>
            </a:lvl1pPr>
            <a:lvl2pPr marL="914400" indent="-228600" algn="l">
              <a:lnSpc>
                <a:spcPct val="90000"/>
              </a:lnSpc>
              <a:spcBef>
                <a:spcPts val="225"/>
              </a:spcBef>
              <a:spcAft>
                <a:spcPts val="0"/>
              </a:spcAft>
              <a:buClr>
                <a:schemeClr val="dk1"/>
              </a:buClr>
              <a:buSzPts val="525"/>
              <a:buNone/>
              <a:defRPr sz="525"/>
            </a:lvl2pPr>
            <a:lvl3pPr marL="1371600" indent="-228600" algn="l">
              <a:lnSpc>
                <a:spcPct val="90000"/>
              </a:lnSpc>
              <a:spcBef>
                <a:spcPts val="1200"/>
              </a:spcBef>
              <a:spcAft>
                <a:spcPts val="0"/>
              </a:spcAft>
              <a:buClr>
                <a:schemeClr val="dk1"/>
              </a:buClr>
              <a:buSzPts val="450"/>
              <a:buNone/>
              <a:defRPr sz="450"/>
            </a:lvl3pPr>
            <a:lvl4pPr marL="1828800" indent="-228600" algn="l">
              <a:lnSpc>
                <a:spcPct val="90000"/>
              </a:lnSpc>
              <a:spcBef>
                <a:spcPts val="1200"/>
              </a:spcBef>
              <a:spcAft>
                <a:spcPts val="0"/>
              </a:spcAft>
              <a:buClr>
                <a:schemeClr val="dk1"/>
              </a:buClr>
              <a:buSzPts val="375"/>
              <a:buNone/>
              <a:defRPr sz="375"/>
            </a:lvl4pPr>
            <a:lvl5pPr marL="2286000" indent="-228600" algn="l">
              <a:lnSpc>
                <a:spcPct val="90000"/>
              </a:lnSpc>
              <a:spcBef>
                <a:spcPts val="1200"/>
              </a:spcBef>
              <a:spcAft>
                <a:spcPts val="0"/>
              </a:spcAft>
              <a:buClr>
                <a:schemeClr val="dk1"/>
              </a:buClr>
              <a:buSzPts val="375"/>
              <a:buNone/>
              <a:defRPr sz="375"/>
            </a:lvl5pPr>
            <a:lvl6pPr marL="2743200" indent="-228600" algn="l">
              <a:lnSpc>
                <a:spcPct val="90000"/>
              </a:lnSpc>
              <a:spcBef>
                <a:spcPts val="1200"/>
              </a:spcBef>
              <a:spcAft>
                <a:spcPts val="0"/>
              </a:spcAft>
              <a:buClr>
                <a:schemeClr val="dk1"/>
              </a:buClr>
              <a:buSzPts val="375"/>
              <a:buNone/>
              <a:defRPr sz="375"/>
            </a:lvl6pPr>
            <a:lvl7pPr marL="3200400" indent="-228600" algn="l">
              <a:lnSpc>
                <a:spcPct val="90000"/>
              </a:lnSpc>
              <a:spcBef>
                <a:spcPts val="1200"/>
              </a:spcBef>
              <a:spcAft>
                <a:spcPts val="0"/>
              </a:spcAft>
              <a:buClr>
                <a:schemeClr val="dk1"/>
              </a:buClr>
              <a:buSzPts val="375"/>
              <a:buNone/>
              <a:defRPr sz="375"/>
            </a:lvl7pPr>
            <a:lvl8pPr marL="3657600" indent="-228600" algn="l">
              <a:lnSpc>
                <a:spcPct val="90000"/>
              </a:lnSpc>
              <a:spcBef>
                <a:spcPts val="1200"/>
              </a:spcBef>
              <a:spcAft>
                <a:spcPts val="0"/>
              </a:spcAft>
              <a:buClr>
                <a:schemeClr val="dk1"/>
              </a:buClr>
              <a:buSzPts val="375"/>
              <a:buNone/>
              <a:defRPr sz="375"/>
            </a:lvl8pPr>
            <a:lvl9pPr marL="4114800" indent="-228600" algn="l">
              <a:lnSpc>
                <a:spcPct val="90000"/>
              </a:lnSpc>
              <a:spcBef>
                <a:spcPts val="1200"/>
              </a:spcBef>
              <a:spcAft>
                <a:spcPts val="1200"/>
              </a:spcAft>
              <a:buClr>
                <a:schemeClr val="dk1"/>
              </a:buClr>
              <a:buSzPts val="375"/>
              <a:buNone/>
              <a:defRPr sz="375"/>
            </a:lvl9pPr>
          </a:lstStyle>
          <a:p xmlns:a="http://schemas.openxmlformats.org/drawingml/2006/main"/>
        </p:txBody>
      </p:sp>
      <p:pic>
        <p:nvPicPr>
          <p:cNvPr id="781" name="Google Shape;772;p108"/>
          <p:cNvPicPr>
            <a:picLocks xmlns:a="http://schemas.openxmlformats.org/drawingml/2006/main" noChangeAspect="1"/>
          </p:cNvPicPr>
          <p:nvPr/>
        </p:nvPicPr>
        <p:blipFill>
          <a:blip xmlns:r="http://schemas.openxmlformats.org/officeDocument/2006/relationships" xmlns:a="http://schemas.openxmlformats.org/drawingml/2006/main" r:embed="R86f601b7a0a44361">
            <a:alphaModFix/>
          </a:blip>
          <a:stretch xmlns:a="http://schemas.openxmlformats.org/drawingml/2006/main">
            <a:fillRect l="0" t="0" r="0" b="0"/>
          </a:stretch>
        </p:blipFill>
        <p:spPr>
          <a:xfrm xmlns:a="http://schemas.openxmlformats.org/drawingml/2006/main">
            <a:off x="228600" y="4836074"/>
            <a:ext cx="153925" cy="153925"/>
          </a:xfrm>
          <a:prstGeom xmlns:a="http://schemas.openxmlformats.org/drawingml/2006/main" prst="rect">
            <a:avLst/>
          </a:prstGeom>
          <a:ln xmlns:a="http://schemas.openxmlformats.org/drawingml/2006/main">
            <a:noFill/>
          </a:ln>
        </p:spPr>
      </p:pic>
    </p:spTree>
  </p:cSld>
</p:sldLayout>
</file>

<file path=ppt/slideLayouts/slideLayout107.xml><?xml version="1.0" encoding="utf-8"?>
<p:sldLayout xmlns:p="http://schemas.openxmlformats.org/presentationml/2006/main" matchingName="Content - 4 text box">
  <p:cSld name="Title + 4 columns_1">
    <p:spTree>
      <p:nvGrpSpPr>
        <p:cNvPr id="1" name=""/>
        <p:cNvGrpSpPr/>
        <p:nvPr/>
      </p:nvGrpSpPr>
      <p:grpSpPr>
        <a:xfrm xmlns:a="http://schemas.openxmlformats.org/drawingml/2006/main"/>
      </p:grpSpPr>
      <p:sp>
        <p:nvSpPr>
          <p:cNvPr id="774" name="Google Shape;774;p109">
            <a:extLst xmlns:a="http://schemas.openxmlformats.org/drawingml/2006/main">
              <a:ext uri="{FF2B5EF4-FFF2-40B4-BE49-F238E27FC236}">
                <a16:creationId xmlns:a16="http://schemas.microsoft.com/office/drawing/2014/main" id="{15463E26-09FA-45F7-AAC2-84EA91746986}"/>
              </a:ext>
            </a:extLst>
          </p:cNvPr>
          <p:cNvSpPr>
            <a:spLocks xmlns:a="http://schemas.openxmlformats.org/drawingml/2006/main" noGrp="1"/>
          </p:cNvSpPr>
          <p:nvPr>
            <p:ph type="body" idx="1"/>
          </p:nvPr>
        </p:nvSpPr>
        <p:spPr>
          <a:xfrm xmlns:a="http://schemas.openxmlformats.org/drawingml/2006/main">
            <a:off x="201378" y="164051"/>
            <a:ext cx="1948200" cy="160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noAutofit/>
          </a:bodyPr>
          <a:lstStyle xmlns:a="http://schemas.openxmlformats.org/drawingml/2006/main">
            <a:lvl1pPr marL="457200" indent="-228600" algn="l">
              <a:lnSpc>
                <a:spcPct val="90000"/>
              </a:lnSpc>
              <a:spcBef>
                <a:spcPts val="375"/>
              </a:spcBef>
              <a:spcAft>
                <a:spcPts val="0"/>
              </a:spcAft>
              <a:buClr>
                <a:schemeClr val="dk2"/>
              </a:buClr>
              <a:buSzPts val="750"/>
              <a:buFont typeface="Arial"/>
              <a:buNone/>
              <a:defRPr sz="750">
                <a:solidFill>
                  <a:schemeClr val="dk2"/>
                </a:solidFill>
              </a:defRPr>
            </a:lvl1pPr>
            <a:lvl2pPr marL="914400" indent="-271463" algn="l">
              <a:lnSpc>
                <a:spcPct val="90000"/>
              </a:lnSpc>
              <a:spcBef>
                <a:spcPts val="1200"/>
              </a:spcBef>
              <a:spcAft>
                <a:spcPts val="0"/>
              </a:spcAft>
              <a:buClr>
                <a:schemeClr val="dk1"/>
              </a:buClr>
              <a:buSzPts val="675"/>
              <a:buChar char="○"/>
              <a:defRPr sz="900"/>
            </a:lvl2pPr>
            <a:lvl3pPr marL="1371600" indent="-271463" algn="l">
              <a:lnSpc>
                <a:spcPct val="90000"/>
              </a:lnSpc>
              <a:spcBef>
                <a:spcPts val="1200"/>
              </a:spcBef>
              <a:spcAft>
                <a:spcPts val="0"/>
              </a:spcAft>
              <a:buClr>
                <a:schemeClr val="dk1"/>
              </a:buClr>
              <a:buSzPts val="675"/>
              <a:buChar char="■"/>
              <a:defRPr sz="750"/>
            </a:lvl3pPr>
            <a:lvl4pPr marL="1828800" indent="-271463" algn="l">
              <a:lnSpc>
                <a:spcPct val="90000"/>
              </a:lnSpc>
              <a:spcBef>
                <a:spcPts val="1200"/>
              </a:spcBef>
              <a:spcAft>
                <a:spcPts val="0"/>
              </a:spcAft>
              <a:buClr>
                <a:schemeClr val="dk1"/>
              </a:buClr>
              <a:buSzPts val="675"/>
              <a:buChar char="●"/>
              <a:defRPr sz="675"/>
            </a:lvl4pPr>
            <a:lvl5pPr marL="2286000" indent="-271463" algn="l">
              <a:lnSpc>
                <a:spcPct val="90000"/>
              </a:lnSpc>
              <a:spcBef>
                <a:spcPts val="1200"/>
              </a:spcBef>
              <a:spcAft>
                <a:spcPts val="0"/>
              </a:spcAft>
              <a:buClr>
                <a:schemeClr val="dk1"/>
              </a:buClr>
              <a:buSzPts val="675"/>
              <a:buChar char="○"/>
              <a:defRPr sz="675"/>
            </a:lvl5pPr>
            <a:lvl6pPr marL="2743200" indent="-271463" algn="l">
              <a:lnSpc>
                <a:spcPct val="90000"/>
              </a:lnSpc>
              <a:spcBef>
                <a:spcPts val="1200"/>
              </a:spcBef>
              <a:spcAft>
                <a:spcPts val="0"/>
              </a:spcAft>
              <a:buClr>
                <a:schemeClr val="dk1"/>
              </a:buClr>
              <a:buSzPts val="675"/>
              <a:buChar char="■"/>
              <a:defRPr sz="675"/>
            </a:lvl6pPr>
            <a:lvl7pPr marL="3200400" indent="-271463" algn="l">
              <a:lnSpc>
                <a:spcPct val="90000"/>
              </a:lnSpc>
              <a:spcBef>
                <a:spcPts val="1200"/>
              </a:spcBef>
              <a:spcAft>
                <a:spcPts val="0"/>
              </a:spcAft>
              <a:buClr>
                <a:schemeClr val="dk1"/>
              </a:buClr>
              <a:buSzPts val="675"/>
              <a:buChar char="●"/>
              <a:defRPr sz="675"/>
            </a:lvl7pPr>
            <a:lvl8pPr marL="3657600" indent="-271463" algn="l">
              <a:lnSpc>
                <a:spcPct val="90000"/>
              </a:lnSpc>
              <a:spcBef>
                <a:spcPts val="1200"/>
              </a:spcBef>
              <a:spcAft>
                <a:spcPts val="0"/>
              </a:spcAft>
              <a:buClr>
                <a:schemeClr val="dk1"/>
              </a:buClr>
              <a:buSzPts val="675"/>
              <a:buChar char="○"/>
              <a:defRPr sz="675"/>
            </a:lvl8pPr>
            <a:lvl9pPr marL="4114800" indent="-271463" algn="l">
              <a:lnSpc>
                <a:spcPct val="90000"/>
              </a:lnSpc>
              <a:spcBef>
                <a:spcPts val="1200"/>
              </a:spcBef>
              <a:spcAft>
                <a:spcPts val="1200"/>
              </a:spcAft>
              <a:buClr>
                <a:schemeClr val="dk1"/>
              </a:buClr>
              <a:buSzPts val="675"/>
              <a:buChar char="■"/>
              <a:defRPr sz="675"/>
            </a:lvl9pPr>
          </a:lstStyle>
          <a:p xmlns:a="http://schemas.openxmlformats.org/drawingml/2006/main"/>
        </p:txBody>
      </p:sp>
      <p:sp>
        <p:nvSpPr>
          <p:cNvPr id="775" name="Google Shape;775;p109">
            <a:extLst xmlns:a="http://schemas.openxmlformats.org/drawingml/2006/main">
              <a:ext uri="{FF2B5EF4-FFF2-40B4-BE49-F238E27FC236}">
                <a16:creationId xmlns:a16="http://schemas.microsoft.com/office/drawing/2014/main" id="{29542420-BC5C-4281-A307-F31F49524731}"/>
              </a:ext>
            </a:extLst>
          </p:cNvPr>
          <p:cNvSpPr>
            <a:spLocks xmlns:a="http://schemas.openxmlformats.org/drawingml/2006/main" noGrp="1"/>
          </p:cNvSpPr>
          <p:nvPr>
            <p:ph type="title" idx="0"/>
          </p:nvPr>
        </p:nvSpPr>
        <p:spPr>
          <a:xfrm xmlns:a="http://schemas.openxmlformats.org/drawingml/2006/main">
            <a:off x="201378" y="295836"/>
            <a:ext cx="2334600" cy="657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noAutofit/>
          </a:bodyPr>
          <a:lstStyle xmlns:a="http://schemas.openxmlformats.org/drawingml/2006/main">
            <a:lvl1pPr algn="l">
              <a:lnSpc>
                <a:spcPct val="90000"/>
              </a:lnSpc>
              <a:spcBef>
                <a:spcPts val="0"/>
              </a:spcBef>
              <a:spcAft>
                <a:spcPts val="0"/>
              </a:spcAft>
              <a:buClr>
                <a:schemeClr val="dk1"/>
              </a:buClr>
              <a:buSzPts val="2250"/>
              <a:buFont typeface="Arial"/>
              <a:buNone/>
              <a:defRPr sz="2250"/>
            </a:lvl1pPr>
            <a:lvl2pPr>
              <a:spcBef>
                <a:spcPts val="0"/>
              </a:spcBef>
              <a:spcAft>
                <a:spcPts val="0"/>
              </a:spcAft>
              <a:buSzPts val="525"/>
              <a:buNone/>
              <a:defRPr sz="675"/>
            </a:lvl2pPr>
            <a:lvl3pPr>
              <a:spcBef>
                <a:spcPts val="0"/>
              </a:spcBef>
              <a:spcAft>
                <a:spcPts val="0"/>
              </a:spcAft>
              <a:buSzPts val="525"/>
              <a:buNone/>
              <a:defRPr sz="675"/>
            </a:lvl3pPr>
            <a:lvl4pPr>
              <a:spcBef>
                <a:spcPts val="0"/>
              </a:spcBef>
              <a:spcAft>
                <a:spcPts val="0"/>
              </a:spcAft>
              <a:buSzPts val="525"/>
              <a:buNone/>
              <a:defRPr sz="675"/>
            </a:lvl4pPr>
            <a:lvl5pPr>
              <a:spcBef>
                <a:spcPts val="0"/>
              </a:spcBef>
              <a:spcAft>
                <a:spcPts val="0"/>
              </a:spcAft>
              <a:buSzPts val="525"/>
              <a:buNone/>
              <a:defRPr sz="675"/>
            </a:lvl5pPr>
            <a:lvl6pPr>
              <a:spcBef>
                <a:spcPts val="0"/>
              </a:spcBef>
              <a:spcAft>
                <a:spcPts val="0"/>
              </a:spcAft>
              <a:buSzPts val="525"/>
              <a:buNone/>
              <a:defRPr sz="675"/>
            </a:lvl6pPr>
            <a:lvl7pPr>
              <a:spcBef>
                <a:spcPts val="0"/>
              </a:spcBef>
              <a:spcAft>
                <a:spcPts val="0"/>
              </a:spcAft>
              <a:buSzPts val="525"/>
              <a:buNone/>
              <a:defRPr sz="675"/>
            </a:lvl7pPr>
            <a:lvl8pPr>
              <a:spcBef>
                <a:spcPts val="0"/>
              </a:spcBef>
              <a:spcAft>
                <a:spcPts val="0"/>
              </a:spcAft>
              <a:buSzPts val="525"/>
              <a:buNone/>
              <a:defRPr sz="675"/>
            </a:lvl8pPr>
            <a:lvl9pPr>
              <a:spcBef>
                <a:spcPts val="0"/>
              </a:spcBef>
              <a:spcAft>
                <a:spcPts val="0"/>
              </a:spcAft>
              <a:buSzPts val="525"/>
              <a:buNone/>
              <a:defRPr sz="675"/>
            </a:lvl9pPr>
          </a:lstStyle>
          <a:p xmlns:a="http://schemas.openxmlformats.org/drawingml/2006/main"/>
        </p:txBody>
      </p:sp>
      <p:sp>
        <p:nvSpPr>
          <p:cNvPr id="776" name="Google Shape;776;p109">
            <a:extLst xmlns:a="http://schemas.openxmlformats.org/drawingml/2006/main">
              <a:ext uri="{FF2B5EF4-FFF2-40B4-BE49-F238E27FC236}">
                <a16:creationId xmlns:a16="http://schemas.microsoft.com/office/drawing/2014/main" id="{E73FE962-E8CE-4CDB-A234-41CBDFF41D6A}"/>
              </a:ext>
            </a:extLst>
          </p:cNvPr>
          <p:cNvSpPr>
            <a:spLocks xmlns:a="http://schemas.openxmlformats.org/drawingml/2006/main" noGrp="1"/>
          </p:cNvSpPr>
          <p:nvPr>
            <p:ph type="body" idx="2"/>
          </p:nvPr>
        </p:nvSpPr>
        <p:spPr>
          <a:xfrm xmlns:a="http://schemas.openxmlformats.org/drawingml/2006/main">
            <a:off x="201378" y="1907550"/>
            <a:ext cx="2002200" cy="1451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spAutoFit/>
          </a:bodyPr>
          <a:lstStyle xmlns:a="http://schemas.openxmlformats.org/drawingml/2006/main">
            <a:lvl1pPr marL="457200" indent="-228600" algn="l">
              <a:lnSpc>
                <a:spcPct val="110000"/>
              </a:lnSpc>
              <a:spcBef>
                <a:spcPts val="0"/>
              </a:spcBef>
              <a:spcAft>
                <a:spcPts val="0"/>
              </a:spcAft>
              <a:buClr>
                <a:schemeClr val="dk1"/>
              </a:buClr>
              <a:buSzPts val="900"/>
              <a:buFont typeface="Arial"/>
              <a:buNone/>
              <a:defRPr sz="900">
                <a:solidFill>
                  <a:schemeClr val="dk1"/>
                </a:solidFill>
              </a:defRPr>
            </a:lvl1pPr>
            <a:lvl2pPr marL="914400" indent="-228600" algn="l">
              <a:lnSpc>
                <a:spcPct val="90000"/>
              </a:lnSpc>
              <a:spcBef>
                <a:spcPts val="225"/>
              </a:spcBef>
              <a:spcAft>
                <a:spcPts val="0"/>
              </a:spcAft>
              <a:buClr>
                <a:schemeClr val="dk1"/>
              </a:buClr>
              <a:buSzPts val="525"/>
              <a:buNone/>
              <a:defRPr sz="525"/>
            </a:lvl2pPr>
            <a:lvl3pPr marL="1371600" indent="-228600" algn="l">
              <a:lnSpc>
                <a:spcPct val="90000"/>
              </a:lnSpc>
              <a:spcBef>
                <a:spcPts val="1200"/>
              </a:spcBef>
              <a:spcAft>
                <a:spcPts val="0"/>
              </a:spcAft>
              <a:buClr>
                <a:schemeClr val="dk1"/>
              </a:buClr>
              <a:buSzPts val="450"/>
              <a:buNone/>
              <a:defRPr sz="450"/>
            </a:lvl3pPr>
            <a:lvl4pPr marL="1828800" indent="-228600" algn="l">
              <a:lnSpc>
                <a:spcPct val="90000"/>
              </a:lnSpc>
              <a:spcBef>
                <a:spcPts val="1200"/>
              </a:spcBef>
              <a:spcAft>
                <a:spcPts val="0"/>
              </a:spcAft>
              <a:buClr>
                <a:schemeClr val="dk1"/>
              </a:buClr>
              <a:buSzPts val="375"/>
              <a:buNone/>
              <a:defRPr sz="375"/>
            </a:lvl4pPr>
            <a:lvl5pPr marL="2286000" indent="-228600" algn="l">
              <a:lnSpc>
                <a:spcPct val="90000"/>
              </a:lnSpc>
              <a:spcBef>
                <a:spcPts val="1200"/>
              </a:spcBef>
              <a:spcAft>
                <a:spcPts val="0"/>
              </a:spcAft>
              <a:buClr>
                <a:schemeClr val="dk1"/>
              </a:buClr>
              <a:buSzPts val="375"/>
              <a:buNone/>
              <a:defRPr sz="375"/>
            </a:lvl5pPr>
            <a:lvl6pPr marL="2743200" indent="-228600" algn="l">
              <a:lnSpc>
                <a:spcPct val="90000"/>
              </a:lnSpc>
              <a:spcBef>
                <a:spcPts val="1200"/>
              </a:spcBef>
              <a:spcAft>
                <a:spcPts val="0"/>
              </a:spcAft>
              <a:buClr>
                <a:schemeClr val="dk1"/>
              </a:buClr>
              <a:buSzPts val="375"/>
              <a:buNone/>
              <a:defRPr sz="375"/>
            </a:lvl6pPr>
            <a:lvl7pPr marL="3200400" indent="-228600" algn="l">
              <a:lnSpc>
                <a:spcPct val="90000"/>
              </a:lnSpc>
              <a:spcBef>
                <a:spcPts val="1200"/>
              </a:spcBef>
              <a:spcAft>
                <a:spcPts val="0"/>
              </a:spcAft>
              <a:buClr>
                <a:schemeClr val="dk1"/>
              </a:buClr>
              <a:buSzPts val="375"/>
              <a:buNone/>
              <a:defRPr sz="375"/>
            </a:lvl7pPr>
            <a:lvl8pPr marL="3657600" indent="-228600" algn="l">
              <a:lnSpc>
                <a:spcPct val="90000"/>
              </a:lnSpc>
              <a:spcBef>
                <a:spcPts val="1200"/>
              </a:spcBef>
              <a:spcAft>
                <a:spcPts val="0"/>
              </a:spcAft>
              <a:buClr>
                <a:schemeClr val="dk1"/>
              </a:buClr>
              <a:buSzPts val="375"/>
              <a:buNone/>
              <a:defRPr sz="375"/>
            </a:lvl8pPr>
            <a:lvl9pPr marL="4114800" indent="-228600" algn="l">
              <a:lnSpc>
                <a:spcPct val="90000"/>
              </a:lnSpc>
              <a:spcBef>
                <a:spcPts val="1200"/>
              </a:spcBef>
              <a:spcAft>
                <a:spcPts val="1200"/>
              </a:spcAft>
              <a:buClr>
                <a:schemeClr val="dk1"/>
              </a:buClr>
              <a:buSzPts val="375"/>
              <a:buNone/>
              <a:defRPr sz="375"/>
            </a:lvl9pPr>
          </a:lstStyle>
          <a:p xmlns:a="http://schemas.openxmlformats.org/drawingml/2006/main"/>
        </p:txBody>
      </p:sp>
      <p:sp>
        <p:nvSpPr>
          <p:cNvPr id="777" name="Google Shape;777;p109">
            <a:extLst xmlns:a="http://schemas.openxmlformats.org/drawingml/2006/main">
              <a:ext uri="{FF2B5EF4-FFF2-40B4-BE49-F238E27FC236}">
                <a16:creationId xmlns:a16="http://schemas.microsoft.com/office/drawing/2014/main" id="{6574C51B-5004-4113-9CE0-BF553A773615}"/>
              </a:ext>
            </a:extLst>
          </p:cNvPr>
          <p:cNvSpPr>
            <a:spLocks xmlns:a="http://schemas.openxmlformats.org/drawingml/2006/main" noGrp="1"/>
          </p:cNvSpPr>
          <p:nvPr>
            <p:ph type="body" idx="3"/>
          </p:nvPr>
        </p:nvSpPr>
        <p:spPr>
          <a:xfrm xmlns:a="http://schemas.openxmlformats.org/drawingml/2006/main">
            <a:off x="2447039" y="1907550"/>
            <a:ext cx="2002200" cy="1451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spAutoFit/>
          </a:bodyPr>
          <a:lstStyle xmlns:a="http://schemas.openxmlformats.org/drawingml/2006/main">
            <a:lvl1pPr marL="457200" indent="-228600" algn="l">
              <a:lnSpc>
                <a:spcPct val="110000"/>
              </a:lnSpc>
              <a:spcBef>
                <a:spcPts val="0"/>
              </a:spcBef>
              <a:spcAft>
                <a:spcPts val="0"/>
              </a:spcAft>
              <a:buClr>
                <a:schemeClr val="dk1"/>
              </a:buClr>
              <a:buSzPts val="900"/>
              <a:buFont typeface="Arial"/>
              <a:buNone/>
              <a:defRPr sz="900">
                <a:solidFill>
                  <a:schemeClr val="dk1"/>
                </a:solidFill>
              </a:defRPr>
            </a:lvl1pPr>
            <a:lvl2pPr marL="914400" indent="-228600" algn="l">
              <a:lnSpc>
                <a:spcPct val="90000"/>
              </a:lnSpc>
              <a:spcBef>
                <a:spcPts val="225"/>
              </a:spcBef>
              <a:spcAft>
                <a:spcPts val="0"/>
              </a:spcAft>
              <a:buClr>
                <a:schemeClr val="dk1"/>
              </a:buClr>
              <a:buSzPts val="525"/>
              <a:buNone/>
              <a:defRPr sz="525"/>
            </a:lvl2pPr>
            <a:lvl3pPr marL="1371600" indent="-228600" algn="l">
              <a:lnSpc>
                <a:spcPct val="90000"/>
              </a:lnSpc>
              <a:spcBef>
                <a:spcPts val="1200"/>
              </a:spcBef>
              <a:spcAft>
                <a:spcPts val="0"/>
              </a:spcAft>
              <a:buClr>
                <a:schemeClr val="dk1"/>
              </a:buClr>
              <a:buSzPts val="450"/>
              <a:buNone/>
              <a:defRPr sz="450"/>
            </a:lvl3pPr>
            <a:lvl4pPr marL="1828800" indent="-228600" algn="l">
              <a:lnSpc>
                <a:spcPct val="90000"/>
              </a:lnSpc>
              <a:spcBef>
                <a:spcPts val="1200"/>
              </a:spcBef>
              <a:spcAft>
                <a:spcPts val="0"/>
              </a:spcAft>
              <a:buClr>
                <a:schemeClr val="dk1"/>
              </a:buClr>
              <a:buSzPts val="375"/>
              <a:buNone/>
              <a:defRPr sz="375"/>
            </a:lvl4pPr>
            <a:lvl5pPr marL="2286000" indent="-228600" algn="l">
              <a:lnSpc>
                <a:spcPct val="90000"/>
              </a:lnSpc>
              <a:spcBef>
                <a:spcPts val="1200"/>
              </a:spcBef>
              <a:spcAft>
                <a:spcPts val="0"/>
              </a:spcAft>
              <a:buClr>
                <a:schemeClr val="dk1"/>
              </a:buClr>
              <a:buSzPts val="375"/>
              <a:buNone/>
              <a:defRPr sz="375"/>
            </a:lvl5pPr>
            <a:lvl6pPr marL="2743200" indent="-228600" algn="l">
              <a:lnSpc>
                <a:spcPct val="90000"/>
              </a:lnSpc>
              <a:spcBef>
                <a:spcPts val="1200"/>
              </a:spcBef>
              <a:spcAft>
                <a:spcPts val="0"/>
              </a:spcAft>
              <a:buClr>
                <a:schemeClr val="dk1"/>
              </a:buClr>
              <a:buSzPts val="375"/>
              <a:buNone/>
              <a:defRPr sz="375"/>
            </a:lvl6pPr>
            <a:lvl7pPr marL="3200400" indent="-228600" algn="l">
              <a:lnSpc>
                <a:spcPct val="90000"/>
              </a:lnSpc>
              <a:spcBef>
                <a:spcPts val="1200"/>
              </a:spcBef>
              <a:spcAft>
                <a:spcPts val="0"/>
              </a:spcAft>
              <a:buClr>
                <a:schemeClr val="dk1"/>
              </a:buClr>
              <a:buSzPts val="375"/>
              <a:buNone/>
              <a:defRPr sz="375"/>
            </a:lvl7pPr>
            <a:lvl8pPr marL="3657600" indent="-228600" algn="l">
              <a:lnSpc>
                <a:spcPct val="90000"/>
              </a:lnSpc>
              <a:spcBef>
                <a:spcPts val="1200"/>
              </a:spcBef>
              <a:spcAft>
                <a:spcPts val="0"/>
              </a:spcAft>
              <a:buClr>
                <a:schemeClr val="dk1"/>
              </a:buClr>
              <a:buSzPts val="375"/>
              <a:buNone/>
              <a:defRPr sz="375"/>
            </a:lvl8pPr>
            <a:lvl9pPr marL="4114800" indent="-228600" algn="l">
              <a:lnSpc>
                <a:spcPct val="90000"/>
              </a:lnSpc>
              <a:spcBef>
                <a:spcPts val="1200"/>
              </a:spcBef>
              <a:spcAft>
                <a:spcPts val="1200"/>
              </a:spcAft>
              <a:buClr>
                <a:schemeClr val="dk1"/>
              </a:buClr>
              <a:buSzPts val="375"/>
              <a:buNone/>
              <a:defRPr sz="375"/>
            </a:lvl9pPr>
          </a:lstStyle>
          <a:p xmlns:a="http://schemas.openxmlformats.org/drawingml/2006/main"/>
        </p:txBody>
      </p:sp>
      <p:sp>
        <p:nvSpPr>
          <p:cNvPr id="778" name="Google Shape;778;p109">
            <a:extLst xmlns:a="http://schemas.openxmlformats.org/drawingml/2006/main">
              <a:ext uri="{FF2B5EF4-FFF2-40B4-BE49-F238E27FC236}">
                <a16:creationId xmlns:a16="http://schemas.microsoft.com/office/drawing/2014/main" id="{804A8518-95DE-4869-832E-EEBA033FE881}"/>
              </a:ext>
            </a:extLst>
          </p:cNvPr>
          <p:cNvSpPr>
            <a:spLocks xmlns:a="http://schemas.openxmlformats.org/drawingml/2006/main" noGrp="1"/>
          </p:cNvSpPr>
          <p:nvPr>
            <p:ph type="body" idx="4"/>
          </p:nvPr>
        </p:nvSpPr>
        <p:spPr>
          <a:xfrm xmlns:a="http://schemas.openxmlformats.org/drawingml/2006/main">
            <a:off x="4692700" y="1907550"/>
            <a:ext cx="2002200" cy="1451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spAutoFit/>
          </a:bodyPr>
          <a:lstStyle xmlns:a="http://schemas.openxmlformats.org/drawingml/2006/main">
            <a:lvl1pPr marL="457200" indent="-228600" algn="l">
              <a:lnSpc>
                <a:spcPct val="110000"/>
              </a:lnSpc>
              <a:spcBef>
                <a:spcPts val="0"/>
              </a:spcBef>
              <a:spcAft>
                <a:spcPts val="0"/>
              </a:spcAft>
              <a:buClr>
                <a:schemeClr val="dk1"/>
              </a:buClr>
              <a:buSzPts val="900"/>
              <a:buFont typeface="Arial"/>
              <a:buNone/>
              <a:defRPr sz="900">
                <a:solidFill>
                  <a:schemeClr val="dk1"/>
                </a:solidFill>
              </a:defRPr>
            </a:lvl1pPr>
            <a:lvl2pPr marL="914400" indent="-228600" algn="l">
              <a:lnSpc>
                <a:spcPct val="90000"/>
              </a:lnSpc>
              <a:spcBef>
                <a:spcPts val="225"/>
              </a:spcBef>
              <a:spcAft>
                <a:spcPts val="0"/>
              </a:spcAft>
              <a:buClr>
                <a:schemeClr val="dk1"/>
              </a:buClr>
              <a:buSzPts val="525"/>
              <a:buNone/>
              <a:defRPr sz="525"/>
            </a:lvl2pPr>
            <a:lvl3pPr marL="1371600" indent="-228600" algn="l">
              <a:lnSpc>
                <a:spcPct val="90000"/>
              </a:lnSpc>
              <a:spcBef>
                <a:spcPts val="1200"/>
              </a:spcBef>
              <a:spcAft>
                <a:spcPts val="0"/>
              </a:spcAft>
              <a:buClr>
                <a:schemeClr val="dk1"/>
              </a:buClr>
              <a:buSzPts val="450"/>
              <a:buNone/>
              <a:defRPr sz="450"/>
            </a:lvl3pPr>
            <a:lvl4pPr marL="1828800" indent="-228600" algn="l">
              <a:lnSpc>
                <a:spcPct val="90000"/>
              </a:lnSpc>
              <a:spcBef>
                <a:spcPts val="1200"/>
              </a:spcBef>
              <a:spcAft>
                <a:spcPts val="0"/>
              </a:spcAft>
              <a:buClr>
                <a:schemeClr val="dk1"/>
              </a:buClr>
              <a:buSzPts val="375"/>
              <a:buNone/>
              <a:defRPr sz="375"/>
            </a:lvl4pPr>
            <a:lvl5pPr marL="2286000" indent="-228600" algn="l">
              <a:lnSpc>
                <a:spcPct val="90000"/>
              </a:lnSpc>
              <a:spcBef>
                <a:spcPts val="1200"/>
              </a:spcBef>
              <a:spcAft>
                <a:spcPts val="0"/>
              </a:spcAft>
              <a:buClr>
                <a:schemeClr val="dk1"/>
              </a:buClr>
              <a:buSzPts val="375"/>
              <a:buNone/>
              <a:defRPr sz="375"/>
            </a:lvl5pPr>
            <a:lvl6pPr marL="2743200" indent="-228600" algn="l">
              <a:lnSpc>
                <a:spcPct val="90000"/>
              </a:lnSpc>
              <a:spcBef>
                <a:spcPts val="1200"/>
              </a:spcBef>
              <a:spcAft>
                <a:spcPts val="0"/>
              </a:spcAft>
              <a:buClr>
                <a:schemeClr val="dk1"/>
              </a:buClr>
              <a:buSzPts val="375"/>
              <a:buNone/>
              <a:defRPr sz="375"/>
            </a:lvl6pPr>
            <a:lvl7pPr marL="3200400" indent="-228600" algn="l">
              <a:lnSpc>
                <a:spcPct val="90000"/>
              </a:lnSpc>
              <a:spcBef>
                <a:spcPts val="1200"/>
              </a:spcBef>
              <a:spcAft>
                <a:spcPts val="0"/>
              </a:spcAft>
              <a:buClr>
                <a:schemeClr val="dk1"/>
              </a:buClr>
              <a:buSzPts val="375"/>
              <a:buNone/>
              <a:defRPr sz="375"/>
            </a:lvl7pPr>
            <a:lvl8pPr marL="3657600" indent="-228600" algn="l">
              <a:lnSpc>
                <a:spcPct val="90000"/>
              </a:lnSpc>
              <a:spcBef>
                <a:spcPts val="1200"/>
              </a:spcBef>
              <a:spcAft>
                <a:spcPts val="0"/>
              </a:spcAft>
              <a:buClr>
                <a:schemeClr val="dk1"/>
              </a:buClr>
              <a:buSzPts val="375"/>
              <a:buNone/>
              <a:defRPr sz="375"/>
            </a:lvl8pPr>
            <a:lvl9pPr marL="4114800" indent="-228600" algn="l">
              <a:lnSpc>
                <a:spcPct val="90000"/>
              </a:lnSpc>
              <a:spcBef>
                <a:spcPts val="1200"/>
              </a:spcBef>
              <a:spcAft>
                <a:spcPts val="1200"/>
              </a:spcAft>
              <a:buClr>
                <a:schemeClr val="dk1"/>
              </a:buClr>
              <a:buSzPts val="375"/>
              <a:buNone/>
              <a:defRPr sz="375"/>
            </a:lvl9pPr>
          </a:lstStyle>
          <a:p xmlns:a="http://schemas.openxmlformats.org/drawingml/2006/main"/>
        </p:txBody>
      </p:sp>
      <p:sp>
        <p:nvSpPr>
          <p:cNvPr id="779" name="Google Shape;779;p109">
            <a:extLst xmlns:a="http://schemas.openxmlformats.org/drawingml/2006/main">
              <a:ext uri="{FF2B5EF4-FFF2-40B4-BE49-F238E27FC236}">
                <a16:creationId xmlns:a16="http://schemas.microsoft.com/office/drawing/2014/main" id="{B0CCAB9C-1A2F-4ADA-B89C-02F636EA3B35}"/>
              </a:ext>
            </a:extLst>
          </p:cNvPr>
          <p:cNvSpPr>
            <a:spLocks xmlns:a="http://schemas.openxmlformats.org/drawingml/2006/main" noGrp="1"/>
          </p:cNvSpPr>
          <p:nvPr>
            <p:ph type="body" idx="5"/>
          </p:nvPr>
        </p:nvSpPr>
        <p:spPr>
          <a:xfrm xmlns:a="http://schemas.openxmlformats.org/drawingml/2006/main">
            <a:off x="6938361" y="1907550"/>
            <a:ext cx="2002200" cy="1451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spAutoFit/>
          </a:bodyPr>
          <a:lstStyle xmlns:a="http://schemas.openxmlformats.org/drawingml/2006/main">
            <a:lvl1pPr marL="457200" indent="-228600" algn="l">
              <a:lnSpc>
                <a:spcPct val="110000"/>
              </a:lnSpc>
              <a:spcBef>
                <a:spcPts val="0"/>
              </a:spcBef>
              <a:spcAft>
                <a:spcPts val="0"/>
              </a:spcAft>
              <a:buClr>
                <a:schemeClr val="dk1"/>
              </a:buClr>
              <a:buSzPts val="900"/>
              <a:buFont typeface="Arial"/>
              <a:buNone/>
              <a:defRPr sz="900">
                <a:solidFill>
                  <a:schemeClr val="dk1"/>
                </a:solidFill>
              </a:defRPr>
            </a:lvl1pPr>
            <a:lvl2pPr marL="914400" indent="-228600" algn="l">
              <a:lnSpc>
                <a:spcPct val="90000"/>
              </a:lnSpc>
              <a:spcBef>
                <a:spcPts val="225"/>
              </a:spcBef>
              <a:spcAft>
                <a:spcPts val="0"/>
              </a:spcAft>
              <a:buClr>
                <a:schemeClr val="dk1"/>
              </a:buClr>
              <a:buSzPts val="525"/>
              <a:buNone/>
              <a:defRPr sz="525"/>
            </a:lvl2pPr>
            <a:lvl3pPr marL="1371600" indent="-228600" algn="l">
              <a:lnSpc>
                <a:spcPct val="90000"/>
              </a:lnSpc>
              <a:spcBef>
                <a:spcPts val="1200"/>
              </a:spcBef>
              <a:spcAft>
                <a:spcPts val="0"/>
              </a:spcAft>
              <a:buClr>
                <a:schemeClr val="dk1"/>
              </a:buClr>
              <a:buSzPts val="450"/>
              <a:buNone/>
              <a:defRPr sz="450"/>
            </a:lvl3pPr>
            <a:lvl4pPr marL="1828800" indent="-228600" algn="l">
              <a:lnSpc>
                <a:spcPct val="90000"/>
              </a:lnSpc>
              <a:spcBef>
                <a:spcPts val="1200"/>
              </a:spcBef>
              <a:spcAft>
                <a:spcPts val="0"/>
              </a:spcAft>
              <a:buClr>
                <a:schemeClr val="dk1"/>
              </a:buClr>
              <a:buSzPts val="375"/>
              <a:buNone/>
              <a:defRPr sz="375"/>
            </a:lvl4pPr>
            <a:lvl5pPr marL="2286000" indent="-228600" algn="l">
              <a:lnSpc>
                <a:spcPct val="90000"/>
              </a:lnSpc>
              <a:spcBef>
                <a:spcPts val="1200"/>
              </a:spcBef>
              <a:spcAft>
                <a:spcPts val="0"/>
              </a:spcAft>
              <a:buClr>
                <a:schemeClr val="dk1"/>
              </a:buClr>
              <a:buSzPts val="375"/>
              <a:buNone/>
              <a:defRPr sz="375"/>
            </a:lvl5pPr>
            <a:lvl6pPr marL="2743200" indent="-228600" algn="l">
              <a:lnSpc>
                <a:spcPct val="90000"/>
              </a:lnSpc>
              <a:spcBef>
                <a:spcPts val="1200"/>
              </a:spcBef>
              <a:spcAft>
                <a:spcPts val="0"/>
              </a:spcAft>
              <a:buClr>
                <a:schemeClr val="dk1"/>
              </a:buClr>
              <a:buSzPts val="375"/>
              <a:buNone/>
              <a:defRPr sz="375"/>
            </a:lvl6pPr>
            <a:lvl7pPr marL="3200400" indent="-228600" algn="l">
              <a:lnSpc>
                <a:spcPct val="90000"/>
              </a:lnSpc>
              <a:spcBef>
                <a:spcPts val="1200"/>
              </a:spcBef>
              <a:spcAft>
                <a:spcPts val="0"/>
              </a:spcAft>
              <a:buClr>
                <a:schemeClr val="dk1"/>
              </a:buClr>
              <a:buSzPts val="375"/>
              <a:buNone/>
              <a:defRPr sz="375"/>
            </a:lvl7pPr>
            <a:lvl8pPr marL="3657600" indent="-228600" algn="l">
              <a:lnSpc>
                <a:spcPct val="90000"/>
              </a:lnSpc>
              <a:spcBef>
                <a:spcPts val="1200"/>
              </a:spcBef>
              <a:spcAft>
                <a:spcPts val="0"/>
              </a:spcAft>
              <a:buClr>
                <a:schemeClr val="dk1"/>
              </a:buClr>
              <a:buSzPts val="375"/>
              <a:buNone/>
              <a:defRPr sz="375"/>
            </a:lvl8pPr>
            <a:lvl9pPr marL="4114800" indent="-228600" algn="l">
              <a:lnSpc>
                <a:spcPct val="90000"/>
              </a:lnSpc>
              <a:spcBef>
                <a:spcPts val="1200"/>
              </a:spcBef>
              <a:spcAft>
                <a:spcPts val="1200"/>
              </a:spcAft>
              <a:buClr>
                <a:schemeClr val="dk1"/>
              </a:buClr>
              <a:buSzPts val="375"/>
              <a:buNone/>
              <a:defRPr sz="375"/>
            </a:lvl9pPr>
          </a:lstStyle>
          <a:p xmlns:a="http://schemas.openxmlformats.org/drawingml/2006/main"/>
        </p:txBody>
      </p:sp>
      <p:pic>
        <p:nvPicPr>
          <p:cNvPr id="787" name="Google Shape;780;p109"/>
          <p:cNvPicPr>
            <a:picLocks xmlns:a="http://schemas.openxmlformats.org/drawingml/2006/main" noChangeAspect="1"/>
          </p:cNvPicPr>
          <p:nvPr/>
        </p:nvPicPr>
        <p:blipFill>
          <a:blip xmlns:r="http://schemas.openxmlformats.org/officeDocument/2006/relationships" xmlns:a="http://schemas.openxmlformats.org/drawingml/2006/main" r:embed="Rd947a44d787344b0">
            <a:alphaModFix/>
          </a:blip>
          <a:stretch xmlns:a="http://schemas.openxmlformats.org/drawingml/2006/main">
            <a:fillRect l="0" t="0" r="0" b="0"/>
          </a:stretch>
        </p:blipFill>
        <p:spPr>
          <a:xfrm xmlns:a="http://schemas.openxmlformats.org/drawingml/2006/main">
            <a:off x="228600" y="4836074"/>
            <a:ext cx="153925" cy="153925"/>
          </a:xfrm>
          <a:prstGeom xmlns:a="http://schemas.openxmlformats.org/drawingml/2006/main" prst="rect">
            <a:avLst/>
          </a:prstGeom>
          <a:ln xmlns:a="http://schemas.openxmlformats.org/drawingml/2006/main">
            <a:noFill/>
          </a:ln>
        </p:spPr>
      </p:pic>
    </p:spTree>
  </p:cSld>
</p:sldLayout>
</file>

<file path=ppt/slideLayouts/slideLayout108.xml><?xml version="1.0" encoding="utf-8"?>
<p:sldLayout xmlns:p="http://schemas.openxmlformats.org/presentationml/2006/main" matchingName="Content - 5 text box">
  <p:cSld name="Title + 5 columns_1">
    <p:spTree>
      <p:nvGrpSpPr>
        <p:cNvPr id="1" name=""/>
        <p:cNvGrpSpPr/>
        <p:nvPr/>
      </p:nvGrpSpPr>
      <p:grpSpPr>
        <a:xfrm xmlns:a="http://schemas.openxmlformats.org/drawingml/2006/main"/>
      </p:grpSpPr>
      <p:sp>
        <p:nvSpPr>
          <p:cNvPr id="782" name="Google Shape;782;p110">
            <a:extLst xmlns:a="http://schemas.openxmlformats.org/drawingml/2006/main">
              <a:ext uri="{FF2B5EF4-FFF2-40B4-BE49-F238E27FC236}">
                <a16:creationId xmlns:a16="http://schemas.microsoft.com/office/drawing/2014/main" id="{B0A70CAC-7ECE-4FAE-87F6-EE093638CB64}"/>
              </a:ext>
            </a:extLst>
          </p:cNvPr>
          <p:cNvSpPr>
            <a:spLocks xmlns:a="http://schemas.openxmlformats.org/drawingml/2006/main" noGrp="1"/>
          </p:cNvSpPr>
          <p:nvPr>
            <p:ph type="body" idx="1"/>
          </p:nvPr>
        </p:nvSpPr>
        <p:spPr>
          <a:xfrm xmlns:a="http://schemas.openxmlformats.org/drawingml/2006/main">
            <a:off x="201378" y="164051"/>
            <a:ext cx="1948200" cy="160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noAutofit/>
          </a:bodyPr>
          <a:lstStyle xmlns:a="http://schemas.openxmlformats.org/drawingml/2006/main">
            <a:lvl1pPr marL="457200" indent="-228600" algn="l">
              <a:lnSpc>
                <a:spcPct val="90000"/>
              </a:lnSpc>
              <a:spcBef>
                <a:spcPts val="375"/>
              </a:spcBef>
              <a:spcAft>
                <a:spcPts val="0"/>
              </a:spcAft>
              <a:buClr>
                <a:schemeClr val="dk2"/>
              </a:buClr>
              <a:buSzPts val="750"/>
              <a:buFont typeface="Arial"/>
              <a:buNone/>
              <a:defRPr sz="750">
                <a:solidFill>
                  <a:schemeClr val="dk2"/>
                </a:solidFill>
              </a:defRPr>
            </a:lvl1pPr>
            <a:lvl2pPr marL="914400" indent="-271463" algn="l">
              <a:lnSpc>
                <a:spcPct val="90000"/>
              </a:lnSpc>
              <a:spcBef>
                <a:spcPts val="1200"/>
              </a:spcBef>
              <a:spcAft>
                <a:spcPts val="0"/>
              </a:spcAft>
              <a:buClr>
                <a:schemeClr val="dk1"/>
              </a:buClr>
              <a:buSzPts val="675"/>
              <a:buChar char="○"/>
              <a:defRPr sz="900"/>
            </a:lvl2pPr>
            <a:lvl3pPr marL="1371600" indent="-271463" algn="l">
              <a:lnSpc>
                <a:spcPct val="90000"/>
              </a:lnSpc>
              <a:spcBef>
                <a:spcPts val="1200"/>
              </a:spcBef>
              <a:spcAft>
                <a:spcPts val="0"/>
              </a:spcAft>
              <a:buClr>
                <a:schemeClr val="dk1"/>
              </a:buClr>
              <a:buSzPts val="675"/>
              <a:buChar char="■"/>
              <a:defRPr sz="750"/>
            </a:lvl3pPr>
            <a:lvl4pPr marL="1828800" indent="-271463" algn="l">
              <a:lnSpc>
                <a:spcPct val="90000"/>
              </a:lnSpc>
              <a:spcBef>
                <a:spcPts val="1200"/>
              </a:spcBef>
              <a:spcAft>
                <a:spcPts val="0"/>
              </a:spcAft>
              <a:buClr>
                <a:schemeClr val="dk1"/>
              </a:buClr>
              <a:buSzPts val="675"/>
              <a:buChar char="●"/>
              <a:defRPr sz="675"/>
            </a:lvl4pPr>
            <a:lvl5pPr marL="2286000" indent="-271463" algn="l">
              <a:lnSpc>
                <a:spcPct val="90000"/>
              </a:lnSpc>
              <a:spcBef>
                <a:spcPts val="1200"/>
              </a:spcBef>
              <a:spcAft>
                <a:spcPts val="0"/>
              </a:spcAft>
              <a:buClr>
                <a:schemeClr val="dk1"/>
              </a:buClr>
              <a:buSzPts val="675"/>
              <a:buChar char="○"/>
              <a:defRPr sz="675"/>
            </a:lvl5pPr>
            <a:lvl6pPr marL="2743200" indent="-271463" algn="l">
              <a:lnSpc>
                <a:spcPct val="90000"/>
              </a:lnSpc>
              <a:spcBef>
                <a:spcPts val="1200"/>
              </a:spcBef>
              <a:spcAft>
                <a:spcPts val="0"/>
              </a:spcAft>
              <a:buClr>
                <a:schemeClr val="dk1"/>
              </a:buClr>
              <a:buSzPts val="675"/>
              <a:buChar char="■"/>
              <a:defRPr sz="675"/>
            </a:lvl6pPr>
            <a:lvl7pPr marL="3200400" indent="-271463" algn="l">
              <a:lnSpc>
                <a:spcPct val="90000"/>
              </a:lnSpc>
              <a:spcBef>
                <a:spcPts val="1200"/>
              </a:spcBef>
              <a:spcAft>
                <a:spcPts val="0"/>
              </a:spcAft>
              <a:buClr>
                <a:schemeClr val="dk1"/>
              </a:buClr>
              <a:buSzPts val="675"/>
              <a:buChar char="●"/>
              <a:defRPr sz="675"/>
            </a:lvl7pPr>
            <a:lvl8pPr marL="3657600" indent="-271463" algn="l">
              <a:lnSpc>
                <a:spcPct val="90000"/>
              </a:lnSpc>
              <a:spcBef>
                <a:spcPts val="1200"/>
              </a:spcBef>
              <a:spcAft>
                <a:spcPts val="0"/>
              </a:spcAft>
              <a:buClr>
                <a:schemeClr val="dk1"/>
              </a:buClr>
              <a:buSzPts val="675"/>
              <a:buChar char="○"/>
              <a:defRPr sz="675"/>
            </a:lvl8pPr>
            <a:lvl9pPr marL="4114800" indent="-271463" algn="l">
              <a:lnSpc>
                <a:spcPct val="90000"/>
              </a:lnSpc>
              <a:spcBef>
                <a:spcPts val="1200"/>
              </a:spcBef>
              <a:spcAft>
                <a:spcPts val="1200"/>
              </a:spcAft>
              <a:buClr>
                <a:schemeClr val="dk1"/>
              </a:buClr>
              <a:buSzPts val="675"/>
              <a:buChar char="■"/>
              <a:defRPr sz="675"/>
            </a:lvl9pPr>
          </a:lstStyle>
          <a:p xmlns:a="http://schemas.openxmlformats.org/drawingml/2006/main"/>
        </p:txBody>
      </p:sp>
      <p:sp>
        <p:nvSpPr>
          <p:cNvPr id="783" name="Google Shape;783;p110">
            <a:extLst xmlns:a="http://schemas.openxmlformats.org/drawingml/2006/main">
              <a:ext uri="{FF2B5EF4-FFF2-40B4-BE49-F238E27FC236}">
                <a16:creationId xmlns:a16="http://schemas.microsoft.com/office/drawing/2014/main" id="{42F7CB3C-7607-4B72-8D1D-714857B3089E}"/>
              </a:ext>
            </a:extLst>
          </p:cNvPr>
          <p:cNvSpPr>
            <a:spLocks xmlns:a="http://schemas.openxmlformats.org/drawingml/2006/main" noGrp="1"/>
          </p:cNvSpPr>
          <p:nvPr>
            <p:ph type="title" idx="0"/>
          </p:nvPr>
        </p:nvSpPr>
        <p:spPr>
          <a:xfrm xmlns:a="http://schemas.openxmlformats.org/drawingml/2006/main">
            <a:off x="201378" y="295836"/>
            <a:ext cx="2334600" cy="657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noAutofit/>
          </a:bodyPr>
          <a:lstStyle xmlns:a="http://schemas.openxmlformats.org/drawingml/2006/main">
            <a:lvl1pPr algn="l">
              <a:lnSpc>
                <a:spcPct val="90000"/>
              </a:lnSpc>
              <a:spcBef>
                <a:spcPts val="0"/>
              </a:spcBef>
              <a:spcAft>
                <a:spcPts val="0"/>
              </a:spcAft>
              <a:buClr>
                <a:schemeClr val="dk1"/>
              </a:buClr>
              <a:buSzPts val="2250"/>
              <a:buFont typeface="Arial"/>
              <a:buNone/>
              <a:defRPr sz="2250"/>
            </a:lvl1pPr>
            <a:lvl2pPr>
              <a:spcBef>
                <a:spcPts val="0"/>
              </a:spcBef>
              <a:spcAft>
                <a:spcPts val="0"/>
              </a:spcAft>
              <a:buSzPts val="525"/>
              <a:buNone/>
              <a:defRPr sz="675"/>
            </a:lvl2pPr>
            <a:lvl3pPr>
              <a:spcBef>
                <a:spcPts val="0"/>
              </a:spcBef>
              <a:spcAft>
                <a:spcPts val="0"/>
              </a:spcAft>
              <a:buSzPts val="525"/>
              <a:buNone/>
              <a:defRPr sz="675"/>
            </a:lvl3pPr>
            <a:lvl4pPr>
              <a:spcBef>
                <a:spcPts val="0"/>
              </a:spcBef>
              <a:spcAft>
                <a:spcPts val="0"/>
              </a:spcAft>
              <a:buSzPts val="525"/>
              <a:buNone/>
              <a:defRPr sz="675"/>
            </a:lvl4pPr>
            <a:lvl5pPr>
              <a:spcBef>
                <a:spcPts val="0"/>
              </a:spcBef>
              <a:spcAft>
                <a:spcPts val="0"/>
              </a:spcAft>
              <a:buSzPts val="525"/>
              <a:buNone/>
              <a:defRPr sz="675"/>
            </a:lvl5pPr>
            <a:lvl6pPr>
              <a:spcBef>
                <a:spcPts val="0"/>
              </a:spcBef>
              <a:spcAft>
                <a:spcPts val="0"/>
              </a:spcAft>
              <a:buSzPts val="525"/>
              <a:buNone/>
              <a:defRPr sz="675"/>
            </a:lvl6pPr>
            <a:lvl7pPr>
              <a:spcBef>
                <a:spcPts val="0"/>
              </a:spcBef>
              <a:spcAft>
                <a:spcPts val="0"/>
              </a:spcAft>
              <a:buSzPts val="525"/>
              <a:buNone/>
              <a:defRPr sz="675"/>
            </a:lvl7pPr>
            <a:lvl8pPr>
              <a:spcBef>
                <a:spcPts val="0"/>
              </a:spcBef>
              <a:spcAft>
                <a:spcPts val="0"/>
              </a:spcAft>
              <a:buSzPts val="525"/>
              <a:buNone/>
              <a:defRPr sz="675"/>
            </a:lvl8pPr>
            <a:lvl9pPr>
              <a:spcBef>
                <a:spcPts val="0"/>
              </a:spcBef>
              <a:spcAft>
                <a:spcPts val="0"/>
              </a:spcAft>
              <a:buSzPts val="525"/>
              <a:buNone/>
              <a:defRPr sz="675"/>
            </a:lvl9pPr>
          </a:lstStyle>
          <a:p xmlns:a="http://schemas.openxmlformats.org/drawingml/2006/main"/>
        </p:txBody>
      </p:sp>
      <p:sp>
        <p:nvSpPr>
          <p:cNvPr id="784" name="Google Shape;784;p110">
            <a:extLst xmlns:a="http://schemas.openxmlformats.org/drawingml/2006/main">
              <a:ext uri="{FF2B5EF4-FFF2-40B4-BE49-F238E27FC236}">
                <a16:creationId xmlns:a16="http://schemas.microsoft.com/office/drawing/2014/main" id="{DF11659F-F134-4B9D-81B3-EBA96661A0B9}"/>
              </a:ext>
            </a:extLst>
          </p:cNvPr>
          <p:cNvSpPr>
            <a:spLocks xmlns:a="http://schemas.openxmlformats.org/drawingml/2006/main" noGrp="1"/>
          </p:cNvSpPr>
          <p:nvPr>
            <p:ph type="body" idx="2"/>
          </p:nvPr>
        </p:nvSpPr>
        <p:spPr>
          <a:xfrm xmlns:a="http://schemas.openxmlformats.org/drawingml/2006/main">
            <a:off x="201378" y="1907550"/>
            <a:ext cx="1605300" cy="1756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spAutoFit/>
          </a:bodyPr>
          <a:lstStyle xmlns:a="http://schemas.openxmlformats.org/drawingml/2006/main">
            <a:lvl1pPr marL="457200" indent="-228600" algn="l">
              <a:lnSpc>
                <a:spcPct val="110000"/>
              </a:lnSpc>
              <a:spcBef>
                <a:spcPts val="0"/>
              </a:spcBef>
              <a:spcAft>
                <a:spcPts val="0"/>
              </a:spcAft>
              <a:buClr>
                <a:schemeClr val="dk1"/>
              </a:buClr>
              <a:buSzPts val="900"/>
              <a:buFont typeface="Arial"/>
              <a:buNone/>
              <a:defRPr sz="900">
                <a:solidFill>
                  <a:schemeClr val="dk1"/>
                </a:solidFill>
              </a:defRPr>
            </a:lvl1pPr>
            <a:lvl2pPr marL="914400" indent="-228600" algn="l">
              <a:lnSpc>
                <a:spcPct val="90000"/>
              </a:lnSpc>
              <a:spcBef>
                <a:spcPts val="225"/>
              </a:spcBef>
              <a:spcAft>
                <a:spcPts val="0"/>
              </a:spcAft>
              <a:buClr>
                <a:schemeClr val="dk1"/>
              </a:buClr>
              <a:buSzPts val="525"/>
              <a:buNone/>
              <a:defRPr sz="525"/>
            </a:lvl2pPr>
            <a:lvl3pPr marL="1371600" indent="-228600" algn="l">
              <a:lnSpc>
                <a:spcPct val="90000"/>
              </a:lnSpc>
              <a:spcBef>
                <a:spcPts val="1200"/>
              </a:spcBef>
              <a:spcAft>
                <a:spcPts val="0"/>
              </a:spcAft>
              <a:buClr>
                <a:schemeClr val="dk1"/>
              </a:buClr>
              <a:buSzPts val="450"/>
              <a:buNone/>
              <a:defRPr sz="450"/>
            </a:lvl3pPr>
            <a:lvl4pPr marL="1828800" indent="-228600" algn="l">
              <a:lnSpc>
                <a:spcPct val="90000"/>
              </a:lnSpc>
              <a:spcBef>
                <a:spcPts val="1200"/>
              </a:spcBef>
              <a:spcAft>
                <a:spcPts val="0"/>
              </a:spcAft>
              <a:buClr>
                <a:schemeClr val="dk1"/>
              </a:buClr>
              <a:buSzPts val="375"/>
              <a:buNone/>
              <a:defRPr sz="375"/>
            </a:lvl4pPr>
            <a:lvl5pPr marL="2286000" indent="-228600" algn="l">
              <a:lnSpc>
                <a:spcPct val="90000"/>
              </a:lnSpc>
              <a:spcBef>
                <a:spcPts val="1200"/>
              </a:spcBef>
              <a:spcAft>
                <a:spcPts val="0"/>
              </a:spcAft>
              <a:buClr>
                <a:schemeClr val="dk1"/>
              </a:buClr>
              <a:buSzPts val="375"/>
              <a:buNone/>
              <a:defRPr sz="375"/>
            </a:lvl5pPr>
            <a:lvl6pPr marL="2743200" indent="-228600" algn="l">
              <a:lnSpc>
                <a:spcPct val="90000"/>
              </a:lnSpc>
              <a:spcBef>
                <a:spcPts val="1200"/>
              </a:spcBef>
              <a:spcAft>
                <a:spcPts val="0"/>
              </a:spcAft>
              <a:buClr>
                <a:schemeClr val="dk1"/>
              </a:buClr>
              <a:buSzPts val="375"/>
              <a:buNone/>
              <a:defRPr sz="375"/>
            </a:lvl6pPr>
            <a:lvl7pPr marL="3200400" indent="-228600" algn="l">
              <a:lnSpc>
                <a:spcPct val="90000"/>
              </a:lnSpc>
              <a:spcBef>
                <a:spcPts val="1200"/>
              </a:spcBef>
              <a:spcAft>
                <a:spcPts val="0"/>
              </a:spcAft>
              <a:buClr>
                <a:schemeClr val="dk1"/>
              </a:buClr>
              <a:buSzPts val="375"/>
              <a:buNone/>
              <a:defRPr sz="375"/>
            </a:lvl7pPr>
            <a:lvl8pPr marL="3657600" indent="-228600" algn="l">
              <a:lnSpc>
                <a:spcPct val="90000"/>
              </a:lnSpc>
              <a:spcBef>
                <a:spcPts val="1200"/>
              </a:spcBef>
              <a:spcAft>
                <a:spcPts val="0"/>
              </a:spcAft>
              <a:buClr>
                <a:schemeClr val="dk1"/>
              </a:buClr>
              <a:buSzPts val="375"/>
              <a:buNone/>
              <a:defRPr sz="375"/>
            </a:lvl8pPr>
            <a:lvl9pPr marL="4114800" indent="-228600" algn="l">
              <a:lnSpc>
                <a:spcPct val="90000"/>
              </a:lnSpc>
              <a:spcBef>
                <a:spcPts val="1200"/>
              </a:spcBef>
              <a:spcAft>
                <a:spcPts val="1200"/>
              </a:spcAft>
              <a:buClr>
                <a:schemeClr val="dk1"/>
              </a:buClr>
              <a:buSzPts val="375"/>
              <a:buNone/>
              <a:defRPr sz="375"/>
            </a:lvl9pPr>
          </a:lstStyle>
          <a:p xmlns:a="http://schemas.openxmlformats.org/drawingml/2006/main"/>
        </p:txBody>
      </p:sp>
      <p:sp>
        <p:nvSpPr>
          <p:cNvPr id="785" name="Google Shape;785;p110">
            <a:extLst xmlns:a="http://schemas.openxmlformats.org/drawingml/2006/main">
              <a:ext uri="{FF2B5EF4-FFF2-40B4-BE49-F238E27FC236}">
                <a16:creationId xmlns:a16="http://schemas.microsoft.com/office/drawing/2014/main" id="{02AC0E09-7DF7-41EB-9E79-A51EBB728625}"/>
              </a:ext>
            </a:extLst>
          </p:cNvPr>
          <p:cNvSpPr>
            <a:spLocks xmlns:a="http://schemas.openxmlformats.org/drawingml/2006/main" noGrp="1"/>
          </p:cNvSpPr>
          <p:nvPr>
            <p:ph type="body" idx="3"/>
          </p:nvPr>
        </p:nvSpPr>
        <p:spPr>
          <a:xfrm xmlns:a="http://schemas.openxmlformats.org/drawingml/2006/main">
            <a:off x="1985365" y="1907550"/>
            <a:ext cx="1605300" cy="1756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spAutoFit/>
          </a:bodyPr>
          <a:lstStyle xmlns:a="http://schemas.openxmlformats.org/drawingml/2006/main">
            <a:lvl1pPr marL="457200" indent="-228600" algn="l">
              <a:lnSpc>
                <a:spcPct val="110000"/>
              </a:lnSpc>
              <a:spcBef>
                <a:spcPts val="0"/>
              </a:spcBef>
              <a:spcAft>
                <a:spcPts val="0"/>
              </a:spcAft>
              <a:buClr>
                <a:schemeClr val="dk1"/>
              </a:buClr>
              <a:buSzPts val="900"/>
              <a:buFont typeface="Arial"/>
              <a:buNone/>
              <a:defRPr sz="900">
                <a:solidFill>
                  <a:schemeClr val="dk1"/>
                </a:solidFill>
              </a:defRPr>
            </a:lvl1pPr>
            <a:lvl2pPr marL="914400" indent="-228600" algn="l">
              <a:lnSpc>
                <a:spcPct val="90000"/>
              </a:lnSpc>
              <a:spcBef>
                <a:spcPts val="225"/>
              </a:spcBef>
              <a:spcAft>
                <a:spcPts val="0"/>
              </a:spcAft>
              <a:buClr>
                <a:schemeClr val="dk1"/>
              </a:buClr>
              <a:buSzPts val="525"/>
              <a:buNone/>
              <a:defRPr sz="525"/>
            </a:lvl2pPr>
            <a:lvl3pPr marL="1371600" indent="-228600" algn="l">
              <a:lnSpc>
                <a:spcPct val="90000"/>
              </a:lnSpc>
              <a:spcBef>
                <a:spcPts val="1200"/>
              </a:spcBef>
              <a:spcAft>
                <a:spcPts val="0"/>
              </a:spcAft>
              <a:buClr>
                <a:schemeClr val="dk1"/>
              </a:buClr>
              <a:buSzPts val="450"/>
              <a:buNone/>
              <a:defRPr sz="450"/>
            </a:lvl3pPr>
            <a:lvl4pPr marL="1828800" indent="-228600" algn="l">
              <a:lnSpc>
                <a:spcPct val="90000"/>
              </a:lnSpc>
              <a:spcBef>
                <a:spcPts val="1200"/>
              </a:spcBef>
              <a:spcAft>
                <a:spcPts val="0"/>
              </a:spcAft>
              <a:buClr>
                <a:schemeClr val="dk1"/>
              </a:buClr>
              <a:buSzPts val="375"/>
              <a:buNone/>
              <a:defRPr sz="375"/>
            </a:lvl4pPr>
            <a:lvl5pPr marL="2286000" indent="-228600" algn="l">
              <a:lnSpc>
                <a:spcPct val="90000"/>
              </a:lnSpc>
              <a:spcBef>
                <a:spcPts val="1200"/>
              </a:spcBef>
              <a:spcAft>
                <a:spcPts val="0"/>
              </a:spcAft>
              <a:buClr>
                <a:schemeClr val="dk1"/>
              </a:buClr>
              <a:buSzPts val="375"/>
              <a:buNone/>
              <a:defRPr sz="375"/>
            </a:lvl5pPr>
            <a:lvl6pPr marL="2743200" indent="-228600" algn="l">
              <a:lnSpc>
                <a:spcPct val="90000"/>
              </a:lnSpc>
              <a:spcBef>
                <a:spcPts val="1200"/>
              </a:spcBef>
              <a:spcAft>
                <a:spcPts val="0"/>
              </a:spcAft>
              <a:buClr>
                <a:schemeClr val="dk1"/>
              </a:buClr>
              <a:buSzPts val="375"/>
              <a:buNone/>
              <a:defRPr sz="375"/>
            </a:lvl6pPr>
            <a:lvl7pPr marL="3200400" indent="-228600" algn="l">
              <a:lnSpc>
                <a:spcPct val="90000"/>
              </a:lnSpc>
              <a:spcBef>
                <a:spcPts val="1200"/>
              </a:spcBef>
              <a:spcAft>
                <a:spcPts val="0"/>
              </a:spcAft>
              <a:buClr>
                <a:schemeClr val="dk1"/>
              </a:buClr>
              <a:buSzPts val="375"/>
              <a:buNone/>
              <a:defRPr sz="375"/>
            </a:lvl7pPr>
            <a:lvl8pPr marL="3657600" indent="-228600" algn="l">
              <a:lnSpc>
                <a:spcPct val="90000"/>
              </a:lnSpc>
              <a:spcBef>
                <a:spcPts val="1200"/>
              </a:spcBef>
              <a:spcAft>
                <a:spcPts val="0"/>
              </a:spcAft>
              <a:buClr>
                <a:schemeClr val="dk1"/>
              </a:buClr>
              <a:buSzPts val="375"/>
              <a:buNone/>
              <a:defRPr sz="375"/>
            </a:lvl8pPr>
            <a:lvl9pPr marL="4114800" indent="-228600" algn="l">
              <a:lnSpc>
                <a:spcPct val="90000"/>
              </a:lnSpc>
              <a:spcBef>
                <a:spcPts val="1200"/>
              </a:spcBef>
              <a:spcAft>
                <a:spcPts val="1200"/>
              </a:spcAft>
              <a:buClr>
                <a:schemeClr val="dk1"/>
              </a:buClr>
              <a:buSzPts val="375"/>
              <a:buNone/>
              <a:defRPr sz="375"/>
            </a:lvl9pPr>
          </a:lstStyle>
          <a:p xmlns:a="http://schemas.openxmlformats.org/drawingml/2006/main"/>
        </p:txBody>
      </p:sp>
      <p:sp>
        <p:nvSpPr>
          <p:cNvPr id="786" name="Google Shape;786;p110">
            <a:extLst xmlns:a="http://schemas.openxmlformats.org/drawingml/2006/main">
              <a:ext uri="{FF2B5EF4-FFF2-40B4-BE49-F238E27FC236}">
                <a16:creationId xmlns:a16="http://schemas.microsoft.com/office/drawing/2014/main" id="{8407BA45-DDCF-45D2-9E7A-D4382C9008A0}"/>
              </a:ext>
            </a:extLst>
          </p:cNvPr>
          <p:cNvSpPr>
            <a:spLocks xmlns:a="http://schemas.openxmlformats.org/drawingml/2006/main" noGrp="1"/>
          </p:cNvSpPr>
          <p:nvPr>
            <p:ph type="body" idx="4"/>
          </p:nvPr>
        </p:nvSpPr>
        <p:spPr>
          <a:xfrm xmlns:a="http://schemas.openxmlformats.org/drawingml/2006/main">
            <a:off x="3769352" y="1907550"/>
            <a:ext cx="1605300" cy="1756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spAutoFit/>
          </a:bodyPr>
          <a:lstStyle xmlns:a="http://schemas.openxmlformats.org/drawingml/2006/main">
            <a:lvl1pPr marL="457200" indent="-228600" algn="l">
              <a:lnSpc>
                <a:spcPct val="110000"/>
              </a:lnSpc>
              <a:spcBef>
                <a:spcPts val="0"/>
              </a:spcBef>
              <a:spcAft>
                <a:spcPts val="0"/>
              </a:spcAft>
              <a:buClr>
                <a:schemeClr val="dk1"/>
              </a:buClr>
              <a:buSzPts val="900"/>
              <a:buFont typeface="Arial"/>
              <a:buNone/>
              <a:defRPr sz="900">
                <a:solidFill>
                  <a:schemeClr val="dk1"/>
                </a:solidFill>
              </a:defRPr>
            </a:lvl1pPr>
            <a:lvl2pPr marL="914400" indent="-228600" algn="l">
              <a:lnSpc>
                <a:spcPct val="90000"/>
              </a:lnSpc>
              <a:spcBef>
                <a:spcPts val="225"/>
              </a:spcBef>
              <a:spcAft>
                <a:spcPts val="0"/>
              </a:spcAft>
              <a:buClr>
                <a:schemeClr val="dk1"/>
              </a:buClr>
              <a:buSzPts val="525"/>
              <a:buNone/>
              <a:defRPr sz="525"/>
            </a:lvl2pPr>
            <a:lvl3pPr marL="1371600" indent="-228600" algn="l">
              <a:lnSpc>
                <a:spcPct val="90000"/>
              </a:lnSpc>
              <a:spcBef>
                <a:spcPts val="1200"/>
              </a:spcBef>
              <a:spcAft>
                <a:spcPts val="0"/>
              </a:spcAft>
              <a:buClr>
                <a:schemeClr val="dk1"/>
              </a:buClr>
              <a:buSzPts val="450"/>
              <a:buNone/>
              <a:defRPr sz="450"/>
            </a:lvl3pPr>
            <a:lvl4pPr marL="1828800" indent="-228600" algn="l">
              <a:lnSpc>
                <a:spcPct val="90000"/>
              </a:lnSpc>
              <a:spcBef>
                <a:spcPts val="1200"/>
              </a:spcBef>
              <a:spcAft>
                <a:spcPts val="0"/>
              </a:spcAft>
              <a:buClr>
                <a:schemeClr val="dk1"/>
              </a:buClr>
              <a:buSzPts val="375"/>
              <a:buNone/>
              <a:defRPr sz="375"/>
            </a:lvl4pPr>
            <a:lvl5pPr marL="2286000" indent="-228600" algn="l">
              <a:lnSpc>
                <a:spcPct val="90000"/>
              </a:lnSpc>
              <a:spcBef>
                <a:spcPts val="1200"/>
              </a:spcBef>
              <a:spcAft>
                <a:spcPts val="0"/>
              </a:spcAft>
              <a:buClr>
                <a:schemeClr val="dk1"/>
              </a:buClr>
              <a:buSzPts val="375"/>
              <a:buNone/>
              <a:defRPr sz="375"/>
            </a:lvl5pPr>
            <a:lvl6pPr marL="2743200" indent="-228600" algn="l">
              <a:lnSpc>
                <a:spcPct val="90000"/>
              </a:lnSpc>
              <a:spcBef>
                <a:spcPts val="1200"/>
              </a:spcBef>
              <a:spcAft>
                <a:spcPts val="0"/>
              </a:spcAft>
              <a:buClr>
                <a:schemeClr val="dk1"/>
              </a:buClr>
              <a:buSzPts val="375"/>
              <a:buNone/>
              <a:defRPr sz="375"/>
            </a:lvl6pPr>
            <a:lvl7pPr marL="3200400" indent="-228600" algn="l">
              <a:lnSpc>
                <a:spcPct val="90000"/>
              </a:lnSpc>
              <a:spcBef>
                <a:spcPts val="1200"/>
              </a:spcBef>
              <a:spcAft>
                <a:spcPts val="0"/>
              </a:spcAft>
              <a:buClr>
                <a:schemeClr val="dk1"/>
              </a:buClr>
              <a:buSzPts val="375"/>
              <a:buNone/>
              <a:defRPr sz="375"/>
            </a:lvl7pPr>
            <a:lvl8pPr marL="3657600" indent="-228600" algn="l">
              <a:lnSpc>
                <a:spcPct val="90000"/>
              </a:lnSpc>
              <a:spcBef>
                <a:spcPts val="1200"/>
              </a:spcBef>
              <a:spcAft>
                <a:spcPts val="0"/>
              </a:spcAft>
              <a:buClr>
                <a:schemeClr val="dk1"/>
              </a:buClr>
              <a:buSzPts val="375"/>
              <a:buNone/>
              <a:defRPr sz="375"/>
            </a:lvl8pPr>
            <a:lvl9pPr marL="4114800" indent="-228600" algn="l">
              <a:lnSpc>
                <a:spcPct val="90000"/>
              </a:lnSpc>
              <a:spcBef>
                <a:spcPts val="1200"/>
              </a:spcBef>
              <a:spcAft>
                <a:spcPts val="1200"/>
              </a:spcAft>
              <a:buClr>
                <a:schemeClr val="dk1"/>
              </a:buClr>
              <a:buSzPts val="375"/>
              <a:buNone/>
              <a:defRPr sz="375"/>
            </a:lvl9pPr>
          </a:lstStyle>
          <a:p xmlns:a="http://schemas.openxmlformats.org/drawingml/2006/main"/>
        </p:txBody>
      </p:sp>
      <p:sp>
        <p:nvSpPr>
          <p:cNvPr id="787" name="Google Shape;787;p110">
            <a:extLst xmlns:a="http://schemas.openxmlformats.org/drawingml/2006/main">
              <a:ext uri="{FF2B5EF4-FFF2-40B4-BE49-F238E27FC236}">
                <a16:creationId xmlns:a16="http://schemas.microsoft.com/office/drawing/2014/main" id="{C68E5874-EAF0-4CAC-9EB2-0FA49CF30983}"/>
              </a:ext>
            </a:extLst>
          </p:cNvPr>
          <p:cNvSpPr>
            <a:spLocks xmlns:a="http://schemas.openxmlformats.org/drawingml/2006/main" noGrp="1"/>
          </p:cNvSpPr>
          <p:nvPr>
            <p:ph type="body" idx="5"/>
          </p:nvPr>
        </p:nvSpPr>
        <p:spPr>
          <a:xfrm xmlns:a="http://schemas.openxmlformats.org/drawingml/2006/main">
            <a:off x="5553339" y="1907550"/>
            <a:ext cx="1605300" cy="1756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spAutoFit/>
          </a:bodyPr>
          <a:lstStyle xmlns:a="http://schemas.openxmlformats.org/drawingml/2006/main">
            <a:lvl1pPr marL="457200" indent="-228600" algn="l">
              <a:lnSpc>
                <a:spcPct val="110000"/>
              </a:lnSpc>
              <a:spcBef>
                <a:spcPts val="0"/>
              </a:spcBef>
              <a:spcAft>
                <a:spcPts val="0"/>
              </a:spcAft>
              <a:buClr>
                <a:schemeClr val="dk1"/>
              </a:buClr>
              <a:buSzPts val="900"/>
              <a:buFont typeface="Arial"/>
              <a:buNone/>
              <a:defRPr sz="900">
                <a:solidFill>
                  <a:schemeClr val="dk1"/>
                </a:solidFill>
              </a:defRPr>
            </a:lvl1pPr>
            <a:lvl2pPr marL="914400" indent="-228600" algn="l">
              <a:lnSpc>
                <a:spcPct val="90000"/>
              </a:lnSpc>
              <a:spcBef>
                <a:spcPts val="225"/>
              </a:spcBef>
              <a:spcAft>
                <a:spcPts val="0"/>
              </a:spcAft>
              <a:buClr>
                <a:schemeClr val="dk1"/>
              </a:buClr>
              <a:buSzPts val="525"/>
              <a:buNone/>
              <a:defRPr sz="525"/>
            </a:lvl2pPr>
            <a:lvl3pPr marL="1371600" indent="-228600" algn="l">
              <a:lnSpc>
                <a:spcPct val="90000"/>
              </a:lnSpc>
              <a:spcBef>
                <a:spcPts val="1200"/>
              </a:spcBef>
              <a:spcAft>
                <a:spcPts val="0"/>
              </a:spcAft>
              <a:buClr>
                <a:schemeClr val="dk1"/>
              </a:buClr>
              <a:buSzPts val="450"/>
              <a:buNone/>
              <a:defRPr sz="450"/>
            </a:lvl3pPr>
            <a:lvl4pPr marL="1828800" indent="-228600" algn="l">
              <a:lnSpc>
                <a:spcPct val="90000"/>
              </a:lnSpc>
              <a:spcBef>
                <a:spcPts val="1200"/>
              </a:spcBef>
              <a:spcAft>
                <a:spcPts val="0"/>
              </a:spcAft>
              <a:buClr>
                <a:schemeClr val="dk1"/>
              </a:buClr>
              <a:buSzPts val="375"/>
              <a:buNone/>
              <a:defRPr sz="375"/>
            </a:lvl4pPr>
            <a:lvl5pPr marL="2286000" indent="-228600" algn="l">
              <a:lnSpc>
                <a:spcPct val="90000"/>
              </a:lnSpc>
              <a:spcBef>
                <a:spcPts val="1200"/>
              </a:spcBef>
              <a:spcAft>
                <a:spcPts val="0"/>
              </a:spcAft>
              <a:buClr>
                <a:schemeClr val="dk1"/>
              </a:buClr>
              <a:buSzPts val="375"/>
              <a:buNone/>
              <a:defRPr sz="375"/>
            </a:lvl5pPr>
            <a:lvl6pPr marL="2743200" indent="-228600" algn="l">
              <a:lnSpc>
                <a:spcPct val="90000"/>
              </a:lnSpc>
              <a:spcBef>
                <a:spcPts val="1200"/>
              </a:spcBef>
              <a:spcAft>
                <a:spcPts val="0"/>
              </a:spcAft>
              <a:buClr>
                <a:schemeClr val="dk1"/>
              </a:buClr>
              <a:buSzPts val="375"/>
              <a:buNone/>
              <a:defRPr sz="375"/>
            </a:lvl6pPr>
            <a:lvl7pPr marL="3200400" indent="-228600" algn="l">
              <a:lnSpc>
                <a:spcPct val="90000"/>
              </a:lnSpc>
              <a:spcBef>
                <a:spcPts val="1200"/>
              </a:spcBef>
              <a:spcAft>
                <a:spcPts val="0"/>
              </a:spcAft>
              <a:buClr>
                <a:schemeClr val="dk1"/>
              </a:buClr>
              <a:buSzPts val="375"/>
              <a:buNone/>
              <a:defRPr sz="375"/>
            </a:lvl7pPr>
            <a:lvl8pPr marL="3657600" indent="-228600" algn="l">
              <a:lnSpc>
                <a:spcPct val="90000"/>
              </a:lnSpc>
              <a:spcBef>
                <a:spcPts val="1200"/>
              </a:spcBef>
              <a:spcAft>
                <a:spcPts val="0"/>
              </a:spcAft>
              <a:buClr>
                <a:schemeClr val="dk1"/>
              </a:buClr>
              <a:buSzPts val="375"/>
              <a:buNone/>
              <a:defRPr sz="375"/>
            </a:lvl8pPr>
            <a:lvl9pPr marL="4114800" indent="-228600" algn="l">
              <a:lnSpc>
                <a:spcPct val="90000"/>
              </a:lnSpc>
              <a:spcBef>
                <a:spcPts val="1200"/>
              </a:spcBef>
              <a:spcAft>
                <a:spcPts val="1200"/>
              </a:spcAft>
              <a:buClr>
                <a:schemeClr val="dk1"/>
              </a:buClr>
              <a:buSzPts val="375"/>
              <a:buNone/>
              <a:defRPr sz="375"/>
            </a:lvl9pPr>
          </a:lstStyle>
          <a:p xmlns:a="http://schemas.openxmlformats.org/drawingml/2006/main"/>
        </p:txBody>
      </p:sp>
      <p:sp>
        <p:nvSpPr>
          <p:cNvPr id="788" name="Google Shape;788;p110">
            <a:extLst xmlns:a="http://schemas.openxmlformats.org/drawingml/2006/main">
              <a:ext uri="{FF2B5EF4-FFF2-40B4-BE49-F238E27FC236}">
                <a16:creationId xmlns:a16="http://schemas.microsoft.com/office/drawing/2014/main" id="{41AA476C-6EF1-425E-8F15-2B6E12300F8D}"/>
              </a:ext>
            </a:extLst>
          </p:cNvPr>
          <p:cNvSpPr>
            <a:spLocks xmlns:a="http://schemas.openxmlformats.org/drawingml/2006/main" noGrp="1"/>
          </p:cNvSpPr>
          <p:nvPr>
            <p:ph type="body" idx="6"/>
          </p:nvPr>
        </p:nvSpPr>
        <p:spPr>
          <a:xfrm xmlns:a="http://schemas.openxmlformats.org/drawingml/2006/main">
            <a:off x="7337326" y="1907550"/>
            <a:ext cx="1605300" cy="1756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spAutoFit/>
          </a:bodyPr>
          <a:lstStyle xmlns:a="http://schemas.openxmlformats.org/drawingml/2006/main">
            <a:lvl1pPr marL="457200" indent="-228600" algn="l">
              <a:lnSpc>
                <a:spcPct val="110000"/>
              </a:lnSpc>
              <a:spcBef>
                <a:spcPts val="0"/>
              </a:spcBef>
              <a:spcAft>
                <a:spcPts val="0"/>
              </a:spcAft>
              <a:buClr>
                <a:schemeClr val="dk1"/>
              </a:buClr>
              <a:buSzPts val="900"/>
              <a:buFont typeface="Arial"/>
              <a:buNone/>
              <a:defRPr sz="900">
                <a:solidFill>
                  <a:schemeClr val="dk1"/>
                </a:solidFill>
              </a:defRPr>
            </a:lvl1pPr>
            <a:lvl2pPr marL="914400" indent="-228600" algn="l">
              <a:lnSpc>
                <a:spcPct val="90000"/>
              </a:lnSpc>
              <a:spcBef>
                <a:spcPts val="225"/>
              </a:spcBef>
              <a:spcAft>
                <a:spcPts val="0"/>
              </a:spcAft>
              <a:buClr>
                <a:schemeClr val="dk1"/>
              </a:buClr>
              <a:buSzPts val="525"/>
              <a:buNone/>
              <a:defRPr sz="525"/>
            </a:lvl2pPr>
            <a:lvl3pPr marL="1371600" indent="-228600" algn="l">
              <a:lnSpc>
                <a:spcPct val="90000"/>
              </a:lnSpc>
              <a:spcBef>
                <a:spcPts val="1200"/>
              </a:spcBef>
              <a:spcAft>
                <a:spcPts val="0"/>
              </a:spcAft>
              <a:buClr>
                <a:schemeClr val="dk1"/>
              </a:buClr>
              <a:buSzPts val="450"/>
              <a:buNone/>
              <a:defRPr sz="450"/>
            </a:lvl3pPr>
            <a:lvl4pPr marL="1828800" indent="-228600" algn="l">
              <a:lnSpc>
                <a:spcPct val="90000"/>
              </a:lnSpc>
              <a:spcBef>
                <a:spcPts val="1200"/>
              </a:spcBef>
              <a:spcAft>
                <a:spcPts val="0"/>
              </a:spcAft>
              <a:buClr>
                <a:schemeClr val="dk1"/>
              </a:buClr>
              <a:buSzPts val="375"/>
              <a:buNone/>
              <a:defRPr sz="375"/>
            </a:lvl4pPr>
            <a:lvl5pPr marL="2286000" indent="-228600" algn="l">
              <a:lnSpc>
                <a:spcPct val="90000"/>
              </a:lnSpc>
              <a:spcBef>
                <a:spcPts val="1200"/>
              </a:spcBef>
              <a:spcAft>
                <a:spcPts val="0"/>
              </a:spcAft>
              <a:buClr>
                <a:schemeClr val="dk1"/>
              </a:buClr>
              <a:buSzPts val="375"/>
              <a:buNone/>
              <a:defRPr sz="375"/>
            </a:lvl5pPr>
            <a:lvl6pPr marL="2743200" indent="-228600" algn="l">
              <a:lnSpc>
                <a:spcPct val="90000"/>
              </a:lnSpc>
              <a:spcBef>
                <a:spcPts val="1200"/>
              </a:spcBef>
              <a:spcAft>
                <a:spcPts val="0"/>
              </a:spcAft>
              <a:buClr>
                <a:schemeClr val="dk1"/>
              </a:buClr>
              <a:buSzPts val="375"/>
              <a:buNone/>
              <a:defRPr sz="375"/>
            </a:lvl6pPr>
            <a:lvl7pPr marL="3200400" indent="-228600" algn="l">
              <a:lnSpc>
                <a:spcPct val="90000"/>
              </a:lnSpc>
              <a:spcBef>
                <a:spcPts val="1200"/>
              </a:spcBef>
              <a:spcAft>
                <a:spcPts val="0"/>
              </a:spcAft>
              <a:buClr>
                <a:schemeClr val="dk1"/>
              </a:buClr>
              <a:buSzPts val="375"/>
              <a:buNone/>
              <a:defRPr sz="375"/>
            </a:lvl7pPr>
            <a:lvl8pPr marL="3657600" indent="-228600" algn="l">
              <a:lnSpc>
                <a:spcPct val="90000"/>
              </a:lnSpc>
              <a:spcBef>
                <a:spcPts val="1200"/>
              </a:spcBef>
              <a:spcAft>
                <a:spcPts val="0"/>
              </a:spcAft>
              <a:buClr>
                <a:schemeClr val="dk1"/>
              </a:buClr>
              <a:buSzPts val="375"/>
              <a:buNone/>
              <a:defRPr sz="375"/>
            </a:lvl8pPr>
            <a:lvl9pPr marL="4114800" indent="-228600" algn="l">
              <a:lnSpc>
                <a:spcPct val="90000"/>
              </a:lnSpc>
              <a:spcBef>
                <a:spcPts val="1200"/>
              </a:spcBef>
              <a:spcAft>
                <a:spcPts val="1200"/>
              </a:spcAft>
              <a:buClr>
                <a:schemeClr val="dk1"/>
              </a:buClr>
              <a:buSzPts val="375"/>
              <a:buNone/>
              <a:defRPr sz="375"/>
            </a:lvl9pPr>
          </a:lstStyle>
          <a:p xmlns:a="http://schemas.openxmlformats.org/drawingml/2006/main"/>
        </p:txBody>
      </p:sp>
      <p:pic>
        <p:nvPicPr>
          <p:cNvPr id="797" name="Google Shape;789;p110"/>
          <p:cNvPicPr>
            <a:picLocks xmlns:a="http://schemas.openxmlformats.org/drawingml/2006/main" noChangeAspect="1"/>
          </p:cNvPicPr>
          <p:nvPr/>
        </p:nvPicPr>
        <p:blipFill>
          <a:blip xmlns:r="http://schemas.openxmlformats.org/officeDocument/2006/relationships" xmlns:a="http://schemas.openxmlformats.org/drawingml/2006/main" r:embed="R017242cb82954f64">
            <a:alphaModFix/>
          </a:blip>
          <a:stretch xmlns:a="http://schemas.openxmlformats.org/drawingml/2006/main">
            <a:fillRect l="0" t="0" r="0" b="0"/>
          </a:stretch>
        </p:blipFill>
        <p:spPr>
          <a:xfrm xmlns:a="http://schemas.openxmlformats.org/drawingml/2006/main">
            <a:off x="228600" y="4836074"/>
            <a:ext cx="153925" cy="153925"/>
          </a:xfrm>
          <a:prstGeom xmlns:a="http://schemas.openxmlformats.org/drawingml/2006/main" prst="rect">
            <a:avLst/>
          </a:prstGeom>
          <a:ln xmlns:a="http://schemas.openxmlformats.org/drawingml/2006/main">
            <a:noFill/>
          </a:ln>
        </p:spPr>
      </p:pic>
    </p:spTree>
  </p:cSld>
</p:sldLayout>
</file>

<file path=ppt/slideLayouts/slideLayout109.xml><?xml version="1.0" encoding="utf-8"?>
<p:sldLayout xmlns:p="http://schemas.openxmlformats.org/presentationml/2006/main" matchingName="Content - 1 container">
  <p:cSld name="Title + body + 1 img">
    <p:spTree>
      <p:nvGrpSpPr>
        <p:cNvPr id="1" name=""/>
        <p:cNvGrpSpPr/>
        <p:nvPr/>
      </p:nvGrpSpPr>
      <p:grpSpPr>
        <a:xfrm xmlns:a="http://schemas.openxmlformats.org/drawingml/2006/main"/>
      </p:grpSpPr>
      <p:sp>
        <p:nvSpPr>
          <p:cNvPr id="791" name="Google Shape;791;p111">
            <a:extLst xmlns:a="http://schemas.openxmlformats.org/drawingml/2006/main">
              <a:ext uri="{FF2B5EF4-FFF2-40B4-BE49-F238E27FC236}">
                <a16:creationId xmlns:a16="http://schemas.microsoft.com/office/drawing/2014/main" id="{01BE10E0-B0A2-482A-A18D-618D6EE69D2E}"/>
              </a:ext>
            </a:extLst>
          </p:cNvPr>
          <p:cNvSpPr>
            <a:spLocks xmlns:a="http://schemas.openxmlformats.org/drawingml/2006/main" noGrp="1"/>
          </p:cNvSpPr>
          <p:nvPr>
            <p:ph type="body" idx="1"/>
          </p:nvPr>
        </p:nvSpPr>
        <p:spPr>
          <a:xfrm xmlns:a="http://schemas.openxmlformats.org/drawingml/2006/main">
            <a:off x="201378" y="164051"/>
            <a:ext cx="1948200" cy="160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noAutofit/>
          </a:bodyPr>
          <a:lstStyle xmlns:a="http://schemas.openxmlformats.org/drawingml/2006/main">
            <a:lvl1pPr marL="457200" indent="-228600" algn="l">
              <a:lnSpc>
                <a:spcPct val="90000"/>
              </a:lnSpc>
              <a:spcBef>
                <a:spcPts val="375"/>
              </a:spcBef>
              <a:spcAft>
                <a:spcPts val="0"/>
              </a:spcAft>
              <a:buClr>
                <a:schemeClr val="dk2"/>
              </a:buClr>
              <a:buSzPts val="750"/>
              <a:buFont typeface="Arial"/>
              <a:buNone/>
              <a:defRPr sz="750">
                <a:solidFill>
                  <a:schemeClr val="dk2"/>
                </a:solidFill>
              </a:defRPr>
            </a:lvl1pPr>
            <a:lvl2pPr marL="914400" indent="-271463" algn="l">
              <a:lnSpc>
                <a:spcPct val="90000"/>
              </a:lnSpc>
              <a:spcBef>
                <a:spcPts val="1200"/>
              </a:spcBef>
              <a:spcAft>
                <a:spcPts val="0"/>
              </a:spcAft>
              <a:buClr>
                <a:schemeClr val="dk1"/>
              </a:buClr>
              <a:buSzPts val="675"/>
              <a:buChar char="○"/>
              <a:defRPr sz="900"/>
            </a:lvl2pPr>
            <a:lvl3pPr marL="1371600" indent="-271463" algn="l">
              <a:lnSpc>
                <a:spcPct val="90000"/>
              </a:lnSpc>
              <a:spcBef>
                <a:spcPts val="1200"/>
              </a:spcBef>
              <a:spcAft>
                <a:spcPts val="0"/>
              </a:spcAft>
              <a:buClr>
                <a:schemeClr val="dk1"/>
              </a:buClr>
              <a:buSzPts val="675"/>
              <a:buChar char="■"/>
              <a:defRPr sz="750"/>
            </a:lvl3pPr>
            <a:lvl4pPr marL="1828800" indent="-271463" algn="l">
              <a:lnSpc>
                <a:spcPct val="90000"/>
              </a:lnSpc>
              <a:spcBef>
                <a:spcPts val="1200"/>
              </a:spcBef>
              <a:spcAft>
                <a:spcPts val="0"/>
              </a:spcAft>
              <a:buClr>
                <a:schemeClr val="dk1"/>
              </a:buClr>
              <a:buSzPts val="675"/>
              <a:buChar char="●"/>
              <a:defRPr sz="675"/>
            </a:lvl4pPr>
            <a:lvl5pPr marL="2286000" indent="-271463" algn="l">
              <a:lnSpc>
                <a:spcPct val="90000"/>
              </a:lnSpc>
              <a:spcBef>
                <a:spcPts val="1200"/>
              </a:spcBef>
              <a:spcAft>
                <a:spcPts val="0"/>
              </a:spcAft>
              <a:buClr>
                <a:schemeClr val="dk1"/>
              </a:buClr>
              <a:buSzPts val="675"/>
              <a:buChar char="○"/>
              <a:defRPr sz="675"/>
            </a:lvl5pPr>
            <a:lvl6pPr marL="2743200" indent="-271463" algn="l">
              <a:lnSpc>
                <a:spcPct val="90000"/>
              </a:lnSpc>
              <a:spcBef>
                <a:spcPts val="1200"/>
              </a:spcBef>
              <a:spcAft>
                <a:spcPts val="0"/>
              </a:spcAft>
              <a:buClr>
                <a:schemeClr val="dk1"/>
              </a:buClr>
              <a:buSzPts val="675"/>
              <a:buChar char="■"/>
              <a:defRPr sz="675"/>
            </a:lvl6pPr>
            <a:lvl7pPr marL="3200400" indent="-271463" algn="l">
              <a:lnSpc>
                <a:spcPct val="90000"/>
              </a:lnSpc>
              <a:spcBef>
                <a:spcPts val="1200"/>
              </a:spcBef>
              <a:spcAft>
                <a:spcPts val="0"/>
              </a:spcAft>
              <a:buClr>
                <a:schemeClr val="dk1"/>
              </a:buClr>
              <a:buSzPts val="675"/>
              <a:buChar char="●"/>
              <a:defRPr sz="675"/>
            </a:lvl7pPr>
            <a:lvl8pPr marL="3657600" indent="-271463" algn="l">
              <a:lnSpc>
                <a:spcPct val="90000"/>
              </a:lnSpc>
              <a:spcBef>
                <a:spcPts val="1200"/>
              </a:spcBef>
              <a:spcAft>
                <a:spcPts val="0"/>
              </a:spcAft>
              <a:buClr>
                <a:schemeClr val="dk1"/>
              </a:buClr>
              <a:buSzPts val="675"/>
              <a:buChar char="○"/>
              <a:defRPr sz="675"/>
            </a:lvl8pPr>
            <a:lvl9pPr marL="4114800" indent="-271463" algn="l">
              <a:lnSpc>
                <a:spcPct val="90000"/>
              </a:lnSpc>
              <a:spcBef>
                <a:spcPts val="1200"/>
              </a:spcBef>
              <a:spcAft>
                <a:spcPts val="1200"/>
              </a:spcAft>
              <a:buClr>
                <a:schemeClr val="dk1"/>
              </a:buClr>
              <a:buSzPts val="675"/>
              <a:buChar char="■"/>
              <a:defRPr sz="675"/>
            </a:lvl9pPr>
          </a:lstStyle>
          <a:p xmlns:a="http://schemas.openxmlformats.org/drawingml/2006/main"/>
        </p:txBody>
      </p:sp>
      <p:sp>
        <p:nvSpPr>
          <p:cNvPr id="792" name="Google Shape;792;p111">
            <a:extLst xmlns:a="http://schemas.openxmlformats.org/drawingml/2006/main">
              <a:ext uri="{FF2B5EF4-FFF2-40B4-BE49-F238E27FC236}">
                <a16:creationId xmlns:a16="http://schemas.microsoft.com/office/drawing/2014/main" id="{CE306BB4-AD28-4BFF-9BF3-9F51DB4A7A05}"/>
              </a:ext>
            </a:extLst>
          </p:cNvPr>
          <p:cNvSpPr>
            <a:spLocks xmlns:a="http://schemas.openxmlformats.org/drawingml/2006/main" noGrp="1"/>
          </p:cNvSpPr>
          <p:nvPr>
            <p:ph type="title" idx="0"/>
          </p:nvPr>
        </p:nvSpPr>
        <p:spPr>
          <a:xfrm xmlns:a="http://schemas.openxmlformats.org/drawingml/2006/main">
            <a:off x="201378" y="295836"/>
            <a:ext cx="2334600" cy="657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noAutofit/>
          </a:bodyPr>
          <a:lstStyle xmlns:a="http://schemas.openxmlformats.org/drawingml/2006/main">
            <a:lvl1pPr algn="l">
              <a:lnSpc>
                <a:spcPct val="90000"/>
              </a:lnSpc>
              <a:spcBef>
                <a:spcPts val="0"/>
              </a:spcBef>
              <a:spcAft>
                <a:spcPts val="0"/>
              </a:spcAft>
              <a:buClr>
                <a:schemeClr val="dk1"/>
              </a:buClr>
              <a:buSzPts val="2250"/>
              <a:buFont typeface="Arial"/>
              <a:buNone/>
              <a:defRPr sz="2250"/>
            </a:lvl1pPr>
            <a:lvl2pPr>
              <a:spcBef>
                <a:spcPts val="0"/>
              </a:spcBef>
              <a:spcAft>
                <a:spcPts val="0"/>
              </a:spcAft>
              <a:buSzPts val="525"/>
              <a:buNone/>
              <a:defRPr sz="675"/>
            </a:lvl2pPr>
            <a:lvl3pPr>
              <a:spcBef>
                <a:spcPts val="0"/>
              </a:spcBef>
              <a:spcAft>
                <a:spcPts val="0"/>
              </a:spcAft>
              <a:buSzPts val="525"/>
              <a:buNone/>
              <a:defRPr sz="675"/>
            </a:lvl3pPr>
            <a:lvl4pPr>
              <a:spcBef>
                <a:spcPts val="0"/>
              </a:spcBef>
              <a:spcAft>
                <a:spcPts val="0"/>
              </a:spcAft>
              <a:buSzPts val="525"/>
              <a:buNone/>
              <a:defRPr sz="675"/>
            </a:lvl4pPr>
            <a:lvl5pPr>
              <a:spcBef>
                <a:spcPts val="0"/>
              </a:spcBef>
              <a:spcAft>
                <a:spcPts val="0"/>
              </a:spcAft>
              <a:buSzPts val="525"/>
              <a:buNone/>
              <a:defRPr sz="675"/>
            </a:lvl5pPr>
            <a:lvl6pPr>
              <a:spcBef>
                <a:spcPts val="0"/>
              </a:spcBef>
              <a:spcAft>
                <a:spcPts val="0"/>
              </a:spcAft>
              <a:buSzPts val="525"/>
              <a:buNone/>
              <a:defRPr sz="675"/>
            </a:lvl6pPr>
            <a:lvl7pPr>
              <a:spcBef>
                <a:spcPts val="0"/>
              </a:spcBef>
              <a:spcAft>
                <a:spcPts val="0"/>
              </a:spcAft>
              <a:buSzPts val="525"/>
              <a:buNone/>
              <a:defRPr sz="675"/>
            </a:lvl7pPr>
            <a:lvl8pPr>
              <a:spcBef>
                <a:spcPts val="0"/>
              </a:spcBef>
              <a:spcAft>
                <a:spcPts val="0"/>
              </a:spcAft>
              <a:buSzPts val="525"/>
              <a:buNone/>
              <a:defRPr sz="675"/>
            </a:lvl8pPr>
            <a:lvl9pPr>
              <a:spcBef>
                <a:spcPts val="0"/>
              </a:spcBef>
              <a:spcAft>
                <a:spcPts val="0"/>
              </a:spcAft>
              <a:buSzPts val="525"/>
              <a:buNone/>
              <a:defRPr sz="675"/>
            </a:lvl9pPr>
          </a:lstStyle>
          <a:p xmlns:a="http://schemas.openxmlformats.org/drawingml/2006/main"/>
        </p:txBody>
      </p:sp>
      <p:sp>
        <p:nvSpPr>
          <p:cNvPr id="793" name="Google Shape;793;p111">
            <a:extLst xmlns:a="http://schemas.openxmlformats.org/drawingml/2006/main">
              <a:ext uri="{FF2B5EF4-FFF2-40B4-BE49-F238E27FC236}">
                <a16:creationId xmlns:a16="http://schemas.microsoft.com/office/drawing/2014/main" id="{7B212C27-B585-4014-A966-97238BDED9E5}"/>
              </a:ext>
            </a:extLst>
          </p:cNvPr>
          <p:cNvSpPr>
            <a:spLocks xmlns:a="http://schemas.openxmlformats.org/drawingml/2006/main" noGrp="1"/>
          </p:cNvSpPr>
          <p:nvPr>
            <p:ph type="body" idx="2"/>
          </p:nvPr>
        </p:nvSpPr>
        <p:spPr>
          <a:xfrm xmlns:a="http://schemas.openxmlformats.org/drawingml/2006/main">
            <a:off x="3642151" y="187708"/>
            <a:ext cx="5298900" cy="88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spAutoFit/>
          </a:bodyPr>
          <a:lstStyle xmlns:a="http://schemas.openxmlformats.org/drawingml/2006/main">
            <a:lvl1pPr marL="457200" indent="-228600" algn="l">
              <a:lnSpc>
                <a:spcPct val="110000"/>
              </a:lnSpc>
              <a:spcBef>
                <a:spcPts val="375"/>
              </a:spcBef>
              <a:spcAft>
                <a:spcPts val="0"/>
              </a:spcAft>
              <a:buClr>
                <a:schemeClr val="dk2"/>
              </a:buClr>
              <a:buSzPts val="1275"/>
              <a:buFont typeface="Arial"/>
              <a:buNone/>
              <a:defRPr sz="1275">
                <a:solidFill>
                  <a:schemeClr val="dk2"/>
                </a:solidFill>
              </a:defRPr>
            </a:lvl1pPr>
            <a:lvl2pPr marL="914400" indent="-228600" algn="l">
              <a:lnSpc>
                <a:spcPct val="90000"/>
              </a:lnSpc>
              <a:spcBef>
                <a:spcPts val="1200"/>
              </a:spcBef>
              <a:spcAft>
                <a:spcPts val="0"/>
              </a:spcAft>
              <a:buClr>
                <a:schemeClr val="dk1"/>
              </a:buClr>
              <a:buSzPts val="525"/>
              <a:buNone/>
              <a:defRPr sz="525"/>
            </a:lvl2pPr>
            <a:lvl3pPr marL="1371600" indent="-228600" algn="l">
              <a:lnSpc>
                <a:spcPct val="90000"/>
              </a:lnSpc>
              <a:spcBef>
                <a:spcPts val="1200"/>
              </a:spcBef>
              <a:spcAft>
                <a:spcPts val="0"/>
              </a:spcAft>
              <a:buClr>
                <a:schemeClr val="dk1"/>
              </a:buClr>
              <a:buSzPts val="450"/>
              <a:buNone/>
              <a:defRPr sz="450"/>
            </a:lvl3pPr>
            <a:lvl4pPr marL="1828800" indent="-228600" algn="l">
              <a:lnSpc>
                <a:spcPct val="90000"/>
              </a:lnSpc>
              <a:spcBef>
                <a:spcPts val="1200"/>
              </a:spcBef>
              <a:spcAft>
                <a:spcPts val="0"/>
              </a:spcAft>
              <a:buClr>
                <a:schemeClr val="dk1"/>
              </a:buClr>
              <a:buSzPts val="375"/>
              <a:buNone/>
              <a:defRPr sz="375"/>
            </a:lvl4pPr>
            <a:lvl5pPr marL="2286000" indent="-228600" algn="l">
              <a:lnSpc>
                <a:spcPct val="90000"/>
              </a:lnSpc>
              <a:spcBef>
                <a:spcPts val="1200"/>
              </a:spcBef>
              <a:spcAft>
                <a:spcPts val="0"/>
              </a:spcAft>
              <a:buClr>
                <a:schemeClr val="dk1"/>
              </a:buClr>
              <a:buSzPts val="375"/>
              <a:buNone/>
              <a:defRPr sz="375"/>
            </a:lvl5pPr>
            <a:lvl6pPr marL="2743200" indent="-228600" algn="l">
              <a:lnSpc>
                <a:spcPct val="90000"/>
              </a:lnSpc>
              <a:spcBef>
                <a:spcPts val="1200"/>
              </a:spcBef>
              <a:spcAft>
                <a:spcPts val="0"/>
              </a:spcAft>
              <a:buClr>
                <a:schemeClr val="dk1"/>
              </a:buClr>
              <a:buSzPts val="375"/>
              <a:buNone/>
              <a:defRPr sz="375"/>
            </a:lvl6pPr>
            <a:lvl7pPr marL="3200400" indent="-228600" algn="l">
              <a:lnSpc>
                <a:spcPct val="90000"/>
              </a:lnSpc>
              <a:spcBef>
                <a:spcPts val="1200"/>
              </a:spcBef>
              <a:spcAft>
                <a:spcPts val="0"/>
              </a:spcAft>
              <a:buClr>
                <a:schemeClr val="dk1"/>
              </a:buClr>
              <a:buSzPts val="375"/>
              <a:buNone/>
              <a:defRPr sz="375"/>
            </a:lvl7pPr>
            <a:lvl8pPr marL="3657600" indent="-228600" algn="l">
              <a:lnSpc>
                <a:spcPct val="90000"/>
              </a:lnSpc>
              <a:spcBef>
                <a:spcPts val="1200"/>
              </a:spcBef>
              <a:spcAft>
                <a:spcPts val="0"/>
              </a:spcAft>
              <a:buClr>
                <a:schemeClr val="dk1"/>
              </a:buClr>
              <a:buSzPts val="375"/>
              <a:buNone/>
              <a:defRPr sz="375"/>
            </a:lvl8pPr>
            <a:lvl9pPr marL="4114800" indent="-228600" algn="l">
              <a:lnSpc>
                <a:spcPct val="90000"/>
              </a:lnSpc>
              <a:spcBef>
                <a:spcPts val="1200"/>
              </a:spcBef>
              <a:spcAft>
                <a:spcPts val="1200"/>
              </a:spcAft>
              <a:buClr>
                <a:schemeClr val="dk1"/>
              </a:buClr>
              <a:buSzPts val="375"/>
              <a:buNone/>
              <a:defRPr sz="375"/>
            </a:lvl9pPr>
          </a:lstStyle>
          <a:p xmlns:a="http://schemas.openxmlformats.org/drawingml/2006/main"/>
        </p:txBody>
      </p:sp>
      <p:sp>
        <p:nvSpPr>
          <p:cNvPr id="794" name="Google Shape;794;p111">
            <a:extLst xmlns:a="http://schemas.openxmlformats.org/drawingml/2006/main">
              <a:ext uri="{FF2B5EF4-FFF2-40B4-BE49-F238E27FC236}">
                <a16:creationId xmlns:a16="http://schemas.microsoft.com/office/drawing/2014/main" id="{47ACEC11-32A3-409F-B75F-C22C89A5220A}"/>
              </a:ext>
            </a:extLst>
          </p:cNvPr>
          <p:cNvSpPr>
            <a:spLocks xmlns:a="http://schemas.openxmlformats.org/drawingml/2006/main" noGrp="1"/>
          </p:cNvSpPr>
          <p:nvPr>
            <p:ph type="pic" idx="3"/>
          </p:nvPr>
        </p:nvSpPr>
        <p:spPr>
          <a:xfrm xmlns:a="http://schemas.openxmlformats.org/drawingml/2006/main">
            <a:off x="228600" y="1278375"/>
            <a:ext cx="8686800" cy="3429900"/>
          </a:xfrm>
          <a:prstGeom xmlns:a="http://schemas.openxmlformats.org/drawingml/2006/main" prst="roundRect">
            <a:avLst>
              <a:gd name="adj" fmla="val 1542"/>
            </a:avLst>
          </a:prstGeom>
          <a:noFill xmlns:a="http://schemas.openxmlformats.org/drawingml/2006/main"/>
          <a:ln xmlns:a="http://schemas.openxmlformats.org/drawingml/2006/main">
            <a:noFill/>
          </a:ln>
        </p:spPr>
      </p:sp>
      <p:pic>
        <p:nvPicPr>
          <p:cNvPr id="800" name="Google Shape;795;p111"/>
          <p:cNvPicPr>
            <a:picLocks xmlns:a="http://schemas.openxmlformats.org/drawingml/2006/main" noChangeAspect="1"/>
          </p:cNvPicPr>
          <p:nvPr/>
        </p:nvPicPr>
        <p:blipFill>
          <a:blip xmlns:r="http://schemas.openxmlformats.org/officeDocument/2006/relationships" xmlns:a="http://schemas.openxmlformats.org/drawingml/2006/main" r:embed="R65fba2b921e74060">
            <a:alphaModFix/>
          </a:blip>
          <a:stretch xmlns:a="http://schemas.openxmlformats.org/drawingml/2006/main">
            <a:fillRect l="0" t="0" r="0" b="0"/>
          </a:stretch>
        </p:blipFill>
        <p:spPr>
          <a:xfrm xmlns:a="http://schemas.openxmlformats.org/drawingml/2006/main">
            <a:off x="228600" y="4836074"/>
            <a:ext cx="153925" cy="153925"/>
          </a:xfrm>
          <a:prstGeom xmlns:a="http://schemas.openxmlformats.org/drawingml/2006/main" prst="rect">
            <a:avLst/>
          </a:prstGeom>
          <a:ln xmlns:a="http://schemas.openxmlformats.org/drawingml/2006/main">
            <a:noFill/>
          </a:ln>
        </p:spPr>
      </p:pic>
    </p:spTree>
  </p:cSld>
</p:sldLayout>
</file>

<file path=ppt/slideLayouts/slideLayout110.xml><?xml version="1.0" encoding="utf-8"?>
<p:sldLayout xmlns:p="http://schemas.openxmlformats.org/presentationml/2006/main" matchingName="Content - 2 containers">
  <p:cSld name="Title + body + 2 imgs">
    <p:spTree>
      <p:nvGrpSpPr>
        <p:cNvPr id="1" name=""/>
        <p:cNvGrpSpPr/>
        <p:nvPr/>
      </p:nvGrpSpPr>
      <p:grpSpPr>
        <a:xfrm xmlns:a="http://schemas.openxmlformats.org/drawingml/2006/main"/>
      </p:grpSpPr>
      <p:sp>
        <p:nvSpPr>
          <p:cNvPr id="797" name="Google Shape;797;p112">
            <a:extLst xmlns:a="http://schemas.openxmlformats.org/drawingml/2006/main">
              <a:ext uri="{FF2B5EF4-FFF2-40B4-BE49-F238E27FC236}">
                <a16:creationId xmlns:a16="http://schemas.microsoft.com/office/drawing/2014/main" id="{E2400F71-72D1-4CE9-AF8F-707EF84067C7}"/>
              </a:ext>
            </a:extLst>
          </p:cNvPr>
          <p:cNvSpPr>
            <a:spLocks xmlns:a="http://schemas.openxmlformats.org/drawingml/2006/main" noGrp="1"/>
          </p:cNvSpPr>
          <p:nvPr>
            <p:ph type="body" idx="1"/>
          </p:nvPr>
        </p:nvSpPr>
        <p:spPr>
          <a:xfrm xmlns:a="http://schemas.openxmlformats.org/drawingml/2006/main">
            <a:off x="201378" y="164051"/>
            <a:ext cx="1948200" cy="160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noAutofit/>
          </a:bodyPr>
          <a:lstStyle xmlns:a="http://schemas.openxmlformats.org/drawingml/2006/main">
            <a:lvl1pPr marL="457200" indent="-228600" algn="l">
              <a:lnSpc>
                <a:spcPct val="90000"/>
              </a:lnSpc>
              <a:spcBef>
                <a:spcPts val="375"/>
              </a:spcBef>
              <a:spcAft>
                <a:spcPts val="0"/>
              </a:spcAft>
              <a:buClr>
                <a:schemeClr val="dk2"/>
              </a:buClr>
              <a:buSzPts val="750"/>
              <a:buFont typeface="Arial"/>
              <a:buNone/>
              <a:defRPr sz="750">
                <a:solidFill>
                  <a:schemeClr val="dk2"/>
                </a:solidFill>
              </a:defRPr>
            </a:lvl1pPr>
            <a:lvl2pPr marL="914400" indent="-271463" algn="l">
              <a:lnSpc>
                <a:spcPct val="90000"/>
              </a:lnSpc>
              <a:spcBef>
                <a:spcPts val="1200"/>
              </a:spcBef>
              <a:spcAft>
                <a:spcPts val="0"/>
              </a:spcAft>
              <a:buClr>
                <a:schemeClr val="dk1"/>
              </a:buClr>
              <a:buSzPts val="675"/>
              <a:buChar char="○"/>
              <a:defRPr sz="900"/>
            </a:lvl2pPr>
            <a:lvl3pPr marL="1371600" indent="-271463" algn="l">
              <a:lnSpc>
                <a:spcPct val="90000"/>
              </a:lnSpc>
              <a:spcBef>
                <a:spcPts val="1200"/>
              </a:spcBef>
              <a:spcAft>
                <a:spcPts val="0"/>
              </a:spcAft>
              <a:buClr>
                <a:schemeClr val="dk1"/>
              </a:buClr>
              <a:buSzPts val="675"/>
              <a:buChar char="■"/>
              <a:defRPr sz="750"/>
            </a:lvl3pPr>
            <a:lvl4pPr marL="1828800" indent="-271463" algn="l">
              <a:lnSpc>
                <a:spcPct val="90000"/>
              </a:lnSpc>
              <a:spcBef>
                <a:spcPts val="1200"/>
              </a:spcBef>
              <a:spcAft>
                <a:spcPts val="0"/>
              </a:spcAft>
              <a:buClr>
                <a:schemeClr val="dk1"/>
              </a:buClr>
              <a:buSzPts val="675"/>
              <a:buChar char="●"/>
              <a:defRPr sz="675"/>
            </a:lvl4pPr>
            <a:lvl5pPr marL="2286000" indent="-271463" algn="l">
              <a:lnSpc>
                <a:spcPct val="90000"/>
              </a:lnSpc>
              <a:spcBef>
                <a:spcPts val="1200"/>
              </a:spcBef>
              <a:spcAft>
                <a:spcPts val="0"/>
              </a:spcAft>
              <a:buClr>
                <a:schemeClr val="dk1"/>
              </a:buClr>
              <a:buSzPts val="675"/>
              <a:buChar char="○"/>
              <a:defRPr sz="675"/>
            </a:lvl5pPr>
            <a:lvl6pPr marL="2743200" indent="-271463" algn="l">
              <a:lnSpc>
                <a:spcPct val="90000"/>
              </a:lnSpc>
              <a:spcBef>
                <a:spcPts val="1200"/>
              </a:spcBef>
              <a:spcAft>
                <a:spcPts val="0"/>
              </a:spcAft>
              <a:buClr>
                <a:schemeClr val="dk1"/>
              </a:buClr>
              <a:buSzPts val="675"/>
              <a:buChar char="■"/>
              <a:defRPr sz="675"/>
            </a:lvl6pPr>
            <a:lvl7pPr marL="3200400" indent="-271463" algn="l">
              <a:lnSpc>
                <a:spcPct val="90000"/>
              </a:lnSpc>
              <a:spcBef>
                <a:spcPts val="1200"/>
              </a:spcBef>
              <a:spcAft>
                <a:spcPts val="0"/>
              </a:spcAft>
              <a:buClr>
                <a:schemeClr val="dk1"/>
              </a:buClr>
              <a:buSzPts val="675"/>
              <a:buChar char="●"/>
              <a:defRPr sz="675"/>
            </a:lvl7pPr>
            <a:lvl8pPr marL="3657600" indent="-271463" algn="l">
              <a:lnSpc>
                <a:spcPct val="90000"/>
              </a:lnSpc>
              <a:spcBef>
                <a:spcPts val="1200"/>
              </a:spcBef>
              <a:spcAft>
                <a:spcPts val="0"/>
              </a:spcAft>
              <a:buClr>
                <a:schemeClr val="dk1"/>
              </a:buClr>
              <a:buSzPts val="675"/>
              <a:buChar char="○"/>
              <a:defRPr sz="675"/>
            </a:lvl8pPr>
            <a:lvl9pPr marL="4114800" indent="-271463" algn="l">
              <a:lnSpc>
                <a:spcPct val="90000"/>
              </a:lnSpc>
              <a:spcBef>
                <a:spcPts val="1200"/>
              </a:spcBef>
              <a:spcAft>
                <a:spcPts val="1200"/>
              </a:spcAft>
              <a:buClr>
                <a:schemeClr val="dk1"/>
              </a:buClr>
              <a:buSzPts val="675"/>
              <a:buChar char="■"/>
              <a:defRPr sz="675"/>
            </a:lvl9pPr>
          </a:lstStyle>
          <a:p xmlns:a="http://schemas.openxmlformats.org/drawingml/2006/main"/>
        </p:txBody>
      </p:sp>
      <p:sp>
        <p:nvSpPr>
          <p:cNvPr id="798" name="Google Shape;798;p112">
            <a:extLst xmlns:a="http://schemas.openxmlformats.org/drawingml/2006/main">
              <a:ext uri="{FF2B5EF4-FFF2-40B4-BE49-F238E27FC236}">
                <a16:creationId xmlns:a16="http://schemas.microsoft.com/office/drawing/2014/main" id="{42FDD5E0-42AC-414A-A216-B1EBA69C67C0}"/>
              </a:ext>
            </a:extLst>
          </p:cNvPr>
          <p:cNvSpPr>
            <a:spLocks xmlns:a="http://schemas.openxmlformats.org/drawingml/2006/main" noGrp="1"/>
          </p:cNvSpPr>
          <p:nvPr>
            <p:ph type="title" idx="0"/>
          </p:nvPr>
        </p:nvSpPr>
        <p:spPr>
          <a:xfrm xmlns:a="http://schemas.openxmlformats.org/drawingml/2006/main">
            <a:off x="201378" y="295836"/>
            <a:ext cx="2334600" cy="657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noAutofit/>
          </a:bodyPr>
          <a:lstStyle xmlns:a="http://schemas.openxmlformats.org/drawingml/2006/main">
            <a:lvl1pPr algn="l">
              <a:lnSpc>
                <a:spcPct val="90000"/>
              </a:lnSpc>
              <a:spcBef>
                <a:spcPts val="0"/>
              </a:spcBef>
              <a:spcAft>
                <a:spcPts val="0"/>
              </a:spcAft>
              <a:buClr>
                <a:schemeClr val="dk1"/>
              </a:buClr>
              <a:buSzPts val="2250"/>
              <a:buFont typeface="Arial"/>
              <a:buNone/>
              <a:defRPr sz="2250"/>
            </a:lvl1pPr>
            <a:lvl2pPr>
              <a:spcBef>
                <a:spcPts val="0"/>
              </a:spcBef>
              <a:spcAft>
                <a:spcPts val="0"/>
              </a:spcAft>
              <a:buSzPts val="525"/>
              <a:buNone/>
              <a:defRPr sz="675"/>
            </a:lvl2pPr>
            <a:lvl3pPr>
              <a:spcBef>
                <a:spcPts val="0"/>
              </a:spcBef>
              <a:spcAft>
                <a:spcPts val="0"/>
              </a:spcAft>
              <a:buSzPts val="525"/>
              <a:buNone/>
              <a:defRPr sz="675"/>
            </a:lvl3pPr>
            <a:lvl4pPr>
              <a:spcBef>
                <a:spcPts val="0"/>
              </a:spcBef>
              <a:spcAft>
                <a:spcPts val="0"/>
              </a:spcAft>
              <a:buSzPts val="525"/>
              <a:buNone/>
              <a:defRPr sz="675"/>
            </a:lvl4pPr>
            <a:lvl5pPr>
              <a:spcBef>
                <a:spcPts val="0"/>
              </a:spcBef>
              <a:spcAft>
                <a:spcPts val="0"/>
              </a:spcAft>
              <a:buSzPts val="525"/>
              <a:buNone/>
              <a:defRPr sz="675"/>
            </a:lvl5pPr>
            <a:lvl6pPr>
              <a:spcBef>
                <a:spcPts val="0"/>
              </a:spcBef>
              <a:spcAft>
                <a:spcPts val="0"/>
              </a:spcAft>
              <a:buSzPts val="525"/>
              <a:buNone/>
              <a:defRPr sz="675"/>
            </a:lvl6pPr>
            <a:lvl7pPr>
              <a:spcBef>
                <a:spcPts val="0"/>
              </a:spcBef>
              <a:spcAft>
                <a:spcPts val="0"/>
              </a:spcAft>
              <a:buSzPts val="525"/>
              <a:buNone/>
              <a:defRPr sz="675"/>
            </a:lvl7pPr>
            <a:lvl8pPr>
              <a:spcBef>
                <a:spcPts val="0"/>
              </a:spcBef>
              <a:spcAft>
                <a:spcPts val="0"/>
              </a:spcAft>
              <a:buSzPts val="525"/>
              <a:buNone/>
              <a:defRPr sz="675"/>
            </a:lvl8pPr>
            <a:lvl9pPr>
              <a:spcBef>
                <a:spcPts val="0"/>
              </a:spcBef>
              <a:spcAft>
                <a:spcPts val="0"/>
              </a:spcAft>
              <a:buSzPts val="525"/>
              <a:buNone/>
              <a:defRPr sz="675"/>
            </a:lvl9pPr>
          </a:lstStyle>
          <a:p xmlns:a="http://schemas.openxmlformats.org/drawingml/2006/main"/>
        </p:txBody>
      </p:sp>
      <p:sp>
        <p:nvSpPr>
          <p:cNvPr id="799" name="Google Shape;799;p112">
            <a:extLst xmlns:a="http://schemas.openxmlformats.org/drawingml/2006/main">
              <a:ext uri="{FF2B5EF4-FFF2-40B4-BE49-F238E27FC236}">
                <a16:creationId xmlns:a16="http://schemas.microsoft.com/office/drawing/2014/main" id="{6E00E420-3375-4422-AF1F-42BB4706FE1F}"/>
              </a:ext>
            </a:extLst>
          </p:cNvPr>
          <p:cNvSpPr>
            <a:spLocks xmlns:a="http://schemas.openxmlformats.org/drawingml/2006/main" noGrp="1"/>
          </p:cNvSpPr>
          <p:nvPr>
            <p:ph type="body" idx="2"/>
          </p:nvPr>
        </p:nvSpPr>
        <p:spPr>
          <a:xfrm xmlns:a="http://schemas.openxmlformats.org/drawingml/2006/main">
            <a:off x="3642151" y="187708"/>
            <a:ext cx="5298900" cy="88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spAutoFit/>
          </a:bodyPr>
          <a:lstStyle xmlns:a="http://schemas.openxmlformats.org/drawingml/2006/main">
            <a:lvl1pPr marL="457200" indent="-228600" algn="l">
              <a:lnSpc>
                <a:spcPct val="110000"/>
              </a:lnSpc>
              <a:spcBef>
                <a:spcPts val="375"/>
              </a:spcBef>
              <a:spcAft>
                <a:spcPts val="0"/>
              </a:spcAft>
              <a:buClr>
                <a:schemeClr val="dk2"/>
              </a:buClr>
              <a:buSzPts val="1275"/>
              <a:buFont typeface="Arial"/>
              <a:buNone/>
              <a:defRPr sz="1275">
                <a:solidFill>
                  <a:schemeClr val="dk2"/>
                </a:solidFill>
              </a:defRPr>
            </a:lvl1pPr>
            <a:lvl2pPr marL="914400" indent="-228600" algn="l">
              <a:lnSpc>
                <a:spcPct val="90000"/>
              </a:lnSpc>
              <a:spcBef>
                <a:spcPts val="1200"/>
              </a:spcBef>
              <a:spcAft>
                <a:spcPts val="0"/>
              </a:spcAft>
              <a:buClr>
                <a:schemeClr val="dk1"/>
              </a:buClr>
              <a:buSzPts val="525"/>
              <a:buNone/>
              <a:defRPr sz="525"/>
            </a:lvl2pPr>
            <a:lvl3pPr marL="1371600" indent="-228600" algn="l">
              <a:lnSpc>
                <a:spcPct val="90000"/>
              </a:lnSpc>
              <a:spcBef>
                <a:spcPts val="1200"/>
              </a:spcBef>
              <a:spcAft>
                <a:spcPts val="0"/>
              </a:spcAft>
              <a:buClr>
                <a:schemeClr val="dk1"/>
              </a:buClr>
              <a:buSzPts val="450"/>
              <a:buNone/>
              <a:defRPr sz="450"/>
            </a:lvl3pPr>
            <a:lvl4pPr marL="1828800" indent="-228600" algn="l">
              <a:lnSpc>
                <a:spcPct val="90000"/>
              </a:lnSpc>
              <a:spcBef>
                <a:spcPts val="1200"/>
              </a:spcBef>
              <a:spcAft>
                <a:spcPts val="0"/>
              </a:spcAft>
              <a:buClr>
                <a:schemeClr val="dk1"/>
              </a:buClr>
              <a:buSzPts val="375"/>
              <a:buNone/>
              <a:defRPr sz="375"/>
            </a:lvl4pPr>
            <a:lvl5pPr marL="2286000" indent="-228600" algn="l">
              <a:lnSpc>
                <a:spcPct val="90000"/>
              </a:lnSpc>
              <a:spcBef>
                <a:spcPts val="1200"/>
              </a:spcBef>
              <a:spcAft>
                <a:spcPts val="0"/>
              </a:spcAft>
              <a:buClr>
                <a:schemeClr val="dk1"/>
              </a:buClr>
              <a:buSzPts val="375"/>
              <a:buNone/>
              <a:defRPr sz="375"/>
            </a:lvl5pPr>
            <a:lvl6pPr marL="2743200" indent="-228600" algn="l">
              <a:lnSpc>
                <a:spcPct val="90000"/>
              </a:lnSpc>
              <a:spcBef>
                <a:spcPts val="1200"/>
              </a:spcBef>
              <a:spcAft>
                <a:spcPts val="0"/>
              </a:spcAft>
              <a:buClr>
                <a:schemeClr val="dk1"/>
              </a:buClr>
              <a:buSzPts val="375"/>
              <a:buNone/>
              <a:defRPr sz="375"/>
            </a:lvl6pPr>
            <a:lvl7pPr marL="3200400" indent="-228600" algn="l">
              <a:lnSpc>
                <a:spcPct val="90000"/>
              </a:lnSpc>
              <a:spcBef>
                <a:spcPts val="1200"/>
              </a:spcBef>
              <a:spcAft>
                <a:spcPts val="0"/>
              </a:spcAft>
              <a:buClr>
                <a:schemeClr val="dk1"/>
              </a:buClr>
              <a:buSzPts val="375"/>
              <a:buNone/>
              <a:defRPr sz="375"/>
            </a:lvl7pPr>
            <a:lvl8pPr marL="3657600" indent="-228600" algn="l">
              <a:lnSpc>
                <a:spcPct val="90000"/>
              </a:lnSpc>
              <a:spcBef>
                <a:spcPts val="1200"/>
              </a:spcBef>
              <a:spcAft>
                <a:spcPts val="0"/>
              </a:spcAft>
              <a:buClr>
                <a:schemeClr val="dk1"/>
              </a:buClr>
              <a:buSzPts val="375"/>
              <a:buNone/>
              <a:defRPr sz="375"/>
            </a:lvl8pPr>
            <a:lvl9pPr marL="4114800" indent="-228600" algn="l">
              <a:lnSpc>
                <a:spcPct val="90000"/>
              </a:lnSpc>
              <a:spcBef>
                <a:spcPts val="1200"/>
              </a:spcBef>
              <a:spcAft>
                <a:spcPts val="1200"/>
              </a:spcAft>
              <a:buClr>
                <a:schemeClr val="dk1"/>
              </a:buClr>
              <a:buSzPts val="375"/>
              <a:buNone/>
              <a:defRPr sz="375"/>
            </a:lvl9pPr>
          </a:lstStyle>
          <a:p xmlns:a="http://schemas.openxmlformats.org/drawingml/2006/main"/>
        </p:txBody>
      </p:sp>
      <p:sp>
        <p:nvSpPr>
          <p:cNvPr id="800" name="Google Shape;800;p112">
            <a:extLst xmlns:a="http://schemas.openxmlformats.org/drawingml/2006/main">
              <a:ext uri="{FF2B5EF4-FFF2-40B4-BE49-F238E27FC236}">
                <a16:creationId xmlns:a16="http://schemas.microsoft.com/office/drawing/2014/main" id="{1B264B0E-E377-45AB-878C-63C8CA43C8A1}"/>
              </a:ext>
            </a:extLst>
          </p:cNvPr>
          <p:cNvSpPr>
            <a:spLocks xmlns:a="http://schemas.openxmlformats.org/drawingml/2006/main" noGrp="1"/>
          </p:cNvSpPr>
          <p:nvPr>
            <p:ph type="pic" idx="3"/>
          </p:nvPr>
        </p:nvSpPr>
        <p:spPr>
          <a:xfrm xmlns:a="http://schemas.openxmlformats.org/drawingml/2006/main">
            <a:off x="231950" y="1278375"/>
            <a:ext cx="4275900" cy="3435000"/>
          </a:xfrm>
          <a:prstGeom xmlns:a="http://schemas.openxmlformats.org/drawingml/2006/main" prst="roundRect">
            <a:avLst>
              <a:gd name="adj" fmla="val 1542"/>
            </a:avLst>
          </a:prstGeom>
          <a:noFill xmlns:a="http://schemas.openxmlformats.org/drawingml/2006/main"/>
          <a:ln xmlns:a="http://schemas.openxmlformats.org/drawingml/2006/main">
            <a:noFill/>
          </a:ln>
        </p:spPr>
      </p:sp>
      <p:sp>
        <p:nvSpPr>
          <p:cNvPr id="801" name="Google Shape;801;p112">
            <a:extLst xmlns:a="http://schemas.openxmlformats.org/drawingml/2006/main">
              <a:ext uri="{FF2B5EF4-FFF2-40B4-BE49-F238E27FC236}">
                <a16:creationId xmlns:a16="http://schemas.microsoft.com/office/drawing/2014/main" id="{B89E4C30-B2E0-40AA-99D8-2E62DF166D91}"/>
              </a:ext>
            </a:extLst>
          </p:cNvPr>
          <p:cNvSpPr>
            <a:spLocks xmlns:a="http://schemas.openxmlformats.org/drawingml/2006/main" noGrp="1"/>
          </p:cNvSpPr>
          <p:nvPr>
            <p:ph type="pic" idx="4"/>
          </p:nvPr>
        </p:nvSpPr>
        <p:spPr>
          <a:xfrm xmlns:a="http://schemas.openxmlformats.org/drawingml/2006/main">
            <a:off x="4645150" y="1278375"/>
            <a:ext cx="4275900" cy="3435000"/>
          </a:xfrm>
          <a:prstGeom xmlns:a="http://schemas.openxmlformats.org/drawingml/2006/main" prst="roundRect">
            <a:avLst>
              <a:gd name="adj" fmla="val 1542"/>
            </a:avLst>
          </a:prstGeom>
          <a:noFill xmlns:a="http://schemas.openxmlformats.org/drawingml/2006/main"/>
          <a:ln xmlns:a="http://schemas.openxmlformats.org/drawingml/2006/main">
            <a:noFill/>
          </a:ln>
        </p:spPr>
      </p:sp>
      <p:pic>
        <p:nvPicPr>
          <p:cNvPr id="808" name="Google Shape;802;p112"/>
          <p:cNvPicPr>
            <a:picLocks xmlns:a="http://schemas.openxmlformats.org/drawingml/2006/main" noChangeAspect="1"/>
          </p:cNvPicPr>
          <p:nvPr/>
        </p:nvPicPr>
        <p:blipFill>
          <a:blip xmlns:r="http://schemas.openxmlformats.org/officeDocument/2006/relationships" xmlns:a="http://schemas.openxmlformats.org/drawingml/2006/main" r:embed="Rb49b2edbc31747f9">
            <a:alphaModFix/>
          </a:blip>
          <a:stretch xmlns:a="http://schemas.openxmlformats.org/drawingml/2006/main">
            <a:fillRect l="0" t="0" r="0" b="0"/>
          </a:stretch>
        </p:blipFill>
        <p:spPr>
          <a:xfrm xmlns:a="http://schemas.openxmlformats.org/drawingml/2006/main">
            <a:off x="228600" y="4836074"/>
            <a:ext cx="153925" cy="153925"/>
          </a:xfrm>
          <a:prstGeom xmlns:a="http://schemas.openxmlformats.org/drawingml/2006/main" prst="rect">
            <a:avLst/>
          </a:prstGeom>
          <a:ln xmlns:a="http://schemas.openxmlformats.org/drawingml/2006/main">
            <a:noFill/>
          </a:ln>
        </p:spPr>
      </p:pic>
    </p:spTree>
  </p:cSld>
</p:sldLayout>
</file>

<file path=ppt/slideLayouts/slideLayout111.xml><?xml version="1.0" encoding="utf-8"?>
<p:sldLayout xmlns:p="http://schemas.openxmlformats.org/presentationml/2006/main" matchingName="Content - 3 containers">
  <p:cSld name="Title + body + 3 imgs">
    <p:spTree>
      <p:nvGrpSpPr>
        <p:cNvPr id="1" name=""/>
        <p:cNvGrpSpPr/>
        <p:nvPr/>
      </p:nvGrpSpPr>
      <p:grpSpPr>
        <a:xfrm xmlns:a="http://schemas.openxmlformats.org/drawingml/2006/main"/>
      </p:grpSpPr>
      <p:sp>
        <p:nvSpPr>
          <p:cNvPr id="804" name="Google Shape;804;p113">
            <a:extLst xmlns:a="http://schemas.openxmlformats.org/drawingml/2006/main">
              <a:ext uri="{FF2B5EF4-FFF2-40B4-BE49-F238E27FC236}">
                <a16:creationId xmlns:a16="http://schemas.microsoft.com/office/drawing/2014/main" id="{90A7B569-468B-4F97-853C-B9973A9A7B7D}"/>
              </a:ext>
            </a:extLst>
          </p:cNvPr>
          <p:cNvSpPr>
            <a:spLocks xmlns:a="http://schemas.openxmlformats.org/drawingml/2006/main" noGrp="1"/>
          </p:cNvSpPr>
          <p:nvPr>
            <p:ph type="body" idx="1"/>
          </p:nvPr>
        </p:nvSpPr>
        <p:spPr>
          <a:xfrm xmlns:a="http://schemas.openxmlformats.org/drawingml/2006/main">
            <a:off x="201378" y="164051"/>
            <a:ext cx="1948200" cy="160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noAutofit/>
          </a:bodyPr>
          <a:lstStyle xmlns:a="http://schemas.openxmlformats.org/drawingml/2006/main">
            <a:lvl1pPr marL="457200" indent="-228600" algn="l">
              <a:lnSpc>
                <a:spcPct val="90000"/>
              </a:lnSpc>
              <a:spcBef>
                <a:spcPts val="375"/>
              </a:spcBef>
              <a:spcAft>
                <a:spcPts val="0"/>
              </a:spcAft>
              <a:buClr>
                <a:schemeClr val="dk2"/>
              </a:buClr>
              <a:buSzPts val="750"/>
              <a:buFont typeface="Arial"/>
              <a:buNone/>
              <a:defRPr sz="750">
                <a:solidFill>
                  <a:schemeClr val="dk2"/>
                </a:solidFill>
              </a:defRPr>
            </a:lvl1pPr>
            <a:lvl2pPr marL="914400" indent="-271463" algn="l">
              <a:lnSpc>
                <a:spcPct val="90000"/>
              </a:lnSpc>
              <a:spcBef>
                <a:spcPts val="1200"/>
              </a:spcBef>
              <a:spcAft>
                <a:spcPts val="0"/>
              </a:spcAft>
              <a:buClr>
                <a:schemeClr val="dk1"/>
              </a:buClr>
              <a:buSzPts val="675"/>
              <a:buChar char="○"/>
              <a:defRPr sz="900"/>
            </a:lvl2pPr>
            <a:lvl3pPr marL="1371600" indent="-271463" algn="l">
              <a:lnSpc>
                <a:spcPct val="90000"/>
              </a:lnSpc>
              <a:spcBef>
                <a:spcPts val="1200"/>
              </a:spcBef>
              <a:spcAft>
                <a:spcPts val="0"/>
              </a:spcAft>
              <a:buClr>
                <a:schemeClr val="dk1"/>
              </a:buClr>
              <a:buSzPts val="675"/>
              <a:buChar char="■"/>
              <a:defRPr sz="750"/>
            </a:lvl3pPr>
            <a:lvl4pPr marL="1828800" indent="-271463" algn="l">
              <a:lnSpc>
                <a:spcPct val="90000"/>
              </a:lnSpc>
              <a:spcBef>
                <a:spcPts val="1200"/>
              </a:spcBef>
              <a:spcAft>
                <a:spcPts val="0"/>
              </a:spcAft>
              <a:buClr>
                <a:schemeClr val="dk1"/>
              </a:buClr>
              <a:buSzPts val="675"/>
              <a:buChar char="●"/>
              <a:defRPr sz="675"/>
            </a:lvl4pPr>
            <a:lvl5pPr marL="2286000" indent="-271463" algn="l">
              <a:lnSpc>
                <a:spcPct val="90000"/>
              </a:lnSpc>
              <a:spcBef>
                <a:spcPts val="1200"/>
              </a:spcBef>
              <a:spcAft>
                <a:spcPts val="0"/>
              </a:spcAft>
              <a:buClr>
                <a:schemeClr val="dk1"/>
              </a:buClr>
              <a:buSzPts val="675"/>
              <a:buChar char="○"/>
              <a:defRPr sz="675"/>
            </a:lvl5pPr>
            <a:lvl6pPr marL="2743200" indent="-271463" algn="l">
              <a:lnSpc>
                <a:spcPct val="90000"/>
              </a:lnSpc>
              <a:spcBef>
                <a:spcPts val="1200"/>
              </a:spcBef>
              <a:spcAft>
                <a:spcPts val="0"/>
              </a:spcAft>
              <a:buClr>
                <a:schemeClr val="dk1"/>
              </a:buClr>
              <a:buSzPts val="675"/>
              <a:buChar char="■"/>
              <a:defRPr sz="675"/>
            </a:lvl6pPr>
            <a:lvl7pPr marL="3200400" indent="-271463" algn="l">
              <a:lnSpc>
                <a:spcPct val="90000"/>
              </a:lnSpc>
              <a:spcBef>
                <a:spcPts val="1200"/>
              </a:spcBef>
              <a:spcAft>
                <a:spcPts val="0"/>
              </a:spcAft>
              <a:buClr>
                <a:schemeClr val="dk1"/>
              </a:buClr>
              <a:buSzPts val="675"/>
              <a:buChar char="●"/>
              <a:defRPr sz="675"/>
            </a:lvl7pPr>
            <a:lvl8pPr marL="3657600" indent="-271463" algn="l">
              <a:lnSpc>
                <a:spcPct val="90000"/>
              </a:lnSpc>
              <a:spcBef>
                <a:spcPts val="1200"/>
              </a:spcBef>
              <a:spcAft>
                <a:spcPts val="0"/>
              </a:spcAft>
              <a:buClr>
                <a:schemeClr val="dk1"/>
              </a:buClr>
              <a:buSzPts val="675"/>
              <a:buChar char="○"/>
              <a:defRPr sz="675"/>
            </a:lvl8pPr>
            <a:lvl9pPr marL="4114800" indent="-271463" algn="l">
              <a:lnSpc>
                <a:spcPct val="90000"/>
              </a:lnSpc>
              <a:spcBef>
                <a:spcPts val="1200"/>
              </a:spcBef>
              <a:spcAft>
                <a:spcPts val="1200"/>
              </a:spcAft>
              <a:buClr>
                <a:schemeClr val="dk1"/>
              </a:buClr>
              <a:buSzPts val="675"/>
              <a:buChar char="■"/>
              <a:defRPr sz="675"/>
            </a:lvl9pPr>
          </a:lstStyle>
          <a:p xmlns:a="http://schemas.openxmlformats.org/drawingml/2006/main"/>
        </p:txBody>
      </p:sp>
      <p:sp>
        <p:nvSpPr>
          <p:cNvPr id="805" name="Google Shape;805;p113">
            <a:extLst xmlns:a="http://schemas.openxmlformats.org/drawingml/2006/main">
              <a:ext uri="{FF2B5EF4-FFF2-40B4-BE49-F238E27FC236}">
                <a16:creationId xmlns:a16="http://schemas.microsoft.com/office/drawing/2014/main" id="{5D5B0B95-9BCA-4452-9138-8B08F3D02ED2}"/>
              </a:ext>
            </a:extLst>
          </p:cNvPr>
          <p:cNvSpPr>
            <a:spLocks xmlns:a="http://schemas.openxmlformats.org/drawingml/2006/main" noGrp="1"/>
          </p:cNvSpPr>
          <p:nvPr>
            <p:ph type="title" idx="0"/>
          </p:nvPr>
        </p:nvSpPr>
        <p:spPr>
          <a:xfrm xmlns:a="http://schemas.openxmlformats.org/drawingml/2006/main">
            <a:off x="201378" y="295836"/>
            <a:ext cx="2334600" cy="657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noAutofit/>
          </a:bodyPr>
          <a:lstStyle xmlns:a="http://schemas.openxmlformats.org/drawingml/2006/main">
            <a:lvl1pPr algn="l">
              <a:lnSpc>
                <a:spcPct val="90000"/>
              </a:lnSpc>
              <a:spcBef>
                <a:spcPts val="0"/>
              </a:spcBef>
              <a:spcAft>
                <a:spcPts val="0"/>
              </a:spcAft>
              <a:buClr>
                <a:schemeClr val="dk1"/>
              </a:buClr>
              <a:buSzPts val="2250"/>
              <a:buFont typeface="Arial"/>
              <a:buNone/>
              <a:defRPr sz="2250"/>
            </a:lvl1pPr>
            <a:lvl2pPr>
              <a:spcBef>
                <a:spcPts val="0"/>
              </a:spcBef>
              <a:spcAft>
                <a:spcPts val="0"/>
              </a:spcAft>
              <a:buSzPts val="525"/>
              <a:buNone/>
              <a:defRPr sz="675"/>
            </a:lvl2pPr>
            <a:lvl3pPr>
              <a:spcBef>
                <a:spcPts val="0"/>
              </a:spcBef>
              <a:spcAft>
                <a:spcPts val="0"/>
              </a:spcAft>
              <a:buSzPts val="525"/>
              <a:buNone/>
              <a:defRPr sz="675"/>
            </a:lvl3pPr>
            <a:lvl4pPr>
              <a:spcBef>
                <a:spcPts val="0"/>
              </a:spcBef>
              <a:spcAft>
                <a:spcPts val="0"/>
              </a:spcAft>
              <a:buSzPts val="525"/>
              <a:buNone/>
              <a:defRPr sz="675"/>
            </a:lvl4pPr>
            <a:lvl5pPr>
              <a:spcBef>
                <a:spcPts val="0"/>
              </a:spcBef>
              <a:spcAft>
                <a:spcPts val="0"/>
              </a:spcAft>
              <a:buSzPts val="525"/>
              <a:buNone/>
              <a:defRPr sz="675"/>
            </a:lvl5pPr>
            <a:lvl6pPr>
              <a:spcBef>
                <a:spcPts val="0"/>
              </a:spcBef>
              <a:spcAft>
                <a:spcPts val="0"/>
              </a:spcAft>
              <a:buSzPts val="525"/>
              <a:buNone/>
              <a:defRPr sz="675"/>
            </a:lvl6pPr>
            <a:lvl7pPr>
              <a:spcBef>
                <a:spcPts val="0"/>
              </a:spcBef>
              <a:spcAft>
                <a:spcPts val="0"/>
              </a:spcAft>
              <a:buSzPts val="525"/>
              <a:buNone/>
              <a:defRPr sz="675"/>
            </a:lvl7pPr>
            <a:lvl8pPr>
              <a:spcBef>
                <a:spcPts val="0"/>
              </a:spcBef>
              <a:spcAft>
                <a:spcPts val="0"/>
              </a:spcAft>
              <a:buSzPts val="525"/>
              <a:buNone/>
              <a:defRPr sz="675"/>
            </a:lvl8pPr>
            <a:lvl9pPr>
              <a:spcBef>
                <a:spcPts val="0"/>
              </a:spcBef>
              <a:spcAft>
                <a:spcPts val="0"/>
              </a:spcAft>
              <a:buSzPts val="525"/>
              <a:buNone/>
              <a:defRPr sz="675"/>
            </a:lvl9pPr>
          </a:lstStyle>
          <a:p xmlns:a="http://schemas.openxmlformats.org/drawingml/2006/main"/>
        </p:txBody>
      </p:sp>
      <p:sp>
        <p:nvSpPr>
          <p:cNvPr id="806" name="Google Shape;806;p113">
            <a:extLst xmlns:a="http://schemas.openxmlformats.org/drawingml/2006/main">
              <a:ext uri="{FF2B5EF4-FFF2-40B4-BE49-F238E27FC236}">
                <a16:creationId xmlns:a16="http://schemas.microsoft.com/office/drawing/2014/main" id="{52A4232F-33FA-432D-B13C-DF7B53F6BAB1}"/>
              </a:ext>
            </a:extLst>
          </p:cNvPr>
          <p:cNvSpPr>
            <a:spLocks xmlns:a="http://schemas.openxmlformats.org/drawingml/2006/main" noGrp="1"/>
          </p:cNvSpPr>
          <p:nvPr>
            <p:ph type="body" idx="2"/>
          </p:nvPr>
        </p:nvSpPr>
        <p:spPr>
          <a:xfrm xmlns:a="http://schemas.openxmlformats.org/drawingml/2006/main">
            <a:off x="3642151" y="187708"/>
            <a:ext cx="5298900" cy="88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spAutoFit/>
          </a:bodyPr>
          <a:lstStyle xmlns:a="http://schemas.openxmlformats.org/drawingml/2006/main">
            <a:lvl1pPr marL="457200" indent="-228600" algn="l">
              <a:lnSpc>
                <a:spcPct val="110000"/>
              </a:lnSpc>
              <a:spcBef>
                <a:spcPts val="375"/>
              </a:spcBef>
              <a:spcAft>
                <a:spcPts val="0"/>
              </a:spcAft>
              <a:buClr>
                <a:schemeClr val="dk2"/>
              </a:buClr>
              <a:buSzPts val="1275"/>
              <a:buFont typeface="Arial"/>
              <a:buNone/>
              <a:defRPr sz="1275">
                <a:solidFill>
                  <a:schemeClr val="dk2"/>
                </a:solidFill>
              </a:defRPr>
            </a:lvl1pPr>
            <a:lvl2pPr marL="914400" indent="-228600" algn="l">
              <a:lnSpc>
                <a:spcPct val="90000"/>
              </a:lnSpc>
              <a:spcBef>
                <a:spcPts val="1200"/>
              </a:spcBef>
              <a:spcAft>
                <a:spcPts val="0"/>
              </a:spcAft>
              <a:buClr>
                <a:schemeClr val="dk1"/>
              </a:buClr>
              <a:buSzPts val="525"/>
              <a:buNone/>
              <a:defRPr sz="525"/>
            </a:lvl2pPr>
            <a:lvl3pPr marL="1371600" indent="-228600" algn="l">
              <a:lnSpc>
                <a:spcPct val="90000"/>
              </a:lnSpc>
              <a:spcBef>
                <a:spcPts val="1200"/>
              </a:spcBef>
              <a:spcAft>
                <a:spcPts val="0"/>
              </a:spcAft>
              <a:buClr>
                <a:schemeClr val="dk1"/>
              </a:buClr>
              <a:buSzPts val="450"/>
              <a:buNone/>
              <a:defRPr sz="450"/>
            </a:lvl3pPr>
            <a:lvl4pPr marL="1828800" indent="-228600" algn="l">
              <a:lnSpc>
                <a:spcPct val="90000"/>
              </a:lnSpc>
              <a:spcBef>
                <a:spcPts val="1200"/>
              </a:spcBef>
              <a:spcAft>
                <a:spcPts val="0"/>
              </a:spcAft>
              <a:buClr>
                <a:schemeClr val="dk1"/>
              </a:buClr>
              <a:buSzPts val="375"/>
              <a:buNone/>
              <a:defRPr sz="375"/>
            </a:lvl4pPr>
            <a:lvl5pPr marL="2286000" indent="-228600" algn="l">
              <a:lnSpc>
                <a:spcPct val="90000"/>
              </a:lnSpc>
              <a:spcBef>
                <a:spcPts val="1200"/>
              </a:spcBef>
              <a:spcAft>
                <a:spcPts val="0"/>
              </a:spcAft>
              <a:buClr>
                <a:schemeClr val="dk1"/>
              </a:buClr>
              <a:buSzPts val="375"/>
              <a:buNone/>
              <a:defRPr sz="375"/>
            </a:lvl5pPr>
            <a:lvl6pPr marL="2743200" indent="-228600" algn="l">
              <a:lnSpc>
                <a:spcPct val="90000"/>
              </a:lnSpc>
              <a:spcBef>
                <a:spcPts val="1200"/>
              </a:spcBef>
              <a:spcAft>
                <a:spcPts val="0"/>
              </a:spcAft>
              <a:buClr>
                <a:schemeClr val="dk1"/>
              </a:buClr>
              <a:buSzPts val="375"/>
              <a:buNone/>
              <a:defRPr sz="375"/>
            </a:lvl6pPr>
            <a:lvl7pPr marL="3200400" indent="-228600" algn="l">
              <a:lnSpc>
                <a:spcPct val="90000"/>
              </a:lnSpc>
              <a:spcBef>
                <a:spcPts val="1200"/>
              </a:spcBef>
              <a:spcAft>
                <a:spcPts val="0"/>
              </a:spcAft>
              <a:buClr>
                <a:schemeClr val="dk1"/>
              </a:buClr>
              <a:buSzPts val="375"/>
              <a:buNone/>
              <a:defRPr sz="375"/>
            </a:lvl7pPr>
            <a:lvl8pPr marL="3657600" indent="-228600" algn="l">
              <a:lnSpc>
                <a:spcPct val="90000"/>
              </a:lnSpc>
              <a:spcBef>
                <a:spcPts val="1200"/>
              </a:spcBef>
              <a:spcAft>
                <a:spcPts val="0"/>
              </a:spcAft>
              <a:buClr>
                <a:schemeClr val="dk1"/>
              </a:buClr>
              <a:buSzPts val="375"/>
              <a:buNone/>
              <a:defRPr sz="375"/>
            </a:lvl8pPr>
            <a:lvl9pPr marL="4114800" indent="-228600" algn="l">
              <a:lnSpc>
                <a:spcPct val="90000"/>
              </a:lnSpc>
              <a:spcBef>
                <a:spcPts val="1200"/>
              </a:spcBef>
              <a:spcAft>
                <a:spcPts val="1200"/>
              </a:spcAft>
              <a:buClr>
                <a:schemeClr val="dk1"/>
              </a:buClr>
              <a:buSzPts val="375"/>
              <a:buNone/>
              <a:defRPr sz="375"/>
            </a:lvl9pPr>
          </a:lstStyle>
          <a:p xmlns:a="http://schemas.openxmlformats.org/drawingml/2006/main"/>
        </p:txBody>
      </p:sp>
      <p:sp>
        <p:nvSpPr>
          <p:cNvPr id="807" name="Google Shape;807;p113">
            <a:extLst xmlns:a="http://schemas.openxmlformats.org/drawingml/2006/main">
              <a:ext uri="{FF2B5EF4-FFF2-40B4-BE49-F238E27FC236}">
                <a16:creationId xmlns:a16="http://schemas.microsoft.com/office/drawing/2014/main" id="{EEC94D77-952E-4007-A8A0-2B83E11AD938}"/>
              </a:ext>
            </a:extLst>
          </p:cNvPr>
          <p:cNvSpPr>
            <a:spLocks xmlns:a="http://schemas.openxmlformats.org/drawingml/2006/main" noGrp="1"/>
          </p:cNvSpPr>
          <p:nvPr>
            <p:ph type="pic" idx="3"/>
          </p:nvPr>
        </p:nvSpPr>
        <p:spPr>
          <a:xfrm xmlns:a="http://schemas.openxmlformats.org/drawingml/2006/main">
            <a:off x="231950" y="1278375"/>
            <a:ext cx="2803800" cy="3435000"/>
          </a:xfrm>
          <a:prstGeom xmlns:a="http://schemas.openxmlformats.org/drawingml/2006/main" prst="roundRect">
            <a:avLst>
              <a:gd name="adj" fmla="val 1542"/>
            </a:avLst>
          </a:prstGeom>
          <a:noFill xmlns:a="http://schemas.openxmlformats.org/drawingml/2006/main"/>
          <a:ln xmlns:a="http://schemas.openxmlformats.org/drawingml/2006/main">
            <a:noFill/>
          </a:ln>
        </p:spPr>
      </p:sp>
      <p:sp>
        <p:nvSpPr>
          <p:cNvPr id="808" name="Google Shape;808;p113">
            <a:extLst xmlns:a="http://schemas.openxmlformats.org/drawingml/2006/main">
              <a:ext uri="{FF2B5EF4-FFF2-40B4-BE49-F238E27FC236}">
                <a16:creationId xmlns:a16="http://schemas.microsoft.com/office/drawing/2014/main" id="{D1809A50-902D-4260-BB2D-6A8ED978C663}"/>
              </a:ext>
            </a:extLst>
          </p:cNvPr>
          <p:cNvSpPr>
            <a:spLocks xmlns:a="http://schemas.openxmlformats.org/drawingml/2006/main" noGrp="1"/>
          </p:cNvSpPr>
          <p:nvPr>
            <p:ph type="pic" idx="4"/>
          </p:nvPr>
        </p:nvSpPr>
        <p:spPr>
          <a:xfrm xmlns:a="http://schemas.openxmlformats.org/drawingml/2006/main">
            <a:off x="3170100" y="1278375"/>
            <a:ext cx="2803800" cy="3435000"/>
          </a:xfrm>
          <a:prstGeom xmlns:a="http://schemas.openxmlformats.org/drawingml/2006/main" prst="roundRect">
            <a:avLst>
              <a:gd name="adj" fmla="val 1542"/>
            </a:avLst>
          </a:prstGeom>
          <a:noFill xmlns:a="http://schemas.openxmlformats.org/drawingml/2006/main"/>
          <a:ln xmlns:a="http://schemas.openxmlformats.org/drawingml/2006/main">
            <a:noFill/>
          </a:ln>
        </p:spPr>
      </p:sp>
      <p:sp>
        <p:nvSpPr>
          <p:cNvPr id="809" name="Google Shape;809;p113">
            <a:extLst xmlns:a="http://schemas.openxmlformats.org/drawingml/2006/main">
              <a:ext uri="{FF2B5EF4-FFF2-40B4-BE49-F238E27FC236}">
                <a16:creationId xmlns:a16="http://schemas.microsoft.com/office/drawing/2014/main" id="{B1F264CD-A5B4-41C9-A09B-ADB9662AE4D7}"/>
              </a:ext>
            </a:extLst>
          </p:cNvPr>
          <p:cNvSpPr>
            <a:spLocks xmlns:a="http://schemas.openxmlformats.org/drawingml/2006/main" noGrp="1"/>
          </p:cNvSpPr>
          <p:nvPr>
            <p:ph type="pic" idx="5"/>
          </p:nvPr>
        </p:nvSpPr>
        <p:spPr>
          <a:xfrm xmlns:a="http://schemas.openxmlformats.org/drawingml/2006/main">
            <a:off x="6108250" y="1278375"/>
            <a:ext cx="2803800" cy="3435000"/>
          </a:xfrm>
          <a:prstGeom xmlns:a="http://schemas.openxmlformats.org/drawingml/2006/main" prst="roundRect">
            <a:avLst>
              <a:gd name="adj" fmla="val 1542"/>
            </a:avLst>
          </a:prstGeom>
          <a:noFill xmlns:a="http://schemas.openxmlformats.org/drawingml/2006/main"/>
          <a:ln xmlns:a="http://schemas.openxmlformats.org/drawingml/2006/main">
            <a:noFill/>
          </a:ln>
        </p:spPr>
      </p:sp>
      <p:pic>
        <p:nvPicPr>
          <p:cNvPr id="817" name="Google Shape;810;p113"/>
          <p:cNvPicPr>
            <a:picLocks xmlns:a="http://schemas.openxmlformats.org/drawingml/2006/main" noChangeAspect="1"/>
          </p:cNvPicPr>
          <p:nvPr/>
        </p:nvPicPr>
        <p:blipFill>
          <a:blip xmlns:r="http://schemas.openxmlformats.org/officeDocument/2006/relationships" xmlns:a="http://schemas.openxmlformats.org/drawingml/2006/main" r:embed="R29e8e74cbfdf4349">
            <a:alphaModFix/>
          </a:blip>
          <a:stretch xmlns:a="http://schemas.openxmlformats.org/drawingml/2006/main">
            <a:fillRect l="0" t="0" r="0" b="0"/>
          </a:stretch>
        </p:blipFill>
        <p:spPr>
          <a:xfrm xmlns:a="http://schemas.openxmlformats.org/drawingml/2006/main">
            <a:off x="228600" y="4836074"/>
            <a:ext cx="153925" cy="153925"/>
          </a:xfrm>
          <a:prstGeom xmlns:a="http://schemas.openxmlformats.org/drawingml/2006/main" prst="rect">
            <a:avLst/>
          </a:prstGeom>
          <a:ln xmlns:a="http://schemas.openxmlformats.org/drawingml/2006/main">
            <a:noFill/>
          </a:ln>
        </p:spPr>
      </p:pic>
    </p:spTree>
  </p:cSld>
</p:sldLayout>
</file>

<file path=ppt/slideLayouts/slideLayout112.xml><?xml version="1.0" encoding="utf-8"?>
<p:sldLayout xmlns:p="http://schemas.openxmlformats.org/presentationml/2006/main" matchingName="Content - 5 containers">
  <p:cSld name="Title + body + 4 imgs">
    <p:spTree>
      <p:nvGrpSpPr>
        <p:cNvPr id="1" name=""/>
        <p:cNvGrpSpPr/>
        <p:nvPr/>
      </p:nvGrpSpPr>
      <p:grpSpPr>
        <a:xfrm xmlns:a="http://schemas.openxmlformats.org/drawingml/2006/main"/>
      </p:grpSpPr>
      <p:sp>
        <p:nvSpPr>
          <p:cNvPr id="812" name="Google Shape;812;p114">
            <a:extLst xmlns:a="http://schemas.openxmlformats.org/drawingml/2006/main">
              <a:ext uri="{FF2B5EF4-FFF2-40B4-BE49-F238E27FC236}">
                <a16:creationId xmlns:a16="http://schemas.microsoft.com/office/drawing/2014/main" id="{E8F9385A-B8FE-4C33-95EA-FF853CA7EDBE}"/>
              </a:ext>
            </a:extLst>
          </p:cNvPr>
          <p:cNvSpPr>
            <a:spLocks xmlns:a="http://schemas.openxmlformats.org/drawingml/2006/main" noGrp="1"/>
          </p:cNvSpPr>
          <p:nvPr>
            <p:ph type="body" idx="1"/>
          </p:nvPr>
        </p:nvSpPr>
        <p:spPr>
          <a:xfrm xmlns:a="http://schemas.openxmlformats.org/drawingml/2006/main">
            <a:off x="201378" y="164051"/>
            <a:ext cx="1948200" cy="160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noAutofit/>
          </a:bodyPr>
          <a:lstStyle xmlns:a="http://schemas.openxmlformats.org/drawingml/2006/main">
            <a:lvl1pPr marL="457200" indent="-228600" algn="l">
              <a:lnSpc>
                <a:spcPct val="90000"/>
              </a:lnSpc>
              <a:spcBef>
                <a:spcPts val="375"/>
              </a:spcBef>
              <a:spcAft>
                <a:spcPts val="0"/>
              </a:spcAft>
              <a:buClr>
                <a:schemeClr val="dk2"/>
              </a:buClr>
              <a:buSzPts val="750"/>
              <a:buFont typeface="Arial"/>
              <a:buNone/>
              <a:defRPr sz="750">
                <a:solidFill>
                  <a:schemeClr val="dk2"/>
                </a:solidFill>
              </a:defRPr>
            </a:lvl1pPr>
            <a:lvl2pPr marL="914400" indent="-271463" algn="l">
              <a:lnSpc>
                <a:spcPct val="90000"/>
              </a:lnSpc>
              <a:spcBef>
                <a:spcPts val="1200"/>
              </a:spcBef>
              <a:spcAft>
                <a:spcPts val="0"/>
              </a:spcAft>
              <a:buClr>
                <a:schemeClr val="dk1"/>
              </a:buClr>
              <a:buSzPts val="675"/>
              <a:buChar char="○"/>
              <a:defRPr sz="900"/>
            </a:lvl2pPr>
            <a:lvl3pPr marL="1371600" indent="-271463" algn="l">
              <a:lnSpc>
                <a:spcPct val="90000"/>
              </a:lnSpc>
              <a:spcBef>
                <a:spcPts val="1200"/>
              </a:spcBef>
              <a:spcAft>
                <a:spcPts val="0"/>
              </a:spcAft>
              <a:buClr>
                <a:schemeClr val="dk1"/>
              </a:buClr>
              <a:buSzPts val="675"/>
              <a:buChar char="■"/>
              <a:defRPr sz="750"/>
            </a:lvl3pPr>
            <a:lvl4pPr marL="1828800" indent="-271463" algn="l">
              <a:lnSpc>
                <a:spcPct val="90000"/>
              </a:lnSpc>
              <a:spcBef>
                <a:spcPts val="1200"/>
              </a:spcBef>
              <a:spcAft>
                <a:spcPts val="0"/>
              </a:spcAft>
              <a:buClr>
                <a:schemeClr val="dk1"/>
              </a:buClr>
              <a:buSzPts val="675"/>
              <a:buChar char="●"/>
              <a:defRPr sz="675"/>
            </a:lvl4pPr>
            <a:lvl5pPr marL="2286000" indent="-271463" algn="l">
              <a:lnSpc>
                <a:spcPct val="90000"/>
              </a:lnSpc>
              <a:spcBef>
                <a:spcPts val="1200"/>
              </a:spcBef>
              <a:spcAft>
                <a:spcPts val="0"/>
              </a:spcAft>
              <a:buClr>
                <a:schemeClr val="dk1"/>
              </a:buClr>
              <a:buSzPts val="675"/>
              <a:buChar char="○"/>
              <a:defRPr sz="675"/>
            </a:lvl5pPr>
            <a:lvl6pPr marL="2743200" indent="-271463" algn="l">
              <a:lnSpc>
                <a:spcPct val="90000"/>
              </a:lnSpc>
              <a:spcBef>
                <a:spcPts val="1200"/>
              </a:spcBef>
              <a:spcAft>
                <a:spcPts val="0"/>
              </a:spcAft>
              <a:buClr>
                <a:schemeClr val="dk1"/>
              </a:buClr>
              <a:buSzPts val="675"/>
              <a:buChar char="■"/>
              <a:defRPr sz="675"/>
            </a:lvl6pPr>
            <a:lvl7pPr marL="3200400" indent="-271463" algn="l">
              <a:lnSpc>
                <a:spcPct val="90000"/>
              </a:lnSpc>
              <a:spcBef>
                <a:spcPts val="1200"/>
              </a:spcBef>
              <a:spcAft>
                <a:spcPts val="0"/>
              </a:spcAft>
              <a:buClr>
                <a:schemeClr val="dk1"/>
              </a:buClr>
              <a:buSzPts val="675"/>
              <a:buChar char="●"/>
              <a:defRPr sz="675"/>
            </a:lvl7pPr>
            <a:lvl8pPr marL="3657600" indent="-271463" algn="l">
              <a:lnSpc>
                <a:spcPct val="90000"/>
              </a:lnSpc>
              <a:spcBef>
                <a:spcPts val="1200"/>
              </a:spcBef>
              <a:spcAft>
                <a:spcPts val="0"/>
              </a:spcAft>
              <a:buClr>
                <a:schemeClr val="dk1"/>
              </a:buClr>
              <a:buSzPts val="675"/>
              <a:buChar char="○"/>
              <a:defRPr sz="675"/>
            </a:lvl8pPr>
            <a:lvl9pPr marL="4114800" indent="-271463" algn="l">
              <a:lnSpc>
                <a:spcPct val="90000"/>
              </a:lnSpc>
              <a:spcBef>
                <a:spcPts val="1200"/>
              </a:spcBef>
              <a:spcAft>
                <a:spcPts val="1200"/>
              </a:spcAft>
              <a:buClr>
                <a:schemeClr val="dk1"/>
              </a:buClr>
              <a:buSzPts val="675"/>
              <a:buChar char="■"/>
              <a:defRPr sz="675"/>
            </a:lvl9pPr>
          </a:lstStyle>
          <a:p xmlns:a="http://schemas.openxmlformats.org/drawingml/2006/main"/>
        </p:txBody>
      </p:sp>
      <p:sp>
        <p:nvSpPr>
          <p:cNvPr id="813" name="Google Shape;813;p114">
            <a:extLst xmlns:a="http://schemas.openxmlformats.org/drawingml/2006/main">
              <a:ext uri="{FF2B5EF4-FFF2-40B4-BE49-F238E27FC236}">
                <a16:creationId xmlns:a16="http://schemas.microsoft.com/office/drawing/2014/main" id="{63FD8ED8-3A6F-45FC-9C5C-0C1FB8B280F4}"/>
              </a:ext>
            </a:extLst>
          </p:cNvPr>
          <p:cNvSpPr>
            <a:spLocks xmlns:a="http://schemas.openxmlformats.org/drawingml/2006/main" noGrp="1"/>
          </p:cNvSpPr>
          <p:nvPr>
            <p:ph type="title" idx="0"/>
          </p:nvPr>
        </p:nvSpPr>
        <p:spPr>
          <a:xfrm xmlns:a="http://schemas.openxmlformats.org/drawingml/2006/main">
            <a:off x="201378" y="295836"/>
            <a:ext cx="2334600" cy="657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noAutofit/>
          </a:bodyPr>
          <a:lstStyle xmlns:a="http://schemas.openxmlformats.org/drawingml/2006/main">
            <a:lvl1pPr algn="l">
              <a:lnSpc>
                <a:spcPct val="90000"/>
              </a:lnSpc>
              <a:spcBef>
                <a:spcPts val="0"/>
              </a:spcBef>
              <a:spcAft>
                <a:spcPts val="0"/>
              </a:spcAft>
              <a:buClr>
                <a:schemeClr val="dk1"/>
              </a:buClr>
              <a:buSzPts val="2250"/>
              <a:buFont typeface="Arial"/>
              <a:buNone/>
              <a:defRPr sz="2250"/>
            </a:lvl1pPr>
            <a:lvl2pPr>
              <a:spcBef>
                <a:spcPts val="0"/>
              </a:spcBef>
              <a:spcAft>
                <a:spcPts val="0"/>
              </a:spcAft>
              <a:buSzPts val="525"/>
              <a:buNone/>
              <a:defRPr sz="675"/>
            </a:lvl2pPr>
            <a:lvl3pPr>
              <a:spcBef>
                <a:spcPts val="0"/>
              </a:spcBef>
              <a:spcAft>
                <a:spcPts val="0"/>
              </a:spcAft>
              <a:buSzPts val="525"/>
              <a:buNone/>
              <a:defRPr sz="675"/>
            </a:lvl3pPr>
            <a:lvl4pPr>
              <a:spcBef>
                <a:spcPts val="0"/>
              </a:spcBef>
              <a:spcAft>
                <a:spcPts val="0"/>
              </a:spcAft>
              <a:buSzPts val="525"/>
              <a:buNone/>
              <a:defRPr sz="675"/>
            </a:lvl4pPr>
            <a:lvl5pPr>
              <a:spcBef>
                <a:spcPts val="0"/>
              </a:spcBef>
              <a:spcAft>
                <a:spcPts val="0"/>
              </a:spcAft>
              <a:buSzPts val="525"/>
              <a:buNone/>
              <a:defRPr sz="675"/>
            </a:lvl5pPr>
            <a:lvl6pPr>
              <a:spcBef>
                <a:spcPts val="0"/>
              </a:spcBef>
              <a:spcAft>
                <a:spcPts val="0"/>
              </a:spcAft>
              <a:buSzPts val="525"/>
              <a:buNone/>
              <a:defRPr sz="675"/>
            </a:lvl6pPr>
            <a:lvl7pPr>
              <a:spcBef>
                <a:spcPts val="0"/>
              </a:spcBef>
              <a:spcAft>
                <a:spcPts val="0"/>
              </a:spcAft>
              <a:buSzPts val="525"/>
              <a:buNone/>
              <a:defRPr sz="675"/>
            </a:lvl7pPr>
            <a:lvl8pPr>
              <a:spcBef>
                <a:spcPts val="0"/>
              </a:spcBef>
              <a:spcAft>
                <a:spcPts val="0"/>
              </a:spcAft>
              <a:buSzPts val="525"/>
              <a:buNone/>
              <a:defRPr sz="675"/>
            </a:lvl8pPr>
            <a:lvl9pPr>
              <a:spcBef>
                <a:spcPts val="0"/>
              </a:spcBef>
              <a:spcAft>
                <a:spcPts val="0"/>
              </a:spcAft>
              <a:buSzPts val="525"/>
              <a:buNone/>
              <a:defRPr sz="675"/>
            </a:lvl9pPr>
          </a:lstStyle>
          <a:p xmlns:a="http://schemas.openxmlformats.org/drawingml/2006/main"/>
        </p:txBody>
      </p:sp>
      <p:sp>
        <p:nvSpPr>
          <p:cNvPr id="814" name="Google Shape;814;p114">
            <a:extLst xmlns:a="http://schemas.openxmlformats.org/drawingml/2006/main">
              <a:ext uri="{FF2B5EF4-FFF2-40B4-BE49-F238E27FC236}">
                <a16:creationId xmlns:a16="http://schemas.microsoft.com/office/drawing/2014/main" id="{EBAA9E02-7CED-47CD-80E6-16B630F8D5C9}"/>
              </a:ext>
            </a:extLst>
          </p:cNvPr>
          <p:cNvSpPr>
            <a:spLocks xmlns:a="http://schemas.openxmlformats.org/drawingml/2006/main" noGrp="1"/>
          </p:cNvSpPr>
          <p:nvPr>
            <p:ph type="body" idx="2"/>
          </p:nvPr>
        </p:nvSpPr>
        <p:spPr>
          <a:xfrm xmlns:a="http://schemas.openxmlformats.org/drawingml/2006/main">
            <a:off x="3642151" y="187708"/>
            <a:ext cx="5298900" cy="88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spAutoFit/>
          </a:bodyPr>
          <a:lstStyle xmlns:a="http://schemas.openxmlformats.org/drawingml/2006/main">
            <a:lvl1pPr marL="457200" indent="-228600" algn="l">
              <a:lnSpc>
                <a:spcPct val="110000"/>
              </a:lnSpc>
              <a:spcBef>
                <a:spcPts val="375"/>
              </a:spcBef>
              <a:spcAft>
                <a:spcPts val="0"/>
              </a:spcAft>
              <a:buClr>
                <a:schemeClr val="dk2"/>
              </a:buClr>
              <a:buSzPts val="1275"/>
              <a:buFont typeface="Arial"/>
              <a:buNone/>
              <a:defRPr sz="1275">
                <a:solidFill>
                  <a:schemeClr val="dk2"/>
                </a:solidFill>
              </a:defRPr>
            </a:lvl1pPr>
            <a:lvl2pPr marL="914400" indent="-228600" algn="l">
              <a:lnSpc>
                <a:spcPct val="90000"/>
              </a:lnSpc>
              <a:spcBef>
                <a:spcPts val="1200"/>
              </a:spcBef>
              <a:spcAft>
                <a:spcPts val="0"/>
              </a:spcAft>
              <a:buClr>
                <a:schemeClr val="dk1"/>
              </a:buClr>
              <a:buSzPts val="525"/>
              <a:buNone/>
              <a:defRPr sz="525"/>
            </a:lvl2pPr>
            <a:lvl3pPr marL="1371600" indent="-228600" algn="l">
              <a:lnSpc>
                <a:spcPct val="90000"/>
              </a:lnSpc>
              <a:spcBef>
                <a:spcPts val="1200"/>
              </a:spcBef>
              <a:spcAft>
                <a:spcPts val="0"/>
              </a:spcAft>
              <a:buClr>
                <a:schemeClr val="dk1"/>
              </a:buClr>
              <a:buSzPts val="450"/>
              <a:buNone/>
              <a:defRPr sz="450"/>
            </a:lvl3pPr>
            <a:lvl4pPr marL="1828800" indent="-228600" algn="l">
              <a:lnSpc>
                <a:spcPct val="90000"/>
              </a:lnSpc>
              <a:spcBef>
                <a:spcPts val="1200"/>
              </a:spcBef>
              <a:spcAft>
                <a:spcPts val="0"/>
              </a:spcAft>
              <a:buClr>
                <a:schemeClr val="dk1"/>
              </a:buClr>
              <a:buSzPts val="375"/>
              <a:buNone/>
              <a:defRPr sz="375"/>
            </a:lvl4pPr>
            <a:lvl5pPr marL="2286000" indent="-228600" algn="l">
              <a:lnSpc>
                <a:spcPct val="90000"/>
              </a:lnSpc>
              <a:spcBef>
                <a:spcPts val="1200"/>
              </a:spcBef>
              <a:spcAft>
                <a:spcPts val="0"/>
              </a:spcAft>
              <a:buClr>
                <a:schemeClr val="dk1"/>
              </a:buClr>
              <a:buSzPts val="375"/>
              <a:buNone/>
              <a:defRPr sz="375"/>
            </a:lvl5pPr>
            <a:lvl6pPr marL="2743200" indent="-228600" algn="l">
              <a:lnSpc>
                <a:spcPct val="90000"/>
              </a:lnSpc>
              <a:spcBef>
                <a:spcPts val="1200"/>
              </a:spcBef>
              <a:spcAft>
                <a:spcPts val="0"/>
              </a:spcAft>
              <a:buClr>
                <a:schemeClr val="dk1"/>
              </a:buClr>
              <a:buSzPts val="375"/>
              <a:buNone/>
              <a:defRPr sz="375"/>
            </a:lvl6pPr>
            <a:lvl7pPr marL="3200400" indent="-228600" algn="l">
              <a:lnSpc>
                <a:spcPct val="90000"/>
              </a:lnSpc>
              <a:spcBef>
                <a:spcPts val="1200"/>
              </a:spcBef>
              <a:spcAft>
                <a:spcPts val="0"/>
              </a:spcAft>
              <a:buClr>
                <a:schemeClr val="dk1"/>
              </a:buClr>
              <a:buSzPts val="375"/>
              <a:buNone/>
              <a:defRPr sz="375"/>
            </a:lvl7pPr>
            <a:lvl8pPr marL="3657600" indent="-228600" algn="l">
              <a:lnSpc>
                <a:spcPct val="90000"/>
              </a:lnSpc>
              <a:spcBef>
                <a:spcPts val="1200"/>
              </a:spcBef>
              <a:spcAft>
                <a:spcPts val="0"/>
              </a:spcAft>
              <a:buClr>
                <a:schemeClr val="dk1"/>
              </a:buClr>
              <a:buSzPts val="375"/>
              <a:buNone/>
              <a:defRPr sz="375"/>
            </a:lvl8pPr>
            <a:lvl9pPr marL="4114800" indent="-228600" algn="l">
              <a:lnSpc>
                <a:spcPct val="90000"/>
              </a:lnSpc>
              <a:spcBef>
                <a:spcPts val="1200"/>
              </a:spcBef>
              <a:spcAft>
                <a:spcPts val="1200"/>
              </a:spcAft>
              <a:buClr>
                <a:schemeClr val="dk1"/>
              </a:buClr>
              <a:buSzPts val="375"/>
              <a:buNone/>
              <a:defRPr sz="375"/>
            </a:lvl9pPr>
          </a:lstStyle>
          <a:p xmlns:a="http://schemas.openxmlformats.org/drawingml/2006/main"/>
        </p:txBody>
      </p:sp>
      <p:sp>
        <p:nvSpPr>
          <p:cNvPr id="815" name="Google Shape;815;p114">
            <a:extLst xmlns:a="http://schemas.openxmlformats.org/drawingml/2006/main">
              <a:ext uri="{FF2B5EF4-FFF2-40B4-BE49-F238E27FC236}">
                <a16:creationId xmlns:a16="http://schemas.microsoft.com/office/drawing/2014/main" id="{C16AC69B-A2EA-4B9B-AA59-AEC8041D5AA5}"/>
              </a:ext>
            </a:extLst>
          </p:cNvPr>
          <p:cNvSpPr>
            <a:spLocks xmlns:a="http://schemas.openxmlformats.org/drawingml/2006/main" noGrp="1"/>
          </p:cNvSpPr>
          <p:nvPr>
            <p:ph type="pic" idx="3"/>
          </p:nvPr>
        </p:nvSpPr>
        <p:spPr>
          <a:xfrm xmlns:a="http://schemas.openxmlformats.org/drawingml/2006/main">
            <a:off x="231950" y="1278375"/>
            <a:ext cx="2803800" cy="1652700"/>
          </a:xfrm>
          <a:prstGeom xmlns:a="http://schemas.openxmlformats.org/drawingml/2006/main" prst="roundRect">
            <a:avLst>
              <a:gd name="adj" fmla="val 3152"/>
            </a:avLst>
          </a:prstGeom>
          <a:noFill xmlns:a="http://schemas.openxmlformats.org/drawingml/2006/main"/>
          <a:ln xmlns:a="http://schemas.openxmlformats.org/drawingml/2006/main">
            <a:noFill/>
          </a:ln>
        </p:spPr>
      </p:sp>
      <p:sp>
        <p:nvSpPr>
          <p:cNvPr id="816" name="Google Shape;816;p114">
            <a:extLst xmlns:a="http://schemas.openxmlformats.org/drawingml/2006/main">
              <a:ext uri="{FF2B5EF4-FFF2-40B4-BE49-F238E27FC236}">
                <a16:creationId xmlns:a16="http://schemas.microsoft.com/office/drawing/2014/main" id="{A5D104C5-1436-4733-96B5-5C9366629ABA}"/>
              </a:ext>
            </a:extLst>
          </p:cNvPr>
          <p:cNvSpPr>
            <a:spLocks xmlns:a="http://schemas.openxmlformats.org/drawingml/2006/main" noGrp="1"/>
          </p:cNvSpPr>
          <p:nvPr>
            <p:ph type="pic" idx="4"/>
          </p:nvPr>
        </p:nvSpPr>
        <p:spPr>
          <a:xfrm xmlns:a="http://schemas.openxmlformats.org/drawingml/2006/main">
            <a:off x="3170100" y="1278375"/>
            <a:ext cx="2803800" cy="3435000"/>
          </a:xfrm>
          <a:prstGeom xmlns:a="http://schemas.openxmlformats.org/drawingml/2006/main" prst="roundRect">
            <a:avLst>
              <a:gd name="adj" fmla="val 1542"/>
            </a:avLst>
          </a:prstGeom>
          <a:noFill xmlns:a="http://schemas.openxmlformats.org/drawingml/2006/main"/>
          <a:ln xmlns:a="http://schemas.openxmlformats.org/drawingml/2006/main">
            <a:noFill/>
          </a:ln>
        </p:spPr>
      </p:sp>
      <p:sp>
        <p:nvSpPr>
          <p:cNvPr id="817" name="Google Shape;817;p114">
            <a:extLst xmlns:a="http://schemas.openxmlformats.org/drawingml/2006/main">
              <a:ext uri="{FF2B5EF4-FFF2-40B4-BE49-F238E27FC236}">
                <a16:creationId xmlns:a16="http://schemas.microsoft.com/office/drawing/2014/main" id="{591ABB35-06F6-4A27-8B55-8DC32FFEFFA0}"/>
              </a:ext>
            </a:extLst>
          </p:cNvPr>
          <p:cNvSpPr>
            <a:spLocks xmlns:a="http://schemas.openxmlformats.org/drawingml/2006/main" noGrp="1"/>
          </p:cNvSpPr>
          <p:nvPr>
            <p:ph type="pic" idx="5"/>
          </p:nvPr>
        </p:nvSpPr>
        <p:spPr>
          <a:xfrm xmlns:a="http://schemas.openxmlformats.org/drawingml/2006/main">
            <a:off x="231950" y="3060675"/>
            <a:ext cx="2803800" cy="1652700"/>
          </a:xfrm>
          <a:prstGeom xmlns:a="http://schemas.openxmlformats.org/drawingml/2006/main" prst="roundRect">
            <a:avLst>
              <a:gd name="adj" fmla="val 3152"/>
            </a:avLst>
          </a:prstGeom>
          <a:noFill xmlns:a="http://schemas.openxmlformats.org/drawingml/2006/main"/>
          <a:ln xmlns:a="http://schemas.openxmlformats.org/drawingml/2006/main">
            <a:noFill/>
          </a:ln>
        </p:spPr>
      </p:sp>
      <p:sp>
        <p:nvSpPr>
          <p:cNvPr id="818" name="Google Shape;818;p114">
            <a:extLst xmlns:a="http://schemas.openxmlformats.org/drawingml/2006/main">
              <a:ext uri="{FF2B5EF4-FFF2-40B4-BE49-F238E27FC236}">
                <a16:creationId xmlns:a16="http://schemas.microsoft.com/office/drawing/2014/main" id="{FC9BA010-7AC8-46C1-839E-D2A0C8FC8052}"/>
              </a:ext>
            </a:extLst>
          </p:cNvPr>
          <p:cNvSpPr>
            <a:spLocks xmlns:a="http://schemas.openxmlformats.org/drawingml/2006/main" noGrp="1"/>
          </p:cNvSpPr>
          <p:nvPr>
            <p:ph type="pic" idx="6"/>
          </p:nvPr>
        </p:nvSpPr>
        <p:spPr>
          <a:xfrm xmlns:a="http://schemas.openxmlformats.org/drawingml/2006/main">
            <a:off x="6108250" y="1278375"/>
            <a:ext cx="2803800" cy="1652700"/>
          </a:xfrm>
          <a:prstGeom xmlns:a="http://schemas.openxmlformats.org/drawingml/2006/main" prst="roundRect">
            <a:avLst>
              <a:gd name="adj" fmla="val 3152"/>
            </a:avLst>
          </a:prstGeom>
          <a:noFill xmlns:a="http://schemas.openxmlformats.org/drawingml/2006/main"/>
          <a:ln xmlns:a="http://schemas.openxmlformats.org/drawingml/2006/main">
            <a:noFill/>
          </a:ln>
        </p:spPr>
      </p:sp>
      <p:sp>
        <p:nvSpPr>
          <p:cNvPr id="819" name="Google Shape;819;p114">
            <a:extLst xmlns:a="http://schemas.openxmlformats.org/drawingml/2006/main">
              <a:ext uri="{FF2B5EF4-FFF2-40B4-BE49-F238E27FC236}">
                <a16:creationId xmlns:a16="http://schemas.microsoft.com/office/drawing/2014/main" id="{0A36D132-831E-40B6-813C-21F7490A83FD}"/>
              </a:ext>
            </a:extLst>
          </p:cNvPr>
          <p:cNvSpPr>
            <a:spLocks xmlns:a="http://schemas.openxmlformats.org/drawingml/2006/main" noGrp="1"/>
          </p:cNvSpPr>
          <p:nvPr>
            <p:ph type="pic" idx="7"/>
          </p:nvPr>
        </p:nvSpPr>
        <p:spPr>
          <a:xfrm xmlns:a="http://schemas.openxmlformats.org/drawingml/2006/main">
            <a:off x="6108250" y="3060675"/>
            <a:ext cx="2803800" cy="1652700"/>
          </a:xfrm>
          <a:prstGeom xmlns:a="http://schemas.openxmlformats.org/drawingml/2006/main" prst="roundRect">
            <a:avLst>
              <a:gd name="adj" fmla="val 3152"/>
            </a:avLst>
          </a:prstGeom>
          <a:noFill xmlns:a="http://schemas.openxmlformats.org/drawingml/2006/main"/>
          <a:ln xmlns:a="http://schemas.openxmlformats.org/drawingml/2006/main">
            <a:noFill/>
          </a:ln>
        </p:spPr>
      </p:sp>
      <p:pic>
        <p:nvPicPr>
          <p:cNvPr id="829" name="Google Shape;820;p114"/>
          <p:cNvPicPr>
            <a:picLocks xmlns:a="http://schemas.openxmlformats.org/drawingml/2006/main" noChangeAspect="1"/>
          </p:cNvPicPr>
          <p:nvPr/>
        </p:nvPicPr>
        <p:blipFill>
          <a:blip xmlns:r="http://schemas.openxmlformats.org/officeDocument/2006/relationships" xmlns:a="http://schemas.openxmlformats.org/drawingml/2006/main" r:embed="Rf05642d6055b48e7">
            <a:alphaModFix/>
          </a:blip>
          <a:stretch xmlns:a="http://schemas.openxmlformats.org/drawingml/2006/main">
            <a:fillRect l="0" t="0" r="0" b="0"/>
          </a:stretch>
        </p:blipFill>
        <p:spPr>
          <a:xfrm xmlns:a="http://schemas.openxmlformats.org/drawingml/2006/main">
            <a:off x="228600" y="4836074"/>
            <a:ext cx="153925" cy="153925"/>
          </a:xfrm>
          <a:prstGeom xmlns:a="http://schemas.openxmlformats.org/drawingml/2006/main" prst="rect">
            <a:avLst/>
          </a:prstGeom>
          <a:ln xmlns:a="http://schemas.openxmlformats.org/drawingml/2006/main">
            <a:noFill/>
          </a:ln>
        </p:spPr>
      </p:pic>
    </p:spTree>
  </p:cSld>
</p:sldLayout>
</file>

<file path=ppt/slideLayouts/slideLayout113.xml><?xml version="1.0" encoding="utf-8"?>
<p:sldLayout xmlns:p="http://schemas.openxmlformats.org/presentationml/2006/main" matchingName="Content - 6 containers">
  <p:cSld name="Title + body + 6 imgs">
    <p:spTree>
      <p:nvGrpSpPr>
        <p:cNvPr id="1" name=""/>
        <p:cNvGrpSpPr/>
        <p:nvPr/>
      </p:nvGrpSpPr>
      <p:grpSpPr>
        <a:xfrm xmlns:a="http://schemas.openxmlformats.org/drawingml/2006/main"/>
      </p:grpSpPr>
      <p:sp>
        <p:nvSpPr>
          <p:cNvPr id="822" name="Google Shape;822;p115">
            <a:extLst xmlns:a="http://schemas.openxmlformats.org/drawingml/2006/main">
              <a:ext uri="{FF2B5EF4-FFF2-40B4-BE49-F238E27FC236}">
                <a16:creationId xmlns:a16="http://schemas.microsoft.com/office/drawing/2014/main" id="{5198E5AD-0F94-425C-B7FB-36C0E733AFA7}"/>
              </a:ext>
            </a:extLst>
          </p:cNvPr>
          <p:cNvSpPr>
            <a:spLocks xmlns:a="http://schemas.openxmlformats.org/drawingml/2006/main" noGrp="1"/>
          </p:cNvSpPr>
          <p:nvPr>
            <p:ph type="body" idx="1"/>
          </p:nvPr>
        </p:nvSpPr>
        <p:spPr>
          <a:xfrm xmlns:a="http://schemas.openxmlformats.org/drawingml/2006/main">
            <a:off x="201378" y="164051"/>
            <a:ext cx="1948200" cy="160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noAutofit/>
          </a:bodyPr>
          <a:lstStyle xmlns:a="http://schemas.openxmlformats.org/drawingml/2006/main">
            <a:lvl1pPr marL="457200" indent="-228600" algn="l">
              <a:lnSpc>
                <a:spcPct val="90000"/>
              </a:lnSpc>
              <a:spcBef>
                <a:spcPts val="375"/>
              </a:spcBef>
              <a:spcAft>
                <a:spcPts val="0"/>
              </a:spcAft>
              <a:buClr>
                <a:schemeClr val="dk2"/>
              </a:buClr>
              <a:buSzPts val="750"/>
              <a:buFont typeface="Arial"/>
              <a:buNone/>
              <a:defRPr sz="750">
                <a:solidFill>
                  <a:schemeClr val="dk2"/>
                </a:solidFill>
              </a:defRPr>
            </a:lvl1pPr>
            <a:lvl2pPr marL="914400" indent="-271463" algn="l">
              <a:lnSpc>
                <a:spcPct val="90000"/>
              </a:lnSpc>
              <a:spcBef>
                <a:spcPts val="1200"/>
              </a:spcBef>
              <a:spcAft>
                <a:spcPts val="0"/>
              </a:spcAft>
              <a:buClr>
                <a:schemeClr val="dk1"/>
              </a:buClr>
              <a:buSzPts val="675"/>
              <a:buChar char="○"/>
              <a:defRPr sz="900"/>
            </a:lvl2pPr>
            <a:lvl3pPr marL="1371600" indent="-271463" algn="l">
              <a:lnSpc>
                <a:spcPct val="90000"/>
              </a:lnSpc>
              <a:spcBef>
                <a:spcPts val="1200"/>
              </a:spcBef>
              <a:spcAft>
                <a:spcPts val="0"/>
              </a:spcAft>
              <a:buClr>
                <a:schemeClr val="dk1"/>
              </a:buClr>
              <a:buSzPts val="675"/>
              <a:buChar char="■"/>
              <a:defRPr sz="750"/>
            </a:lvl3pPr>
            <a:lvl4pPr marL="1828800" indent="-271463" algn="l">
              <a:lnSpc>
                <a:spcPct val="90000"/>
              </a:lnSpc>
              <a:spcBef>
                <a:spcPts val="1200"/>
              </a:spcBef>
              <a:spcAft>
                <a:spcPts val="0"/>
              </a:spcAft>
              <a:buClr>
                <a:schemeClr val="dk1"/>
              </a:buClr>
              <a:buSzPts val="675"/>
              <a:buChar char="●"/>
              <a:defRPr sz="675"/>
            </a:lvl4pPr>
            <a:lvl5pPr marL="2286000" indent="-271463" algn="l">
              <a:lnSpc>
                <a:spcPct val="90000"/>
              </a:lnSpc>
              <a:spcBef>
                <a:spcPts val="1200"/>
              </a:spcBef>
              <a:spcAft>
                <a:spcPts val="0"/>
              </a:spcAft>
              <a:buClr>
                <a:schemeClr val="dk1"/>
              </a:buClr>
              <a:buSzPts val="675"/>
              <a:buChar char="○"/>
              <a:defRPr sz="675"/>
            </a:lvl5pPr>
            <a:lvl6pPr marL="2743200" indent="-271463" algn="l">
              <a:lnSpc>
                <a:spcPct val="90000"/>
              </a:lnSpc>
              <a:spcBef>
                <a:spcPts val="1200"/>
              </a:spcBef>
              <a:spcAft>
                <a:spcPts val="0"/>
              </a:spcAft>
              <a:buClr>
                <a:schemeClr val="dk1"/>
              </a:buClr>
              <a:buSzPts val="675"/>
              <a:buChar char="■"/>
              <a:defRPr sz="675"/>
            </a:lvl6pPr>
            <a:lvl7pPr marL="3200400" indent="-271463" algn="l">
              <a:lnSpc>
                <a:spcPct val="90000"/>
              </a:lnSpc>
              <a:spcBef>
                <a:spcPts val="1200"/>
              </a:spcBef>
              <a:spcAft>
                <a:spcPts val="0"/>
              </a:spcAft>
              <a:buClr>
                <a:schemeClr val="dk1"/>
              </a:buClr>
              <a:buSzPts val="675"/>
              <a:buChar char="●"/>
              <a:defRPr sz="675"/>
            </a:lvl7pPr>
            <a:lvl8pPr marL="3657600" indent="-271463" algn="l">
              <a:lnSpc>
                <a:spcPct val="90000"/>
              </a:lnSpc>
              <a:spcBef>
                <a:spcPts val="1200"/>
              </a:spcBef>
              <a:spcAft>
                <a:spcPts val="0"/>
              </a:spcAft>
              <a:buClr>
                <a:schemeClr val="dk1"/>
              </a:buClr>
              <a:buSzPts val="675"/>
              <a:buChar char="○"/>
              <a:defRPr sz="675"/>
            </a:lvl8pPr>
            <a:lvl9pPr marL="4114800" indent="-271463" algn="l">
              <a:lnSpc>
                <a:spcPct val="90000"/>
              </a:lnSpc>
              <a:spcBef>
                <a:spcPts val="1200"/>
              </a:spcBef>
              <a:spcAft>
                <a:spcPts val="1200"/>
              </a:spcAft>
              <a:buClr>
                <a:schemeClr val="dk1"/>
              </a:buClr>
              <a:buSzPts val="675"/>
              <a:buChar char="■"/>
              <a:defRPr sz="675"/>
            </a:lvl9pPr>
          </a:lstStyle>
          <a:p xmlns:a="http://schemas.openxmlformats.org/drawingml/2006/main"/>
        </p:txBody>
      </p:sp>
      <p:sp>
        <p:nvSpPr>
          <p:cNvPr id="823" name="Google Shape;823;p115">
            <a:extLst xmlns:a="http://schemas.openxmlformats.org/drawingml/2006/main">
              <a:ext uri="{FF2B5EF4-FFF2-40B4-BE49-F238E27FC236}">
                <a16:creationId xmlns:a16="http://schemas.microsoft.com/office/drawing/2014/main" id="{AD3159EA-46E3-4FCA-8729-56AAF585ADFC}"/>
              </a:ext>
            </a:extLst>
          </p:cNvPr>
          <p:cNvSpPr>
            <a:spLocks xmlns:a="http://schemas.openxmlformats.org/drawingml/2006/main" noGrp="1"/>
          </p:cNvSpPr>
          <p:nvPr>
            <p:ph type="title" idx="0"/>
          </p:nvPr>
        </p:nvSpPr>
        <p:spPr>
          <a:xfrm xmlns:a="http://schemas.openxmlformats.org/drawingml/2006/main">
            <a:off x="201378" y="295836"/>
            <a:ext cx="2334600" cy="657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noAutofit/>
          </a:bodyPr>
          <a:lstStyle xmlns:a="http://schemas.openxmlformats.org/drawingml/2006/main">
            <a:lvl1pPr algn="l">
              <a:lnSpc>
                <a:spcPct val="90000"/>
              </a:lnSpc>
              <a:spcBef>
                <a:spcPts val="0"/>
              </a:spcBef>
              <a:spcAft>
                <a:spcPts val="0"/>
              </a:spcAft>
              <a:buClr>
                <a:schemeClr val="dk1"/>
              </a:buClr>
              <a:buSzPts val="2250"/>
              <a:buFont typeface="Arial"/>
              <a:buNone/>
              <a:defRPr sz="2250"/>
            </a:lvl1pPr>
            <a:lvl2pPr>
              <a:spcBef>
                <a:spcPts val="0"/>
              </a:spcBef>
              <a:spcAft>
                <a:spcPts val="0"/>
              </a:spcAft>
              <a:buSzPts val="525"/>
              <a:buNone/>
              <a:defRPr sz="675"/>
            </a:lvl2pPr>
            <a:lvl3pPr>
              <a:spcBef>
                <a:spcPts val="0"/>
              </a:spcBef>
              <a:spcAft>
                <a:spcPts val="0"/>
              </a:spcAft>
              <a:buSzPts val="525"/>
              <a:buNone/>
              <a:defRPr sz="675"/>
            </a:lvl3pPr>
            <a:lvl4pPr>
              <a:spcBef>
                <a:spcPts val="0"/>
              </a:spcBef>
              <a:spcAft>
                <a:spcPts val="0"/>
              </a:spcAft>
              <a:buSzPts val="525"/>
              <a:buNone/>
              <a:defRPr sz="675"/>
            </a:lvl4pPr>
            <a:lvl5pPr>
              <a:spcBef>
                <a:spcPts val="0"/>
              </a:spcBef>
              <a:spcAft>
                <a:spcPts val="0"/>
              </a:spcAft>
              <a:buSzPts val="525"/>
              <a:buNone/>
              <a:defRPr sz="675"/>
            </a:lvl5pPr>
            <a:lvl6pPr>
              <a:spcBef>
                <a:spcPts val="0"/>
              </a:spcBef>
              <a:spcAft>
                <a:spcPts val="0"/>
              </a:spcAft>
              <a:buSzPts val="525"/>
              <a:buNone/>
              <a:defRPr sz="675"/>
            </a:lvl6pPr>
            <a:lvl7pPr>
              <a:spcBef>
                <a:spcPts val="0"/>
              </a:spcBef>
              <a:spcAft>
                <a:spcPts val="0"/>
              </a:spcAft>
              <a:buSzPts val="525"/>
              <a:buNone/>
              <a:defRPr sz="675"/>
            </a:lvl7pPr>
            <a:lvl8pPr>
              <a:spcBef>
                <a:spcPts val="0"/>
              </a:spcBef>
              <a:spcAft>
                <a:spcPts val="0"/>
              </a:spcAft>
              <a:buSzPts val="525"/>
              <a:buNone/>
              <a:defRPr sz="675"/>
            </a:lvl8pPr>
            <a:lvl9pPr>
              <a:spcBef>
                <a:spcPts val="0"/>
              </a:spcBef>
              <a:spcAft>
                <a:spcPts val="0"/>
              </a:spcAft>
              <a:buSzPts val="525"/>
              <a:buNone/>
              <a:defRPr sz="675"/>
            </a:lvl9pPr>
          </a:lstStyle>
          <a:p xmlns:a="http://schemas.openxmlformats.org/drawingml/2006/main"/>
        </p:txBody>
      </p:sp>
      <p:sp>
        <p:nvSpPr>
          <p:cNvPr id="824" name="Google Shape;824;p115">
            <a:extLst xmlns:a="http://schemas.openxmlformats.org/drawingml/2006/main">
              <a:ext uri="{FF2B5EF4-FFF2-40B4-BE49-F238E27FC236}">
                <a16:creationId xmlns:a16="http://schemas.microsoft.com/office/drawing/2014/main" id="{EBA3D772-EEA5-4AA3-B6B2-C8807DB4363D}"/>
              </a:ext>
            </a:extLst>
          </p:cNvPr>
          <p:cNvSpPr>
            <a:spLocks xmlns:a="http://schemas.openxmlformats.org/drawingml/2006/main" noGrp="1"/>
          </p:cNvSpPr>
          <p:nvPr>
            <p:ph type="body" idx="2"/>
          </p:nvPr>
        </p:nvSpPr>
        <p:spPr>
          <a:xfrm xmlns:a="http://schemas.openxmlformats.org/drawingml/2006/main">
            <a:off x="3642151" y="187708"/>
            <a:ext cx="5298900" cy="88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spAutoFit/>
          </a:bodyPr>
          <a:lstStyle xmlns:a="http://schemas.openxmlformats.org/drawingml/2006/main">
            <a:lvl1pPr marL="457200" indent="-228600" algn="l">
              <a:lnSpc>
                <a:spcPct val="110000"/>
              </a:lnSpc>
              <a:spcBef>
                <a:spcPts val="0"/>
              </a:spcBef>
              <a:spcAft>
                <a:spcPts val="0"/>
              </a:spcAft>
              <a:buClr>
                <a:schemeClr val="dk2"/>
              </a:buClr>
              <a:buSzPts val="1275"/>
              <a:buFont typeface="Arial"/>
              <a:buNone/>
              <a:defRPr sz="1275">
                <a:solidFill>
                  <a:schemeClr val="dk2"/>
                </a:solidFill>
              </a:defRPr>
            </a:lvl1pPr>
            <a:lvl2pPr marL="914400" indent="-228600" algn="l">
              <a:lnSpc>
                <a:spcPct val="90000"/>
              </a:lnSpc>
              <a:spcBef>
                <a:spcPts val="1200"/>
              </a:spcBef>
              <a:spcAft>
                <a:spcPts val="0"/>
              </a:spcAft>
              <a:buClr>
                <a:schemeClr val="dk1"/>
              </a:buClr>
              <a:buSzPts val="525"/>
              <a:buNone/>
              <a:defRPr sz="525"/>
            </a:lvl2pPr>
            <a:lvl3pPr marL="1371600" indent="-228600" algn="l">
              <a:lnSpc>
                <a:spcPct val="90000"/>
              </a:lnSpc>
              <a:spcBef>
                <a:spcPts val="1200"/>
              </a:spcBef>
              <a:spcAft>
                <a:spcPts val="0"/>
              </a:spcAft>
              <a:buClr>
                <a:schemeClr val="dk1"/>
              </a:buClr>
              <a:buSzPts val="450"/>
              <a:buNone/>
              <a:defRPr sz="450"/>
            </a:lvl3pPr>
            <a:lvl4pPr marL="1828800" indent="-228600" algn="l">
              <a:lnSpc>
                <a:spcPct val="90000"/>
              </a:lnSpc>
              <a:spcBef>
                <a:spcPts val="1200"/>
              </a:spcBef>
              <a:spcAft>
                <a:spcPts val="0"/>
              </a:spcAft>
              <a:buClr>
                <a:schemeClr val="dk1"/>
              </a:buClr>
              <a:buSzPts val="375"/>
              <a:buNone/>
              <a:defRPr sz="375"/>
            </a:lvl4pPr>
            <a:lvl5pPr marL="2286000" indent="-228600" algn="l">
              <a:lnSpc>
                <a:spcPct val="90000"/>
              </a:lnSpc>
              <a:spcBef>
                <a:spcPts val="1200"/>
              </a:spcBef>
              <a:spcAft>
                <a:spcPts val="0"/>
              </a:spcAft>
              <a:buClr>
                <a:schemeClr val="dk1"/>
              </a:buClr>
              <a:buSzPts val="375"/>
              <a:buNone/>
              <a:defRPr sz="375"/>
            </a:lvl5pPr>
            <a:lvl6pPr marL="2743200" indent="-228600" algn="l">
              <a:lnSpc>
                <a:spcPct val="90000"/>
              </a:lnSpc>
              <a:spcBef>
                <a:spcPts val="1200"/>
              </a:spcBef>
              <a:spcAft>
                <a:spcPts val="0"/>
              </a:spcAft>
              <a:buClr>
                <a:schemeClr val="dk1"/>
              </a:buClr>
              <a:buSzPts val="375"/>
              <a:buNone/>
              <a:defRPr sz="375"/>
            </a:lvl6pPr>
            <a:lvl7pPr marL="3200400" indent="-228600" algn="l">
              <a:lnSpc>
                <a:spcPct val="90000"/>
              </a:lnSpc>
              <a:spcBef>
                <a:spcPts val="1200"/>
              </a:spcBef>
              <a:spcAft>
                <a:spcPts val="0"/>
              </a:spcAft>
              <a:buClr>
                <a:schemeClr val="dk1"/>
              </a:buClr>
              <a:buSzPts val="375"/>
              <a:buNone/>
              <a:defRPr sz="375"/>
            </a:lvl7pPr>
            <a:lvl8pPr marL="3657600" indent="-228600" algn="l">
              <a:lnSpc>
                <a:spcPct val="90000"/>
              </a:lnSpc>
              <a:spcBef>
                <a:spcPts val="1200"/>
              </a:spcBef>
              <a:spcAft>
                <a:spcPts val="0"/>
              </a:spcAft>
              <a:buClr>
                <a:schemeClr val="dk1"/>
              </a:buClr>
              <a:buSzPts val="375"/>
              <a:buNone/>
              <a:defRPr sz="375"/>
            </a:lvl8pPr>
            <a:lvl9pPr marL="4114800" indent="-228600" algn="l">
              <a:lnSpc>
                <a:spcPct val="90000"/>
              </a:lnSpc>
              <a:spcBef>
                <a:spcPts val="1200"/>
              </a:spcBef>
              <a:spcAft>
                <a:spcPts val="1200"/>
              </a:spcAft>
              <a:buClr>
                <a:schemeClr val="dk1"/>
              </a:buClr>
              <a:buSzPts val="375"/>
              <a:buNone/>
              <a:defRPr sz="375"/>
            </a:lvl9pPr>
          </a:lstStyle>
          <a:p xmlns:a="http://schemas.openxmlformats.org/drawingml/2006/main"/>
        </p:txBody>
      </p:sp>
      <p:sp>
        <p:nvSpPr>
          <p:cNvPr id="825" name="Google Shape;825;p115">
            <a:extLst xmlns:a="http://schemas.openxmlformats.org/drawingml/2006/main">
              <a:ext uri="{FF2B5EF4-FFF2-40B4-BE49-F238E27FC236}">
                <a16:creationId xmlns:a16="http://schemas.microsoft.com/office/drawing/2014/main" id="{92FDD482-4CFC-4C44-B9BB-7D24E1DCBBA6}"/>
              </a:ext>
            </a:extLst>
          </p:cNvPr>
          <p:cNvSpPr>
            <a:spLocks xmlns:a="http://schemas.openxmlformats.org/drawingml/2006/main" noGrp="1"/>
          </p:cNvSpPr>
          <p:nvPr>
            <p:ph type="pic" idx="3"/>
          </p:nvPr>
        </p:nvSpPr>
        <p:spPr>
          <a:xfrm xmlns:a="http://schemas.openxmlformats.org/drawingml/2006/main">
            <a:off x="231950" y="1278375"/>
            <a:ext cx="2803800" cy="1652700"/>
          </a:xfrm>
          <a:prstGeom xmlns:a="http://schemas.openxmlformats.org/drawingml/2006/main" prst="roundRect">
            <a:avLst>
              <a:gd name="adj" fmla="val 3152"/>
            </a:avLst>
          </a:prstGeom>
          <a:noFill xmlns:a="http://schemas.openxmlformats.org/drawingml/2006/main"/>
          <a:ln xmlns:a="http://schemas.openxmlformats.org/drawingml/2006/main">
            <a:noFill/>
          </a:ln>
        </p:spPr>
      </p:sp>
      <p:sp>
        <p:nvSpPr>
          <p:cNvPr id="826" name="Google Shape;826;p115">
            <a:extLst xmlns:a="http://schemas.openxmlformats.org/drawingml/2006/main">
              <a:ext uri="{FF2B5EF4-FFF2-40B4-BE49-F238E27FC236}">
                <a16:creationId xmlns:a16="http://schemas.microsoft.com/office/drawing/2014/main" id="{AB66D39E-F417-4CC5-BDE1-C7124F3FAC7B}"/>
              </a:ext>
            </a:extLst>
          </p:cNvPr>
          <p:cNvSpPr>
            <a:spLocks xmlns:a="http://schemas.openxmlformats.org/drawingml/2006/main" noGrp="1"/>
          </p:cNvSpPr>
          <p:nvPr>
            <p:ph type="pic" idx="4"/>
          </p:nvPr>
        </p:nvSpPr>
        <p:spPr>
          <a:xfrm xmlns:a="http://schemas.openxmlformats.org/drawingml/2006/main">
            <a:off x="231950" y="3060675"/>
            <a:ext cx="2803800" cy="1652700"/>
          </a:xfrm>
          <a:prstGeom xmlns:a="http://schemas.openxmlformats.org/drawingml/2006/main" prst="roundRect">
            <a:avLst>
              <a:gd name="adj" fmla="val 3152"/>
            </a:avLst>
          </a:prstGeom>
          <a:noFill xmlns:a="http://schemas.openxmlformats.org/drawingml/2006/main"/>
          <a:ln xmlns:a="http://schemas.openxmlformats.org/drawingml/2006/main">
            <a:noFill/>
          </a:ln>
        </p:spPr>
      </p:sp>
      <p:sp>
        <p:nvSpPr>
          <p:cNvPr id="827" name="Google Shape;827;p115">
            <a:extLst xmlns:a="http://schemas.openxmlformats.org/drawingml/2006/main">
              <a:ext uri="{FF2B5EF4-FFF2-40B4-BE49-F238E27FC236}">
                <a16:creationId xmlns:a16="http://schemas.microsoft.com/office/drawing/2014/main" id="{60F0E8EF-FC32-4FF5-97C4-B963646CEB8B}"/>
              </a:ext>
            </a:extLst>
          </p:cNvPr>
          <p:cNvSpPr>
            <a:spLocks xmlns:a="http://schemas.openxmlformats.org/drawingml/2006/main" noGrp="1"/>
          </p:cNvSpPr>
          <p:nvPr>
            <p:ph type="pic" idx="5"/>
          </p:nvPr>
        </p:nvSpPr>
        <p:spPr>
          <a:xfrm xmlns:a="http://schemas.openxmlformats.org/drawingml/2006/main">
            <a:off x="6108250" y="1278375"/>
            <a:ext cx="2803800" cy="1652700"/>
          </a:xfrm>
          <a:prstGeom xmlns:a="http://schemas.openxmlformats.org/drawingml/2006/main" prst="roundRect">
            <a:avLst>
              <a:gd name="adj" fmla="val 3152"/>
            </a:avLst>
          </a:prstGeom>
          <a:noFill xmlns:a="http://schemas.openxmlformats.org/drawingml/2006/main"/>
          <a:ln xmlns:a="http://schemas.openxmlformats.org/drawingml/2006/main">
            <a:noFill/>
          </a:ln>
        </p:spPr>
      </p:sp>
      <p:sp>
        <p:nvSpPr>
          <p:cNvPr id="828" name="Google Shape;828;p115">
            <a:extLst xmlns:a="http://schemas.openxmlformats.org/drawingml/2006/main">
              <a:ext uri="{FF2B5EF4-FFF2-40B4-BE49-F238E27FC236}">
                <a16:creationId xmlns:a16="http://schemas.microsoft.com/office/drawing/2014/main" id="{F7BEA273-2A5D-44E4-B7CD-0564413EE1A5}"/>
              </a:ext>
            </a:extLst>
          </p:cNvPr>
          <p:cNvSpPr>
            <a:spLocks xmlns:a="http://schemas.openxmlformats.org/drawingml/2006/main" noGrp="1"/>
          </p:cNvSpPr>
          <p:nvPr>
            <p:ph type="pic" idx="6"/>
          </p:nvPr>
        </p:nvSpPr>
        <p:spPr>
          <a:xfrm xmlns:a="http://schemas.openxmlformats.org/drawingml/2006/main">
            <a:off x="6108250" y="3060675"/>
            <a:ext cx="2803800" cy="1652700"/>
          </a:xfrm>
          <a:prstGeom xmlns:a="http://schemas.openxmlformats.org/drawingml/2006/main" prst="roundRect">
            <a:avLst>
              <a:gd name="adj" fmla="val 3152"/>
            </a:avLst>
          </a:prstGeom>
          <a:noFill xmlns:a="http://schemas.openxmlformats.org/drawingml/2006/main"/>
          <a:ln xmlns:a="http://schemas.openxmlformats.org/drawingml/2006/main">
            <a:noFill/>
          </a:ln>
        </p:spPr>
      </p:sp>
      <p:sp>
        <p:nvSpPr>
          <p:cNvPr id="829" name="Google Shape;829;p115">
            <a:extLst xmlns:a="http://schemas.openxmlformats.org/drawingml/2006/main">
              <a:ext uri="{FF2B5EF4-FFF2-40B4-BE49-F238E27FC236}">
                <a16:creationId xmlns:a16="http://schemas.microsoft.com/office/drawing/2014/main" id="{F93585C6-01D6-424F-B5AF-2F474F42E2CE}"/>
              </a:ext>
            </a:extLst>
          </p:cNvPr>
          <p:cNvSpPr>
            <a:spLocks xmlns:a="http://schemas.openxmlformats.org/drawingml/2006/main" noGrp="1"/>
          </p:cNvSpPr>
          <p:nvPr>
            <p:ph type="pic" idx="7"/>
          </p:nvPr>
        </p:nvSpPr>
        <p:spPr>
          <a:xfrm xmlns:a="http://schemas.openxmlformats.org/drawingml/2006/main">
            <a:off x="3170100" y="1278375"/>
            <a:ext cx="2803800" cy="1652700"/>
          </a:xfrm>
          <a:prstGeom xmlns:a="http://schemas.openxmlformats.org/drawingml/2006/main" prst="roundRect">
            <a:avLst>
              <a:gd name="adj" fmla="val 3152"/>
            </a:avLst>
          </a:prstGeom>
          <a:noFill xmlns:a="http://schemas.openxmlformats.org/drawingml/2006/main"/>
          <a:ln xmlns:a="http://schemas.openxmlformats.org/drawingml/2006/main">
            <a:noFill/>
          </a:ln>
        </p:spPr>
      </p:sp>
      <p:sp>
        <p:nvSpPr>
          <p:cNvPr id="830" name="Google Shape;830;p115">
            <a:extLst xmlns:a="http://schemas.openxmlformats.org/drawingml/2006/main">
              <a:ext uri="{FF2B5EF4-FFF2-40B4-BE49-F238E27FC236}">
                <a16:creationId xmlns:a16="http://schemas.microsoft.com/office/drawing/2014/main" id="{425D6E9B-A50B-412F-B657-CBFECD956E22}"/>
              </a:ext>
            </a:extLst>
          </p:cNvPr>
          <p:cNvSpPr>
            <a:spLocks xmlns:a="http://schemas.openxmlformats.org/drawingml/2006/main" noGrp="1"/>
          </p:cNvSpPr>
          <p:nvPr>
            <p:ph type="pic" idx="8"/>
          </p:nvPr>
        </p:nvSpPr>
        <p:spPr>
          <a:xfrm xmlns:a="http://schemas.openxmlformats.org/drawingml/2006/main">
            <a:off x="3170100" y="3060675"/>
            <a:ext cx="2803800" cy="1652700"/>
          </a:xfrm>
          <a:prstGeom xmlns:a="http://schemas.openxmlformats.org/drawingml/2006/main" prst="roundRect">
            <a:avLst>
              <a:gd name="adj" fmla="val 3152"/>
            </a:avLst>
          </a:prstGeom>
          <a:noFill xmlns:a="http://schemas.openxmlformats.org/drawingml/2006/main"/>
          <a:ln xmlns:a="http://schemas.openxmlformats.org/drawingml/2006/main">
            <a:noFill/>
          </a:ln>
        </p:spPr>
      </p:sp>
      <p:pic>
        <p:nvPicPr>
          <p:cNvPr id="841" name="Google Shape;831;p115"/>
          <p:cNvPicPr>
            <a:picLocks xmlns:a="http://schemas.openxmlformats.org/drawingml/2006/main" noChangeAspect="1"/>
          </p:cNvPicPr>
          <p:nvPr/>
        </p:nvPicPr>
        <p:blipFill>
          <a:blip xmlns:r="http://schemas.openxmlformats.org/officeDocument/2006/relationships" xmlns:a="http://schemas.openxmlformats.org/drawingml/2006/main" r:embed="Re3e921a2ea064150">
            <a:alphaModFix/>
          </a:blip>
          <a:stretch xmlns:a="http://schemas.openxmlformats.org/drawingml/2006/main">
            <a:fillRect l="0" t="0" r="0" b="0"/>
          </a:stretch>
        </p:blipFill>
        <p:spPr>
          <a:xfrm xmlns:a="http://schemas.openxmlformats.org/drawingml/2006/main">
            <a:off x="228600" y="4836074"/>
            <a:ext cx="153925" cy="153925"/>
          </a:xfrm>
          <a:prstGeom xmlns:a="http://schemas.openxmlformats.org/drawingml/2006/main" prst="rect">
            <a:avLst/>
          </a:prstGeom>
          <a:ln xmlns:a="http://schemas.openxmlformats.org/drawingml/2006/main">
            <a:noFill/>
          </a:ln>
        </p:spPr>
      </p:pic>
    </p:spTree>
  </p:cSld>
</p:sldLayout>
</file>

<file path=ppt/slideLayouts/slideLayout114.xml><?xml version="1.0" encoding="utf-8"?>
<p:sldLayout xmlns:p="http://schemas.openxmlformats.org/presentationml/2006/main" matchingName="Content - 4 text boxes + Image right">
  <p:cSld name="Title + 4 columns_1_1">
    <p:spTree>
      <p:nvGrpSpPr>
        <p:cNvPr id="1" name=""/>
        <p:cNvGrpSpPr/>
        <p:nvPr/>
      </p:nvGrpSpPr>
      <p:grpSpPr>
        <a:xfrm xmlns:a="http://schemas.openxmlformats.org/drawingml/2006/main"/>
      </p:grpSpPr>
      <p:sp>
        <p:nvSpPr>
          <p:cNvPr id="833" name="Google Shape;833;p116">
            <a:extLst xmlns:a="http://schemas.openxmlformats.org/drawingml/2006/main">
              <a:ext uri="{FF2B5EF4-FFF2-40B4-BE49-F238E27FC236}">
                <a16:creationId xmlns:a16="http://schemas.microsoft.com/office/drawing/2014/main" id="{CA449A21-6B23-4B27-9966-BD7CB49E8886}"/>
              </a:ext>
            </a:extLst>
          </p:cNvPr>
          <p:cNvSpPr>
            <a:spLocks xmlns:a="http://schemas.openxmlformats.org/drawingml/2006/main" noGrp="1"/>
          </p:cNvSpPr>
          <p:nvPr>
            <p:ph type="body" idx="1"/>
          </p:nvPr>
        </p:nvSpPr>
        <p:spPr>
          <a:xfrm xmlns:a="http://schemas.openxmlformats.org/drawingml/2006/main">
            <a:off x="201378" y="164051"/>
            <a:ext cx="1948200" cy="160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noAutofit/>
          </a:bodyPr>
          <a:lstStyle xmlns:a="http://schemas.openxmlformats.org/drawingml/2006/main">
            <a:lvl1pPr marL="457200" indent="-228600" algn="l">
              <a:lnSpc>
                <a:spcPct val="90000"/>
              </a:lnSpc>
              <a:spcBef>
                <a:spcPts val="375"/>
              </a:spcBef>
              <a:spcAft>
                <a:spcPts val="0"/>
              </a:spcAft>
              <a:buClr>
                <a:schemeClr val="dk2"/>
              </a:buClr>
              <a:buSzPts val="750"/>
              <a:buFont typeface="Arial"/>
              <a:buNone/>
              <a:defRPr sz="750">
                <a:solidFill>
                  <a:schemeClr val="dk2"/>
                </a:solidFill>
              </a:defRPr>
            </a:lvl1pPr>
            <a:lvl2pPr marL="914400" indent="-271463" algn="l">
              <a:lnSpc>
                <a:spcPct val="90000"/>
              </a:lnSpc>
              <a:spcBef>
                <a:spcPts val="1200"/>
              </a:spcBef>
              <a:spcAft>
                <a:spcPts val="0"/>
              </a:spcAft>
              <a:buClr>
                <a:schemeClr val="dk1"/>
              </a:buClr>
              <a:buSzPts val="675"/>
              <a:buChar char="○"/>
              <a:defRPr sz="900"/>
            </a:lvl2pPr>
            <a:lvl3pPr marL="1371600" indent="-271463" algn="l">
              <a:lnSpc>
                <a:spcPct val="90000"/>
              </a:lnSpc>
              <a:spcBef>
                <a:spcPts val="1200"/>
              </a:spcBef>
              <a:spcAft>
                <a:spcPts val="0"/>
              </a:spcAft>
              <a:buClr>
                <a:schemeClr val="dk1"/>
              </a:buClr>
              <a:buSzPts val="675"/>
              <a:buChar char="■"/>
              <a:defRPr sz="750"/>
            </a:lvl3pPr>
            <a:lvl4pPr marL="1828800" indent="-271463" algn="l">
              <a:lnSpc>
                <a:spcPct val="90000"/>
              </a:lnSpc>
              <a:spcBef>
                <a:spcPts val="1200"/>
              </a:spcBef>
              <a:spcAft>
                <a:spcPts val="0"/>
              </a:spcAft>
              <a:buClr>
                <a:schemeClr val="dk1"/>
              </a:buClr>
              <a:buSzPts val="675"/>
              <a:buChar char="●"/>
              <a:defRPr sz="675"/>
            </a:lvl4pPr>
            <a:lvl5pPr marL="2286000" indent="-271463" algn="l">
              <a:lnSpc>
                <a:spcPct val="90000"/>
              </a:lnSpc>
              <a:spcBef>
                <a:spcPts val="1200"/>
              </a:spcBef>
              <a:spcAft>
                <a:spcPts val="0"/>
              </a:spcAft>
              <a:buClr>
                <a:schemeClr val="dk1"/>
              </a:buClr>
              <a:buSzPts val="675"/>
              <a:buChar char="○"/>
              <a:defRPr sz="675"/>
            </a:lvl5pPr>
            <a:lvl6pPr marL="2743200" indent="-271463" algn="l">
              <a:lnSpc>
                <a:spcPct val="90000"/>
              </a:lnSpc>
              <a:spcBef>
                <a:spcPts val="1200"/>
              </a:spcBef>
              <a:spcAft>
                <a:spcPts val="0"/>
              </a:spcAft>
              <a:buClr>
                <a:schemeClr val="dk1"/>
              </a:buClr>
              <a:buSzPts val="675"/>
              <a:buChar char="■"/>
              <a:defRPr sz="675"/>
            </a:lvl6pPr>
            <a:lvl7pPr marL="3200400" indent="-271463" algn="l">
              <a:lnSpc>
                <a:spcPct val="90000"/>
              </a:lnSpc>
              <a:spcBef>
                <a:spcPts val="1200"/>
              </a:spcBef>
              <a:spcAft>
                <a:spcPts val="0"/>
              </a:spcAft>
              <a:buClr>
                <a:schemeClr val="dk1"/>
              </a:buClr>
              <a:buSzPts val="675"/>
              <a:buChar char="●"/>
              <a:defRPr sz="675"/>
            </a:lvl7pPr>
            <a:lvl8pPr marL="3657600" indent="-271463" algn="l">
              <a:lnSpc>
                <a:spcPct val="90000"/>
              </a:lnSpc>
              <a:spcBef>
                <a:spcPts val="1200"/>
              </a:spcBef>
              <a:spcAft>
                <a:spcPts val="0"/>
              </a:spcAft>
              <a:buClr>
                <a:schemeClr val="dk1"/>
              </a:buClr>
              <a:buSzPts val="675"/>
              <a:buChar char="○"/>
              <a:defRPr sz="675"/>
            </a:lvl8pPr>
            <a:lvl9pPr marL="4114800" indent="-271463" algn="l">
              <a:lnSpc>
                <a:spcPct val="90000"/>
              </a:lnSpc>
              <a:spcBef>
                <a:spcPts val="1200"/>
              </a:spcBef>
              <a:spcAft>
                <a:spcPts val="1200"/>
              </a:spcAft>
              <a:buClr>
                <a:schemeClr val="dk1"/>
              </a:buClr>
              <a:buSzPts val="675"/>
              <a:buChar char="■"/>
              <a:defRPr sz="675"/>
            </a:lvl9pPr>
          </a:lstStyle>
          <a:p xmlns:a="http://schemas.openxmlformats.org/drawingml/2006/main"/>
        </p:txBody>
      </p:sp>
      <p:sp>
        <p:nvSpPr>
          <p:cNvPr id="834" name="Google Shape;834;p116">
            <a:extLst xmlns:a="http://schemas.openxmlformats.org/drawingml/2006/main">
              <a:ext uri="{FF2B5EF4-FFF2-40B4-BE49-F238E27FC236}">
                <a16:creationId xmlns:a16="http://schemas.microsoft.com/office/drawing/2014/main" id="{8D35278B-5768-4190-A357-D5FAC0D76EEA}"/>
              </a:ext>
            </a:extLst>
          </p:cNvPr>
          <p:cNvSpPr>
            <a:spLocks xmlns:a="http://schemas.openxmlformats.org/drawingml/2006/main" noGrp="1"/>
          </p:cNvSpPr>
          <p:nvPr>
            <p:ph type="title" idx="0"/>
          </p:nvPr>
        </p:nvSpPr>
        <p:spPr>
          <a:xfrm xmlns:a="http://schemas.openxmlformats.org/drawingml/2006/main">
            <a:off x="201378" y="295836"/>
            <a:ext cx="2334600" cy="657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noAutofit/>
          </a:bodyPr>
          <a:lstStyle xmlns:a="http://schemas.openxmlformats.org/drawingml/2006/main">
            <a:lvl1pPr algn="l">
              <a:lnSpc>
                <a:spcPct val="90000"/>
              </a:lnSpc>
              <a:spcBef>
                <a:spcPts val="0"/>
              </a:spcBef>
              <a:spcAft>
                <a:spcPts val="0"/>
              </a:spcAft>
              <a:buClr>
                <a:schemeClr val="dk1"/>
              </a:buClr>
              <a:buSzPts val="2250"/>
              <a:buFont typeface="Arial"/>
              <a:buNone/>
              <a:defRPr sz="2250"/>
            </a:lvl1pPr>
            <a:lvl2pPr>
              <a:spcBef>
                <a:spcPts val="0"/>
              </a:spcBef>
              <a:spcAft>
                <a:spcPts val="0"/>
              </a:spcAft>
              <a:buSzPts val="525"/>
              <a:buNone/>
              <a:defRPr sz="675"/>
            </a:lvl2pPr>
            <a:lvl3pPr>
              <a:spcBef>
                <a:spcPts val="0"/>
              </a:spcBef>
              <a:spcAft>
                <a:spcPts val="0"/>
              </a:spcAft>
              <a:buSzPts val="525"/>
              <a:buNone/>
              <a:defRPr sz="675"/>
            </a:lvl3pPr>
            <a:lvl4pPr>
              <a:spcBef>
                <a:spcPts val="0"/>
              </a:spcBef>
              <a:spcAft>
                <a:spcPts val="0"/>
              </a:spcAft>
              <a:buSzPts val="525"/>
              <a:buNone/>
              <a:defRPr sz="675"/>
            </a:lvl4pPr>
            <a:lvl5pPr>
              <a:spcBef>
                <a:spcPts val="0"/>
              </a:spcBef>
              <a:spcAft>
                <a:spcPts val="0"/>
              </a:spcAft>
              <a:buSzPts val="525"/>
              <a:buNone/>
              <a:defRPr sz="675"/>
            </a:lvl5pPr>
            <a:lvl6pPr>
              <a:spcBef>
                <a:spcPts val="0"/>
              </a:spcBef>
              <a:spcAft>
                <a:spcPts val="0"/>
              </a:spcAft>
              <a:buSzPts val="525"/>
              <a:buNone/>
              <a:defRPr sz="675"/>
            </a:lvl6pPr>
            <a:lvl7pPr>
              <a:spcBef>
                <a:spcPts val="0"/>
              </a:spcBef>
              <a:spcAft>
                <a:spcPts val="0"/>
              </a:spcAft>
              <a:buSzPts val="525"/>
              <a:buNone/>
              <a:defRPr sz="675"/>
            </a:lvl7pPr>
            <a:lvl8pPr>
              <a:spcBef>
                <a:spcPts val="0"/>
              </a:spcBef>
              <a:spcAft>
                <a:spcPts val="0"/>
              </a:spcAft>
              <a:buSzPts val="525"/>
              <a:buNone/>
              <a:defRPr sz="675"/>
            </a:lvl8pPr>
            <a:lvl9pPr>
              <a:spcBef>
                <a:spcPts val="0"/>
              </a:spcBef>
              <a:spcAft>
                <a:spcPts val="0"/>
              </a:spcAft>
              <a:buSzPts val="525"/>
              <a:buNone/>
              <a:defRPr sz="675"/>
            </a:lvl9pPr>
          </a:lstStyle>
          <a:p xmlns:a="http://schemas.openxmlformats.org/drawingml/2006/main"/>
        </p:txBody>
      </p:sp>
      <p:sp>
        <p:nvSpPr>
          <p:cNvPr id="835" name="Google Shape;835;p116">
            <a:extLst xmlns:a="http://schemas.openxmlformats.org/drawingml/2006/main">
              <a:ext uri="{FF2B5EF4-FFF2-40B4-BE49-F238E27FC236}">
                <a16:creationId xmlns:a16="http://schemas.microsoft.com/office/drawing/2014/main" id="{D2C3FBDD-2DF1-4975-B185-83CDEFD3ECA2}"/>
              </a:ext>
            </a:extLst>
          </p:cNvPr>
          <p:cNvSpPr>
            <a:spLocks xmlns:a="http://schemas.openxmlformats.org/drawingml/2006/main" noGrp="1"/>
          </p:cNvSpPr>
          <p:nvPr>
            <p:ph type="body" idx="2"/>
          </p:nvPr>
        </p:nvSpPr>
        <p:spPr>
          <a:xfrm xmlns:a="http://schemas.openxmlformats.org/drawingml/2006/main">
            <a:off x="201378" y="1077375"/>
            <a:ext cx="2002200" cy="1451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spAutoFit/>
          </a:bodyPr>
          <a:lstStyle xmlns:a="http://schemas.openxmlformats.org/drawingml/2006/main">
            <a:lvl1pPr marL="457200" indent="-228600" algn="l">
              <a:lnSpc>
                <a:spcPct val="110000"/>
              </a:lnSpc>
              <a:spcBef>
                <a:spcPts val="0"/>
              </a:spcBef>
              <a:spcAft>
                <a:spcPts val="0"/>
              </a:spcAft>
              <a:buClr>
                <a:schemeClr val="dk1"/>
              </a:buClr>
              <a:buSzPts val="900"/>
              <a:buFont typeface="Arial"/>
              <a:buNone/>
              <a:defRPr sz="900">
                <a:solidFill>
                  <a:schemeClr val="dk1"/>
                </a:solidFill>
              </a:defRPr>
            </a:lvl1pPr>
            <a:lvl2pPr marL="914400" indent="-228600" algn="l">
              <a:lnSpc>
                <a:spcPct val="90000"/>
              </a:lnSpc>
              <a:spcBef>
                <a:spcPts val="225"/>
              </a:spcBef>
              <a:spcAft>
                <a:spcPts val="0"/>
              </a:spcAft>
              <a:buClr>
                <a:schemeClr val="dk1"/>
              </a:buClr>
              <a:buSzPts val="525"/>
              <a:buNone/>
              <a:defRPr sz="525"/>
            </a:lvl2pPr>
            <a:lvl3pPr marL="1371600" indent="-228600" algn="l">
              <a:lnSpc>
                <a:spcPct val="90000"/>
              </a:lnSpc>
              <a:spcBef>
                <a:spcPts val="1200"/>
              </a:spcBef>
              <a:spcAft>
                <a:spcPts val="0"/>
              </a:spcAft>
              <a:buClr>
                <a:schemeClr val="dk1"/>
              </a:buClr>
              <a:buSzPts val="450"/>
              <a:buNone/>
              <a:defRPr sz="450"/>
            </a:lvl3pPr>
            <a:lvl4pPr marL="1828800" indent="-228600" algn="l">
              <a:lnSpc>
                <a:spcPct val="90000"/>
              </a:lnSpc>
              <a:spcBef>
                <a:spcPts val="1200"/>
              </a:spcBef>
              <a:spcAft>
                <a:spcPts val="0"/>
              </a:spcAft>
              <a:buClr>
                <a:schemeClr val="dk1"/>
              </a:buClr>
              <a:buSzPts val="375"/>
              <a:buNone/>
              <a:defRPr sz="375"/>
            </a:lvl4pPr>
            <a:lvl5pPr marL="2286000" indent="-228600" algn="l">
              <a:lnSpc>
                <a:spcPct val="90000"/>
              </a:lnSpc>
              <a:spcBef>
                <a:spcPts val="1200"/>
              </a:spcBef>
              <a:spcAft>
                <a:spcPts val="0"/>
              </a:spcAft>
              <a:buClr>
                <a:schemeClr val="dk1"/>
              </a:buClr>
              <a:buSzPts val="375"/>
              <a:buNone/>
              <a:defRPr sz="375"/>
            </a:lvl5pPr>
            <a:lvl6pPr marL="2743200" indent="-228600" algn="l">
              <a:lnSpc>
                <a:spcPct val="90000"/>
              </a:lnSpc>
              <a:spcBef>
                <a:spcPts val="1200"/>
              </a:spcBef>
              <a:spcAft>
                <a:spcPts val="0"/>
              </a:spcAft>
              <a:buClr>
                <a:schemeClr val="dk1"/>
              </a:buClr>
              <a:buSzPts val="375"/>
              <a:buNone/>
              <a:defRPr sz="375"/>
            </a:lvl6pPr>
            <a:lvl7pPr marL="3200400" indent="-228600" algn="l">
              <a:lnSpc>
                <a:spcPct val="90000"/>
              </a:lnSpc>
              <a:spcBef>
                <a:spcPts val="1200"/>
              </a:spcBef>
              <a:spcAft>
                <a:spcPts val="0"/>
              </a:spcAft>
              <a:buClr>
                <a:schemeClr val="dk1"/>
              </a:buClr>
              <a:buSzPts val="375"/>
              <a:buNone/>
              <a:defRPr sz="375"/>
            </a:lvl7pPr>
            <a:lvl8pPr marL="3657600" indent="-228600" algn="l">
              <a:lnSpc>
                <a:spcPct val="90000"/>
              </a:lnSpc>
              <a:spcBef>
                <a:spcPts val="1200"/>
              </a:spcBef>
              <a:spcAft>
                <a:spcPts val="0"/>
              </a:spcAft>
              <a:buClr>
                <a:schemeClr val="dk1"/>
              </a:buClr>
              <a:buSzPts val="375"/>
              <a:buNone/>
              <a:defRPr sz="375"/>
            </a:lvl8pPr>
            <a:lvl9pPr marL="4114800" indent="-228600" algn="l">
              <a:lnSpc>
                <a:spcPct val="90000"/>
              </a:lnSpc>
              <a:spcBef>
                <a:spcPts val="1200"/>
              </a:spcBef>
              <a:spcAft>
                <a:spcPts val="1200"/>
              </a:spcAft>
              <a:buClr>
                <a:schemeClr val="dk1"/>
              </a:buClr>
              <a:buSzPts val="375"/>
              <a:buNone/>
              <a:defRPr sz="375"/>
            </a:lvl9pPr>
          </a:lstStyle>
          <a:p xmlns:a="http://schemas.openxmlformats.org/drawingml/2006/main"/>
        </p:txBody>
      </p:sp>
      <p:sp>
        <p:nvSpPr>
          <p:cNvPr id="836" name="Google Shape;836;p116">
            <a:extLst xmlns:a="http://schemas.openxmlformats.org/drawingml/2006/main">
              <a:ext uri="{FF2B5EF4-FFF2-40B4-BE49-F238E27FC236}">
                <a16:creationId xmlns:a16="http://schemas.microsoft.com/office/drawing/2014/main" id="{0A6BCA55-216D-437C-A00D-C4EDBCF9FB57}"/>
              </a:ext>
            </a:extLst>
          </p:cNvPr>
          <p:cNvSpPr>
            <a:spLocks xmlns:a="http://schemas.openxmlformats.org/drawingml/2006/main" noGrp="1"/>
          </p:cNvSpPr>
          <p:nvPr>
            <p:ph type="body" idx="3"/>
          </p:nvPr>
        </p:nvSpPr>
        <p:spPr>
          <a:xfrm xmlns:a="http://schemas.openxmlformats.org/drawingml/2006/main">
            <a:off x="2447039" y="1077375"/>
            <a:ext cx="2002200" cy="1451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spAutoFit/>
          </a:bodyPr>
          <a:lstStyle xmlns:a="http://schemas.openxmlformats.org/drawingml/2006/main">
            <a:lvl1pPr marL="457200" indent="-228600" algn="l">
              <a:lnSpc>
                <a:spcPct val="110000"/>
              </a:lnSpc>
              <a:spcBef>
                <a:spcPts val="0"/>
              </a:spcBef>
              <a:spcAft>
                <a:spcPts val="0"/>
              </a:spcAft>
              <a:buClr>
                <a:schemeClr val="dk1"/>
              </a:buClr>
              <a:buSzPts val="900"/>
              <a:buFont typeface="Arial"/>
              <a:buNone/>
              <a:defRPr sz="900">
                <a:solidFill>
                  <a:schemeClr val="dk1"/>
                </a:solidFill>
              </a:defRPr>
            </a:lvl1pPr>
            <a:lvl2pPr marL="914400" indent="-228600" algn="l">
              <a:lnSpc>
                <a:spcPct val="90000"/>
              </a:lnSpc>
              <a:spcBef>
                <a:spcPts val="225"/>
              </a:spcBef>
              <a:spcAft>
                <a:spcPts val="0"/>
              </a:spcAft>
              <a:buClr>
                <a:schemeClr val="dk1"/>
              </a:buClr>
              <a:buSzPts val="525"/>
              <a:buNone/>
              <a:defRPr sz="525"/>
            </a:lvl2pPr>
            <a:lvl3pPr marL="1371600" indent="-228600" algn="l">
              <a:lnSpc>
                <a:spcPct val="90000"/>
              </a:lnSpc>
              <a:spcBef>
                <a:spcPts val="1200"/>
              </a:spcBef>
              <a:spcAft>
                <a:spcPts val="0"/>
              </a:spcAft>
              <a:buClr>
                <a:schemeClr val="dk1"/>
              </a:buClr>
              <a:buSzPts val="450"/>
              <a:buNone/>
              <a:defRPr sz="450"/>
            </a:lvl3pPr>
            <a:lvl4pPr marL="1828800" indent="-228600" algn="l">
              <a:lnSpc>
                <a:spcPct val="90000"/>
              </a:lnSpc>
              <a:spcBef>
                <a:spcPts val="1200"/>
              </a:spcBef>
              <a:spcAft>
                <a:spcPts val="0"/>
              </a:spcAft>
              <a:buClr>
                <a:schemeClr val="dk1"/>
              </a:buClr>
              <a:buSzPts val="375"/>
              <a:buNone/>
              <a:defRPr sz="375"/>
            </a:lvl4pPr>
            <a:lvl5pPr marL="2286000" indent="-228600" algn="l">
              <a:lnSpc>
                <a:spcPct val="90000"/>
              </a:lnSpc>
              <a:spcBef>
                <a:spcPts val="1200"/>
              </a:spcBef>
              <a:spcAft>
                <a:spcPts val="0"/>
              </a:spcAft>
              <a:buClr>
                <a:schemeClr val="dk1"/>
              </a:buClr>
              <a:buSzPts val="375"/>
              <a:buNone/>
              <a:defRPr sz="375"/>
            </a:lvl5pPr>
            <a:lvl6pPr marL="2743200" indent="-228600" algn="l">
              <a:lnSpc>
                <a:spcPct val="90000"/>
              </a:lnSpc>
              <a:spcBef>
                <a:spcPts val="1200"/>
              </a:spcBef>
              <a:spcAft>
                <a:spcPts val="0"/>
              </a:spcAft>
              <a:buClr>
                <a:schemeClr val="dk1"/>
              </a:buClr>
              <a:buSzPts val="375"/>
              <a:buNone/>
              <a:defRPr sz="375"/>
            </a:lvl6pPr>
            <a:lvl7pPr marL="3200400" indent="-228600" algn="l">
              <a:lnSpc>
                <a:spcPct val="90000"/>
              </a:lnSpc>
              <a:spcBef>
                <a:spcPts val="1200"/>
              </a:spcBef>
              <a:spcAft>
                <a:spcPts val="0"/>
              </a:spcAft>
              <a:buClr>
                <a:schemeClr val="dk1"/>
              </a:buClr>
              <a:buSzPts val="375"/>
              <a:buNone/>
              <a:defRPr sz="375"/>
            </a:lvl7pPr>
            <a:lvl8pPr marL="3657600" indent="-228600" algn="l">
              <a:lnSpc>
                <a:spcPct val="90000"/>
              </a:lnSpc>
              <a:spcBef>
                <a:spcPts val="1200"/>
              </a:spcBef>
              <a:spcAft>
                <a:spcPts val="0"/>
              </a:spcAft>
              <a:buClr>
                <a:schemeClr val="dk1"/>
              </a:buClr>
              <a:buSzPts val="375"/>
              <a:buNone/>
              <a:defRPr sz="375"/>
            </a:lvl8pPr>
            <a:lvl9pPr marL="4114800" indent="-228600" algn="l">
              <a:lnSpc>
                <a:spcPct val="90000"/>
              </a:lnSpc>
              <a:spcBef>
                <a:spcPts val="1200"/>
              </a:spcBef>
              <a:spcAft>
                <a:spcPts val="1200"/>
              </a:spcAft>
              <a:buClr>
                <a:schemeClr val="dk1"/>
              </a:buClr>
              <a:buSzPts val="375"/>
              <a:buNone/>
              <a:defRPr sz="375"/>
            </a:lvl9pPr>
          </a:lstStyle>
          <a:p xmlns:a="http://schemas.openxmlformats.org/drawingml/2006/main"/>
        </p:txBody>
      </p:sp>
      <p:sp>
        <p:nvSpPr>
          <p:cNvPr id="837" name="Google Shape;837;p116">
            <a:extLst xmlns:a="http://schemas.openxmlformats.org/drawingml/2006/main">
              <a:ext uri="{FF2B5EF4-FFF2-40B4-BE49-F238E27FC236}">
                <a16:creationId xmlns:a16="http://schemas.microsoft.com/office/drawing/2014/main" id="{AFB4B6F2-5513-4446-B23E-B0E6C691ED48}"/>
              </a:ext>
            </a:extLst>
          </p:cNvPr>
          <p:cNvSpPr>
            <a:spLocks xmlns:a="http://schemas.openxmlformats.org/drawingml/2006/main" noGrp="1"/>
          </p:cNvSpPr>
          <p:nvPr>
            <p:ph type="body" idx="4"/>
          </p:nvPr>
        </p:nvSpPr>
        <p:spPr>
          <a:xfrm xmlns:a="http://schemas.openxmlformats.org/drawingml/2006/main">
            <a:off x="228600" y="2900150"/>
            <a:ext cx="2002200" cy="1451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spAutoFit/>
          </a:bodyPr>
          <a:lstStyle xmlns:a="http://schemas.openxmlformats.org/drawingml/2006/main">
            <a:lvl1pPr marL="457200" indent="-228600" algn="l">
              <a:lnSpc>
                <a:spcPct val="110000"/>
              </a:lnSpc>
              <a:spcBef>
                <a:spcPts val="0"/>
              </a:spcBef>
              <a:spcAft>
                <a:spcPts val="0"/>
              </a:spcAft>
              <a:buClr>
                <a:schemeClr val="dk1"/>
              </a:buClr>
              <a:buSzPts val="900"/>
              <a:buFont typeface="Arial"/>
              <a:buNone/>
              <a:defRPr sz="900">
                <a:solidFill>
                  <a:schemeClr val="dk1"/>
                </a:solidFill>
              </a:defRPr>
            </a:lvl1pPr>
            <a:lvl2pPr marL="914400" indent="-228600" algn="l">
              <a:lnSpc>
                <a:spcPct val="90000"/>
              </a:lnSpc>
              <a:spcBef>
                <a:spcPts val="225"/>
              </a:spcBef>
              <a:spcAft>
                <a:spcPts val="0"/>
              </a:spcAft>
              <a:buClr>
                <a:schemeClr val="dk1"/>
              </a:buClr>
              <a:buSzPts val="525"/>
              <a:buNone/>
              <a:defRPr sz="525"/>
            </a:lvl2pPr>
            <a:lvl3pPr marL="1371600" indent="-228600" algn="l">
              <a:lnSpc>
                <a:spcPct val="90000"/>
              </a:lnSpc>
              <a:spcBef>
                <a:spcPts val="1200"/>
              </a:spcBef>
              <a:spcAft>
                <a:spcPts val="0"/>
              </a:spcAft>
              <a:buClr>
                <a:schemeClr val="dk1"/>
              </a:buClr>
              <a:buSzPts val="450"/>
              <a:buNone/>
              <a:defRPr sz="450"/>
            </a:lvl3pPr>
            <a:lvl4pPr marL="1828800" indent="-228600" algn="l">
              <a:lnSpc>
                <a:spcPct val="90000"/>
              </a:lnSpc>
              <a:spcBef>
                <a:spcPts val="1200"/>
              </a:spcBef>
              <a:spcAft>
                <a:spcPts val="0"/>
              </a:spcAft>
              <a:buClr>
                <a:schemeClr val="dk1"/>
              </a:buClr>
              <a:buSzPts val="375"/>
              <a:buNone/>
              <a:defRPr sz="375"/>
            </a:lvl4pPr>
            <a:lvl5pPr marL="2286000" indent="-228600" algn="l">
              <a:lnSpc>
                <a:spcPct val="90000"/>
              </a:lnSpc>
              <a:spcBef>
                <a:spcPts val="1200"/>
              </a:spcBef>
              <a:spcAft>
                <a:spcPts val="0"/>
              </a:spcAft>
              <a:buClr>
                <a:schemeClr val="dk1"/>
              </a:buClr>
              <a:buSzPts val="375"/>
              <a:buNone/>
              <a:defRPr sz="375"/>
            </a:lvl5pPr>
            <a:lvl6pPr marL="2743200" indent="-228600" algn="l">
              <a:lnSpc>
                <a:spcPct val="90000"/>
              </a:lnSpc>
              <a:spcBef>
                <a:spcPts val="1200"/>
              </a:spcBef>
              <a:spcAft>
                <a:spcPts val="0"/>
              </a:spcAft>
              <a:buClr>
                <a:schemeClr val="dk1"/>
              </a:buClr>
              <a:buSzPts val="375"/>
              <a:buNone/>
              <a:defRPr sz="375"/>
            </a:lvl6pPr>
            <a:lvl7pPr marL="3200400" indent="-228600" algn="l">
              <a:lnSpc>
                <a:spcPct val="90000"/>
              </a:lnSpc>
              <a:spcBef>
                <a:spcPts val="1200"/>
              </a:spcBef>
              <a:spcAft>
                <a:spcPts val="0"/>
              </a:spcAft>
              <a:buClr>
                <a:schemeClr val="dk1"/>
              </a:buClr>
              <a:buSzPts val="375"/>
              <a:buNone/>
              <a:defRPr sz="375"/>
            </a:lvl7pPr>
            <a:lvl8pPr marL="3657600" indent="-228600" algn="l">
              <a:lnSpc>
                <a:spcPct val="90000"/>
              </a:lnSpc>
              <a:spcBef>
                <a:spcPts val="1200"/>
              </a:spcBef>
              <a:spcAft>
                <a:spcPts val="0"/>
              </a:spcAft>
              <a:buClr>
                <a:schemeClr val="dk1"/>
              </a:buClr>
              <a:buSzPts val="375"/>
              <a:buNone/>
              <a:defRPr sz="375"/>
            </a:lvl8pPr>
            <a:lvl9pPr marL="4114800" indent="-228600" algn="l">
              <a:lnSpc>
                <a:spcPct val="90000"/>
              </a:lnSpc>
              <a:spcBef>
                <a:spcPts val="1200"/>
              </a:spcBef>
              <a:spcAft>
                <a:spcPts val="1200"/>
              </a:spcAft>
              <a:buClr>
                <a:schemeClr val="dk1"/>
              </a:buClr>
              <a:buSzPts val="375"/>
              <a:buNone/>
              <a:defRPr sz="375"/>
            </a:lvl9pPr>
          </a:lstStyle>
          <a:p xmlns:a="http://schemas.openxmlformats.org/drawingml/2006/main"/>
        </p:txBody>
      </p:sp>
      <p:sp>
        <p:nvSpPr>
          <p:cNvPr id="838" name="Google Shape;838;p116">
            <a:extLst xmlns:a="http://schemas.openxmlformats.org/drawingml/2006/main">
              <a:ext uri="{FF2B5EF4-FFF2-40B4-BE49-F238E27FC236}">
                <a16:creationId xmlns:a16="http://schemas.microsoft.com/office/drawing/2014/main" id="{A61EBBA1-E5F8-4F67-A8A4-BFEB2B2E8B39}"/>
              </a:ext>
            </a:extLst>
          </p:cNvPr>
          <p:cNvSpPr>
            <a:spLocks xmlns:a="http://schemas.openxmlformats.org/drawingml/2006/main" noGrp="1"/>
          </p:cNvSpPr>
          <p:nvPr>
            <p:ph type="body" idx="5"/>
          </p:nvPr>
        </p:nvSpPr>
        <p:spPr>
          <a:xfrm xmlns:a="http://schemas.openxmlformats.org/drawingml/2006/main">
            <a:off x="2474261" y="2900150"/>
            <a:ext cx="2002200" cy="1451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spAutoFit/>
          </a:bodyPr>
          <a:lstStyle xmlns:a="http://schemas.openxmlformats.org/drawingml/2006/main">
            <a:lvl1pPr marL="457200" indent="-228600" algn="l">
              <a:lnSpc>
                <a:spcPct val="110000"/>
              </a:lnSpc>
              <a:spcBef>
                <a:spcPts val="0"/>
              </a:spcBef>
              <a:spcAft>
                <a:spcPts val="0"/>
              </a:spcAft>
              <a:buClr>
                <a:schemeClr val="dk1"/>
              </a:buClr>
              <a:buSzPts val="900"/>
              <a:buFont typeface="Arial"/>
              <a:buNone/>
              <a:defRPr sz="900">
                <a:solidFill>
                  <a:schemeClr val="dk1"/>
                </a:solidFill>
              </a:defRPr>
            </a:lvl1pPr>
            <a:lvl2pPr marL="914400" indent="-228600" algn="l">
              <a:lnSpc>
                <a:spcPct val="90000"/>
              </a:lnSpc>
              <a:spcBef>
                <a:spcPts val="225"/>
              </a:spcBef>
              <a:spcAft>
                <a:spcPts val="0"/>
              </a:spcAft>
              <a:buClr>
                <a:schemeClr val="dk1"/>
              </a:buClr>
              <a:buSzPts val="525"/>
              <a:buNone/>
              <a:defRPr sz="525"/>
            </a:lvl2pPr>
            <a:lvl3pPr marL="1371600" indent="-228600" algn="l">
              <a:lnSpc>
                <a:spcPct val="90000"/>
              </a:lnSpc>
              <a:spcBef>
                <a:spcPts val="1200"/>
              </a:spcBef>
              <a:spcAft>
                <a:spcPts val="0"/>
              </a:spcAft>
              <a:buClr>
                <a:schemeClr val="dk1"/>
              </a:buClr>
              <a:buSzPts val="450"/>
              <a:buNone/>
              <a:defRPr sz="450"/>
            </a:lvl3pPr>
            <a:lvl4pPr marL="1828800" indent="-228600" algn="l">
              <a:lnSpc>
                <a:spcPct val="90000"/>
              </a:lnSpc>
              <a:spcBef>
                <a:spcPts val="1200"/>
              </a:spcBef>
              <a:spcAft>
                <a:spcPts val="0"/>
              </a:spcAft>
              <a:buClr>
                <a:schemeClr val="dk1"/>
              </a:buClr>
              <a:buSzPts val="375"/>
              <a:buNone/>
              <a:defRPr sz="375"/>
            </a:lvl4pPr>
            <a:lvl5pPr marL="2286000" indent="-228600" algn="l">
              <a:lnSpc>
                <a:spcPct val="90000"/>
              </a:lnSpc>
              <a:spcBef>
                <a:spcPts val="1200"/>
              </a:spcBef>
              <a:spcAft>
                <a:spcPts val="0"/>
              </a:spcAft>
              <a:buClr>
                <a:schemeClr val="dk1"/>
              </a:buClr>
              <a:buSzPts val="375"/>
              <a:buNone/>
              <a:defRPr sz="375"/>
            </a:lvl5pPr>
            <a:lvl6pPr marL="2743200" indent="-228600" algn="l">
              <a:lnSpc>
                <a:spcPct val="90000"/>
              </a:lnSpc>
              <a:spcBef>
                <a:spcPts val="1200"/>
              </a:spcBef>
              <a:spcAft>
                <a:spcPts val="0"/>
              </a:spcAft>
              <a:buClr>
                <a:schemeClr val="dk1"/>
              </a:buClr>
              <a:buSzPts val="375"/>
              <a:buNone/>
              <a:defRPr sz="375"/>
            </a:lvl6pPr>
            <a:lvl7pPr marL="3200400" indent="-228600" algn="l">
              <a:lnSpc>
                <a:spcPct val="90000"/>
              </a:lnSpc>
              <a:spcBef>
                <a:spcPts val="1200"/>
              </a:spcBef>
              <a:spcAft>
                <a:spcPts val="0"/>
              </a:spcAft>
              <a:buClr>
                <a:schemeClr val="dk1"/>
              </a:buClr>
              <a:buSzPts val="375"/>
              <a:buNone/>
              <a:defRPr sz="375"/>
            </a:lvl7pPr>
            <a:lvl8pPr marL="3657600" indent="-228600" algn="l">
              <a:lnSpc>
                <a:spcPct val="90000"/>
              </a:lnSpc>
              <a:spcBef>
                <a:spcPts val="1200"/>
              </a:spcBef>
              <a:spcAft>
                <a:spcPts val="0"/>
              </a:spcAft>
              <a:buClr>
                <a:schemeClr val="dk1"/>
              </a:buClr>
              <a:buSzPts val="375"/>
              <a:buNone/>
              <a:defRPr sz="375"/>
            </a:lvl8pPr>
            <a:lvl9pPr marL="4114800" indent="-228600" algn="l">
              <a:lnSpc>
                <a:spcPct val="90000"/>
              </a:lnSpc>
              <a:spcBef>
                <a:spcPts val="1200"/>
              </a:spcBef>
              <a:spcAft>
                <a:spcPts val="1200"/>
              </a:spcAft>
              <a:buClr>
                <a:schemeClr val="dk1"/>
              </a:buClr>
              <a:buSzPts val="375"/>
              <a:buNone/>
              <a:defRPr sz="375"/>
            </a:lvl9pPr>
          </a:lstStyle>
          <a:p xmlns:a="http://schemas.openxmlformats.org/drawingml/2006/main"/>
        </p:txBody>
      </p:sp>
      <p:sp>
        <p:nvSpPr>
          <p:cNvPr id="839" name="Google Shape;839;p116">
            <a:extLst xmlns:a="http://schemas.openxmlformats.org/drawingml/2006/main">
              <a:ext uri="{FF2B5EF4-FFF2-40B4-BE49-F238E27FC236}">
                <a16:creationId xmlns:a16="http://schemas.microsoft.com/office/drawing/2014/main" id="{2BA1A3B4-9774-4A98-AFDD-8E0895D08047}"/>
              </a:ext>
            </a:extLst>
          </p:cNvPr>
          <p:cNvSpPr>
            <a:spLocks xmlns:a="http://schemas.openxmlformats.org/drawingml/2006/main" noGrp="1"/>
          </p:cNvSpPr>
          <p:nvPr>
            <p:ph type="pic" idx="6"/>
          </p:nvPr>
        </p:nvSpPr>
        <p:spPr>
          <a:xfrm xmlns:a="http://schemas.openxmlformats.org/drawingml/2006/main">
            <a:off x="4645150" y="228600"/>
            <a:ext cx="4270500" cy="4487400"/>
          </a:xfrm>
          <a:prstGeom xmlns:a="http://schemas.openxmlformats.org/drawingml/2006/main" prst="roundRect">
            <a:avLst>
              <a:gd name="adj" fmla="val 1374"/>
            </a:avLst>
          </a:prstGeom>
          <a:noFill xmlns:a="http://schemas.openxmlformats.org/drawingml/2006/main"/>
          <a:ln xmlns:a="http://schemas.openxmlformats.org/drawingml/2006/main">
            <a:noFill/>
          </a:ln>
        </p:spPr>
      </p:sp>
      <p:pic>
        <p:nvPicPr>
          <p:cNvPr id="848" name="Google Shape;840;p116"/>
          <p:cNvPicPr>
            <a:picLocks xmlns:a="http://schemas.openxmlformats.org/drawingml/2006/main" noChangeAspect="1"/>
          </p:cNvPicPr>
          <p:nvPr/>
        </p:nvPicPr>
        <p:blipFill>
          <a:blip xmlns:r="http://schemas.openxmlformats.org/officeDocument/2006/relationships" xmlns:a="http://schemas.openxmlformats.org/drawingml/2006/main" r:embed="Ra270a5b571b04b45">
            <a:alphaModFix/>
          </a:blip>
          <a:stretch xmlns:a="http://schemas.openxmlformats.org/drawingml/2006/main">
            <a:fillRect l="0" t="0" r="0" b="0"/>
          </a:stretch>
        </p:blipFill>
        <p:spPr>
          <a:xfrm xmlns:a="http://schemas.openxmlformats.org/drawingml/2006/main">
            <a:off x="228600" y="4836074"/>
            <a:ext cx="153925" cy="153925"/>
          </a:xfrm>
          <a:prstGeom xmlns:a="http://schemas.openxmlformats.org/drawingml/2006/main" prst="rect">
            <a:avLst/>
          </a:prstGeom>
          <a:ln xmlns:a="http://schemas.openxmlformats.org/drawingml/2006/main">
            <a:noFill/>
          </a:ln>
        </p:spPr>
      </p:pic>
    </p:spTree>
  </p:cSld>
</p:sldLayout>
</file>

<file path=ppt/slideLayouts/slideLayout115.xml><?xml version="1.0" encoding="utf-8"?>
<p:sldLayout xmlns:p="http://schemas.openxmlformats.org/presentationml/2006/main" matchingName="Content - 4 text boxes + Image left">
  <p:cSld name="Title + 4 columns_1_1_1">
    <p:spTree>
      <p:nvGrpSpPr>
        <p:cNvPr id="1" name=""/>
        <p:cNvGrpSpPr/>
        <p:nvPr/>
      </p:nvGrpSpPr>
      <p:grpSpPr>
        <a:xfrm xmlns:a="http://schemas.openxmlformats.org/drawingml/2006/main"/>
      </p:grpSpPr>
      <p:sp>
        <p:nvSpPr>
          <p:cNvPr id="842" name="Google Shape;842;p117">
            <a:extLst xmlns:a="http://schemas.openxmlformats.org/drawingml/2006/main">
              <a:ext uri="{FF2B5EF4-FFF2-40B4-BE49-F238E27FC236}">
                <a16:creationId xmlns:a16="http://schemas.microsoft.com/office/drawing/2014/main" id="{C89A8550-C51E-4BC5-B76B-59E3C440BF76}"/>
              </a:ext>
            </a:extLst>
          </p:cNvPr>
          <p:cNvSpPr>
            <a:spLocks xmlns:a="http://schemas.openxmlformats.org/drawingml/2006/main" noGrp="1"/>
          </p:cNvSpPr>
          <p:nvPr>
            <p:ph type="body" idx="1"/>
          </p:nvPr>
        </p:nvSpPr>
        <p:spPr>
          <a:xfrm xmlns:a="http://schemas.openxmlformats.org/drawingml/2006/main">
            <a:off x="4642865" y="164051"/>
            <a:ext cx="1948200" cy="160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noAutofit/>
          </a:bodyPr>
          <a:lstStyle xmlns:a="http://schemas.openxmlformats.org/drawingml/2006/main">
            <a:lvl1pPr marL="457200" indent="-228600" algn="l">
              <a:lnSpc>
                <a:spcPct val="90000"/>
              </a:lnSpc>
              <a:spcBef>
                <a:spcPts val="375"/>
              </a:spcBef>
              <a:spcAft>
                <a:spcPts val="0"/>
              </a:spcAft>
              <a:buClr>
                <a:schemeClr val="dk2"/>
              </a:buClr>
              <a:buSzPts val="750"/>
              <a:buFont typeface="Arial"/>
              <a:buNone/>
              <a:defRPr sz="750">
                <a:solidFill>
                  <a:schemeClr val="dk2"/>
                </a:solidFill>
              </a:defRPr>
            </a:lvl1pPr>
            <a:lvl2pPr marL="914400" indent="-271463" algn="l">
              <a:lnSpc>
                <a:spcPct val="90000"/>
              </a:lnSpc>
              <a:spcBef>
                <a:spcPts val="1200"/>
              </a:spcBef>
              <a:spcAft>
                <a:spcPts val="0"/>
              </a:spcAft>
              <a:buClr>
                <a:schemeClr val="dk1"/>
              </a:buClr>
              <a:buSzPts val="675"/>
              <a:buChar char="○"/>
              <a:defRPr sz="900"/>
            </a:lvl2pPr>
            <a:lvl3pPr marL="1371600" indent="-271463" algn="l">
              <a:lnSpc>
                <a:spcPct val="90000"/>
              </a:lnSpc>
              <a:spcBef>
                <a:spcPts val="1200"/>
              </a:spcBef>
              <a:spcAft>
                <a:spcPts val="0"/>
              </a:spcAft>
              <a:buClr>
                <a:schemeClr val="dk1"/>
              </a:buClr>
              <a:buSzPts val="675"/>
              <a:buChar char="■"/>
              <a:defRPr sz="750"/>
            </a:lvl3pPr>
            <a:lvl4pPr marL="1828800" indent="-271463" algn="l">
              <a:lnSpc>
                <a:spcPct val="90000"/>
              </a:lnSpc>
              <a:spcBef>
                <a:spcPts val="1200"/>
              </a:spcBef>
              <a:spcAft>
                <a:spcPts val="0"/>
              </a:spcAft>
              <a:buClr>
                <a:schemeClr val="dk1"/>
              </a:buClr>
              <a:buSzPts val="675"/>
              <a:buChar char="●"/>
              <a:defRPr sz="675"/>
            </a:lvl4pPr>
            <a:lvl5pPr marL="2286000" indent="-271463" algn="l">
              <a:lnSpc>
                <a:spcPct val="90000"/>
              </a:lnSpc>
              <a:spcBef>
                <a:spcPts val="1200"/>
              </a:spcBef>
              <a:spcAft>
                <a:spcPts val="0"/>
              </a:spcAft>
              <a:buClr>
                <a:schemeClr val="dk1"/>
              </a:buClr>
              <a:buSzPts val="675"/>
              <a:buChar char="○"/>
              <a:defRPr sz="675"/>
            </a:lvl5pPr>
            <a:lvl6pPr marL="2743200" indent="-271463" algn="l">
              <a:lnSpc>
                <a:spcPct val="90000"/>
              </a:lnSpc>
              <a:spcBef>
                <a:spcPts val="1200"/>
              </a:spcBef>
              <a:spcAft>
                <a:spcPts val="0"/>
              </a:spcAft>
              <a:buClr>
                <a:schemeClr val="dk1"/>
              </a:buClr>
              <a:buSzPts val="675"/>
              <a:buChar char="■"/>
              <a:defRPr sz="675"/>
            </a:lvl6pPr>
            <a:lvl7pPr marL="3200400" indent="-271463" algn="l">
              <a:lnSpc>
                <a:spcPct val="90000"/>
              </a:lnSpc>
              <a:spcBef>
                <a:spcPts val="1200"/>
              </a:spcBef>
              <a:spcAft>
                <a:spcPts val="0"/>
              </a:spcAft>
              <a:buClr>
                <a:schemeClr val="dk1"/>
              </a:buClr>
              <a:buSzPts val="675"/>
              <a:buChar char="●"/>
              <a:defRPr sz="675"/>
            </a:lvl7pPr>
            <a:lvl8pPr marL="3657600" indent="-271463" algn="l">
              <a:lnSpc>
                <a:spcPct val="90000"/>
              </a:lnSpc>
              <a:spcBef>
                <a:spcPts val="1200"/>
              </a:spcBef>
              <a:spcAft>
                <a:spcPts val="0"/>
              </a:spcAft>
              <a:buClr>
                <a:schemeClr val="dk1"/>
              </a:buClr>
              <a:buSzPts val="675"/>
              <a:buChar char="○"/>
              <a:defRPr sz="675"/>
            </a:lvl8pPr>
            <a:lvl9pPr marL="4114800" indent="-271463" algn="l">
              <a:lnSpc>
                <a:spcPct val="90000"/>
              </a:lnSpc>
              <a:spcBef>
                <a:spcPts val="1200"/>
              </a:spcBef>
              <a:spcAft>
                <a:spcPts val="1200"/>
              </a:spcAft>
              <a:buClr>
                <a:schemeClr val="dk1"/>
              </a:buClr>
              <a:buSzPts val="675"/>
              <a:buChar char="■"/>
              <a:defRPr sz="675"/>
            </a:lvl9pPr>
          </a:lstStyle>
          <a:p xmlns:a="http://schemas.openxmlformats.org/drawingml/2006/main"/>
        </p:txBody>
      </p:sp>
      <p:sp>
        <p:nvSpPr>
          <p:cNvPr id="843" name="Google Shape;843;p117">
            <a:extLst xmlns:a="http://schemas.openxmlformats.org/drawingml/2006/main">
              <a:ext uri="{FF2B5EF4-FFF2-40B4-BE49-F238E27FC236}">
                <a16:creationId xmlns:a16="http://schemas.microsoft.com/office/drawing/2014/main" id="{97A3C8F5-963C-46D4-AA33-61D886F72CD3}"/>
              </a:ext>
            </a:extLst>
          </p:cNvPr>
          <p:cNvSpPr>
            <a:spLocks xmlns:a="http://schemas.openxmlformats.org/drawingml/2006/main" noGrp="1"/>
          </p:cNvSpPr>
          <p:nvPr>
            <p:ph type="title" idx="0"/>
          </p:nvPr>
        </p:nvSpPr>
        <p:spPr>
          <a:xfrm xmlns:a="http://schemas.openxmlformats.org/drawingml/2006/main">
            <a:off x="4642865" y="295836"/>
            <a:ext cx="2334600" cy="657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noAutofit/>
          </a:bodyPr>
          <a:lstStyle xmlns:a="http://schemas.openxmlformats.org/drawingml/2006/main">
            <a:lvl1pPr algn="l">
              <a:lnSpc>
                <a:spcPct val="90000"/>
              </a:lnSpc>
              <a:spcBef>
                <a:spcPts val="0"/>
              </a:spcBef>
              <a:spcAft>
                <a:spcPts val="0"/>
              </a:spcAft>
              <a:buClr>
                <a:schemeClr val="dk1"/>
              </a:buClr>
              <a:buSzPts val="2250"/>
              <a:buFont typeface="Arial"/>
              <a:buNone/>
              <a:defRPr sz="2250"/>
            </a:lvl1pPr>
            <a:lvl2pPr>
              <a:spcBef>
                <a:spcPts val="0"/>
              </a:spcBef>
              <a:spcAft>
                <a:spcPts val="0"/>
              </a:spcAft>
              <a:buSzPts val="525"/>
              <a:buNone/>
              <a:defRPr sz="675"/>
            </a:lvl2pPr>
            <a:lvl3pPr>
              <a:spcBef>
                <a:spcPts val="0"/>
              </a:spcBef>
              <a:spcAft>
                <a:spcPts val="0"/>
              </a:spcAft>
              <a:buSzPts val="525"/>
              <a:buNone/>
              <a:defRPr sz="675"/>
            </a:lvl3pPr>
            <a:lvl4pPr>
              <a:spcBef>
                <a:spcPts val="0"/>
              </a:spcBef>
              <a:spcAft>
                <a:spcPts val="0"/>
              </a:spcAft>
              <a:buSzPts val="525"/>
              <a:buNone/>
              <a:defRPr sz="675"/>
            </a:lvl4pPr>
            <a:lvl5pPr>
              <a:spcBef>
                <a:spcPts val="0"/>
              </a:spcBef>
              <a:spcAft>
                <a:spcPts val="0"/>
              </a:spcAft>
              <a:buSzPts val="525"/>
              <a:buNone/>
              <a:defRPr sz="675"/>
            </a:lvl5pPr>
            <a:lvl6pPr>
              <a:spcBef>
                <a:spcPts val="0"/>
              </a:spcBef>
              <a:spcAft>
                <a:spcPts val="0"/>
              </a:spcAft>
              <a:buSzPts val="525"/>
              <a:buNone/>
              <a:defRPr sz="675"/>
            </a:lvl6pPr>
            <a:lvl7pPr>
              <a:spcBef>
                <a:spcPts val="0"/>
              </a:spcBef>
              <a:spcAft>
                <a:spcPts val="0"/>
              </a:spcAft>
              <a:buSzPts val="525"/>
              <a:buNone/>
              <a:defRPr sz="675"/>
            </a:lvl7pPr>
            <a:lvl8pPr>
              <a:spcBef>
                <a:spcPts val="0"/>
              </a:spcBef>
              <a:spcAft>
                <a:spcPts val="0"/>
              </a:spcAft>
              <a:buSzPts val="525"/>
              <a:buNone/>
              <a:defRPr sz="675"/>
            </a:lvl8pPr>
            <a:lvl9pPr>
              <a:spcBef>
                <a:spcPts val="0"/>
              </a:spcBef>
              <a:spcAft>
                <a:spcPts val="0"/>
              </a:spcAft>
              <a:buSzPts val="525"/>
              <a:buNone/>
              <a:defRPr sz="675"/>
            </a:lvl9pPr>
          </a:lstStyle>
          <a:p xmlns:a="http://schemas.openxmlformats.org/drawingml/2006/main"/>
        </p:txBody>
      </p:sp>
      <p:sp>
        <p:nvSpPr>
          <p:cNvPr id="844" name="Google Shape;844;p117">
            <a:extLst xmlns:a="http://schemas.openxmlformats.org/drawingml/2006/main">
              <a:ext uri="{FF2B5EF4-FFF2-40B4-BE49-F238E27FC236}">
                <a16:creationId xmlns:a16="http://schemas.microsoft.com/office/drawing/2014/main" id="{19A53D36-901F-47F1-A517-130760D53244}"/>
              </a:ext>
            </a:extLst>
          </p:cNvPr>
          <p:cNvSpPr>
            <a:spLocks xmlns:a="http://schemas.openxmlformats.org/drawingml/2006/main" noGrp="1"/>
          </p:cNvSpPr>
          <p:nvPr>
            <p:ph type="body" idx="2"/>
          </p:nvPr>
        </p:nvSpPr>
        <p:spPr>
          <a:xfrm xmlns:a="http://schemas.openxmlformats.org/drawingml/2006/main">
            <a:off x="4642865" y="1077375"/>
            <a:ext cx="2002200" cy="1451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spAutoFit/>
          </a:bodyPr>
          <a:lstStyle xmlns:a="http://schemas.openxmlformats.org/drawingml/2006/main">
            <a:lvl1pPr marL="457200" indent="-228600" algn="l">
              <a:lnSpc>
                <a:spcPct val="110000"/>
              </a:lnSpc>
              <a:spcBef>
                <a:spcPts val="0"/>
              </a:spcBef>
              <a:spcAft>
                <a:spcPts val="0"/>
              </a:spcAft>
              <a:buClr>
                <a:schemeClr val="dk1"/>
              </a:buClr>
              <a:buSzPts val="900"/>
              <a:buFont typeface="Arial"/>
              <a:buNone/>
              <a:defRPr sz="900">
                <a:solidFill>
                  <a:schemeClr val="dk1"/>
                </a:solidFill>
              </a:defRPr>
            </a:lvl1pPr>
            <a:lvl2pPr marL="914400" indent="-228600" algn="l">
              <a:lnSpc>
                <a:spcPct val="90000"/>
              </a:lnSpc>
              <a:spcBef>
                <a:spcPts val="225"/>
              </a:spcBef>
              <a:spcAft>
                <a:spcPts val="0"/>
              </a:spcAft>
              <a:buClr>
                <a:schemeClr val="dk1"/>
              </a:buClr>
              <a:buSzPts val="525"/>
              <a:buNone/>
              <a:defRPr sz="525"/>
            </a:lvl2pPr>
            <a:lvl3pPr marL="1371600" indent="-228600" algn="l">
              <a:lnSpc>
                <a:spcPct val="90000"/>
              </a:lnSpc>
              <a:spcBef>
                <a:spcPts val="1200"/>
              </a:spcBef>
              <a:spcAft>
                <a:spcPts val="0"/>
              </a:spcAft>
              <a:buClr>
                <a:schemeClr val="dk1"/>
              </a:buClr>
              <a:buSzPts val="450"/>
              <a:buNone/>
              <a:defRPr sz="450"/>
            </a:lvl3pPr>
            <a:lvl4pPr marL="1828800" indent="-228600" algn="l">
              <a:lnSpc>
                <a:spcPct val="90000"/>
              </a:lnSpc>
              <a:spcBef>
                <a:spcPts val="1200"/>
              </a:spcBef>
              <a:spcAft>
                <a:spcPts val="0"/>
              </a:spcAft>
              <a:buClr>
                <a:schemeClr val="dk1"/>
              </a:buClr>
              <a:buSzPts val="375"/>
              <a:buNone/>
              <a:defRPr sz="375"/>
            </a:lvl4pPr>
            <a:lvl5pPr marL="2286000" indent="-228600" algn="l">
              <a:lnSpc>
                <a:spcPct val="90000"/>
              </a:lnSpc>
              <a:spcBef>
                <a:spcPts val="1200"/>
              </a:spcBef>
              <a:spcAft>
                <a:spcPts val="0"/>
              </a:spcAft>
              <a:buClr>
                <a:schemeClr val="dk1"/>
              </a:buClr>
              <a:buSzPts val="375"/>
              <a:buNone/>
              <a:defRPr sz="375"/>
            </a:lvl5pPr>
            <a:lvl6pPr marL="2743200" indent="-228600" algn="l">
              <a:lnSpc>
                <a:spcPct val="90000"/>
              </a:lnSpc>
              <a:spcBef>
                <a:spcPts val="1200"/>
              </a:spcBef>
              <a:spcAft>
                <a:spcPts val="0"/>
              </a:spcAft>
              <a:buClr>
                <a:schemeClr val="dk1"/>
              </a:buClr>
              <a:buSzPts val="375"/>
              <a:buNone/>
              <a:defRPr sz="375"/>
            </a:lvl6pPr>
            <a:lvl7pPr marL="3200400" indent="-228600" algn="l">
              <a:lnSpc>
                <a:spcPct val="90000"/>
              </a:lnSpc>
              <a:spcBef>
                <a:spcPts val="1200"/>
              </a:spcBef>
              <a:spcAft>
                <a:spcPts val="0"/>
              </a:spcAft>
              <a:buClr>
                <a:schemeClr val="dk1"/>
              </a:buClr>
              <a:buSzPts val="375"/>
              <a:buNone/>
              <a:defRPr sz="375"/>
            </a:lvl7pPr>
            <a:lvl8pPr marL="3657600" indent="-228600" algn="l">
              <a:lnSpc>
                <a:spcPct val="90000"/>
              </a:lnSpc>
              <a:spcBef>
                <a:spcPts val="1200"/>
              </a:spcBef>
              <a:spcAft>
                <a:spcPts val="0"/>
              </a:spcAft>
              <a:buClr>
                <a:schemeClr val="dk1"/>
              </a:buClr>
              <a:buSzPts val="375"/>
              <a:buNone/>
              <a:defRPr sz="375"/>
            </a:lvl8pPr>
            <a:lvl9pPr marL="4114800" indent="-228600" algn="l">
              <a:lnSpc>
                <a:spcPct val="90000"/>
              </a:lnSpc>
              <a:spcBef>
                <a:spcPts val="1200"/>
              </a:spcBef>
              <a:spcAft>
                <a:spcPts val="1200"/>
              </a:spcAft>
              <a:buClr>
                <a:schemeClr val="dk1"/>
              </a:buClr>
              <a:buSzPts val="375"/>
              <a:buNone/>
              <a:defRPr sz="375"/>
            </a:lvl9pPr>
          </a:lstStyle>
          <a:p xmlns:a="http://schemas.openxmlformats.org/drawingml/2006/main"/>
        </p:txBody>
      </p:sp>
      <p:sp>
        <p:nvSpPr>
          <p:cNvPr id="845" name="Google Shape;845;p117">
            <a:extLst xmlns:a="http://schemas.openxmlformats.org/drawingml/2006/main">
              <a:ext uri="{FF2B5EF4-FFF2-40B4-BE49-F238E27FC236}">
                <a16:creationId xmlns:a16="http://schemas.microsoft.com/office/drawing/2014/main" id="{E074ECE7-F4EB-4DD9-A524-8F5D4B5A5A63}"/>
              </a:ext>
            </a:extLst>
          </p:cNvPr>
          <p:cNvSpPr>
            <a:spLocks xmlns:a="http://schemas.openxmlformats.org/drawingml/2006/main" noGrp="1"/>
          </p:cNvSpPr>
          <p:nvPr>
            <p:ph type="body" idx="3"/>
          </p:nvPr>
        </p:nvSpPr>
        <p:spPr>
          <a:xfrm xmlns:a="http://schemas.openxmlformats.org/drawingml/2006/main">
            <a:off x="6888526" y="1077375"/>
            <a:ext cx="2002200" cy="1451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spAutoFit/>
          </a:bodyPr>
          <a:lstStyle xmlns:a="http://schemas.openxmlformats.org/drawingml/2006/main">
            <a:lvl1pPr marL="457200" indent="-228600" algn="l">
              <a:lnSpc>
                <a:spcPct val="110000"/>
              </a:lnSpc>
              <a:spcBef>
                <a:spcPts val="0"/>
              </a:spcBef>
              <a:spcAft>
                <a:spcPts val="0"/>
              </a:spcAft>
              <a:buClr>
                <a:schemeClr val="dk1"/>
              </a:buClr>
              <a:buSzPts val="900"/>
              <a:buFont typeface="Arial"/>
              <a:buNone/>
              <a:defRPr sz="900">
                <a:solidFill>
                  <a:schemeClr val="dk1"/>
                </a:solidFill>
              </a:defRPr>
            </a:lvl1pPr>
            <a:lvl2pPr marL="914400" indent="-228600" algn="l">
              <a:lnSpc>
                <a:spcPct val="90000"/>
              </a:lnSpc>
              <a:spcBef>
                <a:spcPts val="225"/>
              </a:spcBef>
              <a:spcAft>
                <a:spcPts val="0"/>
              </a:spcAft>
              <a:buClr>
                <a:schemeClr val="dk1"/>
              </a:buClr>
              <a:buSzPts val="525"/>
              <a:buNone/>
              <a:defRPr sz="525"/>
            </a:lvl2pPr>
            <a:lvl3pPr marL="1371600" indent="-228600" algn="l">
              <a:lnSpc>
                <a:spcPct val="90000"/>
              </a:lnSpc>
              <a:spcBef>
                <a:spcPts val="1200"/>
              </a:spcBef>
              <a:spcAft>
                <a:spcPts val="0"/>
              </a:spcAft>
              <a:buClr>
                <a:schemeClr val="dk1"/>
              </a:buClr>
              <a:buSzPts val="450"/>
              <a:buNone/>
              <a:defRPr sz="450"/>
            </a:lvl3pPr>
            <a:lvl4pPr marL="1828800" indent="-228600" algn="l">
              <a:lnSpc>
                <a:spcPct val="90000"/>
              </a:lnSpc>
              <a:spcBef>
                <a:spcPts val="1200"/>
              </a:spcBef>
              <a:spcAft>
                <a:spcPts val="0"/>
              </a:spcAft>
              <a:buClr>
                <a:schemeClr val="dk1"/>
              </a:buClr>
              <a:buSzPts val="375"/>
              <a:buNone/>
              <a:defRPr sz="375"/>
            </a:lvl4pPr>
            <a:lvl5pPr marL="2286000" indent="-228600" algn="l">
              <a:lnSpc>
                <a:spcPct val="90000"/>
              </a:lnSpc>
              <a:spcBef>
                <a:spcPts val="1200"/>
              </a:spcBef>
              <a:spcAft>
                <a:spcPts val="0"/>
              </a:spcAft>
              <a:buClr>
                <a:schemeClr val="dk1"/>
              </a:buClr>
              <a:buSzPts val="375"/>
              <a:buNone/>
              <a:defRPr sz="375"/>
            </a:lvl5pPr>
            <a:lvl6pPr marL="2743200" indent="-228600" algn="l">
              <a:lnSpc>
                <a:spcPct val="90000"/>
              </a:lnSpc>
              <a:spcBef>
                <a:spcPts val="1200"/>
              </a:spcBef>
              <a:spcAft>
                <a:spcPts val="0"/>
              </a:spcAft>
              <a:buClr>
                <a:schemeClr val="dk1"/>
              </a:buClr>
              <a:buSzPts val="375"/>
              <a:buNone/>
              <a:defRPr sz="375"/>
            </a:lvl6pPr>
            <a:lvl7pPr marL="3200400" indent="-228600" algn="l">
              <a:lnSpc>
                <a:spcPct val="90000"/>
              </a:lnSpc>
              <a:spcBef>
                <a:spcPts val="1200"/>
              </a:spcBef>
              <a:spcAft>
                <a:spcPts val="0"/>
              </a:spcAft>
              <a:buClr>
                <a:schemeClr val="dk1"/>
              </a:buClr>
              <a:buSzPts val="375"/>
              <a:buNone/>
              <a:defRPr sz="375"/>
            </a:lvl7pPr>
            <a:lvl8pPr marL="3657600" indent="-228600" algn="l">
              <a:lnSpc>
                <a:spcPct val="90000"/>
              </a:lnSpc>
              <a:spcBef>
                <a:spcPts val="1200"/>
              </a:spcBef>
              <a:spcAft>
                <a:spcPts val="0"/>
              </a:spcAft>
              <a:buClr>
                <a:schemeClr val="dk1"/>
              </a:buClr>
              <a:buSzPts val="375"/>
              <a:buNone/>
              <a:defRPr sz="375"/>
            </a:lvl8pPr>
            <a:lvl9pPr marL="4114800" indent="-228600" algn="l">
              <a:lnSpc>
                <a:spcPct val="90000"/>
              </a:lnSpc>
              <a:spcBef>
                <a:spcPts val="1200"/>
              </a:spcBef>
              <a:spcAft>
                <a:spcPts val="1200"/>
              </a:spcAft>
              <a:buClr>
                <a:schemeClr val="dk1"/>
              </a:buClr>
              <a:buSzPts val="375"/>
              <a:buNone/>
              <a:defRPr sz="375"/>
            </a:lvl9pPr>
          </a:lstStyle>
          <a:p xmlns:a="http://schemas.openxmlformats.org/drawingml/2006/main"/>
        </p:txBody>
      </p:sp>
      <p:sp>
        <p:nvSpPr>
          <p:cNvPr id="846" name="Google Shape;846;p117">
            <a:extLst xmlns:a="http://schemas.openxmlformats.org/drawingml/2006/main">
              <a:ext uri="{FF2B5EF4-FFF2-40B4-BE49-F238E27FC236}">
                <a16:creationId xmlns:a16="http://schemas.microsoft.com/office/drawing/2014/main" id="{27282541-850D-41EE-81BE-3BB1CE4FAF25}"/>
              </a:ext>
            </a:extLst>
          </p:cNvPr>
          <p:cNvSpPr>
            <a:spLocks xmlns:a="http://schemas.openxmlformats.org/drawingml/2006/main" noGrp="1"/>
          </p:cNvSpPr>
          <p:nvPr>
            <p:ph type="body" idx="4"/>
          </p:nvPr>
        </p:nvSpPr>
        <p:spPr>
          <a:xfrm xmlns:a="http://schemas.openxmlformats.org/drawingml/2006/main">
            <a:off x="4670088" y="2900150"/>
            <a:ext cx="2002200" cy="1451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spAutoFit/>
          </a:bodyPr>
          <a:lstStyle xmlns:a="http://schemas.openxmlformats.org/drawingml/2006/main">
            <a:lvl1pPr marL="457200" indent="-228600" algn="l">
              <a:lnSpc>
                <a:spcPct val="110000"/>
              </a:lnSpc>
              <a:spcBef>
                <a:spcPts val="0"/>
              </a:spcBef>
              <a:spcAft>
                <a:spcPts val="0"/>
              </a:spcAft>
              <a:buClr>
                <a:schemeClr val="dk1"/>
              </a:buClr>
              <a:buSzPts val="900"/>
              <a:buFont typeface="Arial"/>
              <a:buNone/>
              <a:defRPr sz="900">
                <a:solidFill>
                  <a:schemeClr val="dk1"/>
                </a:solidFill>
              </a:defRPr>
            </a:lvl1pPr>
            <a:lvl2pPr marL="914400" indent="-228600" algn="l">
              <a:lnSpc>
                <a:spcPct val="90000"/>
              </a:lnSpc>
              <a:spcBef>
                <a:spcPts val="225"/>
              </a:spcBef>
              <a:spcAft>
                <a:spcPts val="0"/>
              </a:spcAft>
              <a:buClr>
                <a:schemeClr val="dk1"/>
              </a:buClr>
              <a:buSzPts val="525"/>
              <a:buNone/>
              <a:defRPr sz="525"/>
            </a:lvl2pPr>
            <a:lvl3pPr marL="1371600" indent="-228600" algn="l">
              <a:lnSpc>
                <a:spcPct val="90000"/>
              </a:lnSpc>
              <a:spcBef>
                <a:spcPts val="1200"/>
              </a:spcBef>
              <a:spcAft>
                <a:spcPts val="0"/>
              </a:spcAft>
              <a:buClr>
                <a:schemeClr val="dk1"/>
              </a:buClr>
              <a:buSzPts val="450"/>
              <a:buNone/>
              <a:defRPr sz="450"/>
            </a:lvl3pPr>
            <a:lvl4pPr marL="1828800" indent="-228600" algn="l">
              <a:lnSpc>
                <a:spcPct val="90000"/>
              </a:lnSpc>
              <a:spcBef>
                <a:spcPts val="1200"/>
              </a:spcBef>
              <a:spcAft>
                <a:spcPts val="0"/>
              </a:spcAft>
              <a:buClr>
                <a:schemeClr val="dk1"/>
              </a:buClr>
              <a:buSzPts val="375"/>
              <a:buNone/>
              <a:defRPr sz="375"/>
            </a:lvl4pPr>
            <a:lvl5pPr marL="2286000" indent="-228600" algn="l">
              <a:lnSpc>
                <a:spcPct val="90000"/>
              </a:lnSpc>
              <a:spcBef>
                <a:spcPts val="1200"/>
              </a:spcBef>
              <a:spcAft>
                <a:spcPts val="0"/>
              </a:spcAft>
              <a:buClr>
                <a:schemeClr val="dk1"/>
              </a:buClr>
              <a:buSzPts val="375"/>
              <a:buNone/>
              <a:defRPr sz="375"/>
            </a:lvl5pPr>
            <a:lvl6pPr marL="2743200" indent="-228600" algn="l">
              <a:lnSpc>
                <a:spcPct val="90000"/>
              </a:lnSpc>
              <a:spcBef>
                <a:spcPts val="1200"/>
              </a:spcBef>
              <a:spcAft>
                <a:spcPts val="0"/>
              </a:spcAft>
              <a:buClr>
                <a:schemeClr val="dk1"/>
              </a:buClr>
              <a:buSzPts val="375"/>
              <a:buNone/>
              <a:defRPr sz="375"/>
            </a:lvl6pPr>
            <a:lvl7pPr marL="3200400" indent="-228600" algn="l">
              <a:lnSpc>
                <a:spcPct val="90000"/>
              </a:lnSpc>
              <a:spcBef>
                <a:spcPts val="1200"/>
              </a:spcBef>
              <a:spcAft>
                <a:spcPts val="0"/>
              </a:spcAft>
              <a:buClr>
                <a:schemeClr val="dk1"/>
              </a:buClr>
              <a:buSzPts val="375"/>
              <a:buNone/>
              <a:defRPr sz="375"/>
            </a:lvl7pPr>
            <a:lvl8pPr marL="3657600" indent="-228600" algn="l">
              <a:lnSpc>
                <a:spcPct val="90000"/>
              </a:lnSpc>
              <a:spcBef>
                <a:spcPts val="1200"/>
              </a:spcBef>
              <a:spcAft>
                <a:spcPts val="0"/>
              </a:spcAft>
              <a:buClr>
                <a:schemeClr val="dk1"/>
              </a:buClr>
              <a:buSzPts val="375"/>
              <a:buNone/>
              <a:defRPr sz="375"/>
            </a:lvl8pPr>
            <a:lvl9pPr marL="4114800" indent="-228600" algn="l">
              <a:lnSpc>
                <a:spcPct val="90000"/>
              </a:lnSpc>
              <a:spcBef>
                <a:spcPts val="1200"/>
              </a:spcBef>
              <a:spcAft>
                <a:spcPts val="1200"/>
              </a:spcAft>
              <a:buClr>
                <a:schemeClr val="dk1"/>
              </a:buClr>
              <a:buSzPts val="375"/>
              <a:buNone/>
              <a:defRPr sz="375"/>
            </a:lvl9pPr>
          </a:lstStyle>
          <a:p xmlns:a="http://schemas.openxmlformats.org/drawingml/2006/main"/>
        </p:txBody>
      </p:sp>
      <p:sp>
        <p:nvSpPr>
          <p:cNvPr id="847" name="Google Shape;847;p117">
            <a:extLst xmlns:a="http://schemas.openxmlformats.org/drawingml/2006/main">
              <a:ext uri="{FF2B5EF4-FFF2-40B4-BE49-F238E27FC236}">
                <a16:creationId xmlns:a16="http://schemas.microsoft.com/office/drawing/2014/main" id="{9D4A35B2-668A-4B8D-9527-0F7F4DB3FD24}"/>
              </a:ext>
            </a:extLst>
          </p:cNvPr>
          <p:cNvSpPr>
            <a:spLocks xmlns:a="http://schemas.openxmlformats.org/drawingml/2006/main" noGrp="1"/>
          </p:cNvSpPr>
          <p:nvPr>
            <p:ph type="body" idx="5"/>
          </p:nvPr>
        </p:nvSpPr>
        <p:spPr>
          <a:xfrm xmlns:a="http://schemas.openxmlformats.org/drawingml/2006/main">
            <a:off x="6915749" y="2900150"/>
            <a:ext cx="2002200" cy="1451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spAutoFit/>
          </a:bodyPr>
          <a:lstStyle xmlns:a="http://schemas.openxmlformats.org/drawingml/2006/main">
            <a:lvl1pPr marL="457200" indent="-228600" algn="l">
              <a:lnSpc>
                <a:spcPct val="110000"/>
              </a:lnSpc>
              <a:spcBef>
                <a:spcPts val="0"/>
              </a:spcBef>
              <a:spcAft>
                <a:spcPts val="0"/>
              </a:spcAft>
              <a:buClr>
                <a:schemeClr val="dk1"/>
              </a:buClr>
              <a:buSzPts val="900"/>
              <a:buFont typeface="Arial"/>
              <a:buNone/>
              <a:defRPr sz="900">
                <a:solidFill>
                  <a:schemeClr val="dk1"/>
                </a:solidFill>
              </a:defRPr>
            </a:lvl1pPr>
            <a:lvl2pPr marL="914400" indent="-228600" algn="l">
              <a:lnSpc>
                <a:spcPct val="90000"/>
              </a:lnSpc>
              <a:spcBef>
                <a:spcPts val="225"/>
              </a:spcBef>
              <a:spcAft>
                <a:spcPts val="0"/>
              </a:spcAft>
              <a:buClr>
                <a:schemeClr val="dk1"/>
              </a:buClr>
              <a:buSzPts val="525"/>
              <a:buNone/>
              <a:defRPr sz="525"/>
            </a:lvl2pPr>
            <a:lvl3pPr marL="1371600" indent="-228600" algn="l">
              <a:lnSpc>
                <a:spcPct val="90000"/>
              </a:lnSpc>
              <a:spcBef>
                <a:spcPts val="1200"/>
              </a:spcBef>
              <a:spcAft>
                <a:spcPts val="0"/>
              </a:spcAft>
              <a:buClr>
                <a:schemeClr val="dk1"/>
              </a:buClr>
              <a:buSzPts val="450"/>
              <a:buNone/>
              <a:defRPr sz="450"/>
            </a:lvl3pPr>
            <a:lvl4pPr marL="1828800" indent="-228600" algn="l">
              <a:lnSpc>
                <a:spcPct val="90000"/>
              </a:lnSpc>
              <a:spcBef>
                <a:spcPts val="1200"/>
              </a:spcBef>
              <a:spcAft>
                <a:spcPts val="0"/>
              </a:spcAft>
              <a:buClr>
                <a:schemeClr val="dk1"/>
              </a:buClr>
              <a:buSzPts val="375"/>
              <a:buNone/>
              <a:defRPr sz="375"/>
            </a:lvl4pPr>
            <a:lvl5pPr marL="2286000" indent="-228600" algn="l">
              <a:lnSpc>
                <a:spcPct val="90000"/>
              </a:lnSpc>
              <a:spcBef>
                <a:spcPts val="1200"/>
              </a:spcBef>
              <a:spcAft>
                <a:spcPts val="0"/>
              </a:spcAft>
              <a:buClr>
                <a:schemeClr val="dk1"/>
              </a:buClr>
              <a:buSzPts val="375"/>
              <a:buNone/>
              <a:defRPr sz="375"/>
            </a:lvl5pPr>
            <a:lvl6pPr marL="2743200" indent="-228600" algn="l">
              <a:lnSpc>
                <a:spcPct val="90000"/>
              </a:lnSpc>
              <a:spcBef>
                <a:spcPts val="1200"/>
              </a:spcBef>
              <a:spcAft>
                <a:spcPts val="0"/>
              </a:spcAft>
              <a:buClr>
                <a:schemeClr val="dk1"/>
              </a:buClr>
              <a:buSzPts val="375"/>
              <a:buNone/>
              <a:defRPr sz="375"/>
            </a:lvl6pPr>
            <a:lvl7pPr marL="3200400" indent="-228600" algn="l">
              <a:lnSpc>
                <a:spcPct val="90000"/>
              </a:lnSpc>
              <a:spcBef>
                <a:spcPts val="1200"/>
              </a:spcBef>
              <a:spcAft>
                <a:spcPts val="0"/>
              </a:spcAft>
              <a:buClr>
                <a:schemeClr val="dk1"/>
              </a:buClr>
              <a:buSzPts val="375"/>
              <a:buNone/>
              <a:defRPr sz="375"/>
            </a:lvl7pPr>
            <a:lvl8pPr marL="3657600" indent="-228600" algn="l">
              <a:lnSpc>
                <a:spcPct val="90000"/>
              </a:lnSpc>
              <a:spcBef>
                <a:spcPts val="1200"/>
              </a:spcBef>
              <a:spcAft>
                <a:spcPts val="0"/>
              </a:spcAft>
              <a:buClr>
                <a:schemeClr val="dk1"/>
              </a:buClr>
              <a:buSzPts val="375"/>
              <a:buNone/>
              <a:defRPr sz="375"/>
            </a:lvl8pPr>
            <a:lvl9pPr marL="4114800" indent="-228600" algn="l">
              <a:lnSpc>
                <a:spcPct val="90000"/>
              </a:lnSpc>
              <a:spcBef>
                <a:spcPts val="1200"/>
              </a:spcBef>
              <a:spcAft>
                <a:spcPts val="1200"/>
              </a:spcAft>
              <a:buClr>
                <a:schemeClr val="dk1"/>
              </a:buClr>
              <a:buSzPts val="375"/>
              <a:buNone/>
              <a:defRPr sz="375"/>
            </a:lvl9pPr>
          </a:lstStyle>
          <a:p xmlns:a="http://schemas.openxmlformats.org/drawingml/2006/main"/>
        </p:txBody>
      </p:sp>
      <p:sp>
        <p:nvSpPr>
          <p:cNvPr id="848" name="Google Shape;848;p117">
            <a:extLst xmlns:a="http://schemas.openxmlformats.org/drawingml/2006/main">
              <a:ext uri="{FF2B5EF4-FFF2-40B4-BE49-F238E27FC236}">
                <a16:creationId xmlns:a16="http://schemas.microsoft.com/office/drawing/2014/main" id="{8625821E-ED3C-49C6-83A0-A17DE5B6D924}"/>
              </a:ext>
            </a:extLst>
          </p:cNvPr>
          <p:cNvSpPr>
            <a:spLocks xmlns:a="http://schemas.openxmlformats.org/drawingml/2006/main" noGrp="1"/>
          </p:cNvSpPr>
          <p:nvPr>
            <p:ph type="pic" idx="6"/>
          </p:nvPr>
        </p:nvSpPr>
        <p:spPr>
          <a:xfrm xmlns:a="http://schemas.openxmlformats.org/drawingml/2006/main">
            <a:off x="228600" y="228600"/>
            <a:ext cx="4270500" cy="4487400"/>
          </a:xfrm>
          <a:prstGeom xmlns:a="http://schemas.openxmlformats.org/drawingml/2006/main" prst="roundRect">
            <a:avLst>
              <a:gd name="adj" fmla="val 1374"/>
            </a:avLst>
          </a:prstGeom>
          <a:noFill xmlns:a="http://schemas.openxmlformats.org/drawingml/2006/main"/>
          <a:ln xmlns:a="http://schemas.openxmlformats.org/drawingml/2006/main">
            <a:noFill/>
          </a:ln>
        </p:spPr>
      </p:sp>
      <p:pic>
        <p:nvPicPr>
          <p:cNvPr id="857" name="Google Shape;849;p117"/>
          <p:cNvPicPr>
            <a:picLocks xmlns:a="http://schemas.openxmlformats.org/drawingml/2006/main" noChangeAspect="1"/>
          </p:cNvPicPr>
          <p:nvPr/>
        </p:nvPicPr>
        <p:blipFill>
          <a:blip xmlns:r="http://schemas.openxmlformats.org/officeDocument/2006/relationships" xmlns:a="http://schemas.openxmlformats.org/drawingml/2006/main" r:embed="R4198873fca7c4917">
            <a:alphaModFix/>
          </a:blip>
          <a:stretch xmlns:a="http://schemas.openxmlformats.org/drawingml/2006/main">
            <a:fillRect l="0" t="0" r="0" b="0"/>
          </a:stretch>
        </p:blipFill>
        <p:spPr>
          <a:xfrm xmlns:a="http://schemas.openxmlformats.org/drawingml/2006/main">
            <a:off x="228600" y="4836074"/>
            <a:ext cx="153925" cy="153925"/>
          </a:xfrm>
          <a:prstGeom xmlns:a="http://schemas.openxmlformats.org/drawingml/2006/main" prst="rect">
            <a:avLst/>
          </a:prstGeom>
          <a:ln xmlns:a="http://schemas.openxmlformats.org/drawingml/2006/main">
            <a:noFill/>
          </a:ln>
        </p:spPr>
      </p:pic>
    </p:spTree>
  </p:cSld>
</p:sldLayout>
</file>

<file path=ppt/slideLayouts/slideLayout116.xml><?xml version="1.0" encoding="utf-8"?>
<p:sldLayout xmlns:p="http://schemas.openxmlformats.org/presentationml/2006/main" matchingName="Content - 4 text boxes + Image left 1">
  <p:cSld name="Title + 4 columns_1_1_1_1">
    <p:spTree>
      <p:nvGrpSpPr>
        <p:cNvPr id="1" name=""/>
        <p:cNvGrpSpPr/>
        <p:nvPr/>
      </p:nvGrpSpPr>
      <p:grpSpPr>
        <a:xfrm xmlns:a="http://schemas.openxmlformats.org/drawingml/2006/main"/>
      </p:grpSpPr>
      <p:sp>
        <p:nvSpPr>
          <p:cNvPr id="851" name="Google Shape;851;p118">
            <a:extLst xmlns:a="http://schemas.openxmlformats.org/drawingml/2006/main">
              <a:ext uri="{FF2B5EF4-FFF2-40B4-BE49-F238E27FC236}">
                <a16:creationId xmlns:a16="http://schemas.microsoft.com/office/drawing/2014/main" id="{3E18D02A-DA06-487A-95B4-35B885F60BBE}"/>
              </a:ext>
            </a:extLst>
          </p:cNvPr>
          <p:cNvSpPr>
            <a:spLocks xmlns:a="http://schemas.openxmlformats.org/drawingml/2006/main" noGrp="1"/>
          </p:cNvSpPr>
          <p:nvPr>
            <p:ph type="body" idx="1"/>
          </p:nvPr>
        </p:nvSpPr>
        <p:spPr>
          <a:xfrm xmlns:a="http://schemas.openxmlformats.org/drawingml/2006/main">
            <a:off x="4642865" y="164051"/>
            <a:ext cx="1948200" cy="160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noAutofit/>
          </a:bodyPr>
          <a:lstStyle xmlns:a="http://schemas.openxmlformats.org/drawingml/2006/main">
            <a:lvl1pPr marL="457200" indent="-228600" algn="l">
              <a:lnSpc>
                <a:spcPct val="90000"/>
              </a:lnSpc>
              <a:spcBef>
                <a:spcPts val="375"/>
              </a:spcBef>
              <a:spcAft>
                <a:spcPts val="0"/>
              </a:spcAft>
              <a:buClr>
                <a:schemeClr val="dk2"/>
              </a:buClr>
              <a:buSzPts val="750"/>
              <a:buFont typeface="Arial"/>
              <a:buNone/>
              <a:defRPr sz="750">
                <a:solidFill>
                  <a:schemeClr val="dk2"/>
                </a:solidFill>
              </a:defRPr>
            </a:lvl1pPr>
            <a:lvl2pPr marL="914400" indent="-271463" algn="l">
              <a:lnSpc>
                <a:spcPct val="90000"/>
              </a:lnSpc>
              <a:spcBef>
                <a:spcPts val="1200"/>
              </a:spcBef>
              <a:spcAft>
                <a:spcPts val="0"/>
              </a:spcAft>
              <a:buClr>
                <a:schemeClr val="dk1"/>
              </a:buClr>
              <a:buSzPts val="675"/>
              <a:buChar char="○"/>
              <a:defRPr sz="900"/>
            </a:lvl2pPr>
            <a:lvl3pPr marL="1371600" indent="-271463" algn="l">
              <a:lnSpc>
                <a:spcPct val="90000"/>
              </a:lnSpc>
              <a:spcBef>
                <a:spcPts val="1200"/>
              </a:spcBef>
              <a:spcAft>
                <a:spcPts val="0"/>
              </a:spcAft>
              <a:buClr>
                <a:schemeClr val="dk1"/>
              </a:buClr>
              <a:buSzPts val="675"/>
              <a:buChar char="■"/>
              <a:defRPr sz="750"/>
            </a:lvl3pPr>
            <a:lvl4pPr marL="1828800" indent="-271463" algn="l">
              <a:lnSpc>
                <a:spcPct val="90000"/>
              </a:lnSpc>
              <a:spcBef>
                <a:spcPts val="1200"/>
              </a:spcBef>
              <a:spcAft>
                <a:spcPts val="0"/>
              </a:spcAft>
              <a:buClr>
                <a:schemeClr val="dk1"/>
              </a:buClr>
              <a:buSzPts val="675"/>
              <a:buChar char="●"/>
              <a:defRPr sz="675"/>
            </a:lvl4pPr>
            <a:lvl5pPr marL="2286000" indent="-271463" algn="l">
              <a:lnSpc>
                <a:spcPct val="90000"/>
              </a:lnSpc>
              <a:spcBef>
                <a:spcPts val="1200"/>
              </a:spcBef>
              <a:spcAft>
                <a:spcPts val="0"/>
              </a:spcAft>
              <a:buClr>
                <a:schemeClr val="dk1"/>
              </a:buClr>
              <a:buSzPts val="675"/>
              <a:buChar char="○"/>
              <a:defRPr sz="675"/>
            </a:lvl5pPr>
            <a:lvl6pPr marL="2743200" indent="-271463" algn="l">
              <a:lnSpc>
                <a:spcPct val="90000"/>
              </a:lnSpc>
              <a:spcBef>
                <a:spcPts val="1200"/>
              </a:spcBef>
              <a:spcAft>
                <a:spcPts val="0"/>
              </a:spcAft>
              <a:buClr>
                <a:schemeClr val="dk1"/>
              </a:buClr>
              <a:buSzPts val="675"/>
              <a:buChar char="■"/>
              <a:defRPr sz="675"/>
            </a:lvl6pPr>
            <a:lvl7pPr marL="3200400" indent="-271463" algn="l">
              <a:lnSpc>
                <a:spcPct val="90000"/>
              </a:lnSpc>
              <a:spcBef>
                <a:spcPts val="1200"/>
              </a:spcBef>
              <a:spcAft>
                <a:spcPts val="0"/>
              </a:spcAft>
              <a:buClr>
                <a:schemeClr val="dk1"/>
              </a:buClr>
              <a:buSzPts val="675"/>
              <a:buChar char="●"/>
              <a:defRPr sz="675"/>
            </a:lvl7pPr>
            <a:lvl8pPr marL="3657600" indent="-271463" algn="l">
              <a:lnSpc>
                <a:spcPct val="90000"/>
              </a:lnSpc>
              <a:spcBef>
                <a:spcPts val="1200"/>
              </a:spcBef>
              <a:spcAft>
                <a:spcPts val="0"/>
              </a:spcAft>
              <a:buClr>
                <a:schemeClr val="dk1"/>
              </a:buClr>
              <a:buSzPts val="675"/>
              <a:buChar char="○"/>
              <a:defRPr sz="675"/>
            </a:lvl8pPr>
            <a:lvl9pPr marL="4114800" indent="-271463" algn="l">
              <a:lnSpc>
                <a:spcPct val="90000"/>
              </a:lnSpc>
              <a:spcBef>
                <a:spcPts val="1200"/>
              </a:spcBef>
              <a:spcAft>
                <a:spcPts val="1200"/>
              </a:spcAft>
              <a:buClr>
                <a:schemeClr val="dk1"/>
              </a:buClr>
              <a:buSzPts val="675"/>
              <a:buChar char="■"/>
              <a:defRPr sz="675"/>
            </a:lvl9pPr>
          </a:lstStyle>
          <a:p xmlns:a="http://schemas.openxmlformats.org/drawingml/2006/main"/>
        </p:txBody>
      </p:sp>
      <p:sp>
        <p:nvSpPr>
          <p:cNvPr id="852" name="Google Shape;852;p118">
            <a:extLst xmlns:a="http://schemas.openxmlformats.org/drawingml/2006/main">
              <a:ext uri="{FF2B5EF4-FFF2-40B4-BE49-F238E27FC236}">
                <a16:creationId xmlns:a16="http://schemas.microsoft.com/office/drawing/2014/main" id="{519D25BA-93AE-40F3-969C-B1DBDE9DCBAD}"/>
              </a:ext>
            </a:extLst>
          </p:cNvPr>
          <p:cNvSpPr>
            <a:spLocks xmlns:a="http://schemas.openxmlformats.org/drawingml/2006/main" noGrp="1"/>
          </p:cNvSpPr>
          <p:nvPr>
            <p:ph type="title" idx="0"/>
          </p:nvPr>
        </p:nvSpPr>
        <p:spPr>
          <a:xfrm xmlns:a="http://schemas.openxmlformats.org/drawingml/2006/main">
            <a:off x="4642865" y="295836"/>
            <a:ext cx="2334600" cy="657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noAutofit/>
          </a:bodyPr>
          <a:lstStyle xmlns:a="http://schemas.openxmlformats.org/drawingml/2006/main">
            <a:lvl1pPr algn="l">
              <a:lnSpc>
                <a:spcPct val="90000"/>
              </a:lnSpc>
              <a:spcBef>
                <a:spcPts val="0"/>
              </a:spcBef>
              <a:spcAft>
                <a:spcPts val="0"/>
              </a:spcAft>
              <a:buClr>
                <a:schemeClr val="dk1"/>
              </a:buClr>
              <a:buSzPts val="2250"/>
              <a:buFont typeface="Arial"/>
              <a:buNone/>
              <a:defRPr sz="2250"/>
            </a:lvl1pPr>
            <a:lvl2pPr>
              <a:spcBef>
                <a:spcPts val="0"/>
              </a:spcBef>
              <a:spcAft>
                <a:spcPts val="0"/>
              </a:spcAft>
              <a:buSzPts val="525"/>
              <a:buNone/>
              <a:defRPr sz="675"/>
            </a:lvl2pPr>
            <a:lvl3pPr>
              <a:spcBef>
                <a:spcPts val="0"/>
              </a:spcBef>
              <a:spcAft>
                <a:spcPts val="0"/>
              </a:spcAft>
              <a:buSzPts val="525"/>
              <a:buNone/>
              <a:defRPr sz="675"/>
            </a:lvl3pPr>
            <a:lvl4pPr>
              <a:spcBef>
                <a:spcPts val="0"/>
              </a:spcBef>
              <a:spcAft>
                <a:spcPts val="0"/>
              </a:spcAft>
              <a:buSzPts val="525"/>
              <a:buNone/>
              <a:defRPr sz="675"/>
            </a:lvl4pPr>
            <a:lvl5pPr>
              <a:spcBef>
                <a:spcPts val="0"/>
              </a:spcBef>
              <a:spcAft>
                <a:spcPts val="0"/>
              </a:spcAft>
              <a:buSzPts val="525"/>
              <a:buNone/>
              <a:defRPr sz="675"/>
            </a:lvl5pPr>
            <a:lvl6pPr>
              <a:spcBef>
                <a:spcPts val="0"/>
              </a:spcBef>
              <a:spcAft>
                <a:spcPts val="0"/>
              </a:spcAft>
              <a:buSzPts val="525"/>
              <a:buNone/>
              <a:defRPr sz="675"/>
            </a:lvl6pPr>
            <a:lvl7pPr>
              <a:spcBef>
                <a:spcPts val="0"/>
              </a:spcBef>
              <a:spcAft>
                <a:spcPts val="0"/>
              </a:spcAft>
              <a:buSzPts val="525"/>
              <a:buNone/>
              <a:defRPr sz="675"/>
            </a:lvl7pPr>
            <a:lvl8pPr>
              <a:spcBef>
                <a:spcPts val="0"/>
              </a:spcBef>
              <a:spcAft>
                <a:spcPts val="0"/>
              </a:spcAft>
              <a:buSzPts val="525"/>
              <a:buNone/>
              <a:defRPr sz="675"/>
            </a:lvl8pPr>
            <a:lvl9pPr>
              <a:spcBef>
                <a:spcPts val="0"/>
              </a:spcBef>
              <a:spcAft>
                <a:spcPts val="0"/>
              </a:spcAft>
              <a:buSzPts val="525"/>
              <a:buNone/>
              <a:defRPr sz="675"/>
            </a:lvl9pPr>
          </a:lstStyle>
          <a:p xmlns:a="http://schemas.openxmlformats.org/drawingml/2006/main"/>
        </p:txBody>
      </p:sp>
      <p:sp>
        <p:nvSpPr>
          <p:cNvPr id="853" name="Google Shape;853;p118">
            <a:extLst xmlns:a="http://schemas.openxmlformats.org/drawingml/2006/main">
              <a:ext uri="{FF2B5EF4-FFF2-40B4-BE49-F238E27FC236}">
                <a16:creationId xmlns:a16="http://schemas.microsoft.com/office/drawing/2014/main" id="{568B4A31-6245-4167-8333-4FBF016D6F99}"/>
              </a:ext>
            </a:extLst>
          </p:cNvPr>
          <p:cNvSpPr>
            <a:spLocks xmlns:a="http://schemas.openxmlformats.org/drawingml/2006/main" noGrp="1"/>
          </p:cNvSpPr>
          <p:nvPr>
            <p:ph type="body" idx="2"/>
          </p:nvPr>
        </p:nvSpPr>
        <p:spPr>
          <a:xfrm xmlns:a="http://schemas.openxmlformats.org/drawingml/2006/main">
            <a:off x="4642886" y="1077375"/>
            <a:ext cx="4270500" cy="1451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spAutoFit/>
          </a:bodyPr>
          <a:lstStyle xmlns:a="http://schemas.openxmlformats.org/drawingml/2006/main">
            <a:lvl1pPr marL="457200" indent="-228600" algn="l">
              <a:lnSpc>
                <a:spcPct val="110000"/>
              </a:lnSpc>
              <a:spcBef>
                <a:spcPts val="0"/>
              </a:spcBef>
              <a:spcAft>
                <a:spcPts val="0"/>
              </a:spcAft>
              <a:buClr>
                <a:schemeClr val="dk1"/>
              </a:buClr>
              <a:buSzPts val="900"/>
              <a:buFont typeface="Arial"/>
              <a:buNone/>
              <a:defRPr sz="900">
                <a:solidFill>
                  <a:schemeClr val="dk1"/>
                </a:solidFill>
              </a:defRPr>
            </a:lvl1pPr>
            <a:lvl2pPr marL="914400" indent="-228600" algn="l">
              <a:lnSpc>
                <a:spcPct val="90000"/>
              </a:lnSpc>
              <a:spcBef>
                <a:spcPts val="225"/>
              </a:spcBef>
              <a:spcAft>
                <a:spcPts val="0"/>
              </a:spcAft>
              <a:buClr>
                <a:schemeClr val="dk1"/>
              </a:buClr>
              <a:buSzPts val="525"/>
              <a:buNone/>
              <a:defRPr sz="525"/>
            </a:lvl2pPr>
            <a:lvl3pPr marL="1371600" indent="-228600" algn="l">
              <a:lnSpc>
                <a:spcPct val="90000"/>
              </a:lnSpc>
              <a:spcBef>
                <a:spcPts val="1200"/>
              </a:spcBef>
              <a:spcAft>
                <a:spcPts val="0"/>
              </a:spcAft>
              <a:buClr>
                <a:schemeClr val="dk1"/>
              </a:buClr>
              <a:buSzPts val="450"/>
              <a:buNone/>
              <a:defRPr sz="450"/>
            </a:lvl3pPr>
            <a:lvl4pPr marL="1828800" indent="-228600" algn="l">
              <a:lnSpc>
                <a:spcPct val="90000"/>
              </a:lnSpc>
              <a:spcBef>
                <a:spcPts val="1200"/>
              </a:spcBef>
              <a:spcAft>
                <a:spcPts val="0"/>
              </a:spcAft>
              <a:buClr>
                <a:schemeClr val="dk1"/>
              </a:buClr>
              <a:buSzPts val="375"/>
              <a:buNone/>
              <a:defRPr sz="375"/>
            </a:lvl4pPr>
            <a:lvl5pPr marL="2286000" indent="-228600" algn="l">
              <a:lnSpc>
                <a:spcPct val="90000"/>
              </a:lnSpc>
              <a:spcBef>
                <a:spcPts val="1200"/>
              </a:spcBef>
              <a:spcAft>
                <a:spcPts val="0"/>
              </a:spcAft>
              <a:buClr>
                <a:schemeClr val="dk1"/>
              </a:buClr>
              <a:buSzPts val="375"/>
              <a:buNone/>
              <a:defRPr sz="375"/>
            </a:lvl5pPr>
            <a:lvl6pPr marL="2743200" indent="-228600" algn="l">
              <a:lnSpc>
                <a:spcPct val="90000"/>
              </a:lnSpc>
              <a:spcBef>
                <a:spcPts val="1200"/>
              </a:spcBef>
              <a:spcAft>
                <a:spcPts val="0"/>
              </a:spcAft>
              <a:buClr>
                <a:schemeClr val="dk1"/>
              </a:buClr>
              <a:buSzPts val="375"/>
              <a:buNone/>
              <a:defRPr sz="375"/>
            </a:lvl6pPr>
            <a:lvl7pPr marL="3200400" indent="-228600" algn="l">
              <a:lnSpc>
                <a:spcPct val="90000"/>
              </a:lnSpc>
              <a:spcBef>
                <a:spcPts val="1200"/>
              </a:spcBef>
              <a:spcAft>
                <a:spcPts val="0"/>
              </a:spcAft>
              <a:buClr>
                <a:schemeClr val="dk1"/>
              </a:buClr>
              <a:buSzPts val="375"/>
              <a:buNone/>
              <a:defRPr sz="375"/>
            </a:lvl7pPr>
            <a:lvl8pPr marL="3657600" indent="-228600" algn="l">
              <a:lnSpc>
                <a:spcPct val="90000"/>
              </a:lnSpc>
              <a:spcBef>
                <a:spcPts val="1200"/>
              </a:spcBef>
              <a:spcAft>
                <a:spcPts val="0"/>
              </a:spcAft>
              <a:buClr>
                <a:schemeClr val="dk1"/>
              </a:buClr>
              <a:buSzPts val="375"/>
              <a:buNone/>
              <a:defRPr sz="375"/>
            </a:lvl8pPr>
            <a:lvl9pPr marL="4114800" indent="-228600" algn="l">
              <a:lnSpc>
                <a:spcPct val="90000"/>
              </a:lnSpc>
              <a:spcBef>
                <a:spcPts val="1200"/>
              </a:spcBef>
              <a:spcAft>
                <a:spcPts val="1200"/>
              </a:spcAft>
              <a:buClr>
                <a:schemeClr val="dk1"/>
              </a:buClr>
              <a:buSzPts val="375"/>
              <a:buNone/>
              <a:defRPr sz="375"/>
            </a:lvl9pPr>
          </a:lstStyle>
          <a:p xmlns:a="http://schemas.openxmlformats.org/drawingml/2006/main"/>
        </p:txBody>
      </p:sp>
      <p:sp>
        <p:nvSpPr>
          <p:cNvPr id="854" name="Google Shape;854;p118">
            <a:extLst xmlns:a="http://schemas.openxmlformats.org/drawingml/2006/main">
              <a:ext uri="{FF2B5EF4-FFF2-40B4-BE49-F238E27FC236}">
                <a16:creationId xmlns:a16="http://schemas.microsoft.com/office/drawing/2014/main" id="{DD73EE9F-98D8-4CA3-A2B0-CFA60F70C4BD}"/>
              </a:ext>
            </a:extLst>
          </p:cNvPr>
          <p:cNvSpPr>
            <a:spLocks xmlns:a="http://schemas.openxmlformats.org/drawingml/2006/main" noGrp="1"/>
          </p:cNvSpPr>
          <p:nvPr>
            <p:ph type="pic" idx="3"/>
          </p:nvPr>
        </p:nvSpPr>
        <p:spPr>
          <a:xfrm xmlns:a="http://schemas.openxmlformats.org/drawingml/2006/main">
            <a:off x="228600" y="228600"/>
            <a:ext cx="4270500" cy="4487400"/>
          </a:xfrm>
          <a:prstGeom xmlns:a="http://schemas.openxmlformats.org/drawingml/2006/main" prst="roundRect">
            <a:avLst>
              <a:gd name="adj" fmla="val 1374"/>
            </a:avLst>
          </a:prstGeom>
          <a:noFill xmlns:a="http://schemas.openxmlformats.org/drawingml/2006/main"/>
          <a:ln xmlns:a="http://schemas.openxmlformats.org/drawingml/2006/main">
            <a:noFill/>
          </a:ln>
        </p:spPr>
      </p:sp>
      <p:pic>
        <p:nvPicPr>
          <p:cNvPr id="860" name="Google Shape;855;p118"/>
          <p:cNvPicPr>
            <a:picLocks xmlns:a="http://schemas.openxmlformats.org/drawingml/2006/main" noChangeAspect="1"/>
          </p:cNvPicPr>
          <p:nvPr/>
        </p:nvPicPr>
        <p:blipFill>
          <a:blip xmlns:r="http://schemas.openxmlformats.org/officeDocument/2006/relationships" xmlns:a="http://schemas.openxmlformats.org/drawingml/2006/main" r:embed="R3272b285ba1d4ab7">
            <a:alphaModFix/>
          </a:blip>
          <a:stretch xmlns:a="http://schemas.openxmlformats.org/drawingml/2006/main">
            <a:fillRect l="0" t="0" r="0" b="0"/>
          </a:stretch>
        </p:blipFill>
        <p:spPr>
          <a:xfrm xmlns:a="http://schemas.openxmlformats.org/drawingml/2006/main">
            <a:off x="228600" y="4836074"/>
            <a:ext cx="153925" cy="153925"/>
          </a:xfrm>
          <a:prstGeom xmlns:a="http://schemas.openxmlformats.org/drawingml/2006/main" prst="rect">
            <a:avLst/>
          </a:prstGeom>
          <a:ln xmlns:a="http://schemas.openxmlformats.org/drawingml/2006/main">
            <a:noFill/>
          </a:ln>
        </p:spPr>
      </p:pic>
    </p:spTree>
  </p:cSld>
</p:sldLayout>
</file>

<file path=ppt/slideLayouts/slideLayout117.xml><?xml version="1.0" encoding="utf-8"?>
<p:sldLayout xmlns:p="http://schemas.openxmlformats.org/presentationml/2006/main" matchingName="Content - Text + Cards">
  <p:cSld name="Title + body + img section_1">
    <p:spTree>
      <p:nvGrpSpPr>
        <p:cNvPr id="1" name=""/>
        <p:cNvGrpSpPr/>
        <p:nvPr/>
      </p:nvGrpSpPr>
      <p:grpSpPr>
        <a:xfrm xmlns:a="http://schemas.openxmlformats.org/drawingml/2006/main"/>
      </p:grpSpPr>
      <p:sp>
        <p:nvSpPr>
          <p:cNvPr id="857" name="Google Shape;857;p119">
            <a:extLst xmlns:a="http://schemas.openxmlformats.org/drawingml/2006/main">
              <a:ext uri="{FF2B5EF4-FFF2-40B4-BE49-F238E27FC236}">
                <a16:creationId xmlns:a16="http://schemas.microsoft.com/office/drawing/2014/main" id="{D680F9B3-AD63-4701-918B-ED5A1C15E283}"/>
              </a:ext>
            </a:extLst>
          </p:cNvPr>
          <p:cNvSpPr>
            <a:spLocks xmlns:a="http://schemas.openxmlformats.org/drawingml/2006/main" noGrp="1"/>
          </p:cNvSpPr>
          <p:nvPr>
            <p:ph type="title" idx="0"/>
          </p:nvPr>
        </p:nvSpPr>
        <p:spPr>
          <a:xfrm xmlns:a="http://schemas.openxmlformats.org/drawingml/2006/main">
            <a:off x="201378" y="295836"/>
            <a:ext cx="2334600" cy="657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noAutofit/>
          </a:bodyPr>
          <a:lstStyle xmlns:a="http://schemas.openxmlformats.org/drawingml/2006/main">
            <a:lvl1pPr algn="l">
              <a:lnSpc>
                <a:spcPct val="90000"/>
              </a:lnSpc>
              <a:spcBef>
                <a:spcPts val="0"/>
              </a:spcBef>
              <a:spcAft>
                <a:spcPts val="0"/>
              </a:spcAft>
              <a:buClr>
                <a:schemeClr val="dk1"/>
              </a:buClr>
              <a:buSzPts val="2250"/>
              <a:buFont typeface="Arial"/>
              <a:buNone/>
              <a:defRPr sz="2250"/>
            </a:lvl1pPr>
            <a:lvl2pPr>
              <a:spcBef>
                <a:spcPts val="0"/>
              </a:spcBef>
              <a:spcAft>
                <a:spcPts val="0"/>
              </a:spcAft>
              <a:buSzPts val="525"/>
              <a:buNone/>
              <a:defRPr sz="675"/>
            </a:lvl2pPr>
            <a:lvl3pPr>
              <a:spcBef>
                <a:spcPts val="0"/>
              </a:spcBef>
              <a:spcAft>
                <a:spcPts val="0"/>
              </a:spcAft>
              <a:buSzPts val="525"/>
              <a:buNone/>
              <a:defRPr sz="675"/>
            </a:lvl3pPr>
            <a:lvl4pPr>
              <a:spcBef>
                <a:spcPts val="0"/>
              </a:spcBef>
              <a:spcAft>
                <a:spcPts val="0"/>
              </a:spcAft>
              <a:buSzPts val="525"/>
              <a:buNone/>
              <a:defRPr sz="675"/>
            </a:lvl4pPr>
            <a:lvl5pPr>
              <a:spcBef>
                <a:spcPts val="0"/>
              </a:spcBef>
              <a:spcAft>
                <a:spcPts val="0"/>
              </a:spcAft>
              <a:buSzPts val="525"/>
              <a:buNone/>
              <a:defRPr sz="675"/>
            </a:lvl5pPr>
            <a:lvl6pPr>
              <a:spcBef>
                <a:spcPts val="0"/>
              </a:spcBef>
              <a:spcAft>
                <a:spcPts val="0"/>
              </a:spcAft>
              <a:buSzPts val="525"/>
              <a:buNone/>
              <a:defRPr sz="675"/>
            </a:lvl6pPr>
            <a:lvl7pPr>
              <a:spcBef>
                <a:spcPts val="0"/>
              </a:spcBef>
              <a:spcAft>
                <a:spcPts val="0"/>
              </a:spcAft>
              <a:buSzPts val="525"/>
              <a:buNone/>
              <a:defRPr sz="675"/>
            </a:lvl7pPr>
            <a:lvl8pPr>
              <a:spcBef>
                <a:spcPts val="0"/>
              </a:spcBef>
              <a:spcAft>
                <a:spcPts val="0"/>
              </a:spcAft>
              <a:buSzPts val="525"/>
              <a:buNone/>
              <a:defRPr sz="675"/>
            </a:lvl8pPr>
            <a:lvl9pPr>
              <a:spcBef>
                <a:spcPts val="0"/>
              </a:spcBef>
              <a:spcAft>
                <a:spcPts val="0"/>
              </a:spcAft>
              <a:buSzPts val="525"/>
              <a:buNone/>
              <a:defRPr sz="675"/>
            </a:lvl9pPr>
          </a:lstStyle>
          <a:p xmlns:a="http://schemas.openxmlformats.org/drawingml/2006/main"/>
        </p:txBody>
      </p:sp>
      <p:sp>
        <p:nvSpPr>
          <p:cNvPr id="858" name="Google Shape;858;p119">
            <a:extLst xmlns:a="http://schemas.openxmlformats.org/drawingml/2006/main">
              <a:ext uri="{FF2B5EF4-FFF2-40B4-BE49-F238E27FC236}">
                <a16:creationId xmlns:a16="http://schemas.microsoft.com/office/drawing/2014/main" id="{17B74671-CBD1-43AB-AC14-42A42F017098}"/>
              </a:ext>
            </a:extLst>
          </p:cNvPr>
          <p:cNvSpPr>
            <a:spLocks xmlns:a="http://schemas.openxmlformats.org/drawingml/2006/main" noGrp="1"/>
          </p:cNvSpPr>
          <p:nvPr>
            <p:ph type="body" idx="1"/>
          </p:nvPr>
        </p:nvSpPr>
        <p:spPr>
          <a:xfrm xmlns:a="http://schemas.openxmlformats.org/drawingml/2006/main">
            <a:off x="201378" y="164051"/>
            <a:ext cx="1948200" cy="160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noAutofit/>
          </a:bodyPr>
          <a:lstStyle xmlns:a="http://schemas.openxmlformats.org/drawingml/2006/main">
            <a:lvl1pPr marL="457200" indent="-228600" algn="l">
              <a:lnSpc>
                <a:spcPct val="90000"/>
              </a:lnSpc>
              <a:spcBef>
                <a:spcPts val="375"/>
              </a:spcBef>
              <a:spcAft>
                <a:spcPts val="0"/>
              </a:spcAft>
              <a:buClr>
                <a:schemeClr val="dk2"/>
              </a:buClr>
              <a:buSzPts val="750"/>
              <a:buFont typeface="Arial"/>
              <a:buNone/>
              <a:defRPr sz="750">
                <a:solidFill>
                  <a:schemeClr val="dk2"/>
                </a:solidFill>
              </a:defRPr>
            </a:lvl1pPr>
            <a:lvl2pPr marL="914400" indent="-271463" algn="l">
              <a:lnSpc>
                <a:spcPct val="90000"/>
              </a:lnSpc>
              <a:spcBef>
                <a:spcPts val="1200"/>
              </a:spcBef>
              <a:spcAft>
                <a:spcPts val="0"/>
              </a:spcAft>
              <a:buClr>
                <a:schemeClr val="dk1"/>
              </a:buClr>
              <a:buSzPts val="675"/>
              <a:buChar char="○"/>
              <a:defRPr sz="900"/>
            </a:lvl2pPr>
            <a:lvl3pPr marL="1371600" indent="-271463" algn="l">
              <a:lnSpc>
                <a:spcPct val="90000"/>
              </a:lnSpc>
              <a:spcBef>
                <a:spcPts val="1200"/>
              </a:spcBef>
              <a:spcAft>
                <a:spcPts val="0"/>
              </a:spcAft>
              <a:buClr>
                <a:schemeClr val="dk1"/>
              </a:buClr>
              <a:buSzPts val="675"/>
              <a:buChar char="■"/>
              <a:defRPr sz="750"/>
            </a:lvl3pPr>
            <a:lvl4pPr marL="1828800" indent="-271463" algn="l">
              <a:lnSpc>
                <a:spcPct val="90000"/>
              </a:lnSpc>
              <a:spcBef>
                <a:spcPts val="1200"/>
              </a:spcBef>
              <a:spcAft>
                <a:spcPts val="0"/>
              </a:spcAft>
              <a:buClr>
                <a:schemeClr val="dk1"/>
              </a:buClr>
              <a:buSzPts val="675"/>
              <a:buChar char="●"/>
              <a:defRPr sz="675"/>
            </a:lvl4pPr>
            <a:lvl5pPr marL="2286000" indent="-271463" algn="l">
              <a:lnSpc>
                <a:spcPct val="90000"/>
              </a:lnSpc>
              <a:spcBef>
                <a:spcPts val="1200"/>
              </a:spcBef>
              <a:spcAft>
                <a:spcPts val="0"/>
              </a:spcAft>
              <a:buClr>
                <a:schemeClr val="dk1"/>
              </a:buClr>
              <a:buSzPts val="675"/>
              <a:buChar char="○"/>
              <a:defRPr sz="675"/>
            </a:lvl5pPr>
            <a:lvl6pPr marL="2743200" indent="-271463" algn="l">
              <a:lnSpc>
                <a:spcPct val="90000"/>
              </a:lnSpc>
              <a:spcBef>
                <a:spcPts val="1200"/>
              </a:spcBef>
              <a:spcAft>
                <a:spcPts val="0"/>
              </a:spcAft>
              <a:buClr>
                <a:schemeClr val="dk1"/>
              </a:buClr>
              <a:buSzPts val="675"/>
              <a:buChar char="■"/>
              <a:defRPr sz="675"/>
            </a:lvl6pPr>
            <a:lvl7pPr marL="3200400" indent="-271463" algn="l">
              <a:lnSpc>
                <a:spcPct val="90000"/>
              </a:lnSpc>
              <a:spcBef>
                <a:spcPts val="1200"/>
              </a:spcBef>
              <a:spcAft>
                <a:spcPts val="0"/>
              </a:spcAft>
              <a:buClr>
                <a:schemeClr val="dk1"/>
              </a:buClr>
              <a:buSzPts val="675"/>
              <a:buChar char="●"/>
              <a:defRPr sz="675"/>
            </a:lvl7pPr>
            <a:lvl8pPr marL="3657600" indent="-271463" algn="l">
              <a:lnSpc>
                <a:spcPct val="90000"/>
              </a:lnSpc>
              <a:spcBef>
                <a:spcPts val="1200"/>
              </a:spcBef>
              <a:spcAft>
                <a:spcPts val="0"/>
              </a:spcAft>
              <a:buClr>
                <a:schemeClr val="dk1"/>
              </a:buClr>
              <a:buSzPts val="675"/>
              <a:buChar char="○"/>
              <a:defRPr sz="675"/>
            </a:lvl8pPr>
            <a:lvl9pPr marL="4114800" indent="-271463" algn="l">
              <a:lnSpc>
                <a:spcPct val="90000"/>
              </a:lnSpc>
              <a:spcBef>
                <a:spcPts val="1200"/>
              </a:spcBef>
              <a:spcAft>
                <a:spcPts val="1200"/>
              </a:spcAft>
              <a:buClr>
                <a:schemeClr val="dk1"/>
              </a:buClr>
              <a:buSzPts val="675"/>
              <a:buChar char="■"/>
              <a:defRPr sz="675"/>
            </a:lvl9pPr>
          </a:lstStyle>
          <a:p xmlns:a="http://schemas.openxmlformats.org/drawingml/2006/main"/>
        </p:txBody>
      </p:sp>
      <p:sp>
        <p:nvSpPr>
          <p:cNvPr id="859" name="Google Shape;859;p119">
            <a:extLst xmlns:a="http://schemas.openxmlformats.org/drawingml/2006/main">
              <a:ext uri="{FF2B5EF4-FFF2-40B4-BE49-F238E27FC236}">
                <a16:creationId xmlns:a16="http://schemas.microsoft.com/office/drawing/2014/main" id="{818E2F91-C6DA-4FF3-8A48-8701B1DE9EDC}"/>
              </a:ext>
            </a:extLst>
          </p:cNvPr>
          <p:cNvSpPr>
            <a:spLocks xmlns:a="http://schemas.openxmlformats.org/drawingml/2006/main" noGrp="1"/>
          </p:cNvSpPr>
          <p:nvPr>
            <p:ph type="body" idx="2"/>
          </p:nvPr>
        </p:nvSpPr>
        <p:spPr>
          <a:xfrm xmlns:a="http://schemas.openxmlformats.org/drawingml/2006/main">
            <a:off x="201377" y="1311466"/>
            <a:ext cx="2859000" cy="778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spAutoFit/>
          </a:bodyPr>
          <a:lstStyle xmlns:a="http://schemas.openxmlformats.org/drawingml/2006/main">
            <a:lvl1pPr marL="457200" indent="-228600" algn="l">
              <a:lnSpc>
                <a:spcPct val="110000"/>
              </a:lnSpc>
              <a:spcBef>
                <a:spcPts val="0"/>
              </a:spcBef>
              <a:spcAft>
                <a:spcPts val="0"/>
              </a:spcAft>
              <a:buClr>
                <a:schemeClr val="dk2"/>
              </a:buClr>
              <a:buSzPts val="900"/>
              <a:buFont typeface="Arial"/>
              <a:buNone/>
              <a:defRPr sz="900">
                <a:solidFill>
                  <a:schemeClr val="dk2"/>
                </a:solidFill>
              </a:defRPr>
            </a:lvl1pPr>
            <a:lvl2pPr marL="914400" indent="-228600" algn="l">
              <a:lnSpc>
                <a:spcPct val="90000"/>
              </a:lnSpc>
              <a:spcBef>
                <a:spcPts val="225"/>
              </a:spcBef>
              <a:spcAft>
                <a:spcPts val="0"/>
              </a:spcAft>
              <a:buClr>
                <a:schemeClr val="dk1"/>
              </a:buClr>
              <a:buSzPts val="525"/>
              <a:buNone/>
              <a:defRPr sz="525"/>
            </a:lvl2pPr>
            <a:lvl3pPr marL="1371600" indent="-228600" algn="l">
              <a:lnSpc>
                <a:spcPct val="90000"/>
              </a:lnSpc>
              <a:spcBef>
                <a:spcPts val="1200"/>
              </a:spcBef>
              <a:spcAft>
                <a:spcPts val="0"/>
              </a:spcAft>
              <a:buClr>
                <a:schemeClr val="dk1"/>
              </a:buClr>
              <a:buSzPts val="450"/>
              <a:buNone/>
              <a:defRPr sz="450"/>
            </a:lvl3pPr>
            <a:lvl4pPr marL="1828800" indent="-228600" algn="l">
              <a:lnSpc>
                <a:spcPct val="90000"/>
              </a:lnSpc>
              <a:spcBef>
                <a:spcPts val="1200"/>
              </a:spcBef>
              <a:spcAft>
                <a:spcPts val="0"/>
              </a:spcAft>
              <a:buClr>
                <a:schemeClr val="dk1"/>
              </a:buClr>
              <a:buSzPts val="375"/>
              <a:buNone/>
              <a:defRPr sz="375"/>
            </a:lvl4pPr>
            <a:lvl5pPr marL="2286000" indent="-228600" algn="l">
              <a:lnSpc>
                <a:spcPct val="90000"/>
              </a:lnSpc>
              <a:spcBef>
                <a:spcPts val="1200"/>
              </a:spcBef>
              <a:spcAft>
                <a:spcPts val="0"/>
              </a:spcAft>
              <a:buClr>
                <a:schemeClr val="dk1"/>
              </a:buClr>
              <a:buSzPts val="375"/>
              <a:buNone/>
              <a:defRPr sz="375"/>
            </a:lvl5pPr>
            <a:lvl6pPr marL="2743200" indent="-228600" algn="l">
              <a:lnSpc>
                <a:spcPct val="90000"/>
              </a:lnSpc>
              <a:spcBef>
                <a:spcPts val="1200"/>
              </a:spcBef>
              <a:spcAft>
                <a:spcPts val="0"/>
              </a:spcAft>
              <a:buClr>
                <a:schemeClr val="dk1"/>
              </a:buClr>
              <a:buSzPts val="375"/>
              <a:buNone/>
              <a:defRPr sz="375"/>
            </a:lvl6pPr>
            <a:lvl7pPr marL="3200400" indent="-228600" algn="l">
              <a:lnSpc>
                <a:spcPct val="90000"/>
              </a:lnSpc>
              <a:spcBef>
                <a:spcPts val="1200"/>
              </a:spcBef>
              <a:spcAft>
                <a:spcPts val="0"/>
              </a:spcAft>
              <a:buClr>
                <a:schemeClr val="dk1"/>
              </a:buClr>
              <a:buSzPts val="375"/>
              <a:buNone/>
              <a:defRPr sz="375"/>
            </a:lvl7pPr>
            <a:lvl8pPr marL="3657600" indent="-228600" algn="l">
              <a:lnSpc>
                <a:spcPct val="90000"/>
              </a:lnSpc>
              <a:spcBef>
                <a:spcPts val="1200"/>
              </a:spcBef>
              <a:spcAft>
                <a:spcPts val="0"/>
              </a:spcAft>
              <a:buClr>
                <a:schemeClr val="dk1"/>
              </a:buClr>
              <a:buSzPts val="375"/>
              <a:buNone/>
              <a:defRPr sz="375"/>
            </a:lvl8pPr>
            <a:lvl9pPr marL="4114800" indent="-228600" algn="l">
              <a:lnSpc>
                <a:spcPct val="90000"/>
              </a:lnSpc>
              <a:spcBef>
                <a:spcPts val="1200"/>
              </a:spcBef>
              <a:spcAft>
                <a:spcPts val="1200"/>
              </a:spcAft>
              <a:buClr>
                <a:schemeClr val="dk1"/>
              </a:buClr>
              <a:buSzPts val="375"/>
              <a:buNone/>
              <a:defRPr sz="375"/>
            </a:lvl9pPr>
          </a:lstStyle>
          <a:p xmlns:a="http://schemas.openxmlformats.org/drawingml/2006/main"/>
        </p:txBody>
      </p:sp>
      <p:sp>
        <p:nvSpPr>
          <p:cNvPr id="860" name="Google Shape;860;p119">
            <a:extLst xmlns:a="http://schemas.openxmlformats.org/drawingml/2006/main">
              <a:ext uri="{FF2B5EF4-FFF2-40B4-BE49-F238E27FC236}">
                <a16:creationId xmlns:a16="http://schemas.microsoft.com/office/drawing/2014/main" id="{C12BB708-A960-4960-A155-598F81645684}"/>
              </a:ext>
            </a:extLst>
          </p:cNvPr>
          <p:cNvSpPr>
            <a:spLocks xmlns:a="http://schemas.openxmlformats.org/drawingml/2006/main" noGrp="1"/>
          </p:cNvSpPr>
          <p:nvPr/>
        </p:nvSpPr>
        <p:spPr>
          <a:xfrm xmlns:a="http://schemas.openxmlformats.org/drawingml/2006/main">
            <a:off x="3173025" y="225775"/>
            <a:ext cx="5742300" cy="4487400"/>
          </a:xfrm>
          <a:prstGeom xmlns:a="http://schemas.openxmlformats.org/drawingml/2006/main" prst="roundRect">
            <a:avLst>
              <a:gd name="adj" fmla="val 2619"/>
            </a:avLst>
          </a:prstGeom>
          <a:solidFill xmlns:a="http://schemas.openxmlformats.org/drawingml/2006/main">
            <a:srgbClr val="F4F2E6"/>
          </a:solidFill>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ctr">
              <a:spcBef>
                <a:spcPts val="0"/>
              </a:spcBef>
              <a:spcAft>
                <a:spcPts val="0"/>
              </a:spcAft>
              <a:buNone/>
            </a:pPr>
            <a:r>
              <a:t/>
            </a:r>
            <a:endParaRPr>
              <a:latin typeface="Inter"/>
              <a:ea typeface="Inter"/>
              <a:cs typeface="Inter"/>
            </a:endParaRPr>
          </a:p>
        </p:txBody>
      </p:sp>
      <p:pic>
        <p:nvPicPr>
          <p:cNvPr id="866" name="Google Shape;861;p119"/>
          <p:cNvPicPr>
            <a:picLocks xmlns:a="http://schemas.openxmlformats.org/drawingml/2006/main" noChangeAspect="1"/>
          </p:cNvPicPr>
          <p:nvPr/>
        </p:nvPicPr>
        <p:blipFill>
          <a:blip xmlns:r="http://schemas.openxmlformats.org/officeDocument/2006/relationships" xmlns:a="http://schemas.openxmlformats.org/drawingml/2006/main" r:embed="R65087105965e4de8">
            <a:alphaModFix/>
          </a:blip>
          <a:stretch xmlns:a="http://schemas.openxmlformats.org/drawingml/2006/main">
            <a:fillRect l="0" t="0" r="0" b="0"/>
          </a:stretch>
        </p:blipFill>
        <p:spPr>
          <a:xfrm xmlns:a="http://schemas.openxmlformats.org/drawingml/2006/main">
            <a:off x="228600" y="4836074"/>
            <a:ext cx="153925" cy="153925"/>
          </a:xfrm>
          <a:prstGeom xmlns:a="http://schemas.openxmlformats.org/drawingml/2006/main" prst="rect">
            <a:avLst/>
          </a:prstGeom>
          <a:ln xmlns:a="http://schemas.openxmlformats.org/drawingml/2006/main">
            <a:noFill/>
          </a:ln>
        </p:spPr>
      </p:pic>
    </p:spTree>
  </p:cSld>
</p:sldLayout>
</file>

<file path=ppt/slideLayouts/slideLayout118.xml><?xml version="1.0" encoding="utf-8"?>
<p:sldLayout xmlns:p="http://schemas.openxmlformats.org/presentationml/2006/main" matchingName="Content - 3 cards a">
  <p:cSld name="3 imgs + body">
    <p:spTree>
      <p:nvGrpSpPr>
        <p:cNvPr id="1" name=""/>
        <p:cNvGrpSpPr/>
        <p:nvPr/>
      </p:nvGrpSpPr>
      <p:grpSpPr>
        <a:xfrm xmlns:a="http://schemas.openxmlformats.org/drawingml/2006/main"/>
      </p:grpSpPr>
      <p:sp>
        <p:nvSpPr>
          <p:cNvPr id="863" name="Google Shape;863;p120">
            <a:extLst xmlns:a="http://schemas.openxmlformats.org/drawingml/2006/main">
              <a:ext uri="{FF2B5EF4-FFF2-40B4-BE49-F238E27FC236}">
                <a16:creationId xmlns:a16="http://schemas.microsoft.com/office/drawing/2014/main" id="{3D884726-5557-4F2E-B336-05B675F27005}"/>
              </a:ext>
            </a:extLst>
          </p:cNvPr>
          <p:cNvSpPr>
            <a:spLocks xmlns:a="http://schemas.openxmlformats.org/drawingml/2006/main" noGrp="1"/>
          </p:cNvSpPr>
          <p:nvPr>
            <p:ph type="body" idx="1"/>
          </p:nvPr>
        </p:nvSpPr>
        <p:spPr>
          <a:xfrm xmlns:a="http://schemas.openxmlformats.org/drawingml/2006/main">
            <a:off x="201327" y="3996251"/>
            <a:ext cx="2844900" cy="532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spAutoFit/>
          </a:bodyPr>
          <a:lstStyle xmlns:a="http://schemas.openxmlformats.org/drawingml/2006/main">
            <a:lvl1pPr marL="457200" indent="-228600" algn="l">
              <a:lnSpc>
                <a:spcPct val="110000"/>
              </a:lnSpc>
              <a:spcBef>
                <a:spcPts val="0"/>
              </a:spcBef>
              <a:spcAft>
                <a:spcPts val="0"/>
              </a:spcAft>
              <a:buClr>
                <a:schemeClr val="dk1"/>
              </a:buClr>
              <a:buSzPts val="750"/>
              <a:buFont typeface="Arial"/>
              <a:buNone/>
              <a:defRPr sz="750">
                <a:solidFill>
                  <a:schemeClr val="dk1"/>
                </a:solidFill>
              </a:defRPr>
            </a:lvl1pPr>
            <a:lvl2pPr marL="914400" indent="-228600" algn="l">
              <a:lnSpc>
                <a:spcPct val="90000"/>
              </a:lnSpc>
              <a:spcBef>
                <a:spcPts val="1200"/>
              </a:spcBef>
              <a:spcAft>
                <a:spcPts val="0"/>
              </a:spcAft>
              <a:buClr>
                <a:schemeClr val="dk1"/>
              </a:buClr>
              <a:buSzPts val="525"/>
              <a:buNone/>
              <a:defRPr sz="525"/>
            </a:lvl2pPr>
            <a:lvl3pPr marL="1371600" indent="-228600" algn="l">
              <a:lnSpc>
                <a:spcPct val="90000"/>
              </a:lnSpc>
              <a:spcBef>
                <a:spcPts val="1200"/>
              </a:spcBef>
              <a:spcAft>
                <a:spcPts val="0"/>
              </a:spcAft>
              <a:buClr>
                <a:schemeClr val="dk1"/>
              </a:buClr>
              <a:buSzPts val="450"/>
              <a:buNone/>
              <a:defRPr sz="450"/>
            </a:lvl3pPr>
            <a:lvl4pPr marL="1828800" indent="-228600" algn="l">
              <a:lnSpc>
                <a:spcPct val="90000"/>
              </a:lnSpc>
              <a:spcBef>
                <a:spcPts val="1200"/>
              </a:spcBef>
              <a:spcAft>
                <a:spcPts val="0"/>
              </a:spcAft>
              <a:buClr>
                <a:schemeClr val="dk1"/>
              </a:buClr>
              <a:buSzPts val="375"/>
              <a:buNone/>
              <a:defRPr sz="375"/>
            </a:lvl4pPr>
            <a:lvl5pPr marL="2286000" indent="-228600" algn="l">
              <a:lnSpc>
                <a:spcPct val="90000"/>
              </a:lnSpc>
              <a:spcBef>
                <a:spcPts val="1200"/>
              </a:spcBef>
              <a:spcAft>
                <a:spcPts val="0"/>
              </a:spcAft>
              <a:buClr>
                <a:schemeClr val="dk1"/>
              </a:buClr>
              <a:buSzPts val="375"/>
              <a:buNone/>
              <a:defRPr sz="375"/>
            </a:lvl5pPr>
            <a:lvl6pPr marL="2743200" indent="-228600" algn="l">
              <a:lnSpc>
                <a:spcPct val="90000"/>
              </a:lnSpc>
              <a:spcBef>
                <a:spcPts val="1200"/>
              </a:spcBef>
              <a:spcAft>
                <a:spcPts val="0"/>
              </a:spcAft>
              <a:buClr>
                <a:schemeClr val="dk1"/>
              </a:buClr>
              <a:buSzPts val="375"/>
              <a:buNone/>
              <a:defRPr sz="375"/>
            </a:lvl6pPr>
            <a:lvl7pPr marL="3200400" indent="-228600" algn="l">
              <a:lnSpc>
                <a:spcPct val="90000"/>
              </a:lnSpc>
              <a:spcBef>
                <a:spcPts val="1200"/>
              </a:spcBef>
              <a:spcAft>
                <a:spcPts val="0"/>
              </a:spcAft>
              <a:buClr>
                <a:schemeClr val="dk1"/>
              </a:buClr>
              <a:buSzPts val="375"/>
              <a:buNone/>
              <a:defRPr sz="375"/>
            </a:lvl7pPr>
            <a:lvl8pPr marL="3657600" indent="-228600" algn="l">
              <a:lnSpc>
                <a:spcPct val="90000"/>
              </a:lnSpc>
              <a:spcBef>
                <a:spcPts val="1200"/>
              </a:spcBef>
              <a:spcAft>
                <a:spcPts val="0"/>
              </a:spcAft>
              <a:buClr>
                <a:schemeClr val="dk1"/>
              </a:buClr>
              <a:buSzPts val="375"/>
              <a:buNone/>
              <a:defRPr sz="375"/>
            </a:lvl8pPr>
            <a:lvl9pPr marL="4114800" indent="-228600" algn="l">
              <a:lnSpc>
                <a:spcPct val="90000"/>
              </a:lnSpc>
              <a:spcBef>
                <a:spcPts val="1200"/>
              </a:spcBef>
              <a:spcAft>
                <a:spcPts val="1200"/>
              </a:spcAft>
              <a:buClr>
                <a:schemeClr val="dk1"/>
              </a:buClr>
              <a:buSzPts val="375"/>
              <a:buNone/>
              <a:defRPr sz="375"/>
            </a:lvl9pPr>
          </a:lstStyle>
          <a:p xmlns:a="http://schemas.openxmlformats.org/drawingml/2006/main"/>
        </p:txBody>
      </p:sp>
      <p:sp>
        <p:nvSpPr>
          <p:cNvPr id="864" name="Google Shape;864;p120">
            <a:extLst xmlns:a="http://schemas.openxmlformats.org/drawingml/2006/main">
              <a:ext uri="{FF2B5EF4-FFF2-40B4-BE49-F238E27FC236}">
                <a16:creationId xmlns:a16="http://schemas.microsoft.com/office/drawing/2014/main" id="{E3F1D3E2-0380-4EA8-BAB6-BE814B2ACC60}"/>
              </a:ext>
            </a:extLst>
          </p:cNvPr>
          <p:cNvSpPr>
            <a:spLocks xmlns:a="http://schemas.openxmlformats.org/drawingml/2006/main" noGrp="1"/>
          </p:cNvSpPr>
          <p:nvPr>
            <p:ph type="body" idx="2"/>
          </p:nvPr>
        </p:nvSpPr>
        <p:spPr>
          <a:xfrm xmlns:a="http://schemas.openxmlformats.org/drawingml/2006/main">
            <a:off x="3160974" y="3996251"/>
            <a:ext cx="2844900" cy="532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spAutoFit/>
          </a:bodyPr>
          <a:lstStyle xmlns:a="http://schemas.openxmlformats.org/drawingml/2006/main">
            <a:lvl1pPr marL="457200" indent="-228600" algn="l">
              <a:lnSpc>
                <a:spcPct val="110000"/>
              </a:lnSpc>
              <a:spcBef>
                <a:spcPts val="0"/>
              </a:spcBef>
              <a:spcAft>
                <a:spcPts val="0"/>
              </a:spcAft>
              <a:buClr>
                <a:schemeClr val="dk1"/>
              </a:buClr>
              <a:buSzPts val="750"/>
              <a:buFont typeface="Arial"/>
              <a:buNone/>
              <a:defRPr sz="750">
                <a:solidFill>
                  <a:schemeClr val="dk1"/>
                </a:solidFill>
              </a:defRPr>
            </a:lvl1pPr>
            <a:lvl2pPr marL="914400" indent="-228600" algn="l">
              <a:lnSpc>
                <a:spcPct val="90000"/>
              </a:lnSpc>
              <a:spcBef>
                <a:spcPts val="1200"/>
              </a:spcBef>
              <a:spcAft>
                <a:spcPts val="0"/>
              </a:spcAft>
              <a:buClr>
                <a:schemeClr val="dk1"/>
              </a:buClr>
              <a:buSzPts val="525"/>
              <a:buNone/>
              <a:defRPr sz="525"/>
            </a:lvl2pPr>
            <a:lvl3pPr marL="1371600" indent="-228600" algn="l">
              <a:lnSpc>
                <a:spcPct val="90000"/>
              </a:lnSpc>
              <a:spcBef>
                <a:spcPts val="1200"/>
              </a:spcBef>
              <a:spcAft>
                <a:spcPts val="0"/>
              </a:spcAft>
              <a:buClr>
                <a:schemeClr val="dk1"/>
              </a:buClr>
              <a:buSzPts val="450"/>
              <a:buNone/>
              <a:defRPr sz="450"/>
            </a:lvl3pPr>
            <a:lvl4pPr marL="1828800" indent="-228600" algn="l">
              <a:lnSpc>
                <a:spcPct val="90000"/>
              </a:lnSpc>
              <a:spcBef>
                <a:spcPts val="1200"/>
              </a:spcBef>
              <a:spcAft>
                <a:spcPts val="0"/>
              </a:spcAft>
              <a:buClr>
                <a:schemeClr val="dk1"/>
              </a:buClr>
              <a:buSzPts val="375"/>
              <a:buNone/>
              <a:defRPr sz="375"/>
            </a:lvl4pPr>
            <a:lvl5pPr marL="2286000" indent="-228600" algn="l">
              <a:lnSpc>
                <a:spcPct val="90000"/>
              </a:lnSpc>
              <a:spcBef>
                <a:spcPts val="1200"/>
              </a:spcBef>
              <a:spcAft>
                <a:spcPts val="0"/>
              </a:spcAft>
              <a:buClr>
                <a:schemeClr val="dk1"/>
              </a:buClr>
              <a:buSzPts val="375"/>
              <a:buNone/>
              <a:defRPr sz="375"/>
            </a:lvl5pPr>
            <a:lvl6pPr marL="2743200" indent="-228600" algn="l">
              <a:lnSpc>
                <a:spcPct val="90000"/>
              </a:lnSpc>
              <a:spcBef>
                <a:spcPts val="1200"/>
              </a:spcBef>
              <a:spcAft>
                <a:spcPts val="0"/>
              </a:spcAft>
              <a:buClr>
                <a:schemeClr val="dk1"/>
              </a:buClr>
              <a:buSzPts val="375"/>
              <a:buNone/>
              <a:defRPr sz="375"/>
            </a:lvl6pPr>
            <a:lvl7pPr marL="3200400" indent="-228600" algn="l">
              <a:lnSpc>
                <a:spcPct val="90000"/>
              </a:lnSpc>
              <a:spcBef>
                <a:spcPts val="1200"/>
              </a:spcBef>
              <a:spcAft>
                <a:spcPts val="0"/>
              </a:spcAft>
              <a:buClr>
                <a:schemeClr val="dk1"/>
              </a:buClr>
              <a:buSzPts val="375"/>
              <a:buNone/>
              <a:defRPr sz="375"/>
            </a:lvl7pPr>
            <a:lvl8pPr marL="3657600" indent="-228600" algn="l">
              <a:lnSpc>
                <a:spcPct val="90000"/>
              </a:lnSpc>
              <a:spcBef>
                <a:spcPts val="1200"/>
              </a:spcBef>
              <a:spcAft>
                <a:spcPts val="0"/>
              </a:spcAft>
              <a:buClr>
                <a:schemeClr val="dk1"/>
              </a:buClr>
              <a:buSzPts val="375"/>
              <a:buNone/>
              <a:defRPr sz="375"/>
            </a:lvl8pPr>
            <a:lvl9pPr marL="4114800" indent="-228600" algn="l">
              <a:lnSpc>
                <a:spcPct val="90000"/>
              </a:lnSpc>
              <a:spcBef>
                <a:spcPts val="1200"/>
              </a:spcBef>
              <a:spcAft>
                <a:spcPts val="1200"/>
              </a:spcAft>
              <a:buClr>
                <a:schemeClr val="dk1"/>
              </a:buClr>
              <a:buSzPts val="375"/>
              <a:buNone/>
              <a:defRPr sz="375"/>
            </a:lvl9pPr>
          </a:lstStyle>
          <a:p xmlns:a="http://schemas.openxmlformats.org/drawingml/2006/main"/>
        </p:txBody>
      </p:sp>
      <p:sp>
        <p:nvSpPr>
          <p:cNvPr id="865" name="Google Shape;865;p120">
            <a:extLst xmlns:a="http://schemas.openxmlformats.org/drawingml/2006/main">
              <a:ext uri="{FF2B5EF4-FFF2-40B4-BE49-F238E27FC236}">
                <a16:creationId xmlns:a16="http://schemas.microsoft.com/office/drawing/2014/main" id="{0ED0F945-A171-41A6-90A9-8ED9F8B1C56D}"/>
              </a:ext>
            </a:extLst>
          </p:cNvPr>
          <p:cNvSpPr>
            <a:spLocks xmlns:a="http://schemas.openxmlformats.org/drawingml/2006/main" noGrp="1"/>
          </p:cNvSpPr>
          <p:nvPr>
            <p:ph type="body" idx="3"/>
          </p:nvPr>
        </p:nvSpPr>
        <p:spPr>
          <a:xfrm xmlns:a="http://schemas.openxmlformats.org/drawingml/2006/main">
            <a:off x="6111343" y="3996251"/>
            <a:ext cx="2844900" cy="532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spAutoFit/>
          </a:bodyPr>
          <a:lstStyle xmlns:a="http://schemas.openxmlformats.org/drawingml/2006/main">
            <a:lvl1pPr marL="457200" indent="-228600" algn="l">
              <a:lnSpc>
                <a:spcPct val="110000"/>
              </a:lnSpc>
              <a:spcBef>
                <a:spcPts val="0"/>
              </a:spcBef>
              <a:spcAft>
                <a:spcPts val="0"/>
              </a:spcAft>
              <a:buClr>
                <a:schemeClr val="dk1"/>
              </a:buClr>
              <a:buSzPts val="750"/>
              <a:buFont typeface="Arial"/>
              <a:buNone/>
              <a:defRPr sz="750">
                <a:solidFill>
                  <a:schemeClr val="dk1"/>
                </a:solidFill>
              </a:defRPr>
            </a:lvl1pPr>
            <a:lvl2pPr marL="914400" indent="-228600" algn="l">
              <a:lnSpc>
                <a:spcPct val="90000"/>
              </a:lnSpc>
              <a:spcBef>
                <a:spcPts val="1200"/>
              </a:spcBef>
              <a:spcAft>
                <a:spcPts val="0"/>
              </a:spcAft>
              <a:buClr>
                <a:schemeClr val="dk1"/>
              </a:buClr>
              <a:buSzPts val="525"/>
              <a:buNone/>
              <a:defRPr sz="525"/>
            </a:lvl2pPr>
            <a:lvl3pPr marL="1371600" indent="-228600" algn="l">
              <a:lnSpc>
                <a:spcPct val="90000"/>
              </a:lnSpc>
              <a:spcBef>
                <a:spcPts val="1200"/>
              </a:spcBef>
              <a:spcAft>
                <a:spcPts val="0"/>
              </a:spcAft>
              <a:buClr>
                <a:schemeClr val="dk1"/>
              </a:buClr>
              <a:buSzPts val="450"/>
              <a:buNone/>
              <a:defRPr sz="450"/>
            </a:lvl3pPr>
            <a:lvl4pPr marL="1828800" indent="-228600" algn="l">
              <a:lnSpc>
                <a:spcPct val="90000"/>
              </a:lnSpc>
              <a:spcBef>
                <a:spcPts val="1200"/>
              </a:spcBef>
              <a:spcAft>
                <a:spcPts val="0"/>
              </a:spcAft>
              <a:buClr>
                <a:schemeClr val="dk1"/>
              </a:buClr>
              <a:buSzPts val="375"/>
              <a:buNone/>
              <a:defRPr sz="375"/>
            </a:lvl4pPr>
            <a:lvl5pPr marL="2286000" indent="-228600" algn="l">
              <a:lnSpc>
                <a:spcPct val="90000"/>
              </a:lnSpc>
              <a:spcBef>
                <a:spcPts val="1200"/>
              </a:spcBef>
              <a:spcAft>
                <a:spcPts val="0"/>
              </a:spcAft>
              <a:buClr>
                <a:schemeClr val="dk1"/>
              </a:buClr>
              <a:buSzPts val="375"/>
              <a:buNone/>
              <a:defRPr sz="375"/>
            </a:lvl5pPr>
            <a:lvl6pPr marL="2743200" indent="-228600" algn="l">
              <a:lnSpc>
                <a:spcPct val="90000"/>
              </a:lnSpc>
              <a:spcBef>
                <a:spcPts val="1200"/>
              </a:spcBef>
              <a:spcAft>
                <a:spcPts val="0"/>
              </a:spcAft>
              <a:buClr>
                <a:schemeClr val="dk1"/>
              </a:buClr>
              <a:buSzPts val="375"/>
              <a:buNone/>
              <a:defRPr sz="375"/>
            </a:lvl6pPr>
            <a:lvl7pPr marL="3200400" indent="-228600" algn="l">
              <a:lnSpc>
                <a:spcPct val="90000"/>
              </a:lnSpc>
              <a:spcBef>
                <a:spcPts val="1200"/>
              </a:spcBef>
              <a:spcAft>
                <a:spcPts val="0"/>
              </a:spcAft>
              <a:buClr>
                <a:schemeClr val="dk1"/>
              </a:buClr>
              <a:buSzPts val="375"/>
              <a:buNone/>
              <a:defRPr sz="375"/>
            </a:lvl7pPr>
            <a:lvl8pPr marL="3657600" indent="-228600" algn="l">
              <a:lnSpc>
                <a:spcPct val="90000"/>
              </a:lnSpc>
              <a:spcBef>
                <a:spcPts val="1200"/>
              </a:spcBef>
              <a:spcAft>
                <a:spcPts val="0"/>
              </a:spcAft>
              <a:buClr>
                <a:schemeClr val="dk1"/>
              </a:buClr>
              <a:buSzPts val="375"/>
              <a:buNone/>
              <a:defRPr sz="375"/>
            </a:lvl8pPr>
            <a:lvl9pPr marL="4114800" indent="-228600" algn="l">
              <a:lnSpc>
                <a:spcPct val="90000"/>
              </a:lnSpc>
              <a:spcBef>
                <a:spcPts val="1200"/>
              </a:spcBef>
              <a:spcAft>
                <a:spcPts val="1200"/>
              </a:spcAft>
              <a:buClr>
                <a:schemeClr val="dk1"/>
              </a:buClr>
              <a:buSzPts val="375"/>
              <a:buNone/>
              <a:defRPr sz="375"/>
            </a:lvl9pPr>
          </a:lstStyle>
          <a:p xmlns:a="http://schemas.openxmlformats.org/drawingml/2006/main"/>
        </p:txBody>
      </p:sp>
      <p:sp>
        <p:nvSpPr>
          <p:cNvPr id="866" name="Google Shape;866;p120">
            <a:extLst xmlns:a="http://schemas.openxmlformats.org/drawingml/2006/main">
              <a:ext uri="{FF2B5EF4-FFF2-40B4-BE49-F238E27FC236}">
                <a16:creationId xmlns:a16="http://schemas.microsoft.com/office/drawing/2014/main" id="{7D894F35-42F0-4EDB-BB0A-9808BA46944A}"/>
              </a:ext>
            </a:extLst>
          </p:cNvPr>
          <p:cNvSpPr>
            <a:spLocks xmlns:a="http://schemas.openxmlformats.org/drawingml/2006/main" noGrp="1"/>
          </p:cNvSpPr>
          <p:nvPr>
            <p:ph type="pic" idx="4"/>
          </p:nvPr>
        </p:nvSpPr>
        <p:spPr>
          <a:xfrm xmlns:a="http://schemas.openxmlformats.org/drawingml/2006/main">
            <a:off x="231950" y="228600"/>
            <a:ext cx="2803800" cy="3636300"/>
          </a:xfrm>
          <a:prstGeom xmlns:a="http://schemas.openxmlformats.org/drawingml/2006/main" prst="roundRect">
            <a:avLst>
              <a:gd name="adj" fmla="val 1542"/>
            </a:avLst>
          </a:prstGeom>
          <a:noFill xmlns:a="http://schemas.openxmlformats.org/drawingml/2006/main"/>
          <a:ln xmlns:a="http://schemas.openxmlformats.org/drawingml/2006/main">
            <a:noFill/>
          </a:ln>
        </p:spPr>
      </p:sp>
      <p:sp>
        <p:nvSpPr>
          <p:cNvPr id="867" name="Google Shape;867;p120">
            <a:extLst xmlns:a="http://schemas.openxmlformats.org/drawingml/2006/main">
              <a:ext uri="{FF2B5EF4-FFF2-40B4-BE49-F238E27FC236}">
                <a16:creationId xmlns:a16="http://schemas.microsoft.com/office/drawing/2014/main" id="{5999F7DB-96C7-404D-88C2-9586782EA54E}"/>
              </a:ext>
            </a:extLst>
          </p:cNvPr>
          <p:cNvSpPr>
            <a:spLocks xmlns:a="http://schemas.openxmlformats.org/drawingml/2006/main" noGrp="1"/>
          </p:cNvSpPr>
          <p:nvPr>
            <p:ph type="pic" idx="5"/>
          </p:nvPr>
        </p:nvSpPr>
        <p:spPr>
          <a:xfrm xmlns:a="http://schemas.openxmlformats.org/drawingml/2006/main">
            <a:off x="3170100" y="228600"/>
            <a:ext cx="2803800" cy="3636300"/>
          </a:xfrm>
          <a:prstGeom xmlns:a="http://schemas.openxmlformats.org/drawingml/2006/main" prst="roundRect">
            <a:avLst>
              <a:gd name="adj" fmla="val 1542"/>
            </a:avLst>
          </a:prstGeom>
          <a:noFill xmlns:a="http://schemas.openxmlformats.org/drawingml/2006/main"/>
          <a:ln xmlns:a="http://schemas.openxmlformats.org/drawingml/2006/main">
            <a:noFill/>
          </a:ln>
        </p:spPr>
      </p:sp>
      <p:sp>
        <p:nvSpPr>
          <p:cNvPr id="868" name="Google Shape;868;p120">
            <a:extLst xmlns:a="http://schemas.openxmlformats.org/drawingml/2006/main">
              <a:ext uri="{FF2B5EF4-FFF2-40B4-BE49-F238E27FC236}">
                <a16:creationId xmlns:a16="http://schemas.microsoft.com/office/drawing/2014/main" id="{158D1D00-3D36-41F9-A05C-C2CD0B287987}"/>
              </a:ext>
            </a:extLst>
          </p:cNvPr>
          <p:cNvSpPr>
            <a:spLocks xmlns:a="http://schemas.openxmlformats.org/drawingml/2006/main" noGrp="1"/>
          </p:cNvSpPr>
          <p:nvPr>
            <p:ph type="pic" idx="6"/>
          </p:nvPr>
        </p:nvSpPr>
        <p:spPr>
          <a:xfrm xmlns:a="http://schemas.openxmlformats.org/drawingml/2006/main">
            <a:off x="6108250" y="228600"/>
            <a:ext cx="2803800" cy="3636300"/>
          </a:xfrm>
          <a:prstGeom xmlns:a="http://schemas.openxmlformats.org/drawingml/2006/main" prst="roundRect">
            <a:avLst>
              <a:gd name="adj" fmla="val 1542"/>
            </a:avLst>
          </a:prstGeom>
          <a:noFill xmlns:a="http://schemas.openxmlformats.org/drawingml/2006/main"/>
          <a:ln xmlns:a="http://schemas.openxmlformats.org/drawingml/2006/main">
            <a:noFill/>
          </a:ln>
        </p:spPr>
      </p:sp>
      <p:pic>
        <p:nvPicPr>
          <p:cNvPr id="876" name="Google Shape;869;p120"/>
          <p:cNvPicPr>
            <a:picLocks xmlns:a="http://schemas.openxmlformats.org/drawingml/2006/main" noChangeAspect="1"/>
          </p:cNvPicPr>
          <p:nvPr/>
        </p:nvPicPr>
        <p:blipFill>
          <a:blip xmlns:r="http://schemas.openxmlformats.org/officeDocument/2006/relationships" xmlns:a="http://schemas.openxmlformats.org/drawingml/2006/main" r:embed="R6404350e19a54e74">
            <a:alphaModFix/>
          </a:blip>
          <a:stretch xmlns:a="http://schemas.openxmlformats.org/drawingml/2006/main">
            <a:fillRect l="0" t="0" r="0" b="0"/>
          </a:stretch>
        </p:blipFill>
        <p:spPr>
          <a:xfrm xmlns:a="http://schemas.openxmlformats.org/drawingml/2006/main">
            <a:off x="228600" y="4836074"/>
            <a:ext cx="153925" cy="153925"/>
          </a:xfrm>
          <a:prstGeom xmlns:a="http://schemas.openxmlformats.org/drawingml/2006/main" prst="rect">
            <a:avLst/>
          </a:prstGeom>
          <a:ln xmlns:a="http://schemas.openxmlformats.org/drawingml/2006/main">
            <a:noFill/>
          </a:ln>
        </p:spPr>
      </p:pic>
    </p:spTree>
  </p:cSld>
</p:sldLayout>
</file>

<file path=ppt/slideLayouts/slideLayout119.xml><?xml version="1.0" encoding="utf-8"?>
<p:sldLayout xmlns:p="http://schemas.openxmlformats.org/presentationml/2006/main" matchingName="Content - 3 cards b">
  <p:cSld name="3 imgs + titles">
    <p:spTree>
      <p:nvGrpSpPr>
        <p:cNvPr id="1" name=""/>
        <p:cNvGrpSpPr/>
        <p:nvPr/>
      </p:nvGrpSpPr>
      <p:grpSpPr>
        <a:xfrm xmlns:a="http://schemas.openxmlformats.org/drawingml/2006/main"/>
      </p:grpSpPr>
      <p:sp>
        <p:nvSpPr>
          <p:cNvPr id="871" name="Google Shape;871;p121">
            <a:extLst xmlns:a="http://schemas.openxmlformats.org/drawingml/2006/main">
              <a:ext uri="{FF2B5EF4-FFF2-40B4-BE49-F238E27FC236}">
                <a16:creationId xmlns:a16="http://schemas.microsoft.com/office/drawing/2014/main" id="{B845AD4D-D0B2-4182-9D90-461439C314B3}"/>
              </a:ext>
            </a:extLst>
          </p:cNvPr>
          <p:cNvSpPr>
            <a:spLocks xmlns:a="http://schemas.openxmlformats.org/drawingml/2006/main" noGrp="1"/>
          </p:cNvSpPr>
          <p:nvPr>
            <p:ph type="body" idx="1"/>
          </p:nvPr>
        </p:nvSpPr>
        <p:spPr>
          <a:xfrm xmlns:a="http://schemas.openxmlformats.org/drawingml/2006/main">
            <a:off x="201327" y="3996251"/>
            <a:ext cx="2844900" cy="426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spAutoFit/>
          </a:bodyPr>
          <a:lstStyle xmlns:a="http://schemas.openxmlformats.org/drawingml/2006/main">
            <a:lvl1pPr marL="457200" indent="-228600" algn="l">
              <a:lnSpc>
                <a:spcPct val="90000"/>
              </a:lnSpc>
              <a:spcBef>
                <a:spcPts val="300"/>
              </a:spcBef>
              <a:spcAft>
                <a:spcPts val="0"/>
              </a:spcAft>
              <a:buClr>
                <a:schemeClr val="dk1"/>
              </a:buClr>
              <a:buSzPts val="1275"/>
              <a:buFont typeface="Arial"/>
              <a:buNone/>
              <a:defRPr sz="1275">
                <a:solidFill>
                  <a:schemeClr val="dk1"/>
                </a:solidFill>
              </a:defRPr>
            </a:lvl1pPr>
            <a:lvl2pPr marL="914400" indent="-228600" algn="l">
              <a:lnSpc>
                <a:spcPct val="90000"/>
              </a:lnSpc>
              <a:spcBef>
                <a:spcPts val="1200"/>
              </a:spcBef>
              <a:spcAft>
                <a:spcPts val="0"/>
              </a:spcAft>
              <a:buClr>
                <a:schemeClr val="dk1"/>
              </a:buClr>
              <a:buSzPts val="525"/>
              <a:buNone/>
              <a:defRPr sz="525"/>
            </a:lvl2pPr>
            <a:lvl3pPr marL="1371600" indent="-228600" algn="l">
              <a:lnSpc>
                <a:spcPct val="90000"/>
              </a:lnSpc>
              <a:spcBef>
                <a:spcPts val="1200"/>
              </a:spcBef>
              <a:spcAft>
                <a:spcPts val="0"/>
              </a:spcAft>
              <a:buClr>
                <a:schemeClr val="dk1"/>
              </a:buClr>
              <a:buSzPts val="450"/>
              <a:buNone/>
              <a:defRPr sz="450"/>
            </a:lvl3pPr>
            <a:lvl4pPr marL="1828800" indent="-228600" algn="l">
              <a:lnSpc>
                <a:spcPct val="90000"/>
              </a:lnSpc>
              <a:spcBef>
                <a:spcPts val="1200"/>
              </a:spcBef>
              <a:spcAft>
                <a:spcPts val="0"/>
              </a:spcAft>
              <a:buClr>
                <a:schemeClr val="dk1"/>
              </a:buClr>
              <a:buSzPts val="375"/>
              <a:buNone/>
              <a:defRPr sz="375"/>
            </a:lvl4pPr>
            <a:lvl5pPr marL="2286000" indent="-228600" algn="l">
              <a:lnSpc>
                <a:spcPct val="90000"/>
              </a:lnSpc>
              <a:spcBef>
                <a:spcPts val="1200"/>
              </a:spcBef>
              <a:spcAft>
                <a:spcPts val="0"/>
              </a:spcAft>
              <a:buClr>
                <a:schemeClr val="dk1"/>
              </a:buClr>
              <a:buSzPts val="375"/>
              <a:buNone/>
              <a:defRPr sz="375"/>
            </a:lvl5pPr>
            <a:lvl6pPr marL="2743200" indent="-228600" algn="l">
              <a:lnSpc>
                <a:spcPct val="90000"/>
              </a:lnSpc>
              <a:spcBef>
                <a:spcPts val="1200"/>
              </a:spcBef>
              <a:spcAft>
                <a:spcPts val="0"/>
              </a:spcAft>
              <a:buClr>
                <a:schemeClr val="dk1"/>
              </a:buClr>
              <a:buSzPts val="375"/>
              <a:buNone/>
              <a:defRPr sz="375"/>
            </a:lvl6pPr>
            <a:lvl7pPr marL="3200400" indent="-228600" algn="l">
              <a:lnSpc>
                <a:spcPct val="90000"/>
              </a:lnSpc>
              <a:spcBef>
                <a:spcPts val="1200"/>
              </a:spcBef>
              <a:spcAft>
                <a:spcPts val="0"/>
              </a:spcAft>
              <a:buClr>
                <a:schemeClr val="dk1"/>
              </a:buClr>
              <a:buSzPts val="375"/>
              <a:buNone/>
              <a:defRPr sz="375"/>
            </a:lvl7pPr>
            <a:lvl8pPr marL="3657600" indent="-228600" algn="l">
              <a:lnSpc>
                <a:spcPct val="90000"/>
              </a:lnSpc>
              <a:spcBef>
                <a:spcPts val="1200"/>
              </a:spcBef>
              <a:spcAft>
                <a:spcPts val="0"/>
              </a:spcAft>
              <a:buClr>
                <a:schemeClr val="dk1"/>
              </a:buClr>
              <a:buSzPts val="375"/>
              <a:buNone/>
              <a:defRPr sz="375"/>
            </a:lvl8pPr>
            <a:lvl9pPr marL="4114800" indent="-228600" algn="l">
              <a:lnSpc>
                <a:spcPct val="90000"/>
              </a:lnSpc>
              <a:spcBef>
                <a:spcPts val="1200"/>
              </a:spcBef>
              <a:spcAft>
                <a:spcPts val="1200"/>
              </a:spcAft>
              <a:buClr>
                <a:schemeClr val="dk1"/>
              </a:buClr>
              <a:buSzPts val="375"/>
              <a:buNone/>
              <a:defRPr sz="375"/>
            </a:lvl9pPr>
          </a:lstStyle>
          <a:p xmlns:a="http://schemas.openxmlformats.org/drawingml/2006/main"/>
        </p:txBody>
      </p:sp>
      <p:sp>
        <p:nvSpPr>
          <p:cNvPr id="872" name="Google Shape;872;p121">
            <a:extLst xmlns:a="http://schemas.openxmlformats.org/drawingml/2006/main">
              <a:ext uri="{FF2B5EF4-FFF2-40B4-BE49-F238E27FC236}">
                <a16:creationId xmlns:a16="http://schemas.microsoft.com/office/drawing/2014/main" id="{1C100A6E-9BDE-4B14-A616-7F411638F3B3}"/>
              </a:ext>
            </a:extLst>
          </p:cNvPr>
          <p:cNvSpPr>
            <a:spLocks xmlns:a="http://schemas.openxmlformats.org/drawingml/2006/main" noGrp="1"/>
          </p:cNvSpPr>
          <p:nvPr>
            <p:ph type="body" idx="2"/>
          </p:nvPr>
        </p:nvSpPr>
        <p:spPr>
          <a:xfrm xmlns:a="http://schemas.openxmlformats.org/drawingml/2006/main">
            <a:off x="3160974" y="3996251"/>
            <a:ext cx="2844900" cy="426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spAutoFit/>
          </a:bodyPr>
          <a:lstStyle xmlns:a="http://schemas.openxmlformats.org/drawingml/2006/main">
            <a:lvl1pPr marL="457200" indent="-228600" algn="l">
              <a:lnSpc>
                <a:spcPct val="90000"/>
              </a:lnSpc>
              <a:spcBef>
                <a:spcPts val="300"/>
              </a:spcBef>
              <a:spcAft>
                <a:spcPts val="0"/>
              </a:spcAft>
              <a:buClr>
                <a:schemeClr val="dk1"/>
              </a:buClr>
              <a:buSzPts val="1275"/>
              <a:buFont typeface="Arial"/>
              <a:buNone/>
              <a:defRPr sz="1275">
                <a:solidFill>
                  <a:schemeClr val="dk1"/>
                </a:solidFill>
              </a:defRPr>
            </a:lvl1pPr>
            <a:lvl2pPr marL="914400" indent="-228600" algn="l">
              <a:lnSpc>
                <a:spcPct val="90000"/>
              </a:lnSpc>
              <a:spcBef>
                <a:spcPts val="1200"/>
              </a:spcBef>
              <a:spcAft>
                <a:spcPts val="0"/>
              </a:spcAft>
              <a:buClr>
                <a:schemeClr val="dk1"/>
              </a:buClr>
              <a:buSzPts val="525"/>
              <a:buNone/>
              <a:defRPr sz="525"/>
            </a:lvl2pPr>
            <a:lvl3pPr marL="1371600" indent="-228600" algn="l">
              <a:lnSpc>
                <a:spcPct val="90000"/>
              </a:lnSpc>
              <a:spcBef>
                <a:spcPts val="1200"/>
              </a:spcBef>
              <a:spcAft>
                <a:spcPts val="0"/>
              </a:spcAft>
              <a:buClr>
                <a:schemeClr val="dk1"/>
              </a:buClr>
              <a:buSzPts val="450"/>
              <a:buNone/>
              <a:defRPr sz="450"/>
            </a:lvl3pPr>
            <a:lvl4pPr marL="1828800" indent="-228600" algn="l">
              <a:lnSpc>
                <a:spcPct val="90000"/>
              </a:lnSpc>
              <a:spcBef>
                <a:spcPts val="1200"/>
              </a:spcBef>
              <a:spcAft>
                <a:spcPts val="0"/>
              </a:spcAft>
              <a:buClr>
                <a:schemeClr val="dk1"/>
              </a:buClr>
              <a:buSzPts val="375"/>
              <a:buNone/>
              <a:defRPr sz="375"/>
            </a:lvl4pPr>
            <a:lvl5pPr marL="2286000" indent="-228600" algn="l">
              <a:lnSpc>
                <a:spcPct val="90000"/>
              </a:lnSpc>
              <a:spcBef>
                <a:spcPts val="1200"/>
              </a:spcBef>
              <a:spcAft>
                <a:spcPts val="0"/>
              </a:spcAft>
              <a:buClr>
                <a:schemeClr val="dk1"/>
              </a:buClr>
              <a:buSzPts val="375"/>
              <a:buNone/>
              <a:defRPr sz="375"/>
            </a:lvl5pPr>
            <a:lvl6pPr marL="2743200" indent="-228600" algn="l">
              <a:lnSpc>
                <a:spcPct val="90000"/>
              </a:lnSpc>
              <a:spcBef>
                <a:spcPts val="1200"/>
              </a:spcBef>
              <a:spcAft>
                <a:spcPts val="0"/>
              </a:spcAft>
              <a:buClr>
                <a:schemeClr val="dk1"/>
              </a:buClr>
              <a:buSzPts val="375"/>
              <a:buNone/>
              <a:defRPr sz="375"/>
            </a:lvl6pPr>
            <a:lvl7pPr marL="3200400" indent="-228600" algn="l">
              <a:lnSpc>
                <a:spcPct val="90000"/>
              </a:lnSpc>
              <a:spcBef>
                <a:spcPts val="1200"/>
              </a:spcBef>
              <a:spcAft>
                <a:spcPts val="0"/>
              </a:spcAft>
              <a:buClr>
                <a:schemeClr val="dk1"/>
              </a:buClr>
              <a:buSzPts val="375"/>
              <a:buNone/>
              <a:defRPr sz="375"/>
            </a:lvl7pPr>
            <a:lvl8pPr marL="3657600" indent="-228600" algn="l">
              <a:lnSpc>
                <a:spcPct val="90000"/>
              </a:lnSpc>
              <a:spcBef>
                <a:spcPts val="1200"/>
              </a:spcBef>
              <a:spcAft>
                <a:spcPts val="0"/>
              </a:spcAft>
              <a:buClr>
                <a:schemeClr val="dk1"/>
              </a:buClr>
              <a:buSzPts val="375"/>
              <a:buNone/>
              <a:defRPr sz="375"/>
            </a:lvl8pPr>
            <a:lvl9pPr marL="4114800" indent="-228600" algn="l">
              <a:lnSpc>
                <a:spcPct val="90000"/>
              </a:lnSpc>
              <a:spcBef>
                <a:spcPts val="1200"/>
              </a:spcBef>
              <a:spcAft>
                <a:spcPts val="1200"/>
              </a:spcAft>
              <a:buClr>
                <a:schemeClr val="dk1"/>
              </a:buClr>
              <a:buSzPts val="375"/>
              <a:buNone/>
              <a:defRPr sz="375"/>
            </a:lvl9pPr>
          </a:lstStyle>
          <a:p xmlns:a="http://schemas.openxmlformats.org/drawingml/2006/main"/>
        </p:txBody>
      </p:sp>
      <p:sp>
        <p:nvSpPr>
          <p:cNvPr id="873" name="Google Shape;873;p121">
            <a:extLst xmlns:a="http://schemas.openxmlformats.org/drawingml/2006/main">
              <a:ext uri="{FF2B5EF4-FFF2-40B4-BE49-F238E27FC236}">
                <a16:creationId xmlns:a16="http://schemas.microsoft.com/office/drawing/2014/main" id="{4137B31E-CC32-43FE-9E91-4D53954135CF}"/>
              </a:ext>
            </a:extLst>
          </p:cNvPr>
          <p:cNvSpPr>
            <a:spLocks xmlns:a="http://schemas.openxmlformats.org/drawingml/2006/main" noGrp="1"/>
          </p:cNvSpPr>
          <p:nvPr>
            <p:ph type="body" idx="3"/>
          </p:nvPr>
        </p:nvSpPr>
        <p:spPr>
          <a:xfrm xmlns:a="http://schemas.openxmlformats.org/drawingml/2006/main">
            <a:off x="6111343" y="3996251"/>
            <a:ext cx="2844900" cy="426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spAutoFit/>
          </a:bodyPr>
          <a:lstStyle xmlns:a="http://schemas.openxmlformats.org/drawingml/2006/main">
            <a:lvl1pPr marL="457200" indent="-228600" algn="l">
              <a:lnSpc>
                <a:spcPct val="90000"/>
              </a:lnSpc>
              <a:spcBef>
                <a:spcPts val="300"/>
              </a:spcBef>
              <a:spcAft>
                <a:spcPts val="0"/>
              </a:spcAft>
              <a:buClr>
                <a:schemeClr val="dk1"/>
              </a:buClr>
              <a:buSzPts val="1275"/>
              <a:buFont typeface="Arial"/>
              <a:buNone/>
              <a:defRPr sz="1275">
                <a:solidFill>
                  <a:schemeClr val="dk1"/>
                </a:solidFill>
              </a:defRPr>
            </a:lvl1pPr>
            <a:lvl2pPr marL="914400" indent="-228600" algn="l">
              <a:lnSpc>
                <a:spcPct val="90000"/>
              </a:lnSpc>
              <a:spcBef>
                <a:spcPts val="1200"/>
              </a:spcBef>
              <a:spcAft>
                <a:spcPts val="0"/>
              </a:spcAft>
              <a:buClr>
                <a:schemeClr val="dk1"/>
              </a:buClr>
              <a:buSzPts val="525"/>
              <a:buNone/>
              <a:defRPr sz="525"/>
            </a:lvl2pPr>
            <a:lvl3pPr marL="1371600" indent="-228600" algn="l">
              <a:lnSpc>
                <a:spcPct val="90000"/>
              </a:lnSpc>
              <a:spcBef>
                <a:spcPts val="1200"/>
              </a:spcBef>
              <a:spcAft>
                <a:spcPts val="0"/>
              </a:spcAft>
              <a:buClr>
                <a:schemeClr val="dk1"/>
              </a:buClr>
              <a:buSzPts val="450"/>
              <a:buNone/>
              <a:defRPr sz="450"/>
            </a:lvl3pPr>
            <a:lvl4pPr marL="1828800" indent="-228600" algn="l">
              <a:lnSpc>
                <a:spcPct val="90000"/>
              </a:lnSpc>
              <a:spcBef>
                <a:spcPts val="1200"/>
              </a:spcBef>
              <a:spcAft>
                <a:spcPts val="0"/>
              </a:spcAft>
              <a:buClr>
                <a:schemeClr val="dk1"/>
              </a:buClr>
              <a:buSzPts val="375"/>
              <a:buNone/>
              <a:defRPr sz="375"/>
            </a:lvl4pPr>
            <a:lvl5pPr marL="2286000" indent="-228600" algn="l">
              <a:lnSpc>
                <a:spcPct val="90000"/>
              </a:lnSpc>
              <a:spcBef>
                <a:spcPts val="1200"/>
              </a:spcBef>
              <a:spcAft>
                <a:spcPts val="0"/>
              </a:spcAft>
              <a:buClr>
                <a:schemeClr val="dk1"/>
              </a:buClr>
              <a:buSzPts val="375"/>
              <a:buNone/>
              <a:defRPr sz="375"/>
            </a:lvl5pPr>
            <a:lvl6pPr marL="2743200" indent="-228600" algn="l">
              <a:lnSpc>
                <a:spcPct val="90000"/>
              </a:lnSpc>
              <a:spcBef>
                <a:spcPts val="1200"/>
              </a:spcBef>
              <a:spcAft>
                <a:spcPts val="0"/>
              </a:spcAft>
              <a:buClr>
                <a:schemeClr val="dk1"/>
              </a:buClr>
              <a:buSzPts val="375"/>
              <a:buNone/>
              <a:defRPr sz="375"/>
            </a:lvl6pPr>
            <a:lvl7pPr marL="3200400" indent="-228600" algn="l">
              <a:lnSpc>
                <a:spcPct val="90000"/>
              </a:lnSpc>
              <a:spcBef>
                <a:spcPts val="1200"/>
              </a:spcBef>
              <a:spcAft>
                <a:spcPts val="0"/>
              </a:spcAft>
              <a:buClr>
                <a:schemeClr val="dk1"/>
              </a:buClr>
              <a:buSzPts val="375"/>
              <a:buNone/>
              <a:defRPr sz="375"/>
            </a:lvl7pPr>
            <a:lvl8pPr marL="3657600" indent="-228600" algn="l">
              <a:lnSpc>
                <a:spcPct val="90000"/>
              </a:lnSpc>
              <a:spcBef>
                <a:spcPts val="1200"/>
              </a:spcBef>
              <a:spcAft>
                <a:spcPts val="0"/>
              </a:spcAft>
              <a:buClr>
                <a:schemeClr val="dk1"/>
              </a:buClr>
              <a:buSzPts val="375"/>
              <a:buNone/>
              <a:defRPr sz="375"/>
            </a:lvl8pPr>
            <a:lvl9pPr marL="4114800" indent="-228600" algn="l">
              <a:lnSpc>
                <a:spcPct val="90000"/>
              </a:lnSpc>
              <a:spcBef>
                <a:spcPts val="1200"/>
              </a:spcBef>
              <a:spcAft>
                <a:spcPts val="1200"/>
              </a:spcAft>
              <a:buClr>
                <a:schemeClr val="dk1"/>
              </a:buClr>
              <a:buSzPts val="375"/>
              <a:buNone/>
              <a:defRPr sz="375"/>
            </a:lvl9pPr>
          </a:lstStyle>
          <a:p xmlns:a="http://schemas.openxmlformats.org/drawingml/2006/main"/>
        </p:txBody>
      </p:sp>
      <p:sp>
        <p:nvSpPr>
          <p:cNvPr id="874" name="Google Shape;874;p121">
            <a:extLst xmlns:a="http://schemas.openxmlformats.org/drawingml/2006/main">
              <a:ext uri="{FF2B5EF4-FFF2-40B4-BE49-F238E27FC236}">
                <a16:creationId xmlns:a16="http://schemas.microsoft.com/office/drawing/2014/main" id="{D33CF73B-16A8-4E8D-BF45-E2CE28566575}"/>
              </a:ext>
            </a:extLst>
          </p:cNvPr>
          <p:cNvSpPr>
            <a:spLocks xmlns:a="http://schemas.openxmlformats.org/drawingml/2006/main" noGrp="1"/>
          </p:cNvSpPr>
          <p:nvPr>
            <p:ph type="pic" idx="4"/>
          </p:nvPr>
        </p:nvSpPr>
        <p:spPr>
          <a:xfrm xmlns:a="http://schemas.openxmlformats.org/drawingml/2006/main">
            <a:off x="231950" y="228600"/>
            <a:ext cx="2803800" cy="3636300"/>
          </a:xfrm>
          <a:prstGeom xmlns:a="http://schemas.openxmlformats.org/drawingml/2006/main" prst="roundRect">
            <a:avLst>
              <a:gd name="adj" fmla="val 1542"/>
            </a:avLst>
          </a:prstGeom>
          <a:noFill xmlns:a="http://schemas.openxmlformats.org/drawingml/2006/main"/>
          <a:ln xmlns:a="http://schemas.openxmlformats.org/drawingml/2006/main">
            <a:noFill/>
          </a:ln>
        </p:spPr>
      </p:sp>
      <p:sp>
        <p:nvSpPr>
          <p:cNvPr id="875" name="Google Shape;875;p121">
            <a:extLst xmlns:a="http://schemas.openxmlformats.org/drawingml/2006/main">
              <a:ext uri="{FF2B5EF4-FFF2-40B4-BE49-F238E27FC236}">
                <a16:creationId xmlns:a16="http://schemas.microsoft.com/office/drawing/2014/main" id="{61AA9990-14E6-43C0-AB99-2FAE896801E8}"/>
              </a:ext>
            </a:extLst>
          </p:cNvPr>
          <p:cNvSpPr>
            <a:spLocks xmlns:a="http://schemas.openxmlformats.org/drawingml/2006/main" noGrp="1"/>
          </p:cNvSpPr>
          <p:nvPr>
            <p:ph type="pic" idx="5"/>
          </p:nvPr>
        </p:nvSpPr>
        <p:spPr>
          <a:xfrm xmlns:a="http://schemas.openxmlformats.org/drawingml/2006/main">
            <a:off x="3170100" y="228600"/>
            <a:ext cx="2803800" cy="3636300"/>
          </a:xfrm>
          <a:prstGeom xmlns:a="http://schemas.openxmlformats.org/drawingml/2006/main" prst="roundRect">
            <a:avLst>
              <a:gd name="adj" fmla="val 1542"/>
            </a:avLst>
          </a:prstGeom>
          <a:noFill xmlns:a="http://schemas.openxmlformats.org/drawingml/2006/main"/>
          <a:ln xmlns:a="http://schemas.openxmlformats.org/drawingml/2006/main">
            <a:noFill/>
          </a:ln>
        </p:spPr>
      </p:sp>
      <p:sp>
        <p:nvSpPr>
          <p:cNvPr id="876" name="Google Shape;876;p121">
            <a:extLst xmlns:a="http://schemas.openxmlformats.org/drawingml/2006/main">
              <a:ext uri="{FF2B5EF4-FFF2-40B4-BE49-F238E27FC236}">
                <a16:creationId xmlns:a16="http://schemas.microsoft.com/office/drawing/2014/main" id="{B1C6EE8F-6A48-4C84-A2E0-3C0EE6B00234}"/>
              </a:ext>
            </a:extLst>
          </p:cNvPr>
          <p:cNvSpPr>
            <a:spLocks xmlns:a="http://schemas.openxmlformats.org/drawingml/2006/main" noGrp="1"/>
          </p:cNvSpPr>
          <p:nvPr>
            <p:ph type="pic" idx="6"/>
          </p:nvPr>
        </p:nvSpPr>
        <p:spPr>
          <a:xfrm xmlns:a="http://schemas.openxmlformats.org/drawingml/2006/main">
            <a:off x="6108250" y="228600"/>
            <a:ext cx="2803800" cy="3636300"/>
          </a:xfrm>
          <a:prstGeom xmlns:a="http://schemas.openxmlformats.org/drawingml/2006/main" prst="roundRect">
            <a:avLst>
              <a:gd name="adj" fmla="val 1542"/>
            </a:avLst>
          </a:prstGeom>
          <a:noFill xmlns:a="http://schemas.openxmlformats.org/drawingml/2006/main"/>
          <a:ln xmlns:a="http://schemas.openxmlformats.org/drawingml/2006/main">
            <a:noFill/>
          </a:ln>
        </p:spPr>
      </p:sp>
      <p:pic>
        <p:nvPicPr>
          <p:cNvPr id="884" name="Google Shape;877;p121"/>
          <p:cNvPicPr>
            <a:picLocks xmlns:a="http://schemas.openxmlformats.org/drawingml/2006/main" noChangeAspect="1"/>
          </p:cNvPicPr>
          <p:nvPr/>
        </p:nvPicPr>
        <p:blipFill>
          <a:blip xmlns:r="http://schemas.openxmlformats.org/officeDocument/2006/relationships" xmlns:a="http://schemas.openxmlformats.org/drawingml/2006/main" r:embed="Rd3d8c8d19bac41e5">
            <a:alphaModFix/>
          </a:blip>
          <a:stretch xmlns:a="http://schemas.openxmlformats.org/drawingml/2006/main">
            <a:fillRect l="0" t="0" r="0" b="0"/>
          </a:stretch>
        </p:blipFill>
        <p:spPr>
          <a:xfrm xmlns:a="http://schemas.openxmlformats.org/drawingml/2006/main">
            <a:off x="228600" y="4836074"/>
            <a:ext cx="153925" cy="153925"/>
          </a:xfrm>
          <a:prstGeom xmlns:a="http://schemas.openxmlformats.org/drawingml/2006/main" prst="rect">
            <a:avLst/>
          </a:prstGeom>
          <a:ln xmlns:a="http://schemas.openxmlformats.org/drawingml/2006/main">
            <a:noFill/>
          </a:ln>
        </p:spPr>
      </p:pic>
    </p:spTree>
  </p:cSld>
</p:sldLayout>
</file>

<file path=ppt/slideLayouts/slideLayout120.xml><?xml version="1.0" encoding="utf-8"?>
<p:sldLayout xmlns:p="http://schemas.openxmlformats.org/presentationml/2006/main" matchingName="Content - 4 cards a">
  <p:cSld name="4 imgs + body">
    <p:spTree>
      <p:nvGrpSpPr>
        <p:cNvPr id="1" name=""/>
        <p:cNvGrpSpPr/>
        <p:nvPr/>
      </p:nvGrpSpPr>
      <p:grpSpPr>
        <a:xfrm xmlns:a="http://schemas.openxmlformats.org/drawingml/2006/main"/>
      </p:grpSpPr>
      <p:sp>
        <p:nvSpPr>
          <p:cNvPr id="879" name="Google Shape;879;p122">
            <a:extLst xmlns:a="http://schemas.openxmlformats.org/drawingml/2006/main">
              <a:ext uri="{FF2B5EF4-FFF2-40B4-BE49-F238E27FC236}">
                <a16:creationId xmlns:a16="http://schemas.microsoft.com/office/drawing/2014/main" id="{DC82F89A-0437-44F6-8853-98EABD5C34DB}"/>
              </a:ext>
            </a:extLst>
          </p:cNvPr>
          <p:cNvSpPr>
            <a:spLocks xmlns:a="http://schemas.openxmlformats.org/drawingml/2006/main" noGrp="1"/>
          </p:cNvSpPr>
          <p:nvPr>
            <p:ph type="pic" idx="2"/>
          </p:nvPr>
        </p:nvSpPr>
        <p:spPr>
          <a:xfrm xmlns:a="http://schemas.openxmlformats.org/drawingml/2006/main">
            <a:off x="228600" y="228600"/>
            <a:ext cx="2092200" cy="3636600"/>
          </a:xfrm>
          <a:prstGeom xmlns:a="http://schemas.openxmlformats.org/drawingml/2006/main" prst="roundRect">
            <a:avLst>
              <a:gd name="adj" fmla="val 3132"/>
            </a:avLst>
          </a:prstGeom>
          <a:noFill xmlns:a="http://schemas.openxmlformats.org/drawingml/2006/main"/>
          <a:ln xmlns:a="http://schemas.openxmlformats.org/drawingml/2006/main">
            <a:noFill/>
          </a:ln>
        </p:spPr>
      </p:sp>
      <p:sp>
        <p:nvSpPr>
          <p:cNvPr id="880" name="Google Shape;880;p122">
            <a:extLst xmlns:a="http://schemas.openxmlformats.org/drawingml/2006/main">
              <a:ext uri="{FF2B5EF4-FFF2-40B4-BE49-F238E27FC236}">
                <a16:creationId xmlns:a16="http://schemas.microsoft.com/office/drawing/2014/main" id="{8FB230D3-5DEB-4383-984B-DF2B0C3BD63B}"/>
              </a:ext>
            </a:extLst>
          </p:cNvPr>
          <p:cNvSpPr>
            <a:spLocks xmlns:a="http://schemas.openxmlformats.org/drawingml/2006/main" noGrp="1"/>
          </p:cNvSpPr>
          <p:nvPr>
            <p:ph type="body" idx="1"/>
          </p:nvPr>
        </p:nvSpPr>
        <p:spPr>
          <a:xfrm xmlns:a="http://schemas.openxmlformats.org/drawingml/2006/main">
            <a:off x="201327" y="3996251"/>
            <a:ext cx="2116800" cy="659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spAutoFit/>
          </a:bodyPr>
          <a:lstStyle xmlns:a="http://schemas.openxmlformats.org/drawingml/2006/main">
            <a:lvl1pPr marL="457200" indent="-228600" algn="l">
              <a:lnSpc>
                <a:spcPct val="110000"/>
              </a:lnSpc>
              <a:spcBef>
                <a:spcPts val="0"/>
              </a:spcBef>
              <a:spcAft>
                <a:spcPts val="0"/>
              </a:spcAft>
              <a:buClr>
                <a:schemeClr val="dk1"/>
              </a:buClr>
              <a:buSzPts val="750"/>
              <a:buFont typeface="Arial"/>
              <a:buNone/>
              <a:defRPr sz="750">
                <a:solidFill>
                  <a:schemeClr val="dk1"/>
                </a:solidFill>
              </a:defRPr>
            </a:lvl1pPr>
            <a:lvl2pPr marL="914400" indent="-228600" algn="l">
              <a:lnSpc>
                <a:spcPct val="90000"/>
              </a:lnSpc>
              <a:spcBef>
                <a:spcPts val="1200"/>
              </a:spcBef>
              <a:spcAft>
                <a:spcPts val="0"/>
              </a:spcAft>
              <a:buClr>
                <a:schemeClr val="dk1"/>
              </a:buClr>
              <a:buSzPts val="525"/>
              <a:buNone/>
              <a:defRPr sz="525"/>
            </a:lvl2pPr>
            <a:lvl3pPr marL="1371600" indent="-228600" algn="l">
              <a:lnSpc>
                <a:spcPct val="90000"/>
              </a:lnSpc>
              <a:spcBef>
                <a:spcPts val="1200"/>
              </a:spcBef>
              <a:spcAft>
                <a:spcPts val="0"/>
              </a:spcAft>
              <a:buClr>
                <a:schemeClr val="dk1"/>
              </a:buClr>
              <a:buSzPts val="450"/>
              <a:buNone/>
              <a:defRPr sz="450"/>
            </a:lvl3pPr>
            <a:lvl4pPr marL="1828800" indent="-228600" algn="l">
              <a:lnSpc>
                <a:spcPct val="90000"/>
              </a:lnSpc>
              <a:spcBef>
                <a:spcPts val="1200"/>
              </a:spcBef>
              <a:spcAft>
                <a:spcPts val="0"/>
              </a:spcAft>
              <a:buClr>
                <a:schemeClr val="dk1"/>
              </a:buClr>
              <a:buSzPts val="375"/>
              <a:buNone/>
              <a:defRPr sz="375"/>
            </a:lvl4pPr>
            <a:lvl5pPr marL="2286000" indent="-228600" algn="l">
              <a:lnSpc>
                <a:spcPct val="90000"/>
              </a:lnSpc>
              <a:spcBef>
                <a:spcPts val="1200"/>
              </a:spcBef>
              <a:spcAft>
                <a:spcPts val="0"/>
              </a:spcAft>
              <a:buClr>
                <a:schemeClr val="dk1"/>
              </a:buClr>
              <a:buSzPts val="375"/>
              <a:buNone/>
              <a:defRPr sz="375"/>
            </a:lvl5pPr>
            <a:lvl6pPr marL="2743200" indent="-228600" algn="l">
              <a:lnSpc>
                <a:spcPct val="90000"/>
              </a:lnSpc>
              <a:spcBef>
                <a:spcPts val="1200"/>
              </a:spcBef>
              <a:spcAft>
                <a:spcPts val="0"/>
              </a:spcAft>
              <a:buClr>
                <a:schemeClr val="dk1"/>
              </a:buClr>
              <a:buSzPts val="375"/>
              <a:buNone/>
              <a:defRPr sz="375"/>
            </a:lvl6pPr>
            <a:lvl7pPr marL="3200400" indent="-228600" algn="l">
              <a:lnSpc>
                <a:spcPct val="90000"/>
              </a:lnSpc>
              <a:spcBef>
                <a:spcPts val="1200"/>
              </a:spcBef>
              <a:spcAft>
                <a:spcPts val="0"/>
              </a:spcAft>
              <a:buClr>
                <a:schemeClr val="dk1"/>
              </a:buClr>
              <a:buSzPts val="375"/>
              <a:buNone/>
              <a:defRPr sz="375"/>
            </a:lvl7pPr>
            <a:lvl8pPr marL="3657600" indent="-228600" algn="l">
              <a:lnSpc>
                <a:spcPct val="90000"/>
              </a:lnSpc>
              <a:spcBef>
                <a:spcPts val="1200"/>
              </a:spcBef>
              <a:spcAft>
                <a:spcPts val="0"/>
              </a:spcAft>
              <a:buClr>
                <a:schemeClr val="dk1"/>
              </a:buClr>
              <a:buSzPts val="375"/>
              <a:buNone/>
              <a:defRPr sz="375"/>
            </a:lvl8pPr>
            <a:lvl9pPr marL="4114800" indent="-228600" algn="l">
              <a:lnSpc>
                <a:spcPct val="90000"/>
              </a:lnSpc>
              <a:spcBef>
                <a:spcPts val="1200"/>
              </a:spcBef>
              <a:spcAft>
                <a:spcPts val="1200"/>
              </a:spcAft>
              <a:buClr>
                <a:schemeClr val="dk1"/>
              </a:buClr>
              <a:buSzPts val="375"/>
              <a:buNone/>
              <a:defRPr sz="375"/>
            </a:lvl9pPr>
          </a:lstStyle>
          <a:p xmlns:a="http://schemas.openxmlformats.org/drawingml/2006/main"/>
        </p:txBody>
      </p:sp>
      <p:sp>
        <p:nvSpPr>
          <p:cNvPr id="881" name="Google Shape;881;p122">
            <a:extLst xmlns:a="http://schemas.openxmlformats.org/drawingml/2006/main">
              <a:ext uri="{FF2B5EF4-FFF2-40B4-BE49-F238E27FC236}">
                <a16:creationId xmlns:a16="http://schemas.microsoft.com/office/drawing/2014/main" id="{CE80C6A2-4D7D-437D-BAA0-2715B7D929D0}"/>
              </a:ext>
            </a:extLst>
          </p:cNvPr>
          <p:cNvSpPr>
            <a:spLocks xmlns:a="http://schemas.openxmlformats.org/drawingml/2006/main" noGrp="1"/>
          </p:cNvSpPr>
          <p:nvPr>
            <p:ph type="body" idx="3"/>
          </p:nvPr>
        </p:nvSpPr>
        <p:spPr>
          <a:xfrm xmlns:a="http://schemas.openxmlformats.org/drawingml/2006/main">
            <a:off x="2412640" y="3996251"/>
            <a:ext cx="2116800" cy="659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spAutoFit/>
          </a:bodyPr>
          <a:lstStyle xmlns:a="http://schemas.openxmlformats.org/drawingml/2006/main">
            <a:lvl1pPr marL="457200" indent="-228600" algn="l">
              <a:lnSpc>
                <a:spcPct val="110000"/>
              </a:lnSpc>
              <a:spcBef>
                <a:spcPts val="0"/>
              </a:spcBef>
              <a:spcAft>
                <a:spcPts val="0"/>
              </a:spcAft>
              <a:buClr>
                <a:schemeClr val="dk1"/>
              </a:buClr>
              <a:buSzPts val="750"/>
              <a:buFont typeface="Arial"/>
              <a:buNone/>
              <a:defRPr sz="750">
                <a:solidFill>
                  <a:schemeClr val="dk1"/>
                </a:solidFill>
              </a:defRPr>
            </a:lvl1pPr>
            <a:lvl2pPr marL="914400" indent="-228600" algn="l">
              <a:lnSpc>
                <a:spcPct val="90000"/>
              </a:lnSpc>
              <a:spcBef>
                <a:spcPts val="1200"/>
              </a:spcBef>
              <a:spcAft>
                <a:spcPts val="0"/>
              </a:spcAft>
              <a:buClr>
                <a:schemeClr val="dk1"/>
              </a:buClr>
              <a:buSzPts val="525"/>
              <a:buNone/>
              <a:defRPr sz="525"/>
            </a:lvl2pPr>
            <a:lvl3pPr marL="1371600" indent="-228600" algn="l">
              <a:lnSpc>
                <a:spcPct val="90000"/>
              </a:lnSpc>
              <a:spcBef>
                <a:spcPts val="1200"/>
              </a:spcBef>
              <a:spcAft>
                <a:spcPts val="0"/>
              </a:spcAft>
              <a:buClr>
                <a:schemeClr val="dk1"/>
              </a:buClr>
              <a:buSzPts val="450"/>
              <a:buNone/>
              <a:defRPr sz="450"/>
            </a:lvl3pPr>
            <a:lvl4pPr marL="1828800" indent="-228600" algn="l">
              <a:lnSpc>
                <a:spcPct val="90000"/>
              </a:lnSpc>
              <a:spcBef>
                <a:spcPts val="1200"/>
              </a:spcBef>
              <a:spcAft>
                <a:spcPts val="0"/>
              </a:spcAft>
              <a:buClr>
                <a:schemeClr val="dk1"/>
              </a:buClr>
              <a:buSzPts val="375"/>
              <a:buNone/>
              <a:defRPr sz="375"/>
            </a:lvl4pPr>
            <a:lvl5pPr marL="2286000" indent="-228600" algn="l">
              <a:lnSpc>
                <a:spcPct val="90000"/>
              </a:lnSpc>
              <a:spcBef>
                <a:spcPts val="1200"/>
              </a:spcBef>
              <a:spcAft>
                <a:spcPts val="0"/>
              </a:spcAft>
              <a:buClr>
                <a:schemeClr val="dk1"/>
              </a:buClr>
              <a:buSzPts val="375"/>
              <a:buNone/>
              <a:defRPr sz="375"/>
            </a:lvl5pPr>
            <a:lvl6pPr marL="2743200" indent="-228600" algn="l">
              <a:lnSpc>
                <a:spcPct val="90000"/>
              </a:lnSpc>
              <a:spcBef>
                <a:spcPts val="1200"/>
              </a:spcBef>
              <a:spcAft>
                <a:spcPts val="0"/>
              </a:spcAft>
              <a:buClr>
                <a:schemeClr val="dk1"/>
              </a:buClr>
              <a:buSzPts val="375"/>
              <a:buNone/>
              <a:defRPr sz="375"/>
            </a:lvl6pPr>
            <a:lvl7pPr marL="3200400" indent="-228600" algn="l">
              <a:lnSpc>
                <a:spcPct val="90000"/>
              </a:lnSpc>
              <a:spcBef>
                <a:spcPts val="1200"/>
              </a:spcBef>
              <a:spcAft>
                <a:spcPts val="0"/>
              </a:spcAft>
              <a:buClr>
                <a:schemeClr val="dk1"/>
              </a:buClr>
              <a:buSzPts val="375"/>
              <a:buNone/>
              <a:defRPr sz="375"/>
            </a:lvl7pPr>
            <a:lvl8pPr marL="3657600" indent="-228600" algn="l">
              <a:lnSpc>
                <a:spcPct val="90000"/>
              </a:lnSpc>
              <a:spcBef>
                <a:spcPts val="1200"/>
              </a:spcBef>
              <a:spcAft>
                <a:spcPts val="0"/>
              </a:spcAft>
              <a:buClr>
                <a:schemeClr val="dk1"/>
              </a:buClr>
              <a:buSzPts val="375"/>
              <a:buNone/>
              <a:defRPr sz="375"/>
            </a:lvl8pPr>
            <a:lvl9pPr marL="4114800" indent="-228600" algn="l">
              <a:lnSpc>
                <a:spcPct val="90000"/>
              </a:lnSpc>
              <a:spcBef>
                <a:spcPts val="1200"/>
              </a:spcBef>
              <a:spcAft>
                <a:spcPts val="1200"/>
              </a:spcAft>
              <a:buClr>
                <a:schemeClr val="dk1"/>
              </a:buClr>
              <a:buSzPts val="375"/>
              <a:buNone/>
              <a:defRPr sz="375"/>
            </a:lvl9pPr>
          </a:lstStyle>
          <a:p xmlns:a="http://schemas.openxmlformats.org/drawingml/2006/main"/>
        </p:txBody>
      </p:sp>
      <p:sp>
        <p:nvSpPr>
          <p:cNvPr id="882" name="Google Shape;882;p122">
            <a:extLst xmlns:a="http://schemas.openxmlformats.org/drawingml/2006/main">
              <a:ext uri="{FF2B5EF4-FFF2-40B4-BE49-F238E27FC236}">
                <a16:creationId xmlns:a16="http://schemas.microsoft.com/office/drawing/2014/main" id="{F7846F5B-BF35-4987-9940-6CB5AFF9446F}"/>
              </a:ext>
            </a:extLst>
          </p:cNvPr>
          <p:cNvSpPr>
            <a:spLocks xmlns:a="http://schemas.openxmlformats.org/drawingml/2006/main" noGrp="1"/>
          </p:cNvSpPr>
          <p:nvPr>
            <p:ph type="body" idx="4"/>
          </p:nvPr>
        </p:nvSpPr>
        <p:spPr>
          <a:xfrm xmlns:a="http://schemas.openxmlformats.org/drawingml/2006/main">
            <a:off x="4623953" y="3996251"/>
            <a:ext cx="2116800" cy="659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spAutoFit/>
          </a:bodyPr>
          <a:lstStyle xmlns:a="http://schemas.openxmlformats.org/drawingml/2006/main">
            <a:lvl1pPr marL="457200" indent="-228600" algn="l">
              <a:lnSpc>
                <a:spcPct val="110000"/>
              </a:lnSpc>
              <a:spcBef>
                <a:spcPts val="0"/>
              </a:spcBef>
              <a:spcAft>
                <a:spcPts val="0"/>
              </a:spcAft>
              <a:buClr>
                <a:schemeClr val="dk1"/>
              </a:buClr>
              <a:buSzPts val="750"/>
              <a:buFont typeface="Arial"/>
              <a:buNone/>
              <a:defRPr sz="750">
                <a:solidFill>
                  <a:schemeClr val="dk1"/>
                </a:solidFill>
              </a:defRPr>
            </a:lvl1pPr>
            <a:lvl2pPr marL="914400" indent="-228600" algn="l">
              <a:lnSpc>
                <a:spcPct val="90000"/>
              </a:lnSpc>
              <a:spcBef>
                <a:spcPts val="1200"/>
              </a:spcBef>
              <a:spcAft>
                <a:spcPts val="0"/>
              </a:spcAft>
              <a:buClr>
                <a:schemeClr val="dk1"/>
              </a:buClr>
              <a:buSzPts val="525"/>
              <a:buNone/>
              <a:defRPr sz="525"/>
            </a:lvl2pPr>
            <a:lvl3pPr marL="1371600" indent="-228600" algn="l">
              <a:lnSpc>
                <a:spcPct val="90000"/>
              </a:lnSpc>
              <a:spcBef>
                <a:spcPts val="1200"/>
              </a:spcBef>
              <a:spcAft>
                <a:spcPts val="0"/>
              </a:spcAft>
              <a:buClr>
                <a:schemeClr val="dk1"/>
              </a:buClr>
              <a:buSzPts val="450"/>
              <a:buNone/>
              <a:defRPr sz="450"/>
            </a:lvl3pPr>
            <a:lvl4pPr marL="1828800" indent="-228600" algn="l">
              <a:lnSpc>
                <a:spcPct val="90000"/>
              </a:lnSpc>
              <a:spcBef>
                <a:spcPts val="1200"/>
              </a:spcBef>
              <a:spcAft>
                <a:spcPts val="0"/>
              </a:spcAft>
              <a:buClr>
                <a:schemeClr val="dk1"/>
              </a:buClr>
              <a:buSzPts val="375"/>
              <a:buNone/>
              <a:defRPr sz="375"/>
            </a:lvl4pPr>
            <a:lvl5pPr marL="2286000" indent="-228600" algn="l">
              <a:lnSpc>
                <a:spcPct val="90000"/>
              </a:lnSpc>
              <a:spcBef>
                <a:spcPts val="1200"/>
              </a:spcBef>
              <a:spcAft>
                <a:spcPts val="0"/>
              </a:spcAft>
              <a:buClr>
                <a:schemeClr val="dk1"/>
              </a:buClr>
              <a:buSzPts val="375"/>
              <a:buNone/>
              <a:defRPr sz="375"/>
            </a:lvl5pPr>
            <a:lvl6pPr marL="2743200" indent="-228600" algn="l">
              <a:lnSpc>
                <a:spcPct val="90000"/>
              </a:lnSpc>
              <a:spcBef>
                <a:spcPts val="1200"/>
              </a:spcBef>
              <a:spcAft>
                <a:spcPts val="0"/>
              </a:spcAft>
              <a:buClr>
                <a:schemeClr val="dk1"/>
              </a:buClr>
              <a:buSzPts val="375"/>
              <a:buNone/>
              <a:defRPr sz="375"/>
            </a:lvl6pPr>
            <a:lvl7pPr marL="3200400" indent="-228600" algn="l">
              <a:lnSpc>
                <a:spcPct val="90000"/>
              </a:lnSpc>
              <a:spcBef>
                <a:spcPts val="1200"/>
              </a:spcBef>
              <a:spcAft>
                <a:spcPts val="0"/>
              </a:spcAft>
              <a:buClr>
                <a:schemeClr val="dk1"/>
              </a:buClr>
              <a:buSzPts val="375"/>
              <a:buNone/>
              <a:defRPr sz="375"/>
            </a:lvl7pPr>
            <a:lvl8pPr marL="3657600" indent="-228600" algn="l">
              <a:lnSpc>
                <a:spcPct val="90000"/>
              </a:lnSpc>
              <a:spcBef>
                <a:spcPts val="1200"/>
              </a:spcBef>
              <a:spcAft>
                <a:spcPts val="0"/>
              </a:spcAft>
              <a:buClr>
                <a:schemeClr val="dk1"/>
              </a:buClr>
              <a:buSzPts val="375"/>
              <a:buNone/>
              <a:defRPr sz="375"/>
            </a:lvl8pPr>
            <a:lvl9pPr marL="4114800" indent="-228600" algn="l">
              <a:lnSpc>
                <a:spcPct val="90000"/>
              </a:lnSpc>
              <a:spcBef>
                <a:spcPts val="1200"/>
              </a:spcBef>
              <a:spcAft>
                <a:spcPts val="1200"/>
              </a:spcAft>
              <a:buClr>
                <a:schemeClr val="dk1"/>
              </a:buClr>
              <a:buSzPts val="375"/>
              <a:buNone/>
              <a:defRPr sz="375"/>
            </a:lvl9pPr>
          </a:lstStyle>
          <a:p xmlns:a="http://schemas.openxmlformats.org/drawingml/2006/main"/>
        </p:txBody>
      </p:sp>
      <p:sp>
        <p:nvSpPr>
          <p:cNvPr id="883" name="Google Shape;883;p122">
            <a:extLst xmlns:a="http://schemas.openxmlformats.org/drawingml/2006/main">
              <a:ext uri="{FF2B5EF4-FFF2-40B4-BE49-F238E27FC236}">
                <a16:creationId xmlns:a16="http://schemas.microsoft.com/office/drawing/2014/main" id="{FEA45E4C-FF56-43BB-A852-3916ABABF95B}"/>
              </a:ext>
            </a:extLst>
          </p:cNvPr>
          <p:cNvSpPr>
            <a:spLocks xmlns:a="http://schemas.openxmlformats.org/drawingml/2006/main" noGrp="1"/>
          </p:cNvSpPr>
          <p:nvPr>
            <p:ph type="body" idx="5"/>
          </p:nvPr>
        </p:nvSpPr>
        <p:spPr>
          <a:xfrm xmlns:a="http://schemas.openxmlformats.org/drawingml/2006/main">
            <a:off x="6835266" y="3996251"/>
            <a:ext cx="2116800" cy="659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spAutoFit/>
          </a:bodyPr>
          <a:lstStyle xmlns:a="http://schemas.openxmlformats.org/drawingml/2006/main">
            <a:lvl1pPr marL="457200" indent="-228600" algn="l">
              <a:lnSpc>
                <a:spcPct val="110000"/>
              </a:lnSpc>
              <a:spcBef>
                <a:spcPts val="0"/>
              </a:spcBef>
              <a:spcAft>
                <a:spcPts val="0"/>
              </a:spcAft>
              <a:buClr>
                <a:schemeClr val="dk1"/>
              </a:buClr>
              <a:buSzPts val="750"/>
              <a:buFont typeface="Arial"/>
              <a:buNone/>
              <a:defRPr sz="750">
                <a:solidFill>
                  <a:schemeClr val="dk1"/>
                </a:solidFill>
              </a:defRPr>
            </a:lvl1pPr>
            <a:lvl2pPr marL="914400" indent="-228600" algn="l">
              <a:lnSpc>
                <a:spcPct val="90000"/>
              </a:lnSpc>
              <a:spcBef>
                <a:spcPts val="1200"/>
              </a:spcBef>
              <a:spcAft>
                <a:spcPts val="0"/>
              </a:spcAft>
              <a:buClr>
                <a:schemeClr val="dk1"/>
              </a:buClr>
              <a:buSzPts val="525"/>
              <a:buNone/>
              <a:defRPr sz="525"/>
            </a:lvl2pPr>
            <a:lvl3pPr marL="1371600" indent="-228600" algn="l">
              <a:lnSpc>
                <a:spcPct val="90000"/>
              </a:lnSpc>
              <a:spcBef>
                <a:spcPts val="1200"/>
              </a:spcBef>
              <a:spcAft>
                <a:spcPts val="0"/>
              </a:spcAft>
              <a:buClr>
                <a:schemeClr val="dk1"/>
              </a:buClr>
              <a:buSzPts val="450"/>
              <a:buNone/>
              <a:defRPr sz="450"/>
            </a:lvl3pPr>
            <a:lvl4pPr marL="1828800" indent="-228600" algn="l">
              <a:lnSpc>
                <a:spcPct val="90000"/>
              </a:lnSpc>
              <a:spcBef>
                <a:spcPts val="1200"/>
              </a:spcBef>
              <a:spcAft>
                <a:spcPts val="0"/>
              </a:spcAft>
              <a:buClr>
                <a:schemeClr val="dk1"/>
              </a:buClr>
              <a:buSzPts val="375"/>
              <a:buNone/>
              <a:defRPr sz="375"/>
            </a:lvl4pPr>
            <a:lvl5pPr marL="2286000" indent="-228600" algn="l">
              <a:lnSpc>
                <a:spcPct val="90000"/>
              </a:lnSpc>
              <a:spcBef>
                <a:spcPts val="1200"/>
              </a:spcBef>
              <a:spcAft>
                <a:spcPts val="0"/>
              </a:spcAft>
              <a:buClr>
                <a:schemeClr val="dk1"/>
              </a:buClr>
              <a:buSzPts val="375"/>
              <a:buNone/>
              <a:defRPr sz="375"/>
            </a:lvl5pPr>
            <a:lvl6pPr marL="2743200" indent="-228600" algn="l">
              <a:lnSpc>
                <a:spcPct val="90000"/>
              </a:lnSpc>
              <a:spcBef>
                <a:spcPts val="1200"/>
              </a:spcBef>
              <a:spcAft>
                <a:spcPts val="0"/>
              </a:spcAft>
              <a:buClr>
                <a:schemeClr val="dk1"/>
              </a:buClr>
              <a:buSzPts val="375"/>
              <a:buNone/>
              <a:defRPr sz="375"/>
            </a:lvl6pPr>
            <a:lvl7pPr marL="3200400" indent="-228600" algn="l">
              <a:lnSpc>
                <a:spcPct val="90000"/>
              </a:lnSpc>
              <a:spcBef>
                <a:spcPts val="1200"/>
              </a:spcBef>
              <a:spcAft>
                <a:spcPts val="0"/>
              </a:spcAft>
              <a:buClr>
                <a:schemeClr val="dk1"/>
              </a:buClr>
              <a:buSzPts val="375"/>
              <a:buNone/>
              <a:defRPr sz="375"/>
            </a:lvl7pPr>
            <a:lvl8pPr marL="3657600" indent="-228600" algn="l">
              <a:lnSpc>
                <a:spcPct val="90000"/>
              </a:lnSpc>
              <a:spcBef>
                <a:spcPts val="1200"/>
              </a:spcBef>
              <a:spcAft>
                <a:spcPts val="0"/>
              </a:spcAft>
              <a:buClr>
                <a:schemeClr val="dk1"/>
              </a:buClr>
              <a:buSzPts val="375"/>
              <a:buNone/>
              <a:defRPr sz="375"/>
            </a:lvl8pPr>
            <a:lvl9pPr marL="4114800" indent="-228600" algn="l">
              <a:lnSpc>
                <a:spcPct val="90000"/>
              </a:lnSpc>
              <a:spcBef>
                <a:spcPts val="1200"/>
              </a:spcBef>
              <a:spcAft>
                <a:spcPts val="1200"/>
              </a:spcAft>
              <a:buClr>
                <a:schemeClr val="dk1"/>
              </a:buClr>
              <a:buSzPts val="375"/>
              <a:buNone/>
              <a:defRPr sz="375"/>
            </a:lvl9pPr>
          </a:lstStyle>
          <a:p xmlns:a="http://schemas.openxmlformats.org/drawingml/2006/main"/>
        </p:txBody>
      </p:sp>
      <p:sp>
        <p:nvSpPr>
          <p:cNvPr id="884" name="Google Shape;884;p122">
            <a:extLst xmlns:a="http://schemas.openxmlformats.org/drawingml/2006/main">
              <a:ext uri="{FF2B5EF4-FFF2-40B4-BE49-F238E27FC236}">
                <a16:creationId xmlns:a16="http://schemas.microsoft.com/office/drawing/2014/main" id="{2AD8B6B8-E9E2-46A1-91C5-303979F99506}"/>
              </a:ext>
            </a:extLst>
          </p:cNvPr>
          <p:cNvSpPr>
            <a:spLocks xmlns:a="http://schemas.openxmlformats.org/drawingml/2006/main" noGrp="1"/>
          </p:cNvSpPr>
          <p:nvPr>
            <p:ph type="pic" idx="6"/>
          </p:nvPr>
        </p:nvSpPr>
        <p:spPr>
          <a:xfrm xmlns:a="http://schemas.openxmlformats.org/drawingml/2006/main">
            <a:off x="2426834" y="228600"/>
            <a:ext cx="2092200" cy="3636600"/>
          </a:xfrm>
          <a:prstGeom xmlns:a="http://schemas.openxmlformats.org/drawingml/2006/main" prst="roundRect">
            <a:avLst>
              <a:gd name="adj" fmla="val 3132"/>
            </a:avLst>
          </a:prstGeom>
          <a:noFill xmlns:a="http://schemas.openxmlformats.org/drawingml/2006/main"/>
          <a:ln xmlns:a="http://schemas.openxmlformats.org/drawingml/2006/main">
            <a:noFill/>
          </a:ln>
        </p:spPr>
      </p:sp>
      <p:sp>
        <p:nvSpPr>
          <p:cNvPr id="885" name="Google Shape;885;p122">
            <a:extLst xmlns:a="http://schemas.openxmlformats.org/drawingml/2006/main">
              <a:ext uri="{FF2B5EF4-FFF2-40B4-BE49-F238E27FC236}">
                <a16:creationId xmlns:a16="http://schemas.microsoft.com/office/drawing/2014/main" id="{98466500-E3FA-4A57-A290-5DEB6EC6D210}"/>
              </a:ext>
            </a:extLst>
          </p:cNvPr>
          <p:cNvSpPr>
            <a:spLocks xmlns:a="http://schemas.openxmlformats.org/drawingml/2006/main" noGrp="1"/>
          </p:cNvSpPr>
          <p:nvPr>
            <p:ph type="pic" idx="7"/>
          </p:nvPr>
        </p:nvSpPr>
        <p:spPr>
          <a:xfrm xmlns:a="http://schemas.openxmlformats.org/drawingml/2006/main">
            <a:off x="4625068" y="228600"/>
            <a:ext cx="2092200" cy="3636600"/>
          </a:xfrm>
          <a:prstGeom xmlns:a="http://schemas.openxmlformats.org/drawingml/2006/main" prst="roundRect">
            <a:avLst>
              <a:gd name="adj" fmla="val 3132"/>
            </a:avLst>
          </a:prstGeom>
          <a:noFill xmlns:a="http://schemas.openxmlformats.org/drawingml/2006/main"/>
          <a:ln xmlns:a="http://schemas.openxmlformats.org/drawingml/2006/main">
            <a:noFill/>
          </a:ln>
        </p:spPr>
      </p:sp>
      <p:sp>
        <p:nvSpPr>
          <p:cNvPr id="886" name="Google Shape;886;p122">
            <a:extLst xmlns:a="http://schemas.openxmlformats.org/drawingml/2006/main">
              <a:ext uri="{FF2B5EF4-FFF2-40B4-BE49-F238E27FC236}">
                <a16:creationId xmlns:a16="http://schemas.microsoft.com/office/drawing/2014/main" id="{D6F16A48-67BF-4C0A-BCF4-0DAA5EECFF50}"/>
              </a:ext>
            </a:extLst>
          </p:cNvPr>
          <p:cNvSpPr>
            <a:spLocks xmlns:a="http://schemas.openxmlformats.org/drawingml/2006/main" noGrp="1"/>
          </p:cNvSpPr>
          <p:nvPr>
            <p:ph type="pic" idx="8"/>
          </p:nvPr>
        </p:nvSpPr>
        <p:spPr>
          <a:xfrm xmlns:a="http://schemas.openxmlformats.org/drawingml/2006/main">
            <a:off x="6823301" y="228600"/>
            <a:ext cx="2092200" cy="3636600"/>
          </a:xfrm>
          <a:prstGeom xmlns:a="http://schemas.openxmlformats.org/drawingml/2006/main" prst="roundRect">
            <a:avLst>
              <a:gd name="adj" fmla="val 3132"/>
            </a:avLst>
          </a:prstGeom>
          <a:noFill xmlns:a="http://schemas.openxmlformats.org/drawingml/2006/main"/>
          <a:ln xmlns:a="http://schemas.openxmlformats.org/drawingml/2006/main">
            <a:noFill/>
          </a:ln>
        </p:spPr>
      </p:sp>
      <p:pic>
        <p:nvPicPr>
          <p:cNvPr id="896" name="Google Shape;887;p122"/>
          <p:cNvPicPr>
            <a:picLocks xmlns:a="http://schemas.openxmlformats.org/drawingml/2006/main" noChangeAspect="1"/>
          </p:cNvPicPr>
          <p:nvPr/>
        </p:nvPicPr>
        <p:blipFill>
          <a:blip xmlns:r="http://schemas.openxmlformats.org/officeDocument/2006/relationships" xmlns:a="http://schemas.openxmlformats.org/drawingml/2006/main" r:embed="R6c8c4d23ce4c4877">
            <a:alphaModFix/>
          </a:blip>
          <a:stretch xmlns:a="http://schemas.openxmlformats.org/drawingml/2006/main">
            <a:fillRect l="0" t="0" r="0" b="0"/>
          </a:stretch>
        </p:blipFill>
        <p:spPr>
          <a:xfrm xmlns:a="http://schemas.openxmlformats.org/drawingml/2006/main">
            <a:off x="228600" y="4836074"/>
            <a:ext cx="153925" cy="153925"/>
          </a:xfrm>
          <a:prstGeom xmlns:a="http://schemas.openxmlformats.org/drawingml/2006/main" prst="rect">
            <a:avLst/>
          </a:prstGeom>
          <a:ln xmlns:a="http://schemas.openxmlformats.org/drawingml/2006/main">
            <a:noFill/>
          </a:ln>
        </p:spPr>
      </p:pic>
    </p:spTree>
  </p:cSld>
</p:sldLayout>
</file>

<file path=ppt/slideLayouts/slideLayout121.xml><?xml version="1.0" encoding="utf-8"?>
<p:sldLayout xmlns:p="http://schemas.openxmlformats.org/presentationml/2006/main" matchingName="Content - 4 cards b">
  <p:cSld name="4 imgs + titles">
    <p:spTree>
      <p:nvGrpSpPr>
        <p:cNvPr id="1" name=""/>
        <p:cNvGrpSpPr/>
        <p:nvPr/>
      </p:nvGrpSpPr>
      <p:grpSpPr>
        <a:xfrm xmlns:a="http://schemas.openxmlformats.org/drawingml/2006/main"/>
      </p:grpSpPr>
      <p:sp>
        <p:nvSpPr>
          <p:cNvPr id="889" name="Google Shape;889;p123">
            <a:extLst xmlns:a="http://schemas.openxmlformats.org/drawingml/2006/main">
              <a:ext uri="{FF2B5EF4-FFF2-40B4-BE49-F238E27FC236}">
                <a16:creationId xmlns:a16="http://schemas.microsoft.com/office/drawing/2014/main" id="{00316976-3FCD-4976-96BE-02F3918E8E88}"/>
              </a:ext>
            </a:extLst>
          </p:cNvPr>
          <p:cNvSpPr>
            <a:spLocks xmlns:a="http://schemas.openxmlformats.org/drawingml/2006/main" noGrp="1"/>
          </p:cNvSpPr>
          <p:nvPr>
            <p:ph type="body" idx="1"/>
          </p:nvPr>
        </p:nvSpPr>
        <p:spPr>
          <a:xfrm xmlns:a="http://schemas.openxmlformats.org/drawingml/2006/main">
            <a:off x="201327" y="3996251"/>
            <a:ext cx="2116800" cy="426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spAutoFit/>
          </a:bodyPr>
          <a:lstStyle xmlns:a="http://schemas.openxmlformats.org/drawingml/2006/main">
            <a:lvl1pPr marL="457200" indent="-228600" algn="l">
              <a:lnSpc>
                <a:spcPct val="90000"/>
              </a:lnSpc>
              <a:spcBef>
                <a:spcPts val="300"/>
              </a:spcBef>
              <a:spcAft>
                <a:spcPts val="0"/>
              </a:spcAft>
              <a:buClr>
                <a:schemeClr val="dk1"/>
              </a:buClr>
              <a:buSzPts val="1275"/>
              <a:buFont typeface="Arial"/>
              <a:buNone/>
              <a:defRPr sz="1275">
                <a:solidFill>
                  <a:schemeClr val="dk1"/>
                </a:solidFill>
              </a:defRPr>
            </a:lvl1pPr>
            <a:lvl2pPr marL="914400" indent="-228600" algn="l">
              <a:lnSpc>
                <a:spcPct val="90000"/>
              </a:lnSpc>
              <a:spcBef>
                <a:spcPts val="1200"/>
              </a:spcBef>
              <a:spcAft>
                <a:spcPts val="0"/>
              </a:spcAft>
              <a:buClr>
                <a:schemeClr val="dk1"/>
              </a:buClr>
              <a:buSzPts val="525"/>
              <a:buNone/>
              <a:defRPr sz="525"/>
            </a:lvl2pPr>
            <a:lvl3pPr marL="1371600" indent="-228600" algn="l">
              <a:lnSpc>
                <a:spcPct val="90000"/>
              </a:lnSpc>
              <a:spcBef>
                <a:spcPts val="1200"/>
              </a:spcBef>
              <a:spcAft>
                <a:spcPts val="0"/>
              </a:spcAft>
              <a:buClr>
                <a:schemeClr val="dk1"/>
              </a:buClr>
              <a:buSzPts val="450"/>
              <a:buNone/>
              <a:defRPr sz="450"/>
            </a:lvl3pPr>
            <a:lvl4pPr marL="1828800" indent="-228600" algn="l">
              <a:lnSpc>
                <a:spcPct val="90000"/>
              </a:lnSpc>
              <a:spcBef>
                <a:spcPts val="1200"/>
              </a:spcBef>
              <a:spcAft>
                <a:spcPts val="0"/>
              </a:spcAft>
              <a:buClr>
                <a:schemeClr val="dk1"/>
              </a:buClr>
              <a:buSzPts val="375"/>
              <a:buNone/>
              <a:defRPr sz="375"/>
            </a:lvl4pPr>
            <a:lvl5pPr marL="2286000" indent="-228600" algn="l">
              <a:lnSpc>
                <a:spcPct val="90000"/>
              </a:lnSpc>
              <a:spcBef>
                <a:spcPts val="1200"/>
              </a:spcBef>
              <a:spcAft>
                <a:spcPts val="0"/>
              </a:spcAft>
              <a:buClr>
                <a:schemeClr val="dk1"/>
              </a:buClr>
              <a:buSzPts val="375"/>
              <a:buNone/>
              <a:defRPr sz="375"/>
            </a:lvl5pPr>
            <a:lvl6pPr marL="2743200" indent="-228600" algn="l">
              <a:lnSpc>
                <a:spcPct val="90000"/>
              </a:lnSpc>
              <a:spcBef>
                <a:spcPts val="1200"/>
              </a:spcBef>
              <a:spcAft>
                <a:spcPts val="0"/>
              </a:spcAft>
              <a:buClr>
                <a:schemeClr val="dk1"/>
              </a:buClr>
              <a:buSzPts val="375"/>
              <a:buNone/>
              <a:defRPr sz="375"/>
            </a:lvl6pPr>
            <a:lvl7pPr marL="3200400" indent="-228600" algn="l">
              <a:lnSpc>
                <a:spcPct val="90000"/>
              </a:lnSpc>
              <a:spcBef>
                <a:spcPts val="1200"/>
              </a:spcBef>
              <a:spcAft>
                <a:spcPts val="0"/>
              </a:spcAft>
              <a:buClr>
                <a:schemeClr val="dk1"/>
              </a:buClr>
              <a:buSzPts val="375"/>
              <a:buNone/>
              <a:defRPr sz="375"/>
            </a:lvl7pPr>
            <a:lvl8pPr marL="3657600" indent="-228600" algn="l">
              <a:lnSpc>
                <a:spcPct val="90000"/>
              </a:lnSpc>
              <a:spcBef>
                <a:spcPts val="1200"/>
              </a:spcBef>
              <a:spcAft>
                <a:spcPts val="0"/>
              </a:spcAft>
              <a:buClr>
                <a:schemeClr val="dk1"/>
              </a:buClr>
              <a:buSzPts val="375"/>
              <a:buNone/>
              <a:defRPr sz="375"/>
            </a:lvl8pPr>
            <a:lvl9pPr marL="4114800" indent="-228600" algn="l">
              <a:lnSpc>
                <a:spcPct val="90000"/>
              </a:lnSpc>
              <a:spcBef>
                <a:spcPts val="1200"/>
              </a:spcBef>
              <a:spcAft>
                <a:spcPts val="1200"/>
              </a:spcAft>
              <a:buClr>
                <a:schemeClr val="dk1"/>
              </a:buClr>
              <a:buSzPts val="375"/>
              <a:buNone/>
              <a:defRPr sz="375"/>
            </a:lvl9pPr>
          </a:lstStyle>
          <a:p xmlns:a="http://schemas.openxmlformats.org/drawingml/2006/main"/>
        </p:txBody>
      </p:sp>
      <p:sp>
        <p:nvSpPr>
          <p:cNvPr id="890" name="Google Shape;890;p123">
            <a:extLst xmlns:a="http://schemas.openxmlformats.org/drawingml/2006/main">
              <a:ext uri="{FF2B5EF4-FFF2-40B4-BE49-F238E27FC236}">
                <a16:creationId xmlns:a16="http://schemas.microsoft.com/office/drawing/2014/main" id="{CB76CEC3-C541-45A7-92F6-FFA075E2EDE1}"/>
              </a:ext>
            </a:extLst>
          </p:cNvPr>
          <p:cNvSpPr>
            <a:spLocks xmlns:a="http://schemas.openxmlformats.org/drawingml/2006/main" noGrp="1"/>
          </p:cNvSpPr>
          <p:nvPr>
            <p:ph type="body" idx="2"/>
          </p:nvPr>
        </p:nvSpPr>
        <p:spPr>
          <a:xfrm xmlns:a="http://schemas.openxmlformats.org/drawingml/2006/main">
            <a:off x="2412640" y="3996251"/>
            <a:ext cx="2116800" cy="426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spAutoFit/>
          </a:bodyPr>
          <a:lstStyle xmlns:a="http://schemas.openxmlformats.org/drawingml/2006/main">
            <a:lvl1pPr marL="457200" indent="-228600" algn="l">
              <a:lnSpc>
                <a:spcPct val="90000"/>
              </a:lnSpc>
              <a:spcBef>
                <a:spcPts val="300"/>
              </a:spcBef>
              <a:spcAft>
                <a:spcPts val="0"/>
              </a:spcAft>
              <a:buClr>
                <a:schemeClr val="dk1"/>
              </a:buClr>
              <a:buSzPts val="1275"/>
              <a:buFont typeface="Arial"/>
              <a:buNone/>
              <a:defRPr sz="1275">
                <a:solidFill>
                  <a:schemeClr val="dk1"/>
                </a:solidFill>
              </a:defRPr>
            </a:lvl1pPr>
            <a:lvl2pPr marL="914400" indent="-228600" algn="l">
              <a:lnSpc>
                <a:spcPct val="90000"/>
              </a:lnSpc>
              <a:spcBef>
                <a:spcPts val="1200"/>
              </a:spcBef>
              <a:spcAft>
                <a:spcPts val="0"/>
              </a:spcAft>
              <a:buClr>
                <a:schemeClr val="dk1"/>
              </a:buClr>
              <a:buSzPts val="525"/>
              <a:buNone/>
              <a:defRPr sz="525"/>
            </a:lvl2pPr>
            <a:lvl3pPr marL="1371600" indent="-228600" algn="l">
              <a:lnSpc>
                <a:spcPct val="90000"/>
              </a:lnSpc>
              <a:spcBef>
                <a:spcPts val="1200"/>
              </a:spcBef>
              <a:spcAft>
                <a:spcPts val="0"/>
              </a:spcAft>
              <a:buClr>
                <a:schemeClr val="dk1"/>
              </a:buClr>
              <a:buSzPts val="450"/>
              <a:buNone/>
              <a:defRPr sz="450"/>
            </a:lvl3pPr>
            <a:lvl4pPr marL="1828800" indent="-228600" algn="l">
              <a:lnSpc>
                <a:spcPct val="90000"/>
              </a:lnSpc>
              <a:spcBef>
                <a:spcPts val="1200"/>
              </a:spcBef>
              <a:spcAft>
                <a:spcPts val="0"/>
              </a:spcAft>
              <a:buClr>
                <a:schemeClr val="dk1"/>
              </a:buClr>
              <a:buSzPts val="375"/>
              <a:buNone/>
              <a:defRPr sz="375"/>
            </a:lvl4pPr>
            <a:lvl5pPr marL="2286000" indent="-228600" algn="l">
              <a:lnSpc>
                <a:spcPct val="90000"/>
              </a:lnSpc>
              <a:spcBef>
                <a:spcPts val="1200"/>
              </a:spcBef>
              <a:spcAft>
                <a:spcPts val="0"/>
              </a:spcAft>
              <a:buClr>
                <a:schemeClr val="dk1"/>
              </a:buClr>
              <a:buSzPts val="375"/>
              <a:buNone/>
              <a:defRPr sz="375"/>
            </a:lvl5pPr>
            <a:lvl6pPr marL="2743200" indent="-228600" algn="l">
              <a:lnSpc>
                <a:spcPct val="90000"/>
              </a:lnSpc>
              <a:spcBef>
                <a:spcPts val="1200"/>
              </a:spcBef>
              <a:spcAft>
                <a:spcPts val="0"/>
              </a:spcAft>
              <a:buClr>
                <a:schemeClr val="dk1"/>
              </a:buClr>
              <a:buSzPts val="375"/>
              <a:buNone/>
              <a:defRPr sz="375"/>
            </a:lvl6pPr>
            <a:lvl7pPr marL="3200400" indent="-228600" algn="l">
              <a:lnSpc>
                <a:spcPct val="90000"/>
              </a:lnSpc>
              <a:spcBef>
                <a:spcPts val="1200"/>
              </a:spcBef>
              <a:spcAft>
                <a:spcPts val="0"/>
              </a:spcAft>
              <a:buClr>
                <a:schemeClr val="dk1"/>
              </a:buClr>
              <a:buSzPts val="375"/>
              <a:buNone/>
              <a:defRPr sz="375"/>
            </a:lvl7pPr>
            <a:lvl8pPr marL="3657600" indent="-228600" algn="l">
              <a:lnSpc>
                <a:spcPct val="90000"/>
              </a:lnSpc>
              <a:spcBef>
                <a:spcPts val="1200"/>
              </a:spcBef>
              <a:spcAft>
                <a:spcPts val="0"/>
              </a:spcAft>
              <a:buClr>
                <a:schemeClr val="dk1"/>
              </a:buClr>
              <a:buSzPts val="375"/>
              <a:buNone/>
              <a:defRPr sz="375"/>
            </a:lvl8pPr>
            <a:lvl9pPr marL="4114800" indent="-228600" algn="l">
              <a:lnSpc>
                <a:spcPct val="90000"/>
              </a:lnSpc>
              <a:spcBef>
                <a:spcPts val="1200"/>
              </a:spcBef>
              <a:spcAft>
                <a:spcPts val="1200"/>
              </a:spcAft>
              <a:buClr>
                <a:schemeClr val="dk1"/>
              </a:buClr>
              <a:buSzPts val="375"/>
              <a:buNone/>
              <a:defRPr sz="375"/>
            </a:lvl9pPr>
          </a:lstStyle>
          <a:p xmlns:a="http://schemas.openxmlformats.org/drawingml/2006/main"/>
        </p:txBody>
      </p:sp>
      <p:sp>
        <p:nvSpPr>
          <p:cNvPr id="891" name="Google Shape;891;p123">
            <a:extLst xmlns:a="http://schemas.openxmlformats.org/drawingml/2006/main">
              <a:ext uri="{FF2B5EF4-FFF2-40B4-BE49-F238E27FC236}">
                <a16:creationId xmlns:a16="http://schemas.microsoft.com/office/drawing/2014/main" id="{7A7FFCAB-1B96-4AF9-8E06-5F817D94827D}"/>
              </a:ext>
            </a:extLst>
          </p:cNvPr>
          <p:cNvSpPr>
            <a:spLocks xmlns:a="http://schemas.openxmlformats.org/drawingml/2006/main" noGrp="1"/>
          </p:cNvSpPr>
          <p:nvPr>
            <p:ph type="body" idx="3"/>
          </p:nvPr>
        </p:nvSpPr>
        <p:spPr>
          <a:xfrm xmlns:a="http://schemas.openxmlformats.org/drawingml/2006/main">
            <a:off x="4623953" y="3996251"/>
            <a:ext cx="2116800" cy="426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spAutoFit/>
          </a:bodyPr>
          <a:lstStyle xmlns:a="http://schemas.openxmlformats.org/drawingml/2006/main">
            <a:lvl1pPr marL="457200" indent="-228600" algn="l">
              <a:lnSpc>
                <a:spcPct val="90000"/>
              </a:lnSpc>
              <a:spcBef>
                <a:spcPts val="300"/>
              </a:spcBef>
              <a:spcAft>
                <a:spcPts val="0"/>
              </a:spcAft>
              <a:buClr>
                <a:schemeClr val="dk1"/>
              </a:buClr>
              <a:buSzPts val="1275"/>
              <a:buFont typeface="Arial"/>
              <a:buNone/>
              <a:defRPr sz="1275">
                <a:solidFill>
                  <a:schemeClr val="dk1"/>
                </a:solidFill>
              </a:defRPr>
            </a:lvl1pPr>
            <a:lvl2pPr marL="914400" indent="-228600" algn="l">
              <a:lnSpc>
                <a:spcPct val="90000"/>
              </a:lnSpc>
              <a:spcBef>
                <a:spcPts val="1200"/>
              </a:spcBef>
              <a:spcAft>
                <a:spcPts val="0"/>
              </a:spcAft>
              <a:buClr>
                <a:schemeClr val="dk1"/>
              </a:buClr>
              <a:buSzPts val="525"/>
              <a:buNone/>
              <a:defRPr sz="525"/>
            </a:lvl2pPr>
            <a:lvl3pPr marL="1371600" indent="-228600" algn="l">
              <a:lnSpc>
                <a:spcPct val="90000"/>
              </a:lnSpc>
              <a:spcBef>
                <a:spcPts val="1200"/>
              </a:spcBef>
              <a:spcAft>
                <a:spcPts val="0"/>
              </a:spcAft>
              <a:buClr>
                <a:schemeClr val="dk1"/>
              </a:buClr>
              <a:buSzPts val="450"/>
              <a:buNone/>
              <a:defRPr sz="450"/>
            </a:lvl3pPr>
            <a:lvl4pPr marL="1828800" indent="-228600" algn="l">
              <a:lnSpc>
                <a:spcPct val="90000"/>
              </a:lnSpc>
              <a:spcBef>
                <a:spcPts val="1200"/>
              </a:spcBef>
              <a:spcAft>
                <a:spcPts val="0"/>
              </a:spcAft>
              <a:buClr>
                <a:schemeClr val="dk1"/>
              </a:buClr>
              <a:buSzPts val="375"/>
              <a:buNone/>
              <a:defRPr sz="375"/>
            </a:lvl4pPr>
            <a:lvl5pPr marL="2286000" indent="-228600" algn="l">
              <a:lnSpc>
                <a:spcPct val="90000"/>
              </a:lnSpc>
              <a:spcBef>
                <a:spcPts val="1200"/>
              </a:spcBef>
              <a:spcAft>
                <a:spcPts val="0"/>
              </a:spcAft>
              <a:buClr>
                <a:schemeClr val="dk1"/>
              </a:buClr>
              <a:buSzPts val="375"/>
              <a:buNone/>
              <a:defRPr sz="375"/>
            </a:lvl5pPr>
            <a:lvl6pPr marL="2743200" indent="-228600" algn="l">
              <a:lnSpc>
                <a:spcPct val="90000"/>
              </a:lnSpc>
              <a:spcBef>
                <a:spcPts val="1200"/>
              </a:spcBef>
              <a:spcAft>
                <a:spcPts val="0"/>
              </a:spcAft>
              <a:buClr>
                <a:schemeClr val="dk1"/>
              </a:buClr>
              <a:buSzPts val="375"/>
              <a:buNone/>
              <a:defRPr sz="375"/>
            </a:lvl6pPr>
            <a:lvl7pPr marL="3200400" indent="-228600" algn="l">
              <a:lnSpc>
                <a:spcPct val="90000"/>
              </a:lnSpc>
              <a:spcBef>
                <a:spcPts val="1200"/>
              </a:spcBef>
              <a:spcAft>
                <a:spcPts val="0"/>
              </a:spcAft>
              <a:buClr>
                <a:schemeClr val="dk1"/>
              </a:buClr>
              <a:buSzPts val="375"/>
              <a:buNone/>
              <a:defRPr sz="375"/>
            </a:lvl7pPr>
            <a:lvl8pPr marL="3657600" indent="-228600" algn="l">
              <a:lnSpc>
                <a:spcPct val="90000"/>
              </a:lnSpc>
              <a:spcBef>
                <a:spcPts val="1200"/>
              </a:spcBef>
              <a:spcAft>
                <a:spcPts val="0"/>
              </a:spcAft>
              <a:buClr>
                <a:schemeClr val="dk1"/>
              </a:buClr>
              <a:buSzPts val="375"/>
              <a:buNone/>
              <a:defRPr sz="375"/>
            </a:lvl8pPr>
            <a:lvl9pPr marL="4114800" indent="-228600" algn="l">
              <a:lnSpc>
                <a:spcPct val="90000"/>
              </a:lnSpc>
              <a:spcBef>
                <a:spcPts val="1200"/>
              </a:spcBef>
              <a:spcAft>
                <a:spcPts val="1200"/>
              </a:spcAft>
              <a:buClr>
                <a:schemeClr val="dk1"/>
              </a:buClr>
              <a:buSzPts val="375"/>
              <a:buNone/>
              <a:defRPr sz="375"/>
            </a:lvl9pPr>
          </a:lstStyle>
          <a:p xmlns:a="http://schemas.openxmlformats.org/drawingml/2006/main"/>
        </p:txBody>
      </p:sp>
      <p:sp>
        <p:nvSpPr>
          <p:cNvPr id="892" name="Google Shape;892;p123">
            <a:extLst xmlns:a="http://schemas.openxmlformats.org/drawingml/2006/main">
              <a:ext uri="{FF2B5EF4-FFF2-40B4-BE49-F238E27FC236}">
                <a16:creationId xmlns:a16="http://schemas.microsoft.com/office/drawing/2014/main" id="{0ED87FA5-1876-486A-A87A-51DC4230E8EF}"/>
              </a:ext>
            </a:extLst>
          </p:cNvPr>
          <p:cNvSpPr>
            <a:spLocks xmlns:a="http://schemas.openxmlformats.org/drawingml/2006/main" noGrp="1"/>
          </p:cNvSpPr>
          <p:nvPr>
            <p:ph type="body" idx="4"/>
          </p:nvPr>
        </p:nvSpPr>
        <p:spPr>
          <a:xfrm xmlns:a="http://schemas.openxmlformats.org/drawingml/2006/main">
            <a:off x="6835266" y="3996251"/>
            <a:ext cx="2116800" cy="426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spAutoFit/>
          </a:bodyPr>
          <a:lstStyle xmlns:a="http://schemas.openxmlformats.org/drawingml/2006/main">
            <a:lvl1pPr marL="457200" indent="-228600" algn="l">
              <a:lnSpc>
                <a:spcPct val="90000"/>
              </a:lnSpc>
              <a:spcBef>
                <a:spcPts val="300"/>
              </a:spcBef>
              <a:spcAft>
                <a:spcPts val="0"/>
              </a:spcAft>
              <a:buClr>
                <a:schemeClr val="dk1"/>
              </a:buClr>
              <a:buSzPts val="1275"/>
              <a:buFont typeface="Arial"/>
              <a:buNone/>
              <a:defRPr sz="1275">
                <a:solidFill>
                  <a:schemeClr val="dk1"/>
                </a:solidFill>
              </a:defRPr>
            </a:lvl1pPr>
            <a:lvl2pPr marL="914400" indent="-228600" algn="l">
              <a:lnSpc>
                <a:spcPct val="90000"/>
              </a:lnSpc>
              <a:spcBef>
                <a:spcPts val="1200"/>
              </a:spcBef>
              <a:spcAft>
                <a:spcPts val="0"/>
              </a:spcAft>
              <a:buClr>
                <a:schemeClr val="dk1"/>
              </a:buClr>
              <a:buSzPts val="525"/>
              <a:buNone/>
              <a:defRPr sz="525"/>
            </a:lvl2pPr>
            <a:lvl3pPr marL="1371600" indent="-228600" algn="l">
              <a:lnSpc>
                <a:spcPct val="90000"/>
              </a:lnSpc>
              <a:spcBef>
                <a:spcPts val="1200"/>
              </a:spcBef>
              <a:spcAft>
                <a:spcPts val="0"/>
              </a:spcAft>
              <a:buClr>
                <a:schemeClr val="dk1"/>
              </a:buClr>
              <a:buSzPts val="450"/>
              <a:buNone/>
              <a:defRPr sz="450"/>
            </a:lvl3pPr>
            <a:lvl4pPr marL="1828800" indent="-228600" algn="l">
              <a:lnSpc>
                <a:spcPct val="90000"/>
              </a:lnSpc>
              <a:spcBef>
                <a:spcPts val="1200"/>
              </a:spcBef>
              <a:spcAft>
                <a:spcPts val="0"/>
              </a:spcAft>
              <a:buClr>
                <a:schemeClr val="dk1"/>
              </a:buClr>
              <a:buSzPts val="375"/>
              <a:buNone/>
              <a:defRPr sz="375"/>
            </a:lvl4pPr>
            <a:lvl5pPr marL="2286000" indent="-228600" algn="l">
              <a:lnSpc>
                <a:spcPct val="90000"/>
              </a:lnSpc>
              <a:spcBef>
                <a:spcPts val="1200"/>
              </a:spcBef>
              <a:spcAft>
                <a:spcPts val="0"/>
              </a:spcAft>
              <a:buClr>
                <a:schemeClr val="dk1"/>
              </a:buClr>
              <a:buSzPts val="375"/>
              <a:buNone/>
              <a:defRPr sz="375"/>
            </a:lvl5pPr>
            <a:lvl6pPr marL="2743200" indent="-228600" algn="l">
              <a:lnSpc>
                <a:spcPct val="90000"/>
              </a:lnSpc>
              <a:spcBef>
                <a:spcPts val="1200"/>
              </a:spcBef>
              <a:spcAft>
                <a:spcPts val="0"/>
              </a:spcAft>
              <a:buClr>
                <a:schemeClr val="dk1"/>
              </a:buClr>
              <a:buSzPts val="375"/>
              <a:buNone/>
              <a:defRPr sz="375"/>
            </a:lvl6pPr>
            <a:lvl7pPr marL="3200400" indent="-228600" algn="l">
              <a:lnSpc>
                <a:spcPct val="90000"/>
              </a:lnSpc>
              <a:spcBef>
                <a:spcPts val="1200"/>
              </a:spcBef>
              <a:spcAft>
                <a:spcPts val="0"/>
              </a:spcAft>
              <a:buClr>
                <a:schemeClr val="dk1"/>
              </a:buClr>
              <a:buSzPts val="375"/>
              <a:buNone/>
              <a:defRPr sz="375"/>
            </a:lvl7pPr>
            <a:lvl8pPr marL="3657600" indent="-228600" algn="l">
              <a:lnSpc>
                <a:spcPct val="90000"/>
              </a:lnSpc>
              <a:spcBef>
                <a:spcPts val="1200"/>
              </a:spcBef>
              <a:spcAft>
                <a:spcPts val="0"/>
              </a:spcAft>
              <a:buClr>
                <a:schemeClr val="dk1"/>
              </a:buClr>
              <a:buSzPts val="375"/>
              <a:buNone/>
              <a:defRPr sz="375"/>
            </a:lvl8pPr>
            <a:lvl9pPr marL="4114800" indent="-228600" algn="l">
              <a:lnSpc>
                <a:spcPct val="90000"/>
              </a:lnSpc>
              <a:spcBef>
                <a:spcPts val="1200"/>
              </a:spcBef>
              <a:spcAft>
                <a:spcPts val="1200"/>
              </a:spcAft>
              <a:buClr>
                <a:schemeClr val="dk1"/>
              </a:buClr>
              <a:buSzPts val="375"/>
              <a:buNone/>
              <a:defRPr sz="375"/>
            </a:lvl9pPr>
          </a:lstStyle>
          <a:p xmlns:a="http://schemas.openxmlformats.org/drawingml/2006/main"/>
        </p:txBody>
      </p:sp>
      <p:sp>
        <p:nvSpPr>
          <p:cNvPr id="893" name="Google Shape;893;p123">
            <a:extLst xmlns:a="http://schemas.openxmlformats.org/drawingml/2006/main">
              <a:ext uri="{FF2B5EF4-FFF2-40B4-BE49-F238E27FC236}">
                <a16:creationId xmlns:a16="http://schemas.microsoft.com/office/drawing/2014/main" id="{54C29FE6-FD4C-43D7-9FD2-F6E504DD711D}"/>
              </a:ext>
            </a:extLst>
          </p:cNvPr>
          <p:cNvSpPr>
            <a:spLocks xmlns:a="http://schemas.openxmlformats.org/drawingml/2006/main" noGrp="1"/>
          </p:cNvSpPr>
          <p:nvPr>
            <p:ph type="pic" idx="5"/>
          </p:nvPr>
        </p:nvSpPr>
        <p:spPr>
          <a:xfrm xmlns:a="http://schemas.openxmlformats.org/drawingml/2006/main">
            <a:off x="228600" y="228600"/>
            <a:ext cx="2091900" cy="3636600"/>
          </a:xfrm>
          <a:prstGeom xmlns:a="http://schemas.openxmlformats.org/drawingml/2006/main" prst="roundRect">
            <a:avLst>
              <a:gd name="adj" fmla="val 3132"/>
            </a:avLst>
          </a:prstGeom>
          <a:noFill xmlns:a="http://schemas.openxmlformats.org/drawingml/2006/main"/>
          <a:ln xmlns:a="http://schemas.openxmlformats.org/drawingml/2006/main">
            <a:noFill/>
          </a:ln>
        </p:spPr>
      </p:sp>
      <p:sp>
        <p:nvSpPr>
          <p:cNvPr id="894" name="Google Shape;894;p123">
            <a:extLst xmlns:a="http://schemas.openxmlformats.org/drawingml/2006/main">
              <a:ext uri="{FF2B5EF4-FFF2-40B4-BE49-F238E27FC236}">
                <a16:creationId xmlns:a16="http://schemas.microsoft.com/office/drawing/2014/main" id="{F1596B5F-9681-4D9F-8C80-60D0787DD055}"/>
              </a:ext>
            </a:extLst>
          </p:cNvPr>
          <p:cNvSpPr>
            <a:spLocks xmlns:a="http://schemas.openxmlformats.org/drawingml/2006/main" noGrp="1"/>
          </p:cNvSpPr>
          <p:nvPr>
            <p:ph type="pic" idx="6"/>
          </p:nvPr>
        </p:nvSpPr>
        <p:spPr>
          <a:xfrm xmlns:a="http://schemas.openxmlformats.org/drawingml/2006/main">
            <a:off x="2426794" y="228600"/>
            <a:ext cx="2091900" cy="3636600"/>
          </a:xfrm>
          <a:prstGeom xmlns:a="http://schemas.openxmlformats.org/drawingml/2006/main" prst="roundRect">
            <a:avLst>
              <a:gd name="adj" fmla="val 3132"/>
            </a:avLst>
          </a:prstGeom>
          <a:noFill xmlns:a="http://schemas.openxmlformats.org/drawingml/2006/main"/>
          <a:ln xmlns:a="http://schemas.openxmlformats.org/drawingml/2006/main">
            <a:noFill/>
          </a:ln>
        </p:spPr>
      </p:sp>
      <p:sp>
        <p:nvSpPr>
          <p:cNvPr id="895" name="Google Shape;895;p123">
            <a:extLst xmlns:a="http://schemas.openxmlformats.org/drawingml/2006/main">
              <a:ext uri="{FF2B5EF4-FFF2-40B4-BE49-F238E27FC236}">
                <a16:creationId xmlns:a16="http://schemas.microsoft.com/office/drawing/2014/main" id="{72C1F4DC-EFFD-4F80-8B70-45FA2878BC40}"/>
              </a:ext>
            </a:extLst>
          </p:cNvPr>
          <p:cNvSpPr>
            <a:spLocks xmlns:a="http://schemas.openxmlformats.org/drawingml/2006/main" noGrp="1"/>
          </p:cNvSpPr>
          <p:nvPr>
            <p:ph type="pic" idx="7"/>
          </p:nvPr>
        </p:nvSpPr>
        <p:spPr>
          <a:xfrm xmlns:a="http://schemas.openxmlformats.org/drawingml/2006/main">
            <a:off x="4624988" y="228600"/>
            <a:ext cx="2091900" cy="3636600"/>
          </a:xfrm>
          <a:prstGeom xmlns:a="http://schemas.openxmlformats.org/drawingml/2006/main" prst="roundRect">
            <a:avLst>
              <a:gd name="adj" fmla="val 3132"/>
            </a:avLst>
          </a:prstGeom>
          <a:noFill xmlns:a="http://schemas.openxmlformats.org/drawingml/2006/main"/>
          <a:ln xmlns:a="http://schemas.openxmlformats.org/drawingml/2006/main">
            <a:noFill/>
          </a:ln>
        </p:spPr>
      </p:sp>
      <p:sp>
        <p:nvSpPr>
          <p:cNvPr id="896" name="Google Shape;896;p123">
            <a:extLst xmlns:a="http://schemas.openxmlformats.org/drawingml/2006/main">
              <a:ext uri="{FF2B5EF4-FFF2-40B4-BE49-F238E27FC236}">
                <a16:creationId xmlns:a16="http://schemas.microsoft.com/office/drawing/2014/main" id="{6F591918-0162-4195-8688-06A8BE926940}"/>
              </a:ext>
            </a:extLst>
          </p:cNvPr>
          <p:cNvSpPr>
            <a:spLocks xmlns:a="http://schemas.openxmlformats.org/drawingml/2006/main" noGrp="1"/>
          </p:cNvSpPr>
          <p:nvPr>
            <p:ph type="pic" idx="8"/>
          </p:nvPr>
        </p:nvSpPr>
        <p:spPr>
          <a:xfrm xmlns:a="http://schemas.openxmlformats.org/drawingml/2006/main">
            <a:off x="6823182" y="228600"/>
            <a:ext cx="2091900" cy="3636600"/>
          </a:xfrm>
          <a:prstGeom xmlns:a="http://schemas.openxmlformats.org/drawingml/2006/main" prst="roundRect">
            <a:avLst>
              <a:gd name="adj" fmla="val 3132"/>
            </a:avLst>
          </a:prstGeom>
          <a:noFill xmlns:a="http://schemas.openxmlformats.org/drawingml/2006/main"/>
          <a:ln xmlns:a="http://schemas.openxmlformats.org/drawingml/2006/main">
            <a:noFill/>
          </a:ln>
        </p:spPr>
      </p:sp>
      <p:pic>
        <p:nvPicPr>
          <p:cNvPr id="906" name="Google Shape;897;p123"/>
          <p:cNvPicPr>
            <a:picLocks xmlns:a="http://schemas.openxmlformats.org/drawingml/2006/main" noChangeAspect="1"/>
          </p:cNvPicPr>
          <p:nvPr/>
        </p:nvPicPr>
        <p:blipFill>
          <a:blip xmlns:r="http://schemas.openxmlformats.org/officeDocument/2006/relationships" xmlns:a="http://schemas.openxmlformats.org/drawingml/2006/main" r:embed="R039633e682634947">
            <a:alphaModFix/>
          </a:blip>
          <a:stretch xmlns:a="http://schemas.openxmlformats.org/drawingml/2006/main">
            <a:fillRect l="0" t="0" r="0" b="0"/>
          </a:stretch>
        </p:blipFill>
        <p:spPr>
          <a:xfrm xmlns:a="http://schemas.openxmlformats.org/drawingml/2006/main">
            <a:off x="228600" y="4836074"/>
            <a:ext cx="153925" cy="153925"/>
          </a:xfrm>
          <a:prstGeom xmlns:a="http://schemas.openxmlformats.org/drawingml/2006/main" prst="rect">
            <a:avLst/>
          </a:prstGeom>
          <a:ln xmlns:a="http://schemas.openxmlformats.org/drawingml/2006/main">
            <a:noFill/>
          </a:ln>
        </p:spPr>
      </p:pic>
    </p:spTree>
  </p:cSld>
</p:sldLayout>
</file>

<file path=ppt/slideLayouts/slideLayout122.xml><?xml version="1.0" encoding="utf-8"?>
<p:sldLayout xmlns:p="http://schemas.openxmlformats.org/presentationml/2006/main" matchingName="Content - 8 cards">
  <p:cSld name="8 imgs grid + body">
    <p:spTree>
      <p:nvGrpSpPr>
        <p:cNvPr id="1" name=""/>
        <p:cNvGrpSpPr/>
        <p:nvPr/>
      </p:nvGrpSpPr>
      <p:grpSpPr>
        <a:xfrm xmlns:a="http://schemas.openxmlformats.org/drawingml/2006/main"/>
      </p:grpSpPr>
      <p:sp>
        <p:nvSpPr>
          <p:cNvPr id="899" name="Google Shape;899;p124">
            <a:extLst xmlns:a="http://schemas.openxmlformats.org/drawingml/2006/main">
              <a:ext uri="{FF2B5EF4-FFF2-40B4-BE49-F238E27FC236}">
                <a16:creationId xmlns:a16="http://schemas.microsoft.com/office/drawing/2014/main" id="{9010C9C4-9C2F-422D-A2FC-F039BE83F077}"/>
              </a:ext>
            </a:extLst>
          </p:cNvPr>
          <p:cNvSpPr>
            <a:spLocks xmlns:a="http://schemas.openxmlformats.org/drawingml/2006/main" noGrp="1"/>
          </p:cNvSpPr>
          <p:nvPr>
            <p:ph type="body" idx="1"/>
          </p:nvPr>
        </p:nvSpPr>
        <p:spPr>
          <a:xfrm xmlns:a="http://schemas.openxmlformats.org/drawingml/2006/main">
            <a:off x="210187" y="1824138"/>
            <a:ext cx="2097600" cy="532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spAutoFit/>
          </a:bodyPr>
          <a:lstStyle xmlns:a="http://schemas.openxmlformats.org/drawingml/2006/main">
            <a:lvl1pPr marL="457200" indent="-228600" algn="l">
              <a:lnSpc>
                <a:spcPct val="110000"/>
              </a:lnSpc>
              <a:spcBef>
                <a:spcPts val="0"/>
              </a:spcBef>
              <a:spcAft>
                <a:spcPts val="0"/>
              </a:spcAft>
              <a:buClr>
                <a:schemeClr val="dk1"/>
              </a:buClr>
              <a:buSzPts val="750"/>
              <a:buFont typeface="Arial"/>
              <a:buNone/>
              <a:defRPr sz="750">
                <a:solidFill>
                  <a:schemeClr val="dk1"/>
                </a:solidFill>
              </a:defRPr>
            </a:lvl1pPr>
            <a:lvl2pPr marL="914400" indent="-228600" algn="l">
              <a:lnSpc>
                <a:spcPct val="90000"/>
              </a:lnSpc>
              <a:spcBef>
                <a:spcPts val="1200"/>
              </a:spcBef>
              <a:spcAft>
                <a:spcPts val="0"/>
              </a:spcAft>
              <a:buClr>
                <a:schemeClr val="dk1"/>
              </a:buClr>
              <a:buSzPts val="525"/>
              <a:buNone/>
              <a:defRPr sz="525"/>
            </a:lvl2pPr>
            <a:lvl3pPr marL="1371600" indent="-228600" algn="l">
              <a:lnSpc>
                <a:spcPct val="90000"/>
              </a:lnSpc>
              <a:spcBef>
                <a:spcPts val="1200"/>
              </a:spcBef>
              <a:spcAft>
                <a:spcPts val="0"/>
              </a:spcAft>
              <a:buClr>
                <a:schemeClr val="dk1"/>
              </a:buClr>
              <a:buSzPts val="450"/>
              <a:buNone/>
              <a:defRPr sz="450"/>
            </a:lvl3pPr>
            <a:lvl4pPr marL="1828800" indent="-228600" algn="l">
              <a:lnSpc>
                <a:spcPct val="90000"/>
              </a:lnSpc>
              <a:spcBef>
                <a:spcPts val="1200"/>
              </a:spcBef>
              <a:spcAft>
                <a:spcPts val="0"/>
              </a:spcAft>
              <a:buClr>
                <a:schemeClr val="dk1"/>
              </a:buClr>
              <a:buSzPts val="375"/>
              <a:buNone/>
              <a:defRPr sz="375"/>
            </a:lvl4pPr>
            <a:lvl5pPr marL="2286000" indent="-228600" algn="l">
              <a:lnSpc>
                <a:spcPct val="90000"/>
              </a:lnSpc>
              <a:spcBef>
                <a:spcPts val="1200"/>
              </a:spcBef>
              <a:spcAft>
                <a:spcPts val="0"/>
              </a:spcAft>
              <a:buClr>
                <a:schemeClr val="dk1"/>
              </a:buClr>
              <a:buSzPts val="375"/>
              <a:buNone/>
              <a:defRPr sz="375"/>
            </a:lvl5pPr>
            <a:lvl6pPr marL="2743200" indent="-228600" algn="l">
              <a:lnSpc>
                <a:spcPct val="90000"/>
              </a:lnSpc>
              <a:spcBef>
                <a:spcPts val="1200"/>
              </a:spcBef>
              <a:spcAft>
                <a:spcPts val="0"/>
              </a:spcAft>
              <a:buClr>
                <a:schemeClr val="dk1"/>
              </a:buClr>
              <a:buSzPts val="375"/>
              <a:buNone/>
              <a:defRPr sz="375"/>
            </a:lvl6pPr>
            <a:lvl7pPr marL="3200400" indent="-228600" algn="l">
              <a:lnSpc>
                <a:spcPct val="90000"/>
              </a:lnSpc>
              <a:spcBef>
                <a:spcPts val="1200"/>
              </a:spcBef>
              <a:spcAft>
                <a:spcPts val="0"/>
              </a:spcAft>
              <a:buClr>
                <a:schemeClr val="dk1"/>
              </a:buClr>
              <a:buSzPts val="375"/>
              <a:buNone/>
              <a:defRPr sz="375"/>
            </a:lvl7pPr>
            <a:lvl8pPr marL="3657600" indent="-228600" algn="l">
              <a:lnSpc>
                <a:spcPct val="90000"/>
              </a:lnSpc>
              <a:spcBef>
                <a:spcPts val="1200"/>
              </a:spcBef>
              <a:spcAft>
                <a:spcPts val="0"/>
              </a:spcAft>
              <a:buClr>
                <a:schemeClr val="dk1"/>
              </a:buClr>
              <a:buSzPts val="375"/>
              <a:buNone/>
              <a:defRPr sz="375"/>
            </a:lvl8pPr>
            <a:lvl9pPr marL="4114800" indent="-228600" algn="l">
              <a:lnSpc>
                <a:spcPct val="90000"/>
              </a:lnSpc>
              <a:spcBef>
                <a:spcPts val="1200"/>
              </a:spcBef>
              <a:spcAft>
                <a:spcPts val="1200"/>
              </a:spcAft>
              <a:buClr>
                <a:schemeClr val="dk1"/>
              </a:buClr>
              <a:buSzPts val="375"/>
              <a:buNone/>
              <a:defRPr sz="375"/>
            </a:lvl9pPr>
          </a:lstStyle>
          <a:p xmlns:a="http://schemas.openxmlformats.org/drawingml/2006/main"/>
        </p:txBody>
      </p:sp>
      <p:sp>
        <p:nvSpPr>
          <p:cNvPr id="900" name="Google Shape;900;p124">
            <a:extLst xmlns:a="http://schemas.openxmlformats.org/drawingml/2006/main">
              <a:ext uri="{FF2B5EF4-FFF2-40B4-BE49-F238E27FC236}">
                <a16:creationId xmlns:a16="http://schemas.microsoft.com/office/drawing/2014/main" id="{A430068C-04DB-4BE0-9052-4BE0143930D2}"/>
              </a:ext>
            </a:extLst>
          </p:cNvPr>
          <p:cNvSpPr>
            <a:spLocks xmlns:a="http://schemas.openxmlformats.org/drawingml/2006/main" noGrp="1"/>
          </p:cNvSpPr>
          <p:nvPr>
            <p:ph type="body" idx="2"/>
          </p:nvPr>
        </p:nvSpPr>
        <p:spPr>
          <a:xfrm xmlns:a="http://schemas.openxmlformats.org/drawingml/2006/main">
            <a:off x="2420801" y="1824138"/>
            <a:ext cx="2097600" cy="532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spAutoFit/>
          </a:bodyPr>
          <a:lstStyle xmlns:a="http://schemas.openxmlformats.org/drawingml/2006/main">
            <a:lvl1pPr marL="457200" indent="-228600" algn="l">
              <a:lnSpc>
                <a:spcPct val="110000"/>
              </a:lnSpc>
              <a:spcBef>
                <a:spcPts val="0"/>
              </a:spcBef>
              <a:spcAft>
                <a:spcPts val="0"/>
              </a:spcAft>
              <a:buClr>
                <a:schemeClr val="dk1"/>
              </a:buClr>
              <a:buSzPts val="750"/>
              <a:buFont typeface="Arial"/>
              <a:buNone/>
              <a:defRPr sz="750">
                <a:solidFill>
                  <a:schemeClr val="dk1"/>
                </a:solidFill>
              </a:defRPr>
            </a:lvl1pPr>
            <a:lvl2pPr marL="914400" indent="-228600" algn="l">
              <a:lnSpc>
                <a:spcPct val="90000"/>
              </a:lnSpc>
              <a:spcBef>
                <a:spcPts val="1200"/>
              </a:spcBef>
              <a:spcAft>
                <a:spcPts val="0"/>
              </a:spcAft>
              <a:buClr>
                <a:schemeClr val="dk1"/>
              </a:buClr>
              <a:buSzPts val="525"/>
              <a:buNone/>
              <a:defRPr sz="525"/>
            </a:lvl2pPr>
            <a:lvl3pPr marL="1371600" indent="-228600" algn="l">
              <a:lnSpc>
                <a:spcPct val="90000"/>
              </a:lnSpc>
              <a:spcBef>
                <a:spcPts val="1200"/>
              </a:spcBef>
              <a:spcAft>
                <a:spcPts val="0"/>
              </a:spcAft>
              <a:buClr>
                <a:schemeClr val="dk1"/>
              </a:buClr>
              <a:buSzPts val="450"/>
              <a:buNone/>
              <a:defRPr sz="450"/>
            </a:lvl3pPr>
            <a:lvl4pPr marL="1828800" indent="-228600" algn="l">
              <a:lnSpc>
                <a:spcPct val="90000"/>
              </a:lnSpc>
              <a:spcBef>
                <a:spcPts val="1200"/>
              </a:spcBef>
              <a:spcAft>
                <a:spcPts val="0"/>
              </a:spcAft>
              <a:buClr>
                <a:schemeClr val="dk1"/>
              </a:buClr>
              <a:buSzPts val="375"/>
              <a:buNone/>
              <a:defRPr sz="375"/>
            </a:lvl4pPr>
            <a:lvl5pPr marL="2286000" indent="-228600" algn="l">
              <a:lnSpc>
                <a:spcPct val="90000"/>
              </a:lnSpc>
              <a:spcBef>
                <a:spcPts val="1200"/>
              </a:spcBef>
              <a:spcAft>
                <a:spcPts val="0"/>
              </a:spcAft>
              <a:buClr>
                <a:schemeClr val="dk1"/>
              </a:buClr>
              <a:buSzPts val="375"/>
              <a:buNone/>
              <a:defRPr sz="375"/>
            </a:lvl5pPr>
            <a:lvl6pPr marL="2743200" indent="-228600" algn="l">
              <a:lnSpc>
                <a:spcPct val="90000"/>
              </a:lnSpc>
              <a:spcBef>
                <a:spcPts val="1200"/>
              </a:spcBef>
              <a:spcAft>
                <a:spcPts val="0"/>
              </a:spcAft>
              <a:buClr>
                <a:schemeClr val="dk1"/>
              </a:buClr>
              <a:buSzPts val="375"/>
              <a:buNone/>
              <a:defRPr sz="375"/>
            </a:lvl6pPr>
            <a:lvl7pPr marL="3200400" indent="-228600" algn="l">
              <a:lnSpc>
                <a:spcPct val="90000"/>
              </a:lnSpc>
              <a:spcBef>
                <a:spcPts val="1200"/>
              </a:spcBef>
              <a:spcAft>
                <a:spcPts val="0"/>
              </a:spcAft>
              <a:buClr>
                <a:schemeClr val="dk1"/>
              </a:buClr>
              <a:buSzPts val="375"/>
              <a:buNone/>
              <a:defRPr sz="375"/>
            </a:lvl7pPr>
            <a:lvl8pPr marL="3657600" indent="-228600" algn="l">
              <a:lnSpc>
                <a:spcPct val="90000"/>
              </a:lnSpc>
              <a:spcBef>
                <a:spcPts val="1200"/>
              </a:spcBef>
              <a:spcAft>
                <a:spcPts val="0"/>
              </a:spcAft>
              <a:buClr>
                <a:schemeClr val="dk1"/>
              </a:buClr>
              <a:buSzPts val="375"/>
              <a:buNone/>
              <a:defRPr sz="375"/>
            </a:lvl8pPr>
            <a:lvl9pPr marL="4114800" indent="-228600" algn="l">
              <a:lnSpc>
                <a:spcPct val="90000"/>
              </a:lnSpc>
              <a:spcBef>
                <a:spcPts val="1200"/>
              </a:spcBef>
              <a:spcAft>
                <a:spcPts val="1200"/>
              </a:spcAft>
              <a:buClr>
                <a:schemeClr val="dk1"/>
              </a:buClr>
              <a:buSzPts val="375"/>
              <a:buNone/>
              <a:defRPr sz="375"/>
            </a:lvl9pPr>
          </a:lstStyle>
          <a:p xmlns:a="http://schemas.openxmlformats.org/drawingml/2006/main"/>
        </p:txBody>
      </p:sp>
      <p:sp>
        <p:nvSpPr>
          <p:cNvPr id="901" name="Google Shape;901;p124">
            <a:extLst xmlns:a="http://schemas.openxmlformats.org/drawingml/2006/main">
              <a:ext uri="{FF2B5EF4-FFF2-40B4-BE49-F238E27FC236}">
                <a16:creationId xmlns:a16="http://schemas.microsoft.com/office/drawing/2014/main" id="{EEDB50F9-DEB0-4BD5-9519-261AFFF3ACC0}"/>
              </a:ext>
            </a:extLst>
          </p:cNvPr>
          <p:cNvSpPr>
            <a:spLocks xmlns:a="http://schemas.openxmlformats.org/drawingml/2006/main" noGrp="1"/>
          </p:cNvSpPr>
          <p:nvPr>
            <p:ph type="body" idx="3"/>
          </p:nvPr>
        </p:nvSpPr>
        <p:spPr>
          <a:xfrm xmlns:a="http://schemas.openxmlformats.org/drawingml/2006/main">
            <a:off x="4631414" y="1824138"/>
            <a:ext cx="2097600" cy="532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spAutoFit/>
          </a:bodyPr>
          <a:lstStyle xmlns:a="http://schemas.openxmlformats.org/drawingml/2006/main">
            <a:lvl1pPr marL="457200" indent="-228600" algn="l">
              <a:lnSpc>
                <a:spcPct val="110000"/>
              </a:lnSpc>
              <a:spcBef>
                <a:spcPts val="0"/>
              </a:spcBef>
              <a:spcAft>
                <a:spcPts val="0"/>
              </a:spcAft>
              <a:buClr>
                <a:schemeClr val="dk1"/>
              </a:buClr>
              <a:buSzPts val="750"/>
              <a:buFont typeface="Arial"/>
              <a:buNone/>
              <a:defRPr sz="750">
                <a:solidFill>
                  <a:schemeClr val="dk1"/>
                </a:solidFill>
              </a:defRPr>
            </a:lvl1pPr>
            <a:lvl2pPr marL="914400" indent="-228600" algn="l">
              <a:lnSpc>
                <a:spcPct val="90000"/>
              </a:lnSpc>
              <a:spcBef>
                <a:spcPts val="1200"/>
              </a:spcBef>
              <a:spcAft>
                <a:spcPts val="0"/>
              </a:spcAft>
              <a:buClr>
                <a:schemeClr val="dk1"/>
              </a:buClr>
              <a:buSzPts val="525"/>
              <a:buNone/>
              <a:defRPr sz="525"/>
            </a:lvl2pPr>
            <a:lvl3pPr marL="1371600" indent="-228600" algn="l">
              <a:lnSpc>
                <a:spcPct val="90000"/>
              </a:lnSpc>
              <a:spcBef>
                <a:spcPts val="1200"/>
              </a:spcBef>
              <a:spcAft>
                <a:spcPts val="0"/>
              </a:spcAft>
              <a:buClr>
                <a:schemeClr val="dk1"/>
              </a:buClr>
              <a:buSzPts val="450"/>
              <a:buNone/>
              <a:defRPr sz="450"/>
            </a:lvl3pPr>
            <a:lvl4pPr marL="1828800" indent="-228600" algn="l">
              <a:lnSpc>
                <a:spcPct val="90000"/>
              </a:lnSpc>
              <a:spcBef>
                <a:spcPts val="1200"/>
              </a:spcBef>
              <a:spcAft>
                <a:spcPts val="0"/>
              </a:spcAft>
              <a:buClr>
                <a:schemeClr val="dk1"/>
              </a:buClr>
              <a:buSzPts val="375"/>
              <a:buNone/>
              <a:defRPr sz="375"/>
            </a:lvl4pPr>
            <a:lvl5pPr marL="2286000" indent="-228600" algn="l">
              <a:lnSpc>
                <a:spcPct val="90000"/>
              </a:lnSpc>
              <a:spcBef>
                <a:spcPts val="1200"/>
              </a:spcBef>
              <a:spcAft>
                <a:spcPts val="0"/>
              </a:spcAft>
              <a:buClr>
                <a:schemeClr val="dk1"/>
              </a:buClr>
              <a:buSzPts val="375"/>
              <a:buNone/>
              <a:defRPr sz="375"/>
            </a:lvl5pPr>
            <a:lvl6pPr marL="2743200" indent="-228600" algn="l">
              <a:lnSpc>
                <a:spcPct val="90000"/>
              </a:lnSpc>
              <a:spcBef>
                <a:spcPts val="1200"/>
              </a:spcBef>
              <a:spcAft>
                <a:spcPts val="0"/>
              </a:spcAft>
              <a:buClr>
                <a:schemeClr val="dk1"/>
              </a:buClr>
              <a:buSzPts val="375"/>
              <a:buNone/>
              <a:defRPr sz="375"/>
            </a:lvl6pPr>
            <a:lvl7pPr marL="3200400" indent="-228600" algn="l">
              <a:lnSpc>
                <a:spcPct val="90000"/>
              </a:lnSpc>
              <a:spcBef>
                <a:spcPts val="1200"/>
              </a:spcBef>
              <a:spcAft>
                <a:spcPts val="0"/>
              </a:spcAft>
              <a:buClr>
                <a:schemeClr val="dk1"/>
              </a:buClr>
              <a:buSzPts val="375"/>
              <a:buNone/>
              <a:defRPr sz="375"/>
            </a:lvl7pPr>
            <a:lvl8pPr marL="3657600" indent="-228600" algn="l">
              <a:lnSpc>
                <a:spcPct val="90000"/>
              </a:lnSpc>
              <a:spcBef>
                <a:spcPts val="1200"/>
              </a:spcBef>
              <a:spcAft>
                <a:spcPts val="0"/>
              </a:spcAft>
              <a:buClr>
                <a:schemeClr val="dk1"/>
              </a:buClr>
              <a:buSzPts val="375"/>
              <a:buNone/>
              <a:defRPr sz="375"/>
            </a:lvl8pPr>
            <a:lvl9pPr marL="4114800" indent="-228600" algn="l">
              <a:lnSpc>
                <a:spcPct val="90000"/>
              </a:lnSpc>
              <a:spcBef>
                <a:spcPts val="1200"/>
              </a:spcBef>
              <a:spcAft>
                <a:spcPts val="1200"/>
              </a:spcAft>
              <a:buClr>
                <a:schemeClr val="dk1"/>
              </a:buClr>
              <a:buSzPts val="375"/>
              <a:buNone/>
              <a:defRPr sz="375"/>
            </a:lvl9pPr>
          </a:lstStyle>
          <a:p xmlns:a="http://schemas.openxmlformats.org/drawingml/2006/main"/>
        </p:txBody>
      </p:sp>
      <p:sp>
        <p:nvSpPr>
          <p:cNvPr id="902" name="Google Shape;902;p124">
            <a:extLst xmlns:a="http://schemas.openxmlformats.org/drawingml/2006/main">
              <a:ext uri="{FF2B5EF4-FFF2-40B4-BE49-F238E27FC236}">
                <a16:creationId xmlns:a16="http://schemas.microsoft.com/office/drawing/2014/main" id="{DFCA7936-F478-4BC6-AE9C-40C946F56E05}"/>
              </a:ext>
            </a:extLst>
          </p:cNvPr>
          <p:cNvSpPr>
            <a:spLocks xmlns:a="http://schemas.openxmlformats.org/drawingml/2006/main" noGrp="1"/>
          </p:cNvSpPr>
          <p:nvPr>
            <p:ph type="body" idx="4"/>
          </p:nvPr>
        </p:nvSpPr>
        <p:spPr>
          <a:xfrm xmlns:a="http://schemas.openxmlformats.org/drawingml/2006/main">
            <a:off x="6842028" y="1824138"/>
            <a:ext cx="2097600" cy="532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spAutoFit/>
          </a:bodyPr>
          <a:lstStyle xmlns:a="http://schemas.openxmlformats.org/drawingml/2006/main">
            <a:lvl1pPr marL="457200" indent="-228600" algn="l">
              <a:lnSpc>
                <a:spcPct val="110000"/>
              </a:lnSpc>
              <a:spcBef>
                <a:spcPts val="0"/>
              </a:spcBef>
              <a:spcAft>
                <a:spcPts val="0"/>
              </a:spcAft>
              <a:buClr>
                <a:schemeClr val="dk1"/>
              </a:buClr>
              <a:buSzPts val="750"/>
              <a:buFont typeface="Arial"/>
              <a:buNone/>
              <a:defRPr sz="750">
                <a:solidFill>
                  <a:schemeClr val="dk1"/>
                </a:solidFill>
              </a:defRPr>
            </a:lvl1pPr>
            <a:lvl2pPr marL="914400" indent="-228600" algn="l">
              <a:lnSpc>
                <a:spcPct val="90000"/>
              </a:lnSpc>
              <a:spcBef>
                <a:spcPts val="1200"/>
              </a:spcBef>
              <a:spcAft>
                <a:spcPts val="0"/>
              </a:spcAft>
              <a:buClr>
                <a:schemeClr val="dk1"/>
              </a:buClr>
              <a:buSzPts val="525"/>
              <a:buNone/>
              <a:defRPr sz="525"/>
            </a:lvl2pPr>
            <a:lvl3pPr marL="1371600" indent="-228600" algn="l">
              <a:lnSpc>
                <a:spcPct val="90000"/>
              </a:lnSpc>
              <a:spcBef>
                <a:spcPts val="1200"/>
              </a:spcBef>
              <a:spcAft>
                <a:spcPts val="0"/>
              </a:spcAft>
              <a:buClr>
                <a:schemeClr val="dk1"/>
              </a:buClr>
              <a:buSzPts val="450"/>
              <a:buNone/>
              <a:defRPr sz="450"/>
            </a:lvl3pPr>
            <a:lvl4pPr marL="1828800" indent="-228600" algn="l">
              <a:lnSpc>
                <a:spcPct val="90000"/>
              </a:lnSpc>
              <a:spcBef>
                <a:spcPts val="1200"/>
              </a:spcBef>
              <a:spcAft>
                <a:spcPts val="0"/>
              </a:spcAft>
              <a:buClr>
                <a:schemeClr val="dk1"/>
              </a:buClr>
              <a:buSzPts val="375"/>
              <a:buNone/>
              <a:defRPr sz="375"/>
            </a:lvl4pPr>
            <a:lvl5pPr marL="2286000" indent="-228600" algn="l">
              <a:lnSpc>
                <a:spcPct val="90000"/>
              </a:lnSpc>
              <a:spcBef>
                <a:spcPts val="1200"/>
              </a:spcBef>
              <a:spcAft>
                <a:spcPts val="0"/>
              </a:spcAft>
              <a:buClr>
                <a:schemeClr val="dk1"/>
              </a:buClr>
              <a:buSzPts val="375"/>
              <a:buNone/>
              <a:defRPr sz="375"/>
            </a:lvl5pPr>
            <a:lvl6pPr marL="2743200" indent="-228600" algn="l">
              <a:lnSpc>
                <a:spcPct val="90000"/>
              </a:lnSpc>
              <a:spcBef>
                <a:spcPts val="1200"/>
              </a:spcBef>
              <a:spcAft>
                <a:spcPts val="0"/>
              </a:spcAft>
              <a:buClr>
                <a:schemeClr val="dk1"/>
              </a:buClr>
              <a:buSzPts val="375"/>
              <a:buNone/>
              <a:defRPr sz="375"/>
            </a:lvl6pPr>
            <a:lvl7pPr marL="3200400" indent="-228600" algn="l">
              <a:lnSpc>
                <a:spcPct val="90000"/>
              </a:lnSpc>
              <a:spcBef>
                <a:spcPts val="1200"/>
              </a:spcBef>
              <a:spcAft>
                <a:spcPts val="0"/>
              </a:spcAft>
              <a:buClr>
                <a:schemeClr val="dk1"/>
              </a:buClr>
              <a:buSzPts val="375"/>
              <a:buNone/>
              <a:defRPr sz="375"/>
            </a:lvl7pPr>
            <a:lvl8pPr marL="3657600" indent="-228600" algn="l">
              <a:lnSpc>
                <a:spcPct val="90000"/>
              </a:lnSpc>
              <a:spcBef>
                <a:spcPts val="1200"/>
              </a:spcBef>
              <a:spcAft>
                <a:spcPts val="0"/>
              </a:spcAft>
              <a:buClr>
                <a:schemeClr val="dk1"/>
              </a:buClr>
              <a:buSzPts val="375"/>
              <a:buNone/>
              <a:defRPr sz="375"/>
            </a:lvl8pPr>
            <a:lvl9pPr marL="4114800" indent="-228600" algn="l">
              <a:lnSpc>
                <a:spcPct val="90000"/>
              </a:lnSpc>
              <a:spcBef>
                <a:spcPts val="1200"/>
              </a:spcBef>
              <a:spcAft>
                <a:spcPts val="1200"/>
              </a:spcAft>
              <a:buClr>
                <a:schemeClr val="dk1"/>
              </a:buClr>
              <a:buSzPts val="375"/>
              <a:buNone/>
              <a:defRPr sz="375"/>
            </a:lvl9pPr>
          </a:lstStyle>
          <a:p xmlns:a="http://schemas.openxmlformats.org/drawingml/2006/main"/>
        </p:txBody>
      </p:sp>
      <p:sp>
        <p:nvSpPr>
          <p:cNvPr id="903" name="Google Shape;903;p124">
            <a:extLst xmlns:a="http://schemas.openxmlformats.org/drawingml/2006/main">
              <a:ext uri="{FF2B5EF4-FFF2-40B4-BE49-F238E27FC236}">
                <a16:creationId xmlns:a16="http://schemas.microsoft.com/office/drawing/2014/main" id="{D01CC0C3-96E9-4559-BC6C-0E4D3A144F89}"/>
              </a:ext>
            </a:extLst>
          </p:cNvPr>
          <p:cNvSpPr>
            <a:spLocks xmlns:a="http://schemas.openxmlformats.org/drawingml/2006/main" noGrp="1"/>
          </p:cNvSpPr>
          <p:nvPr>
            <p:ph type="body" idx="5"/>
          </p:nvPr>
        </p:nvSpPr>
        <p:spPr>
          <a:xfrm xmlns:a="http://schemas.openxmlformats.org/drawingml/2006/main">
            <a:off x="210187" y="4266887"/>
            <a:ext cx="2097600" cy="532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spAutoFit/>
          </a:bodyPr>
          <a:lstStyle xmlns:a="http://schemas.openxmlformats.org/drawingml/2006/main">
            <a:lvl1pPr marL="457200" indent="-228600" algn="l">
              <a:lnSpc>
                <a:spcPct val="110000"/>
              </a:lnSpc>
              <a:spcBef>
                <a:spcPts val="0"/>
              </a:spcBef>
              <a:spcAft>
                <a:spcPts val="0"/>
              </a:spcAft>
              <a:buClr>
                <a:schemeClr val="dk1"/>
              </a:buClr>
              <a:buSzPts val="750"/>
              <a:buFont typeface="Arial"/>
              <a:buNone/>
              <a:defRPr sz="750">
                <a:solidFill>
                  <a:schemeClr val="dk1"/>
                </a:solidFill>
              </a:defRPr>
            </a:lvl1pPr>
            <a:lvl2pPr marL="914400" indent="-228600" algn="l">
              <a:lnSpc>
                <a:spcPct val="90000"/>
              </a:lnSpc>
              <a:spcBef>
                <a:spcPts val="1200"/>
              </a:spcBef>
              <a:spcAft>
                <a:spcPts val="0"/>
              </a:spcAft>
              <a:buClr>
                <a:schemeClr val="dk1"/>
              </a:buClr>
              <a:buSzPts val="525"/>
              <a:buNone/>
              <a:defRPr sz="525"/>
            </a:lvl2pPr>
            <a:lvl3pPr marL="1371600" indent="-228600" algn="l">
              <a:lnSpc>
                <a:spcPct val="90000"/>
              </a:lnSpc>
              <a:spcBef>
                <a:spcPts val="1200"/>
              </a:spcBef>
              <a:spcAft>
                <a:spcPts val="0"/>
              </a:spcAft>
              <a:buClr>
                <a:schemeClr val="dk1"/>
              </a:buClr>
              <a:buSzPts val="450"/>
              <a:buNone/>
              <a:defRPr sz="450"/>
            </a:lvl3pPr>
            <a:lvl4pPr marL="1828800" indent="-228600" algn="l">
              <a:lnSpc>
                <a:spcPct val="90000"/>
              </a:lnSpc>
              <a:spcBef>
                <a:spcPts val="1200"/>
              </a:spcBef>
              <a:spcAft>
                <a:spcPts val="0"/>
              </a:spcAft>
              <a:buClr>
                <a:schemeClr val="dk1"/>
              </a:buClr>
              <a:buSzPts val="375"/>
              <a:buNone/>
              <a:defRPr sz="375"/>
            </a:lvl4pPr>
            <a:lvl5pPr marL="2286000" indent="-228600" algn="l">
              <a:lnSpc>
                <a:spcPct val="90000"/>
              </a:lnSpc>
              <a:spcBef>
                <a:spcPts val="1200"/>
              </a:spcBef>
              <a:spcAft>
                <a:spcPts val="0"/>
              </a:spcAft>
              <a:buClr>
                <a:schemeClr val="dk1"/>
              </a:buClr>
              <a:buSzPts val="375"/>
              <a:buNone/>
              <a:defRPr sz="375"/>
            </a:lvl5pPr>
            <a:lvl6pPr marL="2743200" indent="-228600" algn="l">
              <a:lnSpc>
                <a:spcPct val="90000"/>
              </a:lnSpc>
              <a:spcBef>
                <a:spcPts val="1200"/>
              </a:spcBef>
              <a:spcAft>
                <a:spcPts val="0"/>
              </a:spcAft>
              <a:buClr>
                <a:schemeClr val="dk1"/>
              </a:buClr>
              <a:buSzPts val="375"/>
              <a:buNone/>
              <a:defRPr sz="375"/>
            </a:lvl6pPr>
            <a:lvl7pPr marL="3200400" indent="-228600" algn="l">
              <a:lnSpc>
                <a:spcPct val="90000"/>
              </a:lnSpc>
              <a:spcBef>
                <a:spcPts val="1200"/>
              </a:spcBef>
              <a:spcAft>
                <a:spcPts val="0"/>
              </a:spcAft>
              <a:buClr>
                <a:schemeClr val="dk1"/>
              </a:buClr>
              <a:buSzPts val="375"/>
              <a:buNone/>
              <a:defRPr sz="375"/>
            </a:lvl7pPr>
            <a:lvl8pPr marL="3657600" indent="-228600" algn="l">
              <a:lnSpc>
                <a:spcPct val="90000"/>
              </a:lnSpc>
              <a:spcBef>
                <a:spcPts val="1200"/>
              </a:spcBef>
              <a:spcAft>
                <a:spcPts val="0"/>
              </a:spcAft>
              <a:buClr>
                <a:schemeClr val="dk1"/>
              </a:buClr>
              <a:buSzPts val="375"/>
              <a:buNone/>
              <a:defRPr sz="375"/>
            </a:lvl8pPr>
            <a:lvl9pPr marL="4114800" indent="-228600" algn="l">
              <a:lnSpc>
                <a:spcPct val="90000"/>
              </a:lnSpc>
              <a:spcBef>
                <a:spcPts val="1200"/>
              </a:spcBef>
              <a:spcAft>
                <a:spcPts val="1200"/>
              </a:spcAft>
              <a:buClr>
                <a:schemeClr val="dk1"/>
              </a:buClr>
              <a:buSzPts val="375"/>
              <a:buNone/>
              <a:defRPr sz="375"/>
            </a:lvl9pPr>
          </a:lstStyle>
          <a:p xmlns:a="http://schemas.openxmlformats.org/drawingml/2006/main"/>
        </p:txBody>
      </p:sp>
      <p:sp>
        <p:nvSpPr>
          <p:cNvPr id="904" name="Google Shape;904;p124">
            <a:extLst xmlns:a="http://schemas.openxmlformats.org/drawingml/2006/main">
              <a:ext uri="{FF2B5EF4-FFF2-40B4-BE49-F238E27FC236}">
                <a16:creationId xmlns:a16="http://schemas.microsoft.com/office/drawing/2014/main" id="{708503B0-D8C1-46EA-8707-139D067BCCF0}"/>
              </a:ext>
            </a:extLst>
          </p:cNvPr>
          <p:cNvSpPr>
            <a:spLocks xmlns:a="http://schemas.openxmlformats.org/drawingml/2006/main" noGrp="1"/>
          </p:cNvSpPr>
          <p:nvPr>
            <p:ph type="body" idx="6"/>
          </p:nvPr>
        </p:nvSpPr>
        <p:spPr>
          <a:xfrm xmlns:a="http://schemas.openxmlformats.org/drawingml/2006/main">
            <a:off x="2420801" y="4266887"/>
            <a:ext cx="2097600" cy="532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spAutoFit/>
          </a:bodyPr>
          <a:lstStyle xmlns:a="http://schemas.openxmlformats.org/drawingml/2006/main">
            <a:lvl1pPr marL="457200" indent="-228600" algn="l">
              <a:lnSpc>
                <a:spcPct val="110000"/>
              </a:lnSpc>
              <a:spcBef>
                <a:spcPts val="0"/>
              </a:spcBef>
              <a:spcAft>
                <a:spcPts val="0"/>
              </a:spcAft>
              <a:buClr>
                <a:schemeClr val="dk1"/>
              </a:buClr>
              <a:buSzPts val="750"/>
              <a:buFont typeface="Arial"/>
              <a:buNone/>
              <a:defRPr sz="750">
                <a:solidFill>
                  <a:schemeClr val="dk1"/>
                </a:solidFill>
              </a:defRPr>
            </a:lvl1pPr>
            <a:lvl2pPr marL="914400" indent="-228600" algn="l">
              <a:lnSpc>
                <a:spcPct val="90000"/>
              </a:lnSpc>
              <a:spcBef>
                <a:spcPts val="1200"/>
              </a:spcBef>
              <a:spcAft>
                <a:spcPts val="0"/>
              </a:spcAft>
              <a:buClr>
                <a:schemeClr val="dk1"/>
              </a:buClr>
              <a:buSzPts val="525"/>
              <a:buNone/>
              <a:defRPr sz="525"/>
            </a:lvl2pPr>
            <a:lvl3pPr marL="1371600" indent="-228600" algn="l">
              <a:lnSpc>
                <a:spcPct val="90000"/>
              </a:lnSpc>
              <a:spcBef>
                <a:spcPts val="1200"/>
              </a:spcBef>
              <a:spcAft>
                <a:spcPts val="0"/>
              </a:spcAft>
              <a:buClr>
                <a:schemeClr val="dk1"/>
              </a:buClr>
              <a:buSzPts val="450"/>
              <a:buNone/>
              <a:defRPr sz="450"/>
            </a:lvl3pPr>
            <a:lvl4pPr marL="1828800" indent="-228600" algn="l">
              <a:lnSpc>
                <a:spcPct val="90000"/>
              </a:lnSpc>
              <a:spcBef>
                <a:spcPts val="1200"/>
              </a:spcBef>
              <a:spcAft>
                <a:spcPts val="0"/>
              </a:spcAft>
              <a:buClr>
                <a:schemeClr val="dk1"/>
              </a:buClr>
              <a:buSzPts val="375"/>
              <a:buNone/>
              <a:defRPr sz="375"/>
            </a:lvl4pPr>
            <a:lvl5pPr marL="2286000" indent="-228600" algn="l">
              <a:lnSpc>
                <a:spcPct val="90000"/>
              </a:lnSpc>
              <a:spcBef>
                <a:spcPts val="1200"/>
              </a:spcBef>
              <a:spcAft>
                <a:spcPts val="0"/>
              </a:spcAft>
              <a:buClr>
                <a:schemeClr val="dk1"/>
              </a:buClr>
              <a:buSzPts val="375"/>
              <a:buNone/>
              <a:defRPr sz="375"/>
            </a:lvl5pPr>
            <a:lvl6pPr marL="2743200" indent="-228600" algn="l">
              <a:lnSpc>
                <a:spcPct val="90000"/>
              </a:lnSpc>
              <a:spcBef>
                <a:spcPts val="1200"/>
              </a:spcBef>
              <a:spcAft>
                <a:spcPts val="0"/>
              </a:spcAft>
              <a:buClr>
                <a:schemeClr val="dk1"/>
              </a:buClr>
              <a:buSzPts val="375"/>
              <a:buNone/>
              <a:defRPr sz="375"/>
            </a:lvl6pPr>
            <a:lvl7pPr marL="3200400" indent="-228600" algn="l">
              <a:lnSpc>
                <a:spcPct val="90000"/>
              </a:lnSpc>
              <a:spcBef>
                <a:spcPts val="1200"/>
              </a:spcBef>
              <a:spcAft>
                <a:spcPts val="0"/>
              </a:spcAft>
              <a:buClr>
                <a:schemeClr val="dk1"/>
              </a:buClr>
              <a:buSzPts val="375"/>
              <a:buNone/>
              <a:defRPr sz="375"/>
            </a:lvl7pPr>
            <a:lvl8pPr marL="3657600" indent="-228600" algn="l">
              <a:lnSpc>
                <a:spcPct val="90000"/>
              </a:lnSpc>
              <a:spcBef>
                <a:spcPts val="1200"/>
              </a:spcBef>
              <a:spcAft>
                <a:spcPts val="0"/>
              </a:spcAft>
              <a:buClr>
                <a:schemeClr val="dk1"/>
              </a:buClr>
              <a:buSzPts val="375"/>
              <a:buNone/>
              <a:defRPr sz="375"/>
            </a:lvl8pPr>
            <a:lvl9pPr marL="4114800" indent="-228600" algn="l">
              <a:lnSpc>
                <a:spcPct val="90000"/>
              </a:lnSpc>
              <a:spcBef>
                <a:spcPts val="1200"/>
              </a:spcBef>
              <a:spcAft>
                <a:spcPts val="1200"/>
              </a:spcAft>
              <a:buClr>
                <a:schemeClr val="dk1"/>
              </a:buClr>
              <a:buSzPts val="375"/>
              <a:buNone/>
              <a:defRPr sz="375"/>
            </a:lvl9pPr>
          </a:lstStyle>
          <a:p xmlns:a="http://schemas.openxmlformats.org/drawingml/2006/main"/>
        </p:txBody>
      </p:sp>
      <p:sp>
        <p:nvSpPr>
          <p:cNvPr id="905" name="Google Shape;905;p124">
            <a:extLst xmlns:a="http://schemas.openxmlformats.org/drawingml/2006/main">
              <a:ext uri="{FF2B5EF4-FFF2-40B4-BE49-F238E27FC236}">
                <a16:creationId xmlns:a16="http://schemas.microsoft.com/office/drawing/2014/main" id="{6A61B913-253A-4916-9392-64BD0B4E497B}"/>
              </a:ext>
            </a:extLst>
          </p:cNvPr>
          <p:cNvSpPr>
            <a:spLocks xmlns:a="http://schemas.openxmlformats.org/drawingml/2006/main" noGrp="1"/>
          </p:cNvSpPr>
          <p:nvPr>
            <p:ph type="body" idx="7"/>
          </p:nvPr>
        </p:nvSpPr>
        <p:spPr>
          <a:xfrm xmlns:a="http://schemas.openxmlformats.org/drawingml/2006/main">
            <a:off x="4631414" y="4266887"/>
            <a:ext cx="2097600" cy="532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spAutoFit/>
          </a:bodyPr>
          <a:lstStyle xmlns:a="http://schemas.openxmlformats.org/drawingml/2006/main">
            <a:lvl1pPr marL="457200" indent="-228600" algn="l">
              <a:lnSpc>
                <a:spcPct val="110000"/>
              </a:lnSpc>
              <a:spcBef>
                <a:spcPts val="0"/>
              </a:spcBef>
              <a:spcAft>
                <a:spcPts val="0"/>
              </a:spcAft>
              <a:buClr>
                <a:schemeClr val="dk1"/>
              </a:buClr>
              <a:buSzPts val="750"/>
              <a:buFont typeface="Arial"/>
              <a:buNone/>
              <a:defRPr sz="750">
                <a:solidFill>
                  <a:schemeClr val="dk1"/>
                </a:solidFill>
              </a:defRPr>
            </a:lvl1pPr>
            <a:lvl2pPr marL="914400" indent="-228600" algn="l">
              <a:lnSpc>
                <a:spcPct val="90000"/>
              </a:lnSpc>
              <a:spcBef>
                <a:spcPts val="1200"/>
              </a:spcBef>
              <a:spcAft>
                <a:spcPts val="0"/>
              </a:spcAft>
              <a:buClr>
                <a:schemeClr val="dk1"/>
              </a:buClr>
              <a:buSzPts val="525"/>
              <a:buNone/>
              <a:defRPr sz="525"/>
            </a:lvl2pPr>
            <a:lvl3pPr marL="1371600" indent="-228600" algn="l">
              <a:lnSpc>
                <a:spcPct val="90000"/>
              </a:lnSpc>
              <a:spcBef>
                <a:spcPts val="1200"/>
              </a:spcBef>
              <a:spcAft>
                <a:spcPts val="0"/>
              </a:spcAft>
              <a:buClr>
                <a:schemeClr val="dk1"/>
              </a:buClr>
              <a:buSzPts val="450"/>
              <a:buNone/>
              <a:defRPr sz="450"/>
            </a:lvl3pPr>
            <a:lvl4pPr marL="1828800" indent="-228600" algn="l">
              <a:lnSpc>
                <a:spcPct val="90000"/>
              </a:lnSpc>
              <a:spcBef>
                <a:spcPts val="1200"/>
              </a:spcBef>
              <a:spcAft>
                <a:spcPts val="0"/>
              </a:spcAft>
              <a:buClr>
                <a:schemeClr val="dk1"/>
              </a:buClr>
              <a:buSzPts val="375"/>
              <a:buNone/>
              <a:defRPr sz="375"/>
            </a:lvl4pPr>
            <a:lvl5pPr marL="2286000" indent="-228600" algn="l">
              <a:lnSpc>
                <a:spcPct val="90000"/>
              </a:lnSpc>
              <a:spcBef>
                <a:spcPts val="1200"/>
              </a:spcBef>
              <a:spcAft>
                <a:spcPts val="0"/>
              </a:spcAft>
              <a:buClr>
                <a:schemeClr val="dk1"/>
              </a:buClr>
              <a:buSzPts val="375"/>
              <a:buNone/>
              <a:defRPr sz="375"/>
            </a:lvl5pPr>
            <a:lvl6pPr marL="2743200" indent="-228600" algn="l">
              <a:lnSpc>
                <a:spcPct val="90000"/>
              </a:lnSpc>
              <a:spcBef>
                <a:spcPts val="1200"/>
              </a:spcBef>
              <a:spcAft>
                <a:spcPts val="0"/>
              </a:spcAft>
              <a:buClr>
                <a:schemeClr val="dk1"/>
              </a:buClr>
              <a:buSzPts val="375"/>
              <a:buNone/>
              <a:defRPr sz="375"/>
            </a:lvl6pPr>
            <a:lvl7pPr marL="3200400" indent="-228600" algn="l">
              <a:lnSpc>
                <a:spcPct val="90000"/>
              </a:lnSpc>
              <a:spcBef>
                <a:spcPts val="1200"/>
              </a:spcBef>
              <a:spcAft>
                <a:spcPts val="0"/>
              </a:spcAft>
              <a:buClr>
                <a:schemeClr val="dk1"/>
              </a:buClr>
              <a:buSzPts val="375"/>
              <a:buNone/>
              <a:defRPr sz="375"/>
            </a:lvl7pPr>
            <a:lvl8pPr marL="3657600" indent="-228600" algn="l">
              <a:lnSpc>
                <a:spcPct val="90000"/>
              </a:lnSpc>
              <a:spcBef>
                <a:spcPts val="1200"/>
              </a:spcBef>
              <a:spcAft>
                <a:spcPts val="0"/>
              </a:spcAft>
              <a:buClr>
                <a:schemeClr val="dk1"/>
              </a:buClr>
              <a:buSzPts val="375"/>
              <a:buNone/>
              <a:defRPr sz="375"/>
            </a:lvl8pPr>
            <a:lvl9pPr marL="4114800" indent="-228600" algn="l">
              <a:lnSpc>
                <a:spcPct val="90000"/>
              </a:lnSpc>
              <a:spcBef>
                <a:spcPts val="1200"/>
              </a:spcBef>
              <a:spcAft>
                <a:spcPts val="1200"/>
              </a:spcAft>
              <a:buClr>
                <a:schemeClr val="dk1"/>
              </a:buClr>
              <a:buSzPts val="375"/>
              <a:buNone/>
              <a:defRPr sz="375"/>
            </a:lvl9pPr>
          </a:lstStyle>
          <a:p xmlns:a="http://schemas.openxmlformats.org/drawingml/2006/main"/>
        </p:txBody>
      </p:sp>
      <p:sp>
        <p:nvSpPr>
          <p:cNvPr id="906" name="Google Shape;906;p124">
            <a:extLst xmlns:a="http://schemas.openxmlformats.org/drawingml/2006/main">
              <a:ext uri="{FF2B5EF4-FFF2-40B4-BE49-F238E27FC236}">
                <a16:creationId xmlns:a16="http://schemas.microsoft.com/office/drawing/2014/main" id="{408AF196-9538-4A52-A911-2471F591DA5F}"/>
              </a:ext>
            </a:extLst>
          </p:cNvPr>
          <p:cNvSpPr>
            <a:spLocks xmlns:a="http://schemas.openxmlformats.org/drawingml/2006/main" noGrp="1"/>
          </p:cNvSpPr>
          <p:nvPr>
            <p:ph type="body" idx="8"/>
          </p:nvPr>
        </p:nvSpPr>
        <p:spPr>
          <a:xfrm xmlns:a="http://schemas.openxmlformats.org/drawingml/2006/main">
            <a:off x="6842028" y="4266887"/>
            <a:ext cx="2097600" cy="532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275" tIns="17150" rIns="34275" bIns="17150" anchor="t">
            <a:spAutoFit/>
          </a:bodyPr>
          <a:lstStyle xmlns:a="http://schemas.openxmlformats.org/drawingml/2006/main">
            <a:lvl1pPr marL="457200" indent="-228600" algn="l">
              <a:lnSpc>
                <a:spcPct val="110000"/>
              </a:lnSpc>
              <a:spcBef>
                <a:spcPts val="0"/>
              </a:spcBef>
              <a:spcAft>
                <a:spcPts val="0"/>
              </a:spcAft>
              <a:buClr>
                <a:schemeClr val="dk1"/>
              </a:buClr>
              <a:buSzPts val="750"/>
              <a:buFont typeface="Arial"/>
              <a:buNone/>
              <a:defRPr sz="750">
                <a:solidFill>
                  <a:schemeClr val="dk1"/>
                </a:solidFill>
              </a:defRPr>
            </a:lvl1pPr>
            <a:lvl2pPr marL="914400" indent="-228600" algn="l">
              <a:lnSpc>
                <a:spcPct val="90000"/>
              </a:lnSpc>
              <a:spcBef>
                <a:spcPts val="1200"/>
              </a:spcBef>
              <a:spcAft>
                <a:spcPts val="0"/>
              </a:spcAft>
              <a:buClr>
                <a:schemeClr val="dk1"/>
              </a:buClr>
              <a:buSzPts val="525"/>
              <a:buNone/>
              <a:defRPr sz="525"/>
            </a:lvl2pPr>
            <a:lvl3pPr marL="1371600" indent="-228600" algn="l">
              <a:lnSpc>
                <a:spcPct val="90000"/>
              </a:lnSpc>
              <a:spcBef>
                <a:spcPts val="1200"/>
              </a:spcBef>
              <a:spcAft>
                <a:spcPts val="0"/>
              </a:spcAft>
              <a:buClr>
                <a:schemeClr val="dk1"/>
              </a:buClr>
              <a:buSzPts val="450"/>
              <a:buNone/>
              <a:defRPr sz="450"/>
            </a:lvl3pPr>
            <a:lvl4pPr marL="1828800" indent="-228600" algn="l">
              <a:lnSpc>
                <a:spcPct val="90000"/>
              </a:lnSpc>
              <a:spcBef>
                <a:spcPts val="1200"/>
              </a:spcBef>
              <a:spcAft>
                <a:spcPts val="0"/>
              </a:spcAft>
              <a:buClr>
                <a:schemeClr val="dk1"/>
              </a:buClr>
              <a:buSzPts val="375"/>
              <a:buNone/>
              <a:defRPr sz="375"/>
            </a:lvl4pPr>
            <a:lvl5pPr marL="2286000" indent="-228600" algn="l">
              <a:lnSpc>
                <a:spcPct val="90000"/>
              </a:lnSpc>
              <a:spcBef>
                <a:spcPts val="1200"/>
              </a:spcBef>
              <a:spcAft>
                <a:spcPts val="0"/>
              </a:spcAft>
              <a:buClr>
                <a:schemeClr val="dk1"/>
              </a:buClr>
              <a:buSzPts val="375"/>
              <a:buNone/>
              <a:defRPr sz="375"/>
            </a:lvl5pPr>
            <a:lvl6pPr marL="2743200" indent="-228600" algn="l">
              <a:lnSpc>
                <a:spcPct val="90000"/>
              </a:lnSpc>
              <a:spcBef>
                <a:spcPts val="1200"/>
              </a:spcBef>
              <a:spcAft>
                <a:spcPts val="0"/>
              </a:spcAft>
              <a:buClr>
                <a:schemeClr val="dk1"/>
              </a:buClr>
              <a:buSzPts val="375"/>
              <a:buNone/>
              <a:defRPr sz="375"/>
            </a:lvl6pPr>
            <a:lvl7pPr marL="3200400" indent="-228600" algn="l">
              <a:lnSpc>
                <a:spcPct val="90000"/>
              </a:lnSpc>
              <a:spcBef>
                <a:spcPts val="1200"/>
              </a:spcBef>
              <a:spcAft>
                <a:spcPts val="0"/>
              </a:spcAft>
              <a:buClr>
                <a:schemeClr val="dk1"/>
              </a:buClr>
              <a:buSzPts val="375"/>
              <a:buNone/>
              <a:defRPr sz="375"/>
            </a:lvl7pPr>
            <a:lvl8pPr marL="3657600" indent="-228600" algn="l">
              <a:lnSpc>
                <a:spcPct val="90000"/>
              </a:lnSpc>
              <a:spcBef>
                <a:spcPts val="1200"/>
              </a:spcBef>
              <a:spcAft>
                <a:spcPts val="0"/>
              </a:spcAft>
              <a:buClr>
                <a:schemeClr val="dk1"/>
              </a:buClr>
              <a:buSzPts val="375"/>
              <a:buNone/>
              <a:defRPr sz="375"/>
            </a:lvl8pPr>
            <a:lvl9pPr marL="4114800" indent="-228600" algn="l">
              <a:lnSpc>
                <a:spcPct val="90000"/>
              </a:lnSpc>
              <a:spcBef>
                <a:spcPts val="1200"/>
              </a:spcBef>
              <a:spcAft>
                <a:spcPts val="1200"/>
              </a:spcAft>
              <a:buClr>
                <a:schemeClr val="dk1"/>
              </a:buClr>
              <a:buSzPts val="375"/>
              <a:buNone/>
              <a:defRPr sz="375"/>
            </a:lvl9pPr>
          </a:lstStyle>
          <a:p xmlns:a="http://schemas.openxmlformats.org/drawingml/2006/main"/>
        </p:txBody>
      </p:sp>
      <p:sp>
        <p:nvSpPr>
          <p:cNvPr id="907" name="Google Shape;907;p124">
            <a:extLst xmlns:a="http://schemas.openxmlformats.org/drawingml/2006/main">
              <a:ext uri="{FF2B5EF4-FFF2-40B4-BE49-F238E27FC236}">
                <a16:creationId xmlns:a16="http://schemas.microsoft.com/office/drawing/2014/main" id="{D22D98C6-CE55-4AEE-A5C3-D9E77BC76470}"/>
              </a:ext>
            </a:extLst>
          </p:cNvPr>
          <p:cNvSpPr>
            <a:spLocks xmlns:a="http://schemas.openxmlformats.org/drawingml/2006/main" noGrp="1"/>
          </p:cNvSpPr>
          <p:nvPr>
            <p:ph type="pic" idx="9"/>
          </p:nvPr>
        </p:nvSpPr>
        <p:spPr>
          <a:xfrm xmlns:a="http://schemas.openxmlformats.org/drawingml/2006/main">
            <a:off x="228600" y="228600"/>
            <a:ext cx="2092200" cy="1464300"/>
          </a:xfrm>
          <a:prstGeom xmlns:a="http://schemas.openxmlformats.org/drawingml/2006/main" prst="roundRect">
            <a:avLst>
              <a:gd name="adj" fmla="val 3132"/>
            </a:avLst>
          </a:prstGeom>
          <a:noFill xmlns:a="http://schemas.openxmlformats.org/drawingml/2006/main"/>
          <a:ln xmlns:a="http://schemas.openxmlformats.org/drawingml/2006/main">
            <a:noFill/>
          </a:ln>
        </p:spPr>
      </p:sp>
      <p:sp>
        <p:nvSpPr>
          <p:cNvPr id="908" name="Google Shape;908;p124">
            <a:extLst xmlns:a="http://schemas.openxmlformats.org/drawingml/2006/main">
              <a:ext uri="{FF2B5EF4-FFF2-40B4-BE49-F238E27FC236}">
                <a16:creationId xmlns:a16="http://schemas.microsoft.com/office/drawing/2014/main" id="{7279A3BE-F2DB-43C6-9D9D-0714D398B367}"/>
              </a:ext>
            </a:extLst>
          </p:cNvPr>
          <p:cNvSpPr>
            <a:spLocks xmlns:a="http://schemas.openxmlformats.org/drawingml/2006/main" noGrp="1"/>
          </p:cNvSpPr>
          <p:nvPr>
            <p:ph type="pic" idx="13"/>
          </p:nvPr>
        </p:nvSpPr>
        <p:spPr>
          <a:xfrm xmlns:a="http://schemas.openxmlformats.org/drawingml/2006/main">
            <a:off x="2426833" y="228600"/>
            <a:ext cx="2092200" cy="1464300"/>
          </a:xfrm>
          <a:prstGeom xmlns:a="http://schemas.openxmlformats.org/drawingml/2006/main" prst="roundRect">
            <a:avLst>
              <a:gd name="adj" fmla="val 3132"/>
            </a:avLst>
          </a:prstGeom>
          <a:noFill xmlns:a="http://schemas.openxmlformats.org/drawingml/2006/main"/>
          <a:ln xmlns:a="http://schemas.openxmlformats.org/drawingml/2006/main">
            <a:noFill/>
          </a:ln>
        </p:spPr>
      </p:sp>
      <p:sp>
        <p:nvSpPr>
          <p:cNvPr id="909" name="Google Shape;909;p124">
            <a:extLst xmlns:a="http://schemas.openxmlformats.org/drawingml/2006/main">
              <a:ext uri="{FF2B5EF4-FFF2-40B4-BE49-F238E27FC236}">
                <a16:creationId xmlns:a16="http://schemas.microsoft.com/office/drawing/2014/main" id="{6E2B17E5-80E4-4427-8B9E-23CC2C94CF22}"/>
              </a:ext>
            </a:extLst>
          </p:cNvPr>
          <p:cNvSpPr>
            <a:spLocks xmlns:a="http://schemas.openxmlformats.org/drawingml/2006/main" noGrp="1"/>
          </p:cNvSpPr>
          <p:nvPr>
            <p:ph type="pic" idx="14"/>
          </p:nvPr>
        </p:nvSpPr>
        <p:spPr>
          <a:xfrm xmlns:a="http://schemas.openxmlformats.org/drawingml/2006/main">
            <a:off x="4625067" y="228600"/>
            <a:ext cx="2092200" cy="1464300"/>
          </a:xfrm>
          <a:prstGeom xmlns:a="http://schemas.openxmlformats.org/drawingml/2006/main" prst="roundRect">
            <a:avLst>
              <a:gd name="adj" fmla="val 3132"/>
            </a:avLst>
          </a:prstGeom>
          <a:noFill xmlns:a="http://schemas.openxmlformats.org/drawingml/2006/main"/>
          <a:ln xmlns:a="http://schemas.openxmlformats.org/drawingml/2006/main">
            <a:noFill/>
          </a:ln>
        </p:spPr>
      </p:sp>
      <p:sp>
        <p:nvSpPr>
          <p:cNvPr id="910" name="Google Shape;910;p124">
            <a:extLst xmlns:a="http://schemas.openxmlformats.org/drawingml/2006/main">
              <a:ext uri="{FF2B5EF4-FFF2-40B4-BE49-F238E27FC236}">
                <a16:creationId xmlns:a16="http://schemas.microsoft.com/office/drawing/2014/main" id="{F00014A6-8E5F-4E48-A6C7-285DF64AB28D}"/>
              </a:ext>
            </a:extLst>
          </p:cNvPr>
          <p:cNvSpPr>
            <a:spLocks xmlns:a="http://schemas.openxmlformats.org/drawingml/2006/main" noGrp="1"/>
          </p:cNvSpPr>
          <p:nvPr>
            <p:ph type="pic" idx="15"/>
          </p:nvPr>
        </p:nvSpPr>
        <p:spPr>
          <a:xfrm xmlns:a="http://schemas.openxmlformats.org/drawingml/2006/main">
            <a:off x="6823300" y="228600"/>
            <a:ext cx="2092200" cy="1464300"/>
          </a:xfrm>
          <a:prstGeom xmlns:a="http://schemas.openxmlformats.org/drawingml/2006/main" prst="roundRect">
            <a:avLst>
              <a:gd name="adj" fmla="val 3132"/>
            </a:avLst>
          </a:prstGeom>
          <a:noFill xmlns:a="http://schemas.openxmlformats.org/drawingml/2006/main"/>
          <a:ln xmlns:a="http://schemas.openxmlformats.org/drawingml/2006/main">
            <a:noFill/>
          </a:ln>
        </p:spPr>
      </p:sp>
      <p:sp>
        <p:nvSpPr>
          <p:cNvPr id="911" name="Google Shape;911;p124">
            <a:extLst xmlns:a="http://schemas.openxmlformats.org/drawingml/2006/main">
              <a:ext uri="{FF2B5EF4-FFF2-40B4-BE49-F238E27FC236}">
                <a16:creationId xmlns:a16="http://schemas.microsoft.com/office/drawing/2014/main" id="{C199B416-D1F6-44DF-84E5-61DCF00393CE}"/>
              </a:ext>
            </a:extLst>
          </p:cNvPr>
          <p:cNvSpPr>
            <a:spLocks xmlns:a="http://schemas.openxmlformats.org/drawingml/2006/main" noGrp="1"/>
          </p:cNvSpPr>
          <p:nvPr>
            <p:ph type="pic" idx="16"/>
          </p:nvPr>
        </p:nvSpPr>
        <p:spPr>
          <a:xfrm xmlns:a="http://schemas.openxmlformats.org/drawingml/2006/main">
            <a:off x="228600" y="2624325"/>
            <a:ext cx="2092200" cy="1464300"/>
          </a:xfrm>
          <a:prstGeom xmlns:a="http://schemas.openxmlformats.org/drawingml/2006/main" prst="roundRect">
            <a:avLst>
              <a:gd name="adj" fmla="val 3132"/>
            </a:avLst>
          </a:prstGeom>
          <a:noFill xmlns:a="http://schemas.openxmlformats.org/drawingml/2006/main"/>
          <a:ln xmlns:a="http://schemas.openxmlformats.org/drawingml/2006/main">
            <a:noFill/>
          </a:ln>
        </p:spPr>
      </p:sp>
      <p:sp>
        <p:nvSpPr>
          <p:cNvPr id="912" name="Google Shape;912;p124">
            <a:extLst xmlns:a="http://schemas.openxmlformats.org/drawingml/2006/main">
              <a:ext uri="{FF2B5EF4-FFF2-40B4-BE49-F238E27FC236}">
                <a16:creationId xmlns:a16="http://schemas.microsoft.com/office/drawing/2014/main" id="{CDE08DEC-C781-41D9-9A22-7DECF8D6BCE2}"/>
              </a:ext>
            </a:extLst>
          </p:cNvPr>
          <p:cNvSpPr>
            <a:spLocks xmlns:a="http://schemas.openxmlformats.org/drawingml/2006/main" noGrp="1"/>
          </p:cNvSpPr>
          <p:nvPr>
            <p:ph type="pic" idx="17"/>
          </p:nvPr>
        </p:nvSpPr>
        <p:spPr>
          <a:xfrm xmlns:a="http://schemas.openxmlformats.org/drawingml/2006/main">
            <a:off x="2426833" y="2624325"/>
            <a:ext cx="2092200" cy="1464300"/>
          </a:xfrm>
          <a:prstGeom xmlns:a="http://schemas.openxmlformats.org/drawingml/2006/main" prst="roundRect">
            <a:avLst>
              <a:gd name="adj" fmla="val 3132"/>
            </a:avLst>
          </a:prstGeom>
          <a:noFill xmlns:a="http://schemas.openxmlformats.org/drawingml/2006/main"/>
          <a:ln xmlns:a="http://schemas.openxmlformats.org/drawingml/2006/main">
            <a:noFill/>
          </a:ln>
        </p:spPr>
      </p:sp>
      <p:sp>
        <p:nvSpPr>
          <p:cNvPr id="913" name="Google Shape;913;p124">
            <a:extLst xmlns:a="http://schemas.openxmlformats.org/drawingml/2006/main">
              <a:ext uri="{FF2B5EF4-FFF2-40B4-BE49-F238E27FC236}">
                <a16:creationId xmlns:a16="http://schemas.microsoft.com/office/drawing/2014/main" id="{61DC165C-9F22-4906-8FD3-06A6BAC1E651}"/>
              </a:ext>
            </a:extLst>
          </p:cNvPr>
          <p:cNvSpPr>
            <a:spLocks xmlns:a="http://schemas.openxmlformats.org/drawingml/2006/main" noGrp="1"/>
          </p:cNvSpPr>
          <p:nvPr>
            <p:ph type="pic" idx="18"/>
          </p:nvPr>
        </p:nvSpPr>
        <p:spPr>
          <a:xfrm xmlns:a="http://schemas.openxmlformats.org/drawingml/2006/main">
            <a:off x="4625067" y="2624325"/>
            <a:ext cx="2092200" cy="1464300"/>
          </a:xfrm>
          <a:prstGeom xmlns:a="http://schemas.openxmlformats.org/drawingml/2006/main" prst="roundRect">
            <a:avLst>
              <a:gd name="adj" fmla="val 3132"/>
            </a:avLst>
          </a:prstGeom>
          <a:noFill xmlns:a="http://schemas.openxmlformats.org/drawingml/2006/main"/>
          <a:ln xmlns:a="http://schemas.openxmlformats.org/drawingml/2006/main">
            <a:noFill/>
          </a:ln>
        </p:spPr>
      </p:sp>
      <p:sp>
        <p:nvSpPr>
          <p:cNvPr id="914" name="Google Shape;914;p124">
            <a:extLst xmlns:a="http://schemas.openxmlformats.org/drawingml/2006/main">
              <a:ext uri="{FF2B5EF4-FFF2-40B4-BE49-F238E27FC236}">
                <a16:creationId xmlns:a16="http://schemas.microsoft.com/office/drawing/2014/main" id="{DAA22262-BEE3-42BD-BB24-4E079CC16E7E}"/>
              </a:ext>
            </a:extLst>
          </p:cNvPr>
          <p:cNvSpPr>
            <a:spLocks xmlns:a="http://schemas.openxmlformats.org/drawingml/2006/main" noGrp="1"/>
          </p:cNvSpPr>
          <p:nvPr>
            <p:ph type="pic" idx="19"/>
          </p:nvPr>
        </p:nvSpPr>
        <p:spPr>
          <a:xfrm xmlns:a="http://schemas.openxmlformats.org/drawingml/2006/main">
            <a:off x="6823300" y="2624325"/>
            <a:ext cx="2092200" cy="1464300"/>
          </a:xfrm>
          <a:prstGeom xmlns:a="http://schemas.openxmlformats.org/drawingml/2006/main" prst="roundRect">
            <a:avLst>
              <a:gd name="adj" fmla="val 3132"/>
            </a:avLst>
          </a:prstGeom>
          <a:noFill xmlns:a="http://schemas.openxmlformats.org/drawingml/2006/main"/>
          <a:ln xmlns:a="http://schemas.openxmlformats.org/drawingml/2006/main">
            <a:noFill/>
          </a:ln>
        </p:spPr>
      </p:sp>
      <p:pic>
        <p:nvPicPr>
          <p:cNvPr id="932" name="Google Shape;915;p124"/>
          <p:cNvPicPr>
            <a:picLocks xmlns:a="http://schemas.openxmlformats.org/drawingml/2006/main" noChangeAspect="1"/>
          </p:cNvPicPr>
          <p:nvPr/>
        </p:nvPicPr>
        <p:blipFill>
          <a:blip xmlns:r="http://schemas.openxmlformats.org/officeDocument/2006/relationships" xmlns:a="http://schemas.openxmlformats.org/drawingml/2006/main" r:embed="R26776b1d05a148d3">
            <a:alphaModFix/>
          </a:blip>
          <a:stretch xmlns:a="http://schemas.openxmlformats.org/drawingml/2006/main">
            <a:fillRect l="0" t="0" r="0" b="0"/>
          </a:stretch>
        </p:blipFill>
        <p:spPr>
          <a:xfrm xmlns:a="http://schemas.openxmlformats.org/drawingml/2006/main">
            <a:off x="228600" y="4836074"/>
            <a:ext cx="153925" cy="153925"/>
          </a:xfrm>
          <a:prstGeom xmlns:a="http://schemas.openxmlformats.org/drawingml/2006/main" prst="rect">
            <a:avLst/>
          </a:prstGeom>
          <a:ln xmlns:a="http://schemas.openxmlformats.org/drawingml/2006/main">
            <a:noFill/>
          </a:ln>
        </p:spPr>
      </p:pic>
    </p:spTree>
  </p:cSld>
</p:sldLayout>
</file>

<file path=ppt/slideLayouts/slideLayout123.xml><?xml version="1.0" encoding="utf-8"?>
<p:sldLayout xmlns:p="http://schemas.openxmlformats.org/presentationml/2006/main" showMasterSp="0" matchingName="Data viz 1">
  <p:cSld name="Process 2 – Light">
    <p:bg>
      <p:bgPr>
        <a:solidFill xmlns:a="http://schemas.openxmlformats.org/drawingml/2006/main">
          <a:srgbClr val="FCFAEE"/>
        </a:solidFill>
      </p:bgPr>
    </p:bg>
    <p:spTree>
      <p:nvGrpSpPr>
        <p:cNvPr id="1" name=""/>
        <p:cNvGrpSpPr/>
        <p:nvPr/>
      </p:nvGrpSpPr>
      <p:grpSpPr>
        <a:xfrm xmlns:a="http://schemas.openxmlformats.org/drawingml/2006/main"/>
      </p:grpSpPr>
      <p:sp>
        <p:nvSpPr>
          <p:cNvPr id="917" name="Google Shape;917;p125">
            <a:extLst xmlns:a="http://schemas.openxmlformats.org/drawingml/2006/main">
              <a:ext uri="{FF2B5EF4-FFF2-40B4-BE49-F238E27FC236}">
                <a16:creationId xmlns:a16="http://schemas.microsoft.com/office/drawing/2014/main" id="{09AC7106-0A4D-4ED1-AEF2-EA63E70FC2BA}"/>
              </a:ext>
            </a:extLst>
          </p:cNvPr>
          <p:cNvSpPr>
            <a:spLocks xmlns:a="http://schemas.openxmlformats.org/drawingml/2006/main" noGrp="1"/>
          </p:cNvSpPr>
          <p:nvPr>
            <p:ph type="title" idx="0"/>
          </p:nvPr>
        </p:nvSpPr>
        <p:spPr>
          <a:xfrm xmlns:a="http://schemas.openxmlformats.org/drawingml/2006/main">
            <a:off x="201377" y="295836"/>
            <a:ext cx="5124000" cy="346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300" tIns="17150" rIns="34300" bIns="17150" anchor="t">
            <a:noAutofit/>
          </a:bodyPr>
          <a:lstStyle xmlns:a="http://schemas.openxmlformats.org/drawingml/2006/main">
            <a:lvl1pPr algn="l">
              <a:lnSpc>
                <a:spcPct val="90000"/>
              </a:lnSpc>
              <a:spcBef>
                <a:spcPts val="0"/>
              </a:spcBef>
              <a:spcAft>
                <a:spcPts val="0"/>
              </a:spcAft>
              <a:buClr>
                <a:schemeClr val="dk1"/>
              </a:buClr>
              <a:buSzPts val="2250"/>
              <a:buFont typeface="Helvetica Neue"/>
              <a:buNone/>
              <a:defRPr sz="2250" b="0">
                <a:solidFill>
                  <a:schemeClr val="dk1"/>
                </a:solidFill>
              </a:defRPr>
            </a:lvl1pPr>
            <a:lvl2pPr>
              <a:spcBef>
                <a:spcPts val="0"/>
              </a:spcBef>
              <a:spcAft>
                <a:spcPts val="0"/>
              </a:spcAft>
              <a:buSzPts val="500"/>
              <a:buNone/>
              <a:defRPr sz="700"/>
            </a:lvl2pPr>
            <a:lvl3pPr>
              <a:spcBef>
                <a:spcPts val="0"/>
              </a:spcBef>
              <a:spcAft>
                <a:spcPts val="0"/>
              </a:spcAft>
              <a:buSzPts val="500"/>
              <a:buNone/>
              <a:defRPr sz="700"/>
            </a:lvl3pPr>
            <a:lvl4pPr>
              <a:spcBef>
                <a:spcPts val="0"/>
              </a:spcBef>
              <a:spcAft>
                <a:spcPts val="0"/>
              </a:spcAft>
              <a:buSzPts val="500"/>
              <a:buNone/>
              <a:defRPr sz="700"/>
            </a:lvl4pPr>
            <a:lvl5pPr>
              <a:spcBef>
                <a:spcPts val="0"/>
              </a:spcBef>
              <a:spcAft>
                <a:spcPts val="0"/>
              </a:spcAft>
              <a:buSzPts val="500"/>
              <a:buNone/>
              <a:defRPr sz="700"/>
            </a:lvl5pPr>
            <a:lvl6pPr>
              <a:spcBef>
                <a:spcPts val="0"/>
              </a:spcBef>
              <a:spcAft>
                <a:spcPts val="0"/>
              </a:spcAft>
              <a:buSzPts val="500"/>
              <a:buNone/>
              <a:defRPr sz="700"/>
            </a:lvl6pPr>
            <a:lvl7pPr>
              <a:spcBef>
                <a:spcPts val="0"/>
              </a:spcBef>
              <a:spcAft>
                <a:spcPts val="0"/>
              </a:spcAft>
              <a:buSzPts val="500"/>
              <a:buNone/>
              <a:defRPr sz="700"/>
            </a:lvl7pPr>
            <a:lvl8pPr>
              <a:spcBef>
                <a:spcPts val="0"/>
              </a:spcBef>
              <a:spcAft>
                <a:spcPts val="0"/>
              </a:spcAft>
              <a:buSzPts val="500"/>
              <a:buNone/>
              <a:defRPr sz="700"/>
            </a:lvl8pPr>
            <a:lvl9pPr>
              <a:spcBef>
                <a:spcPts val="0"/>
              </a:spcBef>
              <a:spcAft>
                <a:spcPts val="0"/>
              </a:spcAft>
              <a:buSzPts val="500"/>
              <a:buNone/>
              <a:defRPr sz="700"/>
            </a:lvl9pPr>
          </a:lstStyle>
          <a:p xmlns:a="http://schemas.openxmlformats.org/drawingml/2006/main"/>
        </p:txBody>
      </p:sp>
      <p:sp>
        <p:nvSpPr>
          <p:cNvPr id="918" name="Google Shape;918;p125">
            <a:extLst xmlns:a="http://schemas.openxmlformats.org/drawingml/2006/main">
              <a:ext uri="{FF2B5EF4-FFF2-40B4-BE49-F238E27FC236}">
                <a16:creationId xmlns:a16="http://schemas.microsoft.com/office/drawing/2014/main" id="{B2C7658D-66D3-4E29-A69B-10383AF894E4}"/>
              </a:ext>
            </a:extLst>
          </p:cNvPr>
          <p:cNvSpPr>
            <a:spLocks xmlns:a="http://schemas.openxmlformats.org/drawingml/2006/main" noGrp="1"/>
          </p:cNvSpPr>
          <p:nvPr>
            <p:ph type="body" idx="1"/>
          </p:nvPr>
        </p:nvSpPr>
        <p:spPr>
          <a:xfrm xmlns:a="http://schemas.openxmlformats.org/drawingml/2006/main">
            <a:off x="201378" y="164051"/>
            <a:ext cx="1948200" cy="160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300" tIns="17150" rIns="34300" bIns="17150" anchor="t">
            <a:noAutofit/>
          </a:bodyPr>
          <a:lstStyle xmlns:a="http://schemas.openxmlformats.org/drawingml/2006/main">
            <a:lvl1pPr marL="457200" indent="-228600" algn="l">
              <a:lnSpc>
                <a:spcPct val="90000"/>
              </a:lnSpc>
              <a:spcBef>
                <a:spcPts val="400"/>
              </a:spcBef>
              <a:spcAft>
                <a:spcPts val="0"/>
              </a:spcAft>
              <a:buClr>
                <a:schemeClr val="dk2"/>
              </a:buClr>
              <a:buSzPts val="750"/>
              <a:buFont typeface="Arial"/>
              <a:buNone/>
              <a:defRPr sz="750">
                <a:solidFill>
                  <a:schemeClr val="dk2"/>
                </a:solidFill>
              </a:defRPr>
            </a:lvl1pPr>
            <a:lvl2pPr marL="914400" indent="-273050" algn="l">
              <a:lnSpc>
                <a:spcPct val="90000"/>
              </a:lnSpc>
              <a:spcBef>
                <a:spcPts val="1200"/>
              </a:spcBef>
              <a:spcAft>
                <a:spcPts val="0"/>
              </a:spcAft>
              <a:buClr>
                <a:schemeClr val="lt1"/>
              </a:buClr>
              <a:buSzPts val="700"/>
              <a:buChar char="○"/>
              <a:defRPr sz="700"/>
            </a:lvl2pPr>
            <a:lvl3pPr marL="1371600" indent="-273050" algn="l">
              <a:lnSpc>
                <a:spcPct val="90000"/>
              </a:lnSpc>
              <a:spcBef>
                <a:spcPts val="1200"/>
              </a:spcBef>
              <a:spcAft>
                <a:spcPts val="0"/>
              </a:spcAft>
              <a:buClr>
                <a:schemeClr val="lt1"/>
              </a:buClr>
              <a:buSzPts val="700"/>
              <a:buChar char="■"/>
              <a:defRPr sz="700"/>
            </a:lvl3pPr>
            <a:lvl4pPr marL="1828800" indent="-273050" algn="l">
              <a:lnSpc>
                <a:spcPct val="90000"/>
              </a:lnSpc>
              <a:spcBef>
                <a:spcPts val="1200"/>
              </a:spcBef>
              <a:spcAft>
                <a:spcPts val="0"/>
              </a:spcAft>
              <a:buClr>
                <a:schemeClr val="lt1"/>
              </a:buClr>
              <a:buSzPts val="700"/>
              <a:buChar char="●"/>
              <a:defRPr sz="700"/>
            </a:lvl4pPr>
            <a:lvl5pPr marL="2286000" indent="-273050" algn="l">
              <a:lnSpc>
                <a:spcPct val="90000"/>
              </a:lnSpc>
              <a:spcBef>
                <a:spcPts val="1200"/>
              </a:spcBef>
              <a:spcAft>
                <a:spcPts val="0"/>
              </a:spcAft>
              <a:buClr>
                <a:schemeClr val="lt1"/>
              </a:buClr>
              <a:buSzPts val="700"/>
              <a:buChar char="○"/>
              <a:defRPr sz="700"/>
            </a:lvl5pPr>
            <a:lvl6pPr marL="2743200" indent="-273050" algn="l">
              <a:lnSpc>
                <a:spcPct val="90000"/>
              </a:lnSpc>
              <a:spcBef>
                <a:spcPts val="1200"/>
              </a:spcBef>
              <a:spcAft>
                <a:spcPts val="0"/>
              </a:spcAft>
              <a:buClr>
                <a:schemeClr val="dk1"/>
              </a:buClr>
              <a:buSzPts val="700"/>
              <a:buChar char="■"/>
              <a:defRPr sz="700"/>
            </a:lvl6pPr>
            <a:lvl7pPr marL="3200400" indent="-273050" algn="l">
              <a:lnSpc>
                <a:spcPct val="90000"/>
              </a:lnSpc>
              <a:spcBef>
                <a:spcPts val="1200"/>
              </a:spcBef>
              <a:spcAft>
                <a:spcPts val="0"/>
              </a:spcAft>
              <a:buClr>
                <a:schemeClr val="dk1"/>
              </a:buClr>
              <a:buSzPts val="700"/>
              <a:buChar char="●"/>
              <a:defRPr sz="700"/>
            </a:lvl7pPr>
            <a:lvl8pPr marL="3657600" indent="-273050" algn="l">
              <a:lnSpc>
                <a:spcPct val="90000"/>
              </a:lnSpc>
              <a:spcBef>
                <a:spcPts val="1200"/>
              </a:spcBef>
              <a:spcAft>
                <a:spcPts val="0"/>
              </a:spcAft>
              <a:buClr>
                <a:schemeClr val="dk1"/>
              </a:buClr>
              <a:buSzPts val="700"/>
              <a:buChar char="○"/>
              <a:defRPr sz="700"/>
            </a:lvl8pPr>
            <a:lvl9pPr marL="4114800" indent="-273050" algn="l">
              <a:lnSpc>
                <a:spcPct val="90000"/>
              </a:lnSpc>
              <a:spcBef>
                <a:spcPts val="1200"/>
              </a:spcBef>
              <a:spcAft>
                <a:spcPts val="1200"/>
              </a:spcAft>
              <a:buClr>
                <a:schemeClr val="dk1"/>
              </a:buClr>
              <a:buSzPts val="700"/>
              <a:buChar char="■"/>
              <a:defRPr sz="700"/>
            </a:lvl9pPr>
          </a:lstStyle>
          <a:p xmlns:a="http://schemas.openxmlformats.org/drawingml/2006/main"/>
        </p:txBody>
      </p:sp>
      <p:sp>
        <p:nvSpPr>
          <p:cNvPr id="919" name="Google Shape;919;p125">
            <a:extLst xmlns:a="http://schemas.openxmlformats.org/drawingml/2006/main">
              <a:ext uri="{FF2B5EF4-FFF2-40B4-BE49-F238E27FC236}">
                <a16:creationId xmlns:a16="http://schemas.microsoft.com/office/drawing/2014/main" id="{06C03BE3-C61A-48EE-ADD9-F82ED96B5DDB}"/>
              </a:ext>
            </a:extLst>
          </p:cNvPr>
          <p:cNvSpPr>
            <a:spLocks xmlns:a="http://schemas.openxmlformats.org/drawingml/2006/main" noGrp="1"/>
          </p:cNvSpPr>
          <p:nvPr>
            <p:ph type="body" idx="2"/>
          </p:nvPr>
        </p:nvSpPr>
        <p:spPr>
          <a:xfrm xmlns:a="http://schemas.openxmlformats.org/drawingml/2006/main">
            <a:off x="201378" y="2532303"/>
            <a:ext cx="2832300" cy="355200"/>
          </a:xfrm>
          <a:prstGeom xmlns:a="http://schemas.openxmlformats.org/drawingml/2006/main" prst="roundRect">
            <a:avLst>
              <a:gd name="adj" fmla="val 50000"/>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34300" tIns="17150" rIns="34300" bIns="17150" anchor="ctr">
            <a:normAutofit/>
          </a:bodyPr>
          <a:lstStyle xmlns:a="http://schemas.openxmlformats.org/drawingml/2006/main">
            <a:lvl1pPr marL="457200" indent="-228600" algn="ctr">
              <a:lnSpc>
                <a:spcPct val="90000"/>
              </a:lnSpc>
              <a:spcBef>
                <a:spcPts val="400"/>
              </a:spcBef>
              <a:spcAft>
                <a:spcPts val="0"/>
              </a:spcAft>
              <a:buClr>
                <a:srgbClr val="FFFFFF"/>
              </a:buClr>
              <a:buSzPts val="900"/>
              <a:buNone/>
              <a:defRPr sz="900" b="0">
                <a:solidFill>
                  <a:srgbClr val="FFFFFF"/>
                </a:solidFill>
              </a:defRPr>
            </a:lvl1pPr>
            <a:lvl2pPr marL="914400" indent="-273050" algn="l">
              <a:lnSpc>
                <a:spcPct val="90000"/>
              </a:lnSpc>
              <a:spcBef>
                <a:spcPts val="1200"/>
              </a:spcBef>
              <a:spcAft>
                <a:spcPts val="0"/>
              </a:spcAft>
              <a:buClr>
                <a:schemeClr val="lt1"/>
              </a:buClr>
              <a:buSzPts val="700"/>
              <a:buChar char="○"/>
              <a:defRPr sz="900"/>
            </a:lvl2pPr>
            <a:lvl3pPr marL="1371600" indent="-273050" algn="l">
              <a:lnSpc>
                <a:spcPct val="90000"/>
              </a:lnSpc>
              <a:spcBef>
                <a:spcPts val="1200"/>
              </a:spcBef>
              <a:spcAft>
                <a:spcPts val="0"/>
              </a:spcAft>
              <a:buClr>
                <a:schemeClr val="lt1"/>
              </a:buClr>
              <a:buSzPts val="700"/>
              <a:buChar char="■"/>
              <a:defRPr sz="800"/>
            </a:lvl3pPr>
            <a:lvl4pPr marL="1828800" indent="-273050" algn="l">
              <a:lnSpc>
                <a:spcPct val="90000"/>
              </a:lnSpc>
              <a:spcBef>
                <a:spcPts val="1200"/>
              </a:spcBef>
              <a:spcAft>
                <a:spcPts val="0"/>
              </a:spcAft>
              <a:buClr>
                <a:schemeClr val="lt1"/>
              </a:buClr>
              <a:buSzPts val="700"/>
              <a:buChar char="●"/>
              <a:defRPr sz="700"/>
            </a:lvl4pPr>
            <a:lvl5pPr marL="2286000" indent="-273050" algn="l">
              <a:lnSpc>
                <a:spcPct val="90000"/>
              </a:lnSpc>
              <a:spcBef>
                <a:spcPts val="1200"/>
              </a:spcBef>
              <a:spcAft>
                <a:spcPts val="0"/>
              </a:spcAft>
              <a:buClr>
                <a:schemeClr val="lt1"/>
              </a:buClr>
              <a:buSzPts val="700"/>
              <a:buChar char="○"/>
              <a:defRPr sz="700"/>
            </a:lvl5pPr>
            <a:lvl6pPr marL="2743200" indent="-273050" algn="l">
              <a:lnSpc>
                <a:spcPct val="90000"/>
              </a:lnSpc>
              <a:spcBef>
                <a:spcPts val="1200"/>
              </a:spcBef>
              <a:spcAft>
                <a:spcPts val="0"/>
              </a:spcAft>
              <a:buClr>
                <a:schemeClr val="dk1"/>
              </a:buClr>
              <a:buSzPts val="700"/>
              <a:buChar char="■"/>
              <a:defRPr sz="700"/>
            </a:lvl6pPr>
            <a:lvl7pPr marL="3200400" indent="-273050" algn="l">
              <a:lnSpc>
                <a:spcPct val="90000"/>
              </a:lnSpc>
              <a:spcBef>
                <a:spcPts val="1200"/>
              </a:spcBef>
              <a:spcAft>
                <a:spcPts val="0"/>
              </a:spcAft>
              <a:buClr>
                <a:schemeClr val="dk1"/>
              </a:buClr>
              <a:buSzPts val="700"/>
              <a:buChar char="●"/>
              <a:defRPr sz="700"/>
            </a:lvl7pPr>
            <a:lvl8pPr marL="3657600" indent="-273050" algn="l">
              <a:lnSpc>
                <a:spcPct val="90000"/>
              </a:lnSpc>
              <a:spcBef>
                <a:spcPts val="1200"/>
              </a:spcBef>
              <a:spcAft>
                <a:spcPts val="0"/>
              </a:spcAft>
              <a:buClr>
                <a:schemeClr val="dk1"/>
              </a:buClr>
              <a:buSzPts val="700"/>
              <a:buChar char="○"/>
              <a:defRPr sz="700"/>
            </a:lvl8pPr>
            <a:lvl9pPr marL="4114800" indent="-273050" algn="l">
              <a:lnSpc>
                <a:spcPct val="90000"/>
              </a:lnSpc>
              <a:spcBef>
                <a:spcPts val="1200"/>
              </a:spcBef>
              <a:spcAft>
                <a:spcPts val="1200"/>
              </a:spcAft>
              <a:buClr>
                <a:schemeClr val="dk1"/>
              </a:buClr>
              <a:buSzPts val="700"/>
              <a:buChar char="■"/>
              <a:defRPr sz="700"/>
            </a:lvl9pPr>
          </a:lstStyle>
          <a:p xmlns:a="http://schemas.openxmlformats.org/drawingml/2006/main"/>
        </p:txBody>
      </p:sp>
      <p:sp>
        <p:nvSpPr>
          <p:cNvPr id="920" name="Google Shape;920;p125">
            <a:extLst xmlns:a="http://schemas.openxmlformats.org/drawingml/2006/main">
              <a:ext uri="{FF2B5EF4-FFF2-40B4-BE49-F238E27FC236}">
                <a16:creationId xmlns:a16="http://schemas.microsoft.com/office/drawing/2014/main" id="{DCE9274E-1B3D-4733-9685-4D8A7886C1C9}"/>
              </a:ext>
            </a:extLst>
          </p:cNvPr>
          <p:cNvSpPr>
            <a:spLocks xmlns:a="http://schemas.openxmlformats.org/drawingml/2006/main" noGrp="1"/>
          </p:cNvSpPr>
          <p:nvPr>
            <p:ph type="body" idx="3"/>
          </p:nvPr>
        </p:nvSpPr>
        <p:spPr>
          <a:xfrm xmlns:a="http://schemas.openxmlformats.org/drawingml/2006/main">
            <a:off x="3050281" y="2532303"/>
            <a:ext cx="762900" cy="355200"/>
          </a:xfrm>
          <a:prstGeom xmlns:a="http://schemas.openxmlformats.org/drawingml/2006/main" prst="roundRect">
            <a:avLst>
              <a:gd name="adj" fmla="val 50000"/>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34300" tIns="17150" rIns="34300" bIns="17150" anchor="ctr">
            <a:normAutofit/>
          </a:bodyPr>
          <a:lstStyle xmlns:a="http://schemas.openxmlformats.org/drawingml/2006/main">
            <a:lvl1pPr marL="457200" indent="-228600" algn="ctr">
              <a:lnSpc>
                <a:spcPct val="90000"/>
              </a:lnSpc>
              <a:spcBef>
                <a:spcPts val="400"/>
              </a:spcBef>
              <a:spcAft>
                <a:spcPts val="0"/>
              </a:spcAft>
              <a:buClr>
                <a:srgbClr val="FFFFFF"/>
              </a:buClr>
              <a:buSzPts val="900"/>
              <a:buNone/>
              <a:defRPr sz="900" b="0">
                <a:solidFill>
                  <a:srgbClr val="FFFFFF"/>
                </a:solidFill>
              </a:defRPr>
            </a:lvl1pPr>
            <a:lvl2pPr marL="914400" indent="-273050" algn="l">
              <a:lnSpc>
                <a:spcPct val="90000"/>
              </a:lnSpc>
              <a:spcBef>
                <a:spcPts val="1200"/>
              </a:spcBef>
              <a:spcAft>
                <a:spcPts val="0"/>
              </a:spcAft>
              <a:buClr>
                <a:schemeClr val="lt1"/>
              </a:buClr>
              <a:buSzPts val="700"/>
              <a:buChar char="○"/>
              <a:defRPr sz="900"/>
            </a:lvl2pPr>
            <a:lvl3pPr marL="1371600" indent="-273050" algn="l">
              <a:lnSpc>
                <a:spcPct val="90000"/>
              </a:lnSpc>
              <a:spcBef>
                <a:spcPts val="1200"/>
              </a:spcBef>
              <a:spcAft>
                <a:spcPts val="0"/>
              </a:spcAft>
              <a:buClr>
                <a:schemeClr val="lt1"/>
              </a:buClr>
              <a:buSzPts val="700"/>
              <a:buChar char="■"/>
              <a:defRPr sz="800"/>
            </a:lvl3pPr>
            <a:lvl4pPr marL="1828800" indent="-273050" algn="l">
              <a:lnSpc>
                <a:spcPct val="90000"/>
              </a:lnSpc>
              <a:spcBef>
                <a:spcPts val="1200"/>
              </a:spcBef>
              <a:spcAft>
                <a:spcPts val="0"/>
              </a:spcAft>
              <a:buClr>
                <a:schemeClr val="lt1"/>
              </a:buClr>
              <a:buSzPts val="700"/>
              <a:buChar char="●"/>
              <a:defRPr sz="700"/>
            </a:lvl4pPr>
            <a:lvl5pPr marL="2286000" indent="-273050" algn="l">
              <a:lnSpc>
                <a:spcPct val="90000"/>
              </a:lnSpc>
              <a:spcBef>
                <a:spcPts val="1200"/>
              </a:spcBef>
              <a:spcAft>
                <a:spcPts val="0"/>
              </a:spcAft>
              <a:buClr>
                <a:schemeClr val="lt1"/>
              </a:buClr>
              <a:buSzPts val="700"/>
              <a:buChar char="○"/>
              <a:defRPr sz="700"/>
            </a:lvl5pPr>
            <a:lvl6pPr marL="2743200" indent="-273050" algn="l">
              <a:lnSpc>
                <a:spcPct val="90000"/>
              </a:lnSpc>
              <a:spcBef>
                <a:spcPts val="1200"/>
              </a:spcBef>
              <a:spcAft>
                <a:spcPts val="0"/>
              </a:spcAft>
              <a:buClr>
                <a:schemeClr val="dk1"/>
              </a:buClr>
              <a:buSzPts val="700"/>
              <a:buChar char="■"/>
              <a:defRPr sz="700"/>
            </a:lvl6pPr>
            <a:lvl7pPr marL="3200400" indent="-273050" algn="l">
              <a:lnSpc>
                <a:spcPct val="90000"/>
              </a:lnSpc>
              <a:spcBef>
                <a:spcPts val="1200"/>
              </a:spcBef>
              <a:spcAft>
                <a:spcPts val="0"/>
              </a:spcAft>
              <a:buClr>
                <a:schemeClr val="dk1"/>
              </a:buClr>
              <a:buSzPts val="700"/>
              <a:buChar char="●"/>
              <a:defRPr sz="700"/>
            </a:lvl7pPr>
            <a:lvl8pPr marL="3657600" indent="-273050" algn="l">
              <a:lnSpc>
                <a:spcPct val="90000"/>
              </a:lnSpc>
              <a:spcBef>
                <a:spcPts val="1200"/>
              </a:spcBef>
              <a:spcAft>
                <a:spcPts val="0"/>
              </a:spcAft>
              <a:buClr>
                <a:schemeClr val="dk1"/>
              </a:buClr>
              <a:buSzPts val="700"/>
              <a:buChar char="○"/>
              <a:defRPr sz="700"/>
            </a:lvl8pPr>
            <a:lvl9pPr marL="4114800" indent="-273050" algn="l">
              <a:lnSpc>
                <a:spcPct val="90000"/>
              </a:lnSpc>
              <a:spcBef>
                <a:spcPts val="1200"/>
              </a:spcBef>
              <a:spcAft>
                <a:spcPts val="1200"/>
              </a:spcAft>
              <a:buClr>
                <a:schemeClr val="dk1"/>
              </a:buClr>
              <a:buSzPts val="700"/>
              <a:buChar char="■"/>
              <a:defRPr sz="700"/>
            </a:lvl9pPr>
          </a:lstStyle>
          <a:p xmlns:a="http://schemas.openxmlformats.org/drawingml/2006/main"/>
        </p:txBody>
      </p:sp>
      <p:sp>
        <p:nvSpPr>
          <p:cNvPr id="921" name="Google Shape;921;p125">
            <a:extLst xmlns:a="http://schemas.openxmlformats.org/drawingml/2006/main">
              <a:ext uri="{FF2B5EF4-FFF2-40B4-BE49-F238E27FC236}">
                <a16:creationId xmlns:a16="http://schemas.microsoft.com/office/drawing/2014/main" id="{D355C543-DD24-4039-BA06-9E9CD977219A}"/>
              </a:ext>
            </a:extLst>
          </p:cNvPr>
          <p:cNvSpPr>
            <a:spLocks xmlns:a="http://schemas.openxmlformats.org/drawingml/2006/main" noGrp="1"/>
          </p:cNvSpPr>
          <p:nvPr>
            <p:ph type="body" idx="4"/>
          </p:nvPr>
        </p:nvSpPr>
        <p:spPr>
          <a:xfrm xmlns:a="http://schemas.openxmlformats.org/drawingml/2006/main">
            <a:off x="3830568" y="2532303"/>
            <a:ext cx="762900" cy="355200"/>
          </a:xfrm>
          <a:prstGeom xmlns:a="http://schemas.openxmlformats.org/drawingml/2006/main" prst="roundRect">
            <a:avLst>
              <a:gd name="adj" fmla="val 50000"/>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34300" tIns="17150" rIns="34300" bIns="17150" anchor="ctr">
            <a:normAutofit/>
          </a:bodyPr>
          <a:lstStyle xmlns:a="http://schemas.openxmlformats.org/drawingml/2006/main">
            <a:lvl1pPr marL="457200" indent="-228600" algn="ctr">
              <a:lnSpc>
                <a:spcPct val="90000"/>
              </a:lnSpc>
              <a:spcBef>
                <a:spcPts val="400"/>
              </a:spcBef>
              <a:spcAft>
                <a:spcPts val="0"/>
              </a:spcAft>
              <a:buClr>
                <a:srgbClr val="FFFFFF"/>
              </a:buClr>
              <a:buSzPts val="900"/>
              <a:buNone/>
              <a:defRPr sz="900" b="0">
                <a:solidFill>
                  <a:srgbClr val="FFFFFF"/>
                </a:solidFill>
              </a:defRPr>
            </a:lvl1pPr>
            <a:lvl2pPr marL="914400" indent="-273050" algn="l">
              <a:lnSpc>
                <a:spcPct val="90000"/>
              </a:lnSpc>
              <a:spcBef>
                <a:spcPts val="1200"/>
              </a:spcBef>
              <a:spcAft>
                <a:spcPts val="0"/>
              </a:spcAft>
              <a:buClr>
                <a:schemeClr val="lt1"/>
              </a:buClr>
              <a:buSzPts val="700"/>
              <a:buChar char="○"/>
              <a:defRPr sz="900"/>
            </a:lvl2pPr>
            <a:lvl3pPr marL="1371600" indent="-273050" algn="l">
              <a:lnSpc>
                <a:spcPct val="90000"/>
              </a:lnSpc>
              <a:spcBef>
                <a:spcPts val="1200"/>
              </a:spcBef>
              <a:spcAft>
                <a:spcPts val="0"/>
              </a:spcAft>
              <a:buClr>
                <a:schemeClr val="lt1"/>
              </a:buClr>
              <a:buSzPts val="700"/>
              <a:buChar char="■"/>
              <a:defRPr sz="800"/>
            </a:lvl3pPr>
            <a:lvl4pPr marL="1828800" indent="-273050" algn="l">
              <a:lnSpc>
                <a:spcPct val="90000"/>
              </a:lnSpc>
              <a:spcBef>
                <a:spcPts val="1200"/>
              </a:spcBef>
              <a:spcAft>
                <a:spcPts val="0"/>
              </a:spcAft>
              <a:buClr>
                <a:schemeClr val="lt1"/>
              </a:buClr>
              <a:buSzPts val="700"/>
              <a:buChar char="●"/>
              <a:defRPr sz="700"/>
            </a:lvl4pPr>
            <a:lvl5pPr marL="2286000" indent="-273050" algn="l">
              <a:lnSpc>
                <a:spcPct val="90000"/>
              </a:lnSpc>
              <a:spcBef>
                <a:spcPts val="1200"/>
              </a:spcBef>
              <a:spcAft>
                <a:spcPts val="0"/>
              </a:spcAft>
              <a:buClr>
                <a:schemeClr val="lt1"/>
              </a:buClr>
              <a:buSzPts val="700"/>
              <a:buChar char="○"/>
              <a:defRPr sz="700"/>
            </a:lvl5pPr>
            <a:lvl6pPr marL="2743200" indent="-273050" algn="l">
              <a:lnSpc>
                <a:spcPct val="90000"/>
              </a:lnSpc>
              <a:spcBef>
                <a:spcPts val="1200"/>
              </a:spcBef>
              <a:spcAft>
                <a:spcPts val="0"/>
              </a:spcAft>
              <a:buClr>
                <a:schemeClr val="dk1"/>
              </a:buClr>
              <a:buSzPts val="700"/>
              <a:buChar char="■"/>
              <a:defRPr sz="700"/>
            </a:lvl6pPr>
            <a:lvl7pPr marL="3200400" indent="-273050" algn="l">
              <a:lnSpc>
                <a:spcPct val="90000"/>
              </a:lnSpc>
              <a:spcBef>
                <a:spcPts val="1200"/>
              </a:spcBef>
              <a:spcAft>
                <a:spcPts val="0"/>
              </a:spcAft>
              <a:buClr>
                <a:schemeClr val="dk1"/>
              </a:buClr>
              <a:buSzPts val="700"/>
              <a:buChar char="●"/>
              <a:defRPr sz="700"/>
            </a:lvl7pPr>
            <a:lvl8pPr marL="3657600" indent="-273050" algn="l">
              <a:lnSpc>
                <a:spcPct val="90000"/>
              </a:lnSpc>
              <a:spcBef>
                <a:spcPts val="1200"/>
              </a:spcBef>
              <a:spcAft>
                <a:spcPts val="0"/>
              </a:spcAft>
              <a:buClr>
                <a:schemeClr val="dk1"/>
              </a:buClr>
              <a:buSzPts val="700"/>
              <a:buChar char="○"/>
              <a:defRPr sz="700"/>
            </a:lvl8pPr>
            <a:lvl9pPr marL="4114800" indent="-273050" algn="l">
              <a:lnSpc>
                <a:spcPct val="90000"/>
              </a:lnSpc>
              <a:spcBef>
                <a:spcPts val="1200"/>
              </a:spcBef>
              <a:spcAft>
                <a:spcPts val="1200"/>
              </a:spcAft>
              <a:buClr>
                <a:schemeClr val="dk1"/>
              </a:buClr>
              <a:buSzPts val="700"/>
              <a:buChar char="■"/>
              <a:defRPr sz="700"/>
            </a:lvl9pPr>
          </a:lstStyle>
          <a:p xmlns:a="http://schemas.openxmlformats.org/drawingml/2006/main"/>
        </p:txBody>
      </p:sp>
      <p:sp>
        <p:nvSpPr>
          <p:cNvPr id="922" name="Google Shape;922;p125">
            <a:extLst xmlns:a="http://schemas.openxmlformats.org/drawingml/2006/main">
              <a:ext uri="{FF2B5EF4-FFF2-40B4-BE49-F238E27FC236}">
                <a16:creationId xmlns:a16="http://schemas.microsoft.com/office/drawing/2014/main" id="{6C234381-1B4E-4532-9469-FDE4264FCA79}"/>
              </a:ext>
            </a:extLst>
          </p:cNvPr>
          <p:cNvSpPr>
            <a:spLocks xmlns:a="http://schemas.openxmlformats.org/drawingml/2006/main" noGrp="1"/>
          </p:cNvSpPr>
          <p:nvPr>
            <p:ph type="body" idx="5"/>
          </p:nvPr>
        </p:nvSpPr>
        <p:spPr>
          <a:xfrm xmlns:a="http://schemas.openxmlformats.org/drawingml/2006/main">
            <a:off x="4610855" y="2532303"/>
            <a:ext cx="2104500" cy="355200"/>
          </a:xfrm>
          <a:prstGeom xmlns:a="http://schemas.openxmlformats.org/drawingml/2006/main" prst="roundRect">
            <a:avLst>
              <a:gd name="adj" fmla="val 50000"/>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34300" tIns="17150" rIns="34300" bIns="17150" anchor="ctr">
            <a:normAutofit/>
          </a:bodyPr>
          <a:lstStyle xmlns:a="http://schemas.openxmlformats.org/drawingml/2006/main">
            <a:lvl1pPr marL="457200" indent="-228600" algn="ctr">
              <a:lnSpc>
                <a:spcPct val="90000"/>
              </a:lnSpc>
              <a:spcBef>
                <a:spcPts val="400"/>
              </a:spcBef>
              <a:spcAft>
                <a:spcPts val="0"/>
              </a:spcAft>
              <a:buClr>
                <a:srgbClr val="FFFFFF"/>
              </a:buClr>
              <a:buSzPts val="900"/>
              <a:buNone/>
              <a:defRPr sz="900" b="0">
                <a:solidFill>
                  <a:srgbClr val="FFFFFF"/>
                </a:solidFill>
              </a:defRPr>
            </a:lvl1pPr>
            <a:lvl2pPr marL="914400" indent="-273050" algn="l">
              <a:lnSpc>
                <a:spcPct val="90000"/>
              </a:lnSpc>
              <a:spcBef>
                <a:spcPts val="1200"/>
              </a:spcBef>
              <a:spcAft>
                <a:spcPts val="0"/>
              </a:spcAft>
              <a:buClr>
                <a:schemeClr val="lt1"/>
              </a:buClr>
              <a:buSzPts val="700"/>
              <a:buChar char="○"/>
              <a:defRPr sz="900"/>
            </a:lvl2pPr>
            <a:lvl3pPr marL="1371600" indent="-273050" algn="l">
              <a:lnSpc>
                <a:spcPct val="90000"/>
              </a:lnSpc>
              <a:spcBef>
                <a:spcPts val="1200"/>
              </a:spcBef>
              <a:spcAft>
                <a:spcPts val="0"/>
              </a:spcAft>
              <a:buClr>
                <a:schemeClr val="lt1"/>
              </a:buClr>
              <a:buSzPts val="700"/>
              <a:buChar char="■"/>
              <a:defRPr sz="800"/>
            </a:lvl3pPr>
            <a:lvl4pPr marL="1828800" indent="-273050" algn="l">
              <a:lnSpc>
                <a:spcPct val="90000"/>
              </a:lnSpc>
              <a:spcBef>
                <a:spcPts val="1200"/>
              </a:spcBef>
              <a:spcAft>
                <a:spcPts val="0"/>
              </a:spcAft>
              <a:buClr>
                <a:schemeClr val="lt1"/>
              </a:buClr>
              <a:buSzPts val="700"/>
              <a:buChar char="●"/>
              <a:defRPr sz="700"/>
            </a:lvl4pPr>
            <a:lvl5pPr marL="2286000" indent="-273050" algn="l">
              <a:lnSpc>
                <a:spcPct val="90000"/>
              </a:lnSpc>
              <a:spcBef>
                <a:spcPts val="1200"/>
              </a:spcBef>
              <a:spcAft>
                <a:spcPts val="0"/>
              </a:spcAft>
              <a:buClr>
                <a:schemeClr val="lt1"/>
              </a:buClr>
              <a:buSzPts val="700"/>
              <a:buChar char="○"/>
              <a:defRPr sz="700"/>
            </a:lvl5pPr>
            <a:lvl6pPr marL="2743200" indent="-273050" algn="l">
              <a:lnSpc>
                <a:spcPct val="90000"/>
              </a:lnSpc>
              <a:spcBef>
                <a:spcPts val="1200"/>
              </a:spcBef>
              <a:spcAft>
                <a:spcPts val="0"/>
              </a:spcAft>
              <a:buClr>
                <a:schemeClr val="dk1"/>
              </a:buClr>
              <a:buSzPts val="700"/>
              <a:buChar char="■"/>
              <a:defRPr sz="700"/>
            </a:lvl6pPr>
            <a:lvl7pPr marL="3200400" indent="-273050" algn="l">
              <a:lnSpc>
                <a:spcPct val="90000"/>
              </a:lnSpc>
              <a:spcBef>
                <a:spcPts val="1200"/>
              </a:spcBef>
              <a:spcAft>
                <a:spcPts val="0"/>
              </a:spcAft>
              <a:buClr>
                <a:schemeClr val="dk1"/>
              </a:buClr>
              <a:buSzPts val="700"/>
              <a:buChar char="●"/>
              <a:defRPr sz="700"/>
            </a:lvl7pPr>
            <a:lvl8pPr marL="3657600" indent="-273050" algn="l">
              <a:lnSpc>
                <a:spcPct val="90000"/>
              </a:lnSpc>
              <a:spcBef>
                <a:spcPts val="1200"/>
              </a:spcBef>
              <a:spcAft>
                <a:spcPts val="0"/>
              </a:spcAft>
              <a:buClr>
                <a:schemeClr val="dk1"/>
              </a:buClr>
              <a:buSzPts val="700"/>
              <a:buChar char="○"/>
              <a:defRPr sz="700"/>
            </a:lvl8pPr>
            <a:lvl9pPr marL="4114800" indent="-273050" algn="l">
              <a:lnSpc>
                <a:spcPct val="90000"/>
              </a:lnSpc>
              <a:spcBef>
                <a:spcPts val="1200"/>
              </a:spcBef>
              <a:spcAft>
                <a:spcPts val="1200"/>
              </a:spcAft>
              <a:buClr>
                <a:schemeClr val="dk1"/>
              </a:buClr>
              <a:buSzPts val="700"/>
              <a:buChar char="■"/>
              <a:defRPr sz="700"/>
            </a:lvl9pPr>
          </a:lstStyle>
          <a:p xmlns:a="http://schemas.openxmlformats.org/drawingml/2006/main"/>
        </p:txBody>
      </p:sp>
      <p:sp>
        <p:nvSpPr>
          <p:cNvPr id="923" name="Google Shape;923;p125">
            <a:extLst xmlns:a="http://schemas.openxmlformats.org/drawingml/2006/main">
              <a:ext uri="{FF2B5EF4-FFF2-40B4-BE49-F238E27FC236}">
                <a16:creationId xmlns:a16="http://schemas.microsoft.com/office/drawing/2014/main" id="{15E57AF2-4610-4C8E-B6B5-C68748E493EB}"/>
              </a:ext>
            </a:extLst>
          </p:cNvPr>
          <p:cNvSpPr>
            <a:spLocks xmlns:a="http://schemas.openxmlformats.org/drawingml/2006/main" noGrp="1"/>
          </p:cNvSpPr>
          <p:nvPr>
            <p:ph type="body" idx="6"/>
          </p:nvPr>
        </p:nvSpPr>
        <p:spPr>
          <a:xfrm xmlns:a="http://schemas.openxmlformats.org/drawingml/2006/main">
            <a:off x="6732554" y="2532303"/>
            <a:ext cx="2210100" cy="355200"/>
          </a:xfrm>
          <a:prstGeom xmlns:a="http://schemas.openxmlformats.org/drawingml/2006/main" prst="roundRect">
            <a:avLst>
              <a:gd name="adj" fmla="val 50000"/>
            </a:avLst>
          </a:prstGeom>
          <a:gradFill xmlns:a="http://schemas.openxmlformats.org/drawingml/2006/main">
            <a:gsLst>
              <a:gs pos="0">
                <a:srgbClr val="91969C"/>
              </a:gs>
              <a:gs pos="2760">
                <a:srgbClr val="91969C"/>
              </a:gs>
              <a:gs pos="99680">
                <a:srgbClr val="6F7278"/>
              </a:gs>
              <a:gs pos="100000">
                <a:srgbClr val="6F7278"/>
              </a:gs>
            </a:gsLst>
            <a:lin ang="16200038" scaled="0"/>
          </a:gradFill>
          <a:ln xmlns:a="http://schemas.openxmlformats.org/drawingml/2006/main">
            <a:noFill/>
          </a:ln>
        </p:spPr>
        <p:txBody>
          <a:bodyPr xmlns:a="http://schemas.openxmlformats.org/drawingml/2006/main" spcFirstLastPara="1" wrap="square" lIns="34300" tIns="17150" rIns="34300" bIns="17150" anchor="ctr">
            <a:normAutofit/>
          </a:bodyPr>
          <a:lstStyle xmlns:a="http://schemas.openxmlformats.org/drawingml/2006/main">
            <a:lvl1pPr marL="457200" indent="-228600" algn="ctr">
              <a:lnSpc>
                <a:spcPct val="90000"/>
              </a:lnSpc>
              <a:spcBef>
                <a:spcPts val="400"/>
              </a:spcBef>
              <a:spcAft>
                <a:spcPts val="0"/>
              </a:spcAft>
              <a:buClr>
                <a:srgbClr val="FFFFFF"/>
              </a:buClr>
              <a:buSzPts val="900"/>
              <a:buNone/>
              <a:defRPr sz="900" b="0">
                <a:solidFill>
                  <a:srgbClr val="FFFFFF"/>
                </a:solidFill>
              </a:defRPr>
            </a:lvl1pPr>
            <a:lvl2pPr marL="914400" indent="-273050" algn="l">
              <a:lnSpc>
                <a:spcPct val="90000"/>
              </a:lnSpc>
              <a:spcBef>
                <a:spcPts val="1200"/>
              </a:spcBef>
              <a:spcAft>
                <a:spcPts val="0"/>
              </a:spcAft>
              <a:buClr>
                <a:schemeClr val="lt1"/>
              </a:buClr>
              <a:buSzPts val="700"/>
              <a:buChar char="○"/>
              <a:defRPr sz="900"/>
            </a:lvl2pPr>
            <a:lvl3pPr marL="1371600" indent="-273050" algn="l">
              <a:lnSpc>
                <a:spcPct val="90000"/>
              </a:lnSpc>
              <a:spcBef>
                <a:spcPts val="1200"/>
              </a:spcBef>
              <a:spcAft>
                <a:spcPts val="0"/>
              </a:spcAft>
              <a:buClr>
                <a:schemeClr val="lt1"/>
              </a:buClr>
              <a:buSzPts val="700"/>
              <a:buChar char="■"/>
              <a:defRPr sz="800"/>
            </a:lvl3pPr>
            <a:lvl4pPr marL="1828800" indent="-273050" algn="l">
              <a:lnSpc>
                <a:spcPct val="90000"/>
              </a:lnSpc>
              <a:spcBef>
                <a:spcPts val="1200"/>
              </a:spcBef>
              <a:spcAft>
                <a:spcPts val="0"/>
              </a:spcAft>
              <a:buClr>
                <a:schemeClr val="lt1"/>
              </a:buClr>
              <a:buSzPts val="700"/>
              <a:buChar char="●"/>
              <a:defRPr sz="700"/>
            </a:lvl4pPr>
            <a:lvl5pPr marL="2286000" indent="-273050" algn="l">
              <a:lnSpc>
                <a:spcPct val="90000"/>
              </a:lnSpc>
              <a:spcBef>
                <a:spcPts val="1200"/>
              </a:spcBef>
              <a:spcAft>
                <a:spcPts val="0"/>
              </a:spcAft>
              <a:buClr>
                <a:schemeClr val="lt1"/>
              </a:buClr>
              <a:buSzPts val="700"/>
              <a:buChar char="○"/>
              <a:defRPr sz="700"/>
            </a:lvl5pPr>
            <a:lvl6pPr marL="2743200" indent="-273050" algn="l">
              <a:lnSpc>
                <a:spcPct val="90000"/>
              </a:lnSpc>
              <a:spcBef>
                <a:spcPts val="1200"/>
              </a:spcBef>
              <a:spcAft>
                <a:spcPts val="0"/>
              </a:spcAft>
              <a:buClr>
                <a:schemeClr val="dk1"/>
              </a:buClr>
              <a:buSzPts val="700"/>
              <a:buChar char="■"/>
              <a:defRPr sz="700"/>
            </a:lvl6pPr>
            <a:lvl7pPr marL="3200400" indent="-273050" algn="l">
              <a:lnSpc>
                <a:spcPct val="90000"/>
              </a:lnSpc>
              <a:spcBef>
                <a:spcPts val="1200"/>
              </a:spcBef>
              <a:spcAft>
                <a:spcPts val="0"/>
              </a:spcAft>
              <a:buClr>
                <a:schemeClr val="dk1"/>
              </a:buClr>
              <a:buSzPts val="700"/>
              <a:buChar char="●"/>
              <a:defRPr sz="700"/>
            </a:lvl7pPr>
            <a:lvl8pPr marL="3657600" indent="-273050" algn="l">
              <a:lnSpc>
                <a:spcPct val="90000"/>
              </a:lnSpc>
              <a:spcBef>
                <a:spcPts val="1200"/>
              </a:spcBef>
              <a:spcAft>
                <a:spcPts val="0"/>
              </a:spcAft>
              <a:buClr>
                <a:schemeClr val="dk1"/>
              </a:buClr>
              <a:buSzPts val="700"/>
              <a:buChar char="○"/>
              <a:defRPr sz="700"/>
            </a:lvl8pPr>
            <a:lvl9pPr marL="4114800" indent="-273050" algn="l">
              <a:lnSpc>
                <a:spcPct val="90000"/>
              </a:lnSpc>
              <a:spcBef>
                <a:spcPts val="1200"/>
              </a:spcBef>
              <a:spcAft>
                <a:spcPts val="1200"/>
              </a:spcAft>
              <a:buClr>
                <a:schemeClr val="dk1"/>
              </a:buClr>
              <a:buSzPts val="700"/>
              <a:buChar char="■"/>
              <a:defRPr sz="700"/>
            </a:lvl9pPr>
          </a:lstStyle>
          <a:p xmlns:a="http://schemas.openxmlformats.org/drawingml/2006/main"/>
        </p:txBody>
      </p:sp>
      <p:sp>
        <p:nvSpPr>
          <p:cNvPr id="924" name="Google Shape;924;p125">
            <a:extLst xmlns:a="http://schemas.openxmlformats.org/drawingml/2006/main">
              <a:ext uri="{FF2B5EF4-FFF2-40B4-BE49-F238E27FC236}">
                <a16:creationId xmlns:a16="http://schemas.microsoft.com/office/drawing/2014/main" id="{9CE1DD43-6C56-4D12-9949-5205050C1256}"/>
              </a:ext>
            </a:extLst>
          </p:cNvPr>
          <p:cNvSpPr>
            <a:spLocks xmlns:a="http://schemas.openxmlformats.org/drawingml/2006/main" noGrp="1"/>
          </p:cNvSpPr>
          <p:nvPr>
            <p:ph type="body" idx="7"/>
          </p:nvPr>
        </p:nvSpPr>
        <p:spPr>
          <a:xfrm xmlns:a="http://schemas.openxmlformats.org/drawingml/2006/main">
            <a:off x="201378" y="2367140"/>
            <a:ext cx="405000" cy="129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300" tIns="17150" rIns="34300" bIns="17150" anchor="t">
            <a:spAutoFit/>
          </a:bodyPr>
          <a:lstStyle xmlns:a="http://schemas.openxmlformats.org/drawingml/2006/main">
            <a:lvl1pPr marL="457200" indent="-228600" algn="l">
              <a:lnSpc>
                <a:spcPct val="90000"/>
              </a:lnSpc>
              <a:spcBef>
                <a:spcPts val="400"/>
              </a:spcBef>
              <a:spcAft>
                <a:spcPts val="0"/>
              </a:spcAft>
              <a:buClr>
                <a:srgbClr val="000000"/>
              </a:buClr>
              <a:buSzPts val="600"/>
              <a:buNone/>
              <a:defRPr sz="600" b="0">
                <a:solidFill>
                  <a:srgbClr val="000000"/>
                </a:solidFill>
              </a:defRPr>
            </a:lvl1pPr>
            <a:lvl2pPr marL="914400" indent="-273050" algn="l">
              <a:lnSpc>
                <a:spcPct val="90000"/>
              </a:lnSpc>
              <a:spcBef>
                <a:spcPts val="1200"/>
              </a:spcBef>
              <a:spcAft>
                <a:spcPts val="0"/>
              </a:spcAft>
              <a:buClr>
                <a:schemeClr val="lt1"/>
              </a:buClr>
              <a:buSzPts val="700"/>
              <a:buChar char="○"/>
              <a:defRPr sz="900"/>
            </a:lvl2pPr>
            <a:lvl3pPr marL="1371600" indent="-273050" algn="l">
              <a:lnSpc>
                <a:spcPct val="90000"/>
              </a:lnSpc>
              <a:spcBef>
                <a:spcPts val="1200"/>
              </a:spcBef>
              <a:spcAft>
                <a:spcPts val="0"/>
              </a:spcAft>
              <a:buClr>
                <a:schemeClr val="lt1"/>
              </a:buClr>
              <a:buSzPts val="700"/>
              <a:buChar char="■"/>
              <a:defRPr sz="800"/>
            </a:lvl3pPr>
            <a:lvl4pPr marL="1828800" indent="-273050" algn="l">
              <a:lnSpc>
                <a:spcPct val="90000"/>
              </a:lnSpc>
              <a:spcBef>
                <a:spcPts val="1200"/>
              </a:spcBef>
              <a:spcAft>
                <a:spcPts val="0"/>
              </a:spcAft>
              <a:buClr>
                <a:schemeClr val="lt1"/>
              </a:buClr>
              <a:buSzPts val="700"/>
              <a:buChar char="●"/>
              <a:defRPr sz="700"/>
            </a:lvl4pPr>
            <a:lvl5pPr marL="2286000" indent="-273050" algn="l">
              <a:lnSpc>
                <a:spcPct val="90000"/>
              </a:lnSpc>
              <a:spcBef>
                <a:spcPts val="1200"/>
              </a:spcBef>
              <a:spcAft>
                <a:spcPts val="0"/>
              </a:spcAft>
              <a:buClr>
                <a:schemeClr val="lt1"/>
              </a:buClr>
              <a:buSzPts val="700"/>
              <a:buChar char="○"/>
              <a:defRPr sz="700"/>
            </a:lvl5pPr>
            <a:lvl6pPr marL="2743200" indent="-273050" algn="l">
              <a:lnSpc>
                <a:spcPct val="90000"/>
              </a:lnSpc>
              <a:spcBef>
                <a:spcPts val="1200"/>
              </a:spcBef>
              <a:spcAft>
                <a:spcPts val="0"/>
              </a:spcAft>
              <a:buClr>
                <a:schemeClr val="dk1"/>
              </a:buClr>
              <a:buSzPts val="700"/>
              <a:buChar char="■"/>
              <a:defRPr sz="700"/>
            </a:lvl6pPr>
            <a:lvl7pPr marL="3200400" indent="-273050" algn="l">
              <a:lnSpc>
                <a:spcPct val="90000"/>
              </a:lnSpc>
              <a:spcBef>
                <a:spcPts val="1200"/>
              </a:spcBef>
              <a:spcAft>
                <a:spcPts val="0"/>
              </a:spcAft>
              <a:buClr>
                <a:schemeClr val="dk1"/>
              </a:buClr>
              <a:buSzPts val="700"/>
              <a:buChar char="●"/>
              <a:defRPr sz="700"/>
            </a:lvl7pPr>
            <a:lvl8pPr marL="3657600" indent="-273050" algn="l">
              <a:lnSpc>
                <a:spcPct val="90000"/>
              </a:lnSpc>
              <a:spcBef>
                <a:spcPts val="1200"/>
              </a:spcBef>
              <a:spcAft>
                <a:spcPts val="0"/>
              </a:spcAft>
              <a:buClr>
                <a:schemeClr val="dk1"/>
              </a:buClr>
              <a:buSzPts val="700"/>
              <a:buChar char="○"/>
              <a:defRPr sz="700"/>
            </a:lvl8pPr>
            <a:lvl9pPr marL="4114800" indent="-273050" algn="l">
              <a:lnSpc>
                <a:spcPct val="90000"/>
              </a:lnSpc>
              <a:spcBef>
                <a:spcPts val="1200"/>
              </a:spcBef>
              <a:spcAft>
                <a:spcPts val="1200"/>
              </a:spcAft>
              <a:buClr>
                <a:schemeClr val="dk1"/>
              </a:buClr>
              <a:buSzPts val="700"/>
              <a:buChar char="■"/>
              <a:defRPr sz="700"/>
            </a:lvl9pPr>
          </a:lstStyle>
          <a:p xmlns:a="http://schemas.openxmlformats.org/drawingml/2006/main"/>
        </p:txBody>
      </p:sp>
      <p:sp>
        <p:nvSpPr>
          <p:cNvPr id="925" name="Google Shape;925;p125">
            <a:extLst xmlns:a="http://schemas.openxmlformats.org/drawingml/2006/main">
              <a:ext uri="{FF2B5EF4-FFF2-40B4-BE49-F238E27FC236}">
                <a16:creationId xmlns:a16="http://schemas.microsoft.com/office/drawing/2014/main" id="{A230066C-7BB6-4A2F-9452-68458576C985}"/>
              </a:ext>
            </a:extLst>
          </p:cNvPr>
          <p:cNvSpPr>
            <a:spLocks xmlns:a="http://schemas.openxmlformats.org/drawingml/2006/main" noGrp="1"/>
          </p:cNvSpPr>
          <p:nvPr>
            <p:ph type="body" idx="8"/>
          </p:nvPr>
        </p:nvSpPr>
        <p:spPr>
          <a:xfrm xmlns:a="http://schemas.openxmlformats.org/drawingml/2006/main">
            <a:off x="3053030" y="2367140"/>
            <a:ext cx="405000" cy="129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300" tIns="17150" rIns="34300" bIns="17150" anchor="t">
            <a:spAutoFit/>
          </a:bodyPr>
          <a:lstStyle xmlns:a="http://schemas.openxmlformats.org/drawingml/2006/main">
            <a:lvl1pPr marL="457200" indent="-228600" algn="ctr">
              <a:lnSpc>
                <a:spcPct val="90000"/>
              </a:lnSpc>
              <a:spcBef>
                <a:spcPts val="400"/>
              </a:spcBef>
              <a:spcAft>
                <a:spcPts val="0"/>
              </a:spcAft>
              <a:buClr>
                <a:srgbClr val="000000"/>
              </a:buClr>
              <a:buSzPts val="600"/>
              <a:buNone/>
              <a:defRPr sz="600" b="0">
                <a:solidFill>
                  <a:srgbClr val="000000"/>
                </a:solidFill>
              </a:defRPr>
            </a:lvl1pPr>
            <a:lvl2pPr marL="914400" indent="-273050" algn="l">
              <a:lnSpc>
                <a:spcPct val="90000"/>
              </a:lnSpc>
              <a:spcBef>
                <a:spcPts val="1200"/>
              </a:spcBef>
              <a:spcAft>
                <a:spcPts val="0"/>
              </a:spcAft>
              <a:buClr>
                <a:schemeClr val="lt1"/>
              </a:buClr>
              <a:buSzPts val="700"/>
              <a:buChar char="○"/>
              <a:defRPr sz="900"/>
            </a:lvl2pPr>
            <a:lvl3pPr marL="1371600" indent="-273050" algn="l">
              <a:lnSpc>
                <a:spcPct val="90000"/>
              </a:lnSpc>
              <a:spcBef>
                <a:spcPts val="1200"/>
              </a:spcBef>
              <a:spcAft>
                <a:spcPts val="0"/>
              </a:spcAft>
              <a:buClr>
                <a:schemeClr val="lt1"/>
              </a:buClr>
              <a:buSzPts val="700"/>
              <a:buChar char="■"/>
              <a:defRPr sz="800"/>
            </a:lvl3pPr>
            <a:lvl4pPr marL="1828800" indent="-273050" algn="l">
              <a:lnSpc>
                <a:spcPct val="90000"/>
              </a:lnSpc>
              <a:spcBef>
                <a:spcPts val="1200"/>
              </a:spcBef>
              <a:spcAft>
                <a:spcPts val="0"/>
              </a:spcAft>
              <a:buClr>
                <a:schemeClr val="lt1"/>
              </a:buClr>
              <a:buSzPts val="700"/>
              <a:buChar char="●"/>
              <a:defRPr sz="700"/>
            </a:lvl4pPr>
            <a:lvl5pPr marL="2286000" indent="-273050" algn="l">
              <a:lnSpc>
                <a:spcPct val="90000"/>
              </a:lnSpc>
              <a:spcBef>
                <a:spcPts val="1200"/>
              </a:spcBef>
              <a:spcAft>
                <a:spcPts val="0"/>
              </a:spcAft>
              <a:buClr>
                <a:schemeClr val="lt1"/>
              </a:buClr>
              <a:buSzPts val="700"/>
              <a:buChar char="○"/>
              <a:defRPr sz="700"/>
            </a:lvl5pPr>
            <a:lvl6pPr marL="2743200" indent="-273050" algn="l">
              <a:lnSpc>
                <a:spcPct val="90000"/>
              </a:lnSpc>
              <a:spcBef>
                <a:spcPts val="1200"/>
              </a:spcBef>
              <a:spcAft>
                <a:spcPts val="0"/>
              </a:spcAft>
              <a:buClr>
                <a:schemeClr val="dk1"/>
              </a:buClr>
              <a:buSzPts val="700"/>
              <a:buChar char="■"/>
              <a:defRPr sz="700"/>
            </a:lvl6pPr>
            <a:lvl7pPr marL="3200400" indent="-273050" algn="l">
              <a:lnSpc>
                <a:spcPct val="90000"/>
              </a:lnSpc>
              <a:spcBef>
                <a:spcPts val="1200"/>
              </a:spcBef>
              <a:spcAft>
                <a:spcPts val="0"/>
              </a:spcAft>
              <a:buClr>
                <a:schemeClr val="dk1"/>
              </a:buClr>
              <a:buSzPts val="700"/>
              <a:buChar char="●"/>
              <a:defRPr sz="700"/>
            </a:lvl7pPr>
            <a:lvl8pPr marL="3657600" indent="-273050" algn="l">
              <a:lnSpc>
                <a:spcPct val="90000"/>
              </a:lnSpc>
              <a:spcBef>
                <a:spcPts val="1200"/>
              </a:spcBef>
              <a:spcAft>
                <a:spcPts val="0"/>
              </a:spcAft>
              <a:buClr>
                <a:schemeClr val="dk1"/>
              </a:buClr>
              <a:buSzPts val="700"/>
              <a:buChar char="○"/>
              <a:defRPr sz="700"/>
            </a:lvl8pPr>
            <a:lvl9pPr marL="4114800" indent="-273050" algn="l">
              <a:lnSpc>
                <a:spcPct val="90000"/>
              </a:lnSpc>
              <a:spcBef>
                <a:spcPts val="1200"/>
              </a:spcBef>
              <a:spcAft>
                <a:spcPts val="1200"/>
              </a:spcAft>
              <a:buClr>
                <a:schemeClr val="dk1"/>
              </a:buClr>
              <a:buSzPts val="700"/>
              <a:buChar char="■"/>
              <a:defRPr sz="700"/>
            </a:lvl9pPr>
          </a:lstStyle>
          <a:p xmlns:a="http://schemas.openxmlformats.org/drawingml/2006/main"/>
        </p:txBody>
      </p:sp>
      <p:sp>
        <p:nvSpPr>
          <p:cNvPr id="926" name="Google Shape;926;p125">
            <a:extLst xmlns:a="http://schemas.openxmlformats.org/drawingml/2006/main">
              <a:ext uri="{FF2B5EF4-FFF2-40B4-BE49-F238E27FC236}">
                <a16:creationId xmlns:a16="http://schemas.microsoft.com/office/drawing/2014/main" id="{D0C32866-52E1-43C9-ADF8-EF3B49FD23F4}"/>
              </a:ext>
            </a:extLst>
          </p:cNvPr>
          <p:cNvSpPr>
            <a:spLocks xmlns:a="http://schemas.openxmlformats.org/drawingml/2006/main" noGrp="1"/>
          </p:cNvSpPr>
          <p:nvPr>
            <p:ph type="body" idx="9"/>
          </p:nvPr>
        </p:nvSpPr>
        <p:spPr>
          <a:xfrm xmlns:a="http://schemas.openxmlformats.org/drawingml/2006/main">
            <a:off x="5792532" y="2367140"/>
            <a:ext cx="405000" cy="129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300" tIns="17150" rIns="34300" bIns="17150" anchor="t">
            <a:spAutoFit/>
          </a:bodyPr>
          <a:lstStyle xmlns:a="http://schemas.openxmlformats.org/drawingml/2006/main">
            <a:lvl1pPr marL="457200" indent="-228600" algn="ctr">
              <a:lnSpc>
                <a:spcPct val="90000"/>
              </a:lnSpc>
              <a:spcBef>
                <a:spcPts val="400"/>
              </a:spcBef>
              <a:spcAft>
                <a:spcPts val="0"/>
              </a:spcAft>
              <a:buClr>
                <a:srgbClr val="000000"/>
              </a:buClr>
              <a:buSzPts val="600"/>
              <a:buNone/>
              <a:defRPr sz="600" b="0">
                <a:solidFill>
                  <a:srgbClr val="000000"/>
                </a:solidFill>
              </a:defRPr>
            </a:lvl1pPr>
            <a:lvl2pPr marL="914400" indent="-273050" algn="l">
              <a:lnSpc>
                <a:spcPct val="90000"/>
              </a:lnSpc>
              <a:spcBef>
                <a:spcPts val="1200"/>
              </a:spcBef>
              <a:spcAft>
                <a:spcPts val="0"/>
              </a:spcAft>
              <a:buClr>
                <a:schemeClr val="lt1"/>
              </a:buClr>
              <a:buSzPts val="700"/>
              <a:buChar char="○"/>
              <a:defRPr sz="900"/>
            </a:lvl2pPr>
            <a:lvl3pPr marL="1371600" indent="-273050" algn="l">
              <a:lnSpc>
                <a:spcPct val="90000"/>
              </a:lnSpc>
              <a:spcBef>
                <a:spcPts val="1200"/>
              </a:spcBef>
              <a:spcAft>
                <a:spcPts val="0"/>
              </a:spcAft>
              <a:buClr>
                <a:schemeClr val="lt1"/>
              </a:buClr>
              <a:buSzPts val="700"/>
              <a:buChar char="■"/>
              <a:defRPr sz="800"/>
            </a:lvl3pPr>
            <a:lvl4pPr marL="1828800" indent="-273050" algn="l">
              <a:lnSpc>
                <a:spcPct val="90000"/>
              </a:lnSpc>
              <a:spcBef>
                <a:spcPts val="1200"/>
              </a:spcBef>
              <a:spcAft>
                <a:spcPts val="0"/>
              </a:spcAft>
              <a:buClr>
                <a:schemeClr val="lt1"/>
              </a:buClr>
              <a:buSzPts val="700"/>
              <a:buChar char="●"/>
              <a:defRPr sz="700"/>
            </a:lvl4pPr>
            <a:lvl5pPr marL="2286000" indent="-273050" algn="l">
              <a:lnSpc>
                <a:spcPct val="90000"/>
              </a:lnSpc>
              <a:spcBef>
                <a:spcPts val="1200"/>
              </a:spcBef>
              <a:spcAft>
                <a:spcPts val="0"/>
              </a:spcAft>
              <a:buClr>
                <a:schemeClr val="lt1"/>
              </a:buClr>
              <a:buSzPts val="700"/>
              <a:buChar char="○"/>
              <a:defRPr sz="700"/>
            </a:lvl5pPr>
            <a:lvl6pPr marL="2743200" indent="-273050" algn="l">
              <a:lnSpc>
                <a:spcPct val="90000"/>
              </a:lnSpc>
              <a:spcBef>
                <a:spcPts val="1200"/>
              </a:spcBef>
              <a:spcAft>
                <a:spcPts val="0"/>
              </a:spcAft>
              <a:buClr>
                <a:schemeClr val="dk1"/>
              </a:buClr>
              <a:buSzPts val="700"/>
              <a:buChar char="■"/>
              <a:defRPr sz="700"/>
            </a:lvl6pPr>
            <a:lvl7pPr marL="3200400" indent="-273050" algn="l">
              <a:lnSpc>
                <a:spcPct val="90000"/>
              </a:lnSpc>
              <a:spcBef>
                <a:spcPts val="1200"/>
              </a:spcBef>
              <a:spcAft>
                <a:spcPts val="0"/>
              </a:spcAft>
              <a:buClr>
                <a:schemeClr val="dk1"/>
              </a:buClr>
              <a:buSzPts val="700"/>
              <a:buChar char="●"/>
              <a:defRPr sz="700"/>
            </a:lvl7pPr>
            <a:lvl8pPr marL="3657600" indent="-273050" algn="l">
              <a:lnSpc>
                <a:spcPct val="90000"/>
              </a:lnSpc>
              <a:spcBef>
                <a:spcPts val="1200"/>
              </a:spcBef>
              <a:spcAft>
                <a:spcPts val="0"/>
              </a:spcAft>
              <a:buClr>
                <a:schemeClr val="dk1"/>
              </a:buClr>
              <a:buSzPts val="700"/>
              <a:buChar char="○"/>
              <a:defRPr sz="700"/>
            </a:lvl8pPr>
            <a:lvl9pPr marL="4114800" indent="-273050" algn="l">
              <a:lnSpc>
                <a:spcPct val="90000"/>
              </a:lnSpc>
              <a:spcBef>
                <a:spcPts val="1200"/>
              </a:spcBef>
              <a:spcAft>
                <a:spcPts val="1200"/>
              </a:spcAft>
              <a:buClr>
                <a:schemeClr val="dk1"/>
              </a:buClr>
              <a:buSzPts val="700"/>
              <a:buChar char="■"/>
              <a:defRPr sz="700"/>
            </a:lvl9pPr>
          </a:lstStyle>
          <a:p xmlns:a="http://schemas.openxmlformats.org/drawingml/2006/main"/>
        </p:txBody>
      </p:sp>
      <p:sp>
        <p:nvSpPr>
          <p:cNvPr id="927" name="Google Shape;927;p125">
            <a:extLst xmlns:a="http://schemas.openxmlformats.org/drawingml/2006/main">
              <a:ext uri="{FF2B5EF4-FFF2-40B4-BE49-F238E27FC236}">
                <a16:creationId xmlns:a16="http://schemas.microsoft.com/office/drawing/2014/main" id="{2F5E7B4A-2E0D-485A-8B38-52461E7F26C0}"/>
              </a:ext>
            </a:extLst>
          </p:cNvPr>
          <p:cNvSpPr>
            <a:spLocks xmlns:a="http://schemas.openxmlformats.org/drawingml/2006/main" noGrp="1"/>
          </p:cNvSpPr>
          <p:nvPr>
            <p:ph type="body" idx="13"/>
          </p:nvPr>
        </p:nvSpPr>
        <p:spPr>
          <a:xfrm xmlns:a="http://schemas.openxmlformats.org/drawingml/2006/main">
            <a:off x="8500119" y="2367140"/>
            <a:ext cx="405000" cy="129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300" tIns="17150" rIns="34300" bIns="17150" anchor="t">
            <a:spAutoFit/>
          </a:bodyPr>
          <a:lstStyle xmlns:a="http://schemas.openxmlformats.org/drawingml/2006/main">
            <a:lvl1pPr marL="457200" indent="-228600" algn="r">
              <a:lnSpc>
                <a:spcPct val="90000"/>
              </a:lnSpc>
              <a:spcBef>
                <a:spcPts val="400"/>
              </a:spcBef>
              <a:spcAft>
                <a:spcPts val="0"/>
              </a:spcAft>
              <a:buClr>
                <a:srgbClr val="000000"/>
              </a:buClr>
              <a:buSzPts val="600"/>
              <a:buNone/>
              <a:defRPr sz="600" b="0">
                <a:solidFill>
                  <a:srgbClr val="000000"/>
                </a:solidFill>
              </a:defRPr>
            </a:lvl1pPr>
            <a:lvl2pPr marL="914400" indent="-273050" algn="l">
              <a:lnSpc>
                <a:spcPct val="90000"/>
              </a:lnSpc>
              <a:spcBef>
                <a:spcPts val="1200"/>
              </a:spcBef>
              <a:spcAft>
                <a:spcPts val="0"/>
              </a:spcAft>
              <a:buClr>
                <a:schemeClr val="lt1"/>
              </a:buClr>
              <a:buSzPts val="700"/>
              <a:buChar char="○"/>
              <a:defRPr sz="900"/>
            </a:lvl2pPr>
            <a:lvl3pPr marL="1371600" indent="-273050" algn="l">
              <a:lnSpc>
                <a:spcPct val="90000"/>
              </a:lnSpc>
              <a:spcBef>
                <a:spcPts val="1200"/>
              </a:spcBef>
              <a:spcAft>
                <a:spcPts val="0"/>
              </a:spcAft>
              <a:buClr>
                <a:schemeClr val="lt1"/>
              </a:buClr>
              <a:buSzPts val="700"/>
              <a:buChar char="■"/>
              <a:defRPr sz="800"/>
            </a:lvl3pPr>
            <a:lvl4pPr marL="1828800" indent="-273050" algn="l">
              <a:lnSpc>
                <a:spcPct val="90000"/>
              </a:lnSpc>
              <a:spcBef>
                <a:spcPts val="1200"/>
              </a:spcBef>
              <a:spcAft>
                <a:spcPts val="0"/>
              </a:spcAft>
              <a:buClr>
                <a:schemeClr val="lt1"/>
              </a:buClr>
              <a:buSzPts val="700"/>
              <a:buChar char="●"/>
              <a:defRPr sz="700"/>
            </a:lvl4pPr>
            <a:lvl5pPr marL="2286000" indent="-273050" algn="l">
              <a:lnSpc>
                <a:spcPct val="90000"/>
              </a:lnSpc>
              <a:spcBef>
                <a:spcPts val="1200"/>
              </a:spcBef>
              <a:spcAft>
                <a:spcPts val="0"/>
              </a:spcAft>
              <a:buClr>
                <a:schemeClr val="lt1"/>
              </a:buClr>
              <a:buSzPts val="700"/>
              <a:buChar char="○"/>
              <a:defRPr sz="700"/>
            </a:lvl5pPr>
            <a:lvl6pPr marL="2743200" indent="-273050" algn="l">
              <a:lnSpc>
                <a:spcPct val="90000"/>
              </a:lnSpc>
              <a:spcBef>
                <a:spcPts val="1200"/>
              </a:spcBef>
              <a:spcAft>
                <a:spcPts val="0"/>
              </a:spcAft>
              <a:buClr>
                <a:schemeClr val="dk1"/>
              </a:buClr>
              <a:buSzPts val="700"/>
              <a:buChar char="■"/>
              <a:defRPr sz="700"/>
            </a:lvl6pPr>
            <a:lvl7pPr marL="3200400" indent="-273050" algn="l">
              <a:lnSpc>
                <a:spcPct val="90000"/>
              </a:lnSpc>
              <a:spcBef>
                <a:spcPts val="1200"/>
              </a:spcBef>
              <a:spcAft>
                <a:spcPts val="0"/>
              </a:spcAft>
              <a:buClr>
                <a:schemeClr val="dk1"/>
              </a:buClr>
              <a:buSzPts val="700"/>
              <a:buChar char="●"/>
              <a:defRPr sz="700"/>
            </a:lvl7pPr>
            <a:lvl8pPr marL="3657600" indent="-273050" algn="l">
              <a:lnSpc>
                <a:spcPct val="90000"/>
              </a:lnSpc>
              <a:spcBef>
                <a:spcPts val="1200"/>
              </a:spcBef>
              <a:spcAft>
                <a:spcPts val="0"/>
              </a:spcAft>
              <a:buClr>
                <a:schemeClr val="dk1"/>
              </a:buClr>
              <a:buSzPts val="700"/>
              <a:buChar char="○"/>
              <a:defRPr sz="700"/>
            </a:lvl8pPr>
            <a:lvl9pPr marL="4114800" indent="-273050" algn="l">
              <a:lnSpc>
                <a:spcPct val="90000"/>
              </a:lnSpc>
              <a:spcBef>
                <a:spcPts val="1200"/>
              </a:spcBef>
              <a:spcAft>
                <a:spcPts val="1200"/>
              </a:spcAft>
              <a:buClr>
                <a:schemeClr val="dk1"/>
              </a:buClr>
              <a:buSzPts val="700"/>
              <a:buChar char="■"/>
              <a:defRPr sz="700"/>
            </a:lvl9pPr>
          </a:lstStyle>
          <a:p xmlns:a="http://schemas.openxmlformats.org/drawingml/2006/main"/>
        </p:txBody>
      </p:sp>
      <p:sp>
        <p:nvSpPr>
          <p:cNvPr id="928" name="Google Shape;928;p125">
            <a:extLst xmlns:a="http://schemas.openxmlformats.org/drawingml/2006/main">
              <a:ext uri="{FF2B5EF4-FFF2-40B4-BE49-F238E27FC236}">
                <a16:creationId xmlns:a16="http://schemas.microsoft.com/office/drawing/2014/main" id="{E7DFA7A0-839A-4229-AB17-65AE152849DD}"/>
              </a:ext>
            </a:extLst>
          </p:cNvPr>
          <p:cNvSpPr>
            <a:spLocks xmlns:a="http://schemas.openxmlformats.org/drawingml/2006/main" noGrp="1"/>
          </p:cNvSpPr>
          <p:nvPr>
            <p:ph type="body" idx="14"/>
          </p:nvPr>
        </p:nvSpPr>
        <p:spPr>
          <a:xfrm xmlns:a="http://schemas.openxmlformats.org/drawingml/2006/main">
            <a:off x="6473869" y="2930429"/>
            <a:ext cx="405000" cy="129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300" tIns="17150" rIns="34300" bIns="17150" anchor="t">
            <a:spAutoFit/>
          </a:bodyPr>
          <a:lstStyle xmlns:a="http://schemas.openxmlformats.org/drawingml/2006/main">
            <a:lvl1pPr marL="457200" indent="-228600" algn="ctr">
              <a:lnSpc>
                <a:spcPct val="90000"/>
              </a:lnSpc>
              <a:spcBef>
                <a:spcPts val="400"/>
              </a:spcBef>
              <a:spcAft>
                <a:spcPts val="0"/>
              </a:spcAft>
              <a:buClr>
                <a:schemeClr val="dk1"/>
              </a:buClr>
              <a:buSzPts val="600"/>
              <a:buNone/>
              <a:defRPr sz="600" b="0">
                <a:solidFill>
                  <a:schemeClr val="dk1"/>
                </a:solidFill>
              </a:defRPr>
            </a:lvl1pPr>
            <a:lvl2pPr marL="914400" indent="-273050" algn="l">
              <a:lnSpc>
                <a:spcPct val="90000"/>
              </a:lnSpc>
              <a:spcBef>
                <a:spcPts val="1200"/>
              </a:spcBef>
              <a:spcAft>
                <a:spcPts val="0"/>
              </a:spcAft>
              <a:buClr>
                <a:schemeClr val="lt1"/>
              </a:buClr>
              <a:buSzPts val="700"/>
              <a:buChar char="○"/>
              <a:defRPr sz="900"/>
            </a:lvl2pPr>
            <a:lvl3pPr marL="1371600" indent="-273050" algn="l">
              <a:lnSpc>
                <a:spcPct val="90000"/>
              </a:lnSpc>
              <a:spcBef>
                <a:spcPts val="1200"/>
              </a:spcBef>
              <a:spcAft>
                <a:spcPts val="0"/>
              </a:spcAft>
              <a:buClr>
                <a:schemeClr val="lt1"/>
              </a:buClr>
              <a:buSzPts val="700"/>
              <a:buChar char="■"/>
              <a:defRPr sz="800"/>
            </a:lvl3pPr>
            <a:lvl4pPr marL="1828800" indent="-273050" algn="l">
              <a:lnSpc>
                <a:spcPct val="90000"/>
              </a:lnSpc>
              <a:spcBef>
                <a:spcPts val="1200"/>
              </a:spcBef>
              <a:spcAft>
                <a:spcPts val="0"/>
              </a:spcAft>
              <a:buClr>
                <a:schemeClr val="lt1"/>
              </a:buClr>
              <a:buSzPts val="700"/>
              <a:buChar char="●"/>
              <a:defRPr sz="700"/>
            </a:lvl4pPr>
            <a:lvl5pPr marL="2286000" indent="-273050" algn="l">
              <a:lnSpc>
                <a:spcPct val="90000"/>
              </a:lnSpc>
              <a:spcBef>
                <a:spcPts val="1200"/>
              </a:spcBef>
              <a:spcAft>
                <a:spcPts val="0"/>
              </a:spcAft>
              <a:buClr>
                <a:schemeClr val="lt1"/>
              </a:buClr>
              <a:buSzPts val="700"/>
              <a:buChar char="○"/>
              <a:defRPr sz="700"/>
            </a:lvl5pPr>
            <a:lvl6pPr marL="2743200" indent="-273050" algn="l">
              <a:lnSpc>
                <a:spcPct val="90000"/>
              </a:lnSpc>
              <a:spcBef>
                <a:spcPts val="1200"/>
              </a:spcBef>
              <a:spcAft>
                <a:spcPts val="0"/>
              </a:spcAft>
              <a:buClr>
                <a:schemeClr val="dk1"/>
              </a:buClr>
              <a:buSzPts val="700"/>
              <a:buChar char="■"/>
              <a:defRPr sz="700"/>
            </a:lvl6pPr>
            <a:lvl7pPr marL="3200400" indent="-273050" algn="l">
              <a:lnSpc>
                <a:spcPct val="90000"/>
              </a:lnSpc>
              <a:spcBef>
                <a:spcPts val="1200"/>
              </a:spcBef>
              <a:spcAft>
                <a:spcPts val="0"/>
              </a:spcAft>
              <a:buClr>
                <a:schemeClr val="dk1"/>
              </a:buClr>
              <a:buSzPts val="700"/>
              <a:buChar char="●"/>
              <a:defRPr sz="700"/>
            </a:lvl7pPr>
            <a:lvl8pPr marL="3657600" indent="-273050" algn="l">
              <a:lnSpc>
                <a:spcPct val="90000"/>
              </a:lnSpc>
              <a:spcBef>
                <a:spcPts val="1200"/>
              </a:spcBef>
              <a:spcAft>
                <a:spcPts val="0"/>
              </a:spcAft>
              <a:buClr>
                <a:schemeClr val="dk1"/>
              </a:buClr>
              <a:buSzPts val="700"/>
              <a:buChar char="○"/>
              <a:defRPr sz="700"/>
            </a:lvl8pPr>
            <a:lvl9pPr marL="4114800" indent="-273050" algn="l">
              <a:lnSpc>
                <a:spcPct val="90000"/>
              </a:lnSpc>
              <a:spcBef>
                <a:spcPts val="1200"/>
              </a:spcBef>
              <a:spcAft>
                <a:spcPts val="1200"/>
              </a:spcAft>
              <a:buClr>
                <a:schemeClr val="dk1"/>
              </a:buClr>
              <a:buSzPts val="700"/>
              <a:buChar char="■"/>
              <a:defRPr sz="700"/>
            </a:lvl9pPr>
          </a:lstStyle>
          <a:p xmlns:a="http://schemas.openxmlformats.org/drawingml/2006/main"/>
        </p:txBody>
      </p:sp>
      <p:pic>
        <p:nvPicPr>
          <p:cNvPr id="942" name="Google Shape;929;p125"/>
          <p:cNvPicPr>
            <a:picLocks xmlns:a="http://schemas.openxmlformats.org/drawingml/2006/main" noChangeAspect="1"/>
          </p:cNvPicPr>
          <p:nvPr/>
        </p:nvPicPr>
        <p:blipFill>
          <a:blip xmlns:r="http://schemas.openxmlformats.org/officeDocument/2006/relationships" xmlns:a="http://schemas.openxmlformats.org/drawingml/2006/main" r:embed="Rd3649f78c7754acb">
            <a:alphaModFix/>
          </a:blip>
          <a:stretch xmlns:a="http://schemas.openxmlformats.org/drawingml/2006/main">
            <a:fillRect l="0" t="0" r="0" b="0"/>
          </a:stretch>
        </p:blipFill>
        <p:spPr>
          <a:xfrm xmlns:a="http://schemas.openxmlformats.org/drawingml/2006/main">
            <a:off x="228600" y="4836074"/>
            <a:ext cx="153925" cy="153925"/>
          </a:xfrm>
          <a:prstGeom xmlns:a="http://schemas.openxmlformats.org/drawingml/2006/main" prst="rect">
            <a:avLst/>
          </a:prstGeom>
          <a:ln xmlns:a="http://schemas.openxmlformats.org/drawingml/2006/main">
            <a:noFill/>
          </a:ln>
        </p:spPr>
      </p:pic>
    </p:spTree>
  </p:cSld>
</p:sldLayout>
</file>

<file path=ppt/slideLayouts/slideLayout124.xml><?xml version="1.0" encoding="utf-8"?>
<p:sldLayout xmlns:p="http://schemas.openxmlformats.org/presentationml/2006/main" showMasterSp="0" matchingName="Data viz 2">
  <p:cSld name="Results 3 – Light">
    <p:bg>
      <p:bgPr>
        <a:solidFill xmlns:a="http://schemas.openxmlformats.org/drawingml/2006/main">
          <a:srgbClr val="FCFAEE"/>
        </a:solidFill>
      </p:bgPr>
    </p:bg>
    <p:spTree>
      <p:nvGrpSpPr>
        <p:cNvPr id="1" name=""/>
        <p:cNvGrpSpPr/>
        <p:nvPr/>
      </p:nvGrpSpPr>
      <p:grpSpPr>
        <a:xfrm xmlns:a="http://schemas.openxmlformats.org/drawingml/2006/main"/>
      </p:grpSpPr>
      <p:sp>
        <p:nvSpPr>
          <p:cNvPr id="931" name="Google Shape;931;p126">
            <a:extLst xmlns:a="http://schemas.openxmlformats.org/drawingml/2006/main">
              <a:ext uri="{FF2B5EF4-FFF2-40B4-BE49-F238E27FC236}">
                <a16:creationId xmlns:a16="http://schemas.microsoft.com/office/drawing/2014/main" id="{6AA3A183-3FA9-451F-B4E9-7FF2E585F142}"/>
              </a:ext>
            </a:extLst>
          </p:cNvPr>
          <p:cNvSpPr>
            <a:spLocks xmlns:a="http://schemas.openxmlformats.org/drawingml/2006/main" noGrp="1"/>
          </p:cNvSpPr>
          <p:nvPr>
            <p:ph type="title" idx="0"/>
          </p:nvPr>
        </p:nvSpPr>
        <p:spPr>
          <a:xfrm xmlns:a="http://schemas.openxmlformats.org/drawingml/2006/main">
            <a:off x="201377" y="295836"/>
            <a:ext cx="5191800" cy="346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300" tIns="17150" rIns="34300" bIns="17150" anchor="t">
            <a:noAutofit/>
          </a:bodyPr>
          <a:lstStyle xmlns:a="http://schemas.openxmlformats.org/drawingml/2006/main">
            <a:lvl1pPr algn="l">
              <a:lnSpc>
                <a:spcPct val="90000"/>
              </a:lnSpc>
              <a:spcBef>
                <a:spcPts val="0"/>
              </a:spcBef>
              <a:spcAft>
                <a:spcPts val="0"/>
              </a:spcAft>
              <a:buClr>
                <a:schemeClr val="dk1"/>
              </a:buClr>
              <a:buSzPts val="2250"/>
              <a:buFont typeface="Helvetica Neue"/>
              <a:buNone/>
              <a:defRPr sz="2250" b="0">
                <a:solidFill>
                  <a:schemeClr val="dk1"/>
                </a:solidFill>
              </a:defRPr>
            </a:lvl1pPr>
            <a:lvl2pPr>
              <a:spcBef>
                <a:spcPts val="0"/>
              </a:spcBef>
              <a:spcAft>
                <a:spcPts val="0"/>
              </a:spcAft>
              <a:buSzPts val="500"/>
              <a:buNone/>
              <a:defRPr sz="700"/>
            </a:lvl2pPr>
            <a:lvl3pPr>
              <a:spcBef>
                <a:spcPts val="0"/>
              </a:spcBef>
              <a:spcAft>
                <a:spcPts val="0"/>
              </a:spcAft>
              <a:buSzPts val="500"/>
              <a:buNone/>
              <a:defRPr sz="700"/>
            </a:lvl3pPr>
            <a:lvl4pPr>
              <a:spcBef>
                <a:spcPts val="0"/>
              </a:spcBef>
              <a:spcAft>
                <a:spcPts val="0"/>
              </a:spcAft>
              <a:buSzPts val="500"/>
              <a:buNone/>
              <a:defRPr sz="700"/>
            </a:lvl4pPr>
            <a:lvl5pPr>
              <a:spcBef>
                <a:spcPts val="0"/>
              </a:spcBef>
              <a:spcAft>
                <a:spcPts val="0"/>
              </a:spcAft>
              <a:buSzPts val="500"/>
              <a:buNone/>
              <a:defRPr sz="700"/>
            </a:lvl5pPr>
            <a:lvl6pPr>
              <a:spcBef>
                <a:spcPts val="0"/>
              </a:spcBef>
              <a:spcAft>
                <a:spcPts val="0"/>
              </a:spcAft>
              <a:buSzPts val="500"/>
              <a:buNone/>
              <a:defRPr sz="700"/>
            </a:lvl6pPr>
            <a:lvl7pPr>
              <a:spcBef>
                <a:spcPts val="0"/>
              </a:spcBef>
              <a:spcAft>
                <a:spcPts val="0"/>
              </a:spcAft>
              <a:buSzPts val="500"/>
              <a:buNone/>
              <a:defRPr sz="700"/>
            </a:lvl7pPr>
            <a:lvl8pPr>
              <a:spcBef>
                <a:spcPts val="0"/>
              </a:spcBef>
              <a:spcAft>
                <a:spcPts val="0"/>
              </a:spcAft>
              <a:buSzPts val="500"/>
              <a:buNone/>
              <a:defRPr sz="700"/>
            </a:lvl8pPr>
            <a:lvl9pPr>
              <a:spcBef>
                <a:spcPts val="0"/>
              </a:spcBef>
              <a:spcAft>
                <a:spcPts val="0"/>
              </a:spcAft>
              <a:buSzPts val="500"/>
              <a:buNone/>
              <a:defRPr sz="700"/>
            </a:lvl9pPr>
          </a:lstStyle>
          <a:p xmlns:a="http://schemas.openxmlformats.org/drawingml/2006/main"/>
        </p:txBody>
      </p:sp>
      <p:sp>
        <p:nvSpPr>
          <p:cNvPr id="932" name="Google Shape;932;p126">
            <a:extLst xmlns:a="http://schemas.openxmlformats.org/drawingml/2006/main">
              <a:ext uri="{FF2B5EF4-FFF2-40B4-BE49-F238E27FC236}">
                <a16:creationId xmlns:a16="http://schemas.microsoft.com/office/drawing/2014/main" id="{5D7F79DB-D0E3-4B30-B6A3-341257D8A2CC}"/>
              </a:ext>
            </a:extLst>
          </p:cNvPr>
          <p:cNvSpPr>
            <a:spLocks xmlns:a="http://schemas.openxmlformats.org/drawingml/2006/main" noGrp="1"/>
          </p:cNvSpPr>
          <p:nvPr>
            <p:ph type="body" idx="1"/>
          </p:nvPr>
        </p:nvSpPr>
        <p:spPr>
          <a:xfrm xmlns:a="http://schemas.openxmlformats.org/drawingml/2006/main">
            <a:off x="201378" y="164051"/>
            <a:ext cx="1948200" cy="160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300" tIns="17150" rIns="34300" bIns="17150" anchor="t">
            <a:noAutofit/>
          </a:bodyPr>
          <a:lstStyle xmlns:a="http://schemas.openxmlformats.org/drawingml/2006/main">
            <a:lvl1pPr marL="457200" indent="-228600" algn="l">
              <a:lnSpc>
                <a:spcPct val="90000"/>
              </a:lnSpc>
              <a:spcBef>
                <a:spcPts val="400"/>
              </a:spcBef>
              <a:spcAft>
                <a:spcPts val="0"/>
              </a:spcAft>
              <a:buClr>
                <a:schemeClr val="dk2"/>
              </a:buClr>
              <a:buSzPts val="750"/>
              <a:buFont typeface="Arial"/>
              <a:buNone/>
              <a:defRPr sz="750">
                <a:solidFill>
                  <a:schemeClr val="dk2"/>
                </a:solidFill>
              </a:defRPr>
            </a:lvl1pPr>
            <a:lvl2pPr marL="914400" indent="-273050" algn="l">
              <a:lnSpc>
                <a:spcPct val="90000"/>
              </a:lnSpc>
              <a:spcBef>
                <a:spcPts val="1200"/>
              </a:spcBef>
              <a:spcAft>
                <a:spcPts val="0"/>
              </a:spcAft>
              <a:buClr>
                <a:schemeClr val="lt1"/>
              </a:buClr>
              <a:buSzPts val="700"/>
              <a:buChar char="○"/>
              <a:defRPr sz="900"/>
            </a:lvl2pPr>
            <a:lvl3pPr marL="1371600" indent="-273050" algn="l">
              <a:lnSpc>
                <a:spcPct val="90000"/>
              </a:lnSpc>
              <a:spcBef>
                <a:spcPts val="1200"/>
              </a:spcBef>
              <a:spcAft>
                <a:spcPts val="0"/>
              </a:spcAft>
              <a:buClr>
                <a:schemeClr val="lt1"/>
              </a:buClr>
              <a:buSzPts val="700"/>
              <a:buChar char="■"/>
              <a:defRPr sz="800"/>
            </a:lvl3pPr>
            <a:lvl4pPr marL="1828800" indent="-273050" algn="l">
              <a:lnSpc>
                <a:spcPct val="90000"/>
              </a:lnSpc>
              <a:spcBef>
                <a:spcPts val="1200"/>
              </a:spcBef>
              <a:spcAft>
                <a:spcPts val="0"/>
              </a:spcAft>
              <a:buClr>
                <a:schemeClr val="lt1"/>
              </a:buClr>
              <a:buSzPts val="700"/>
              <a:buChar char="●"/>
              <a:defRPr sz="700"/>
            </a:lvl4pPr>
            <a:lvl5pPr marL="2286000" indent="-273050" algn="l">
              <a:lnSpc>
                <a:spcPct val="90000"/>
              </a:lnSpc>
              <a:spcBef>
                <a:spcPts val="1200"/>
              </a:spcBef>
              <a:spcAft>
                <a:spcPts val="0"/>
              </a:spcAft>
              <a:buClr>
                <a:schemeClr val="lt1"/>
              </a:buClr>
              <a:buSzPts val="700"/>
              <a:buChar char="○"/>
              <a:defRPr sz="700"/>
            </a:lvl5pPr>
            <a:lvl6pPr marL="2743200" indent="-273050" algn="l">
              <a:lnSpc>
                <a:spcPct val="90000"/>
              </a:lnSpc>
              <a:spcBef>
                <a:spcPts val="1200"/>
              </a:spcBef>
              <a:spcAft>
                <a:spcPts val="0"/>
              </a:spcAft>
              <a:buClr>
                <a:schemeClr val="dk1"/>
              </a:buClr>
              <a:buSzPts val="700"/>
              <a:buChar char="■"/>
              <a:defRPr sz="700"/>
            </a:lvl6pPr>
            <a:lvl7pPr marL="3200400" indent="-273050" algn="l">
              <a:lnSpc>
                <a:spcPct val="90000"/>
              </a:lnSpc>
              <a:spcBef>
                <a:spcPts val="1200"/>
              </a:spcBef>
              <a:spcAft>
                <a:spcPts val="0"/>
              </a:spcAft>
              <a:buClr>
                <a:schemeClr val="dk1"/>
              </a:buClr>
              <a:buSzPts val="700"/>
              <a:buChar char="●"/>
              <a:defRPr sz="700"/>
            </a:lvl7pPr>
            <a:lvl8pPr marL="3657600" indent="-273050" algn="l">
              <a:lnSpc>
                <a:spcPct val="90000"/>
              </a:lnSpc>
              <a:spcBef>
                <a:spcPts val="1200"/>
              </a:spcBef>
              <a:spcAft>
                <a:spcPts val="0"/>
              </a:spcAft>
              <a:buClr>
                <a:schemeClr val="dk1"/>
              </a:buClr>
              <a:buSzPts val="700"/>
              <a:buChar char="○"/>
              <a:defRPr sz="700"/>
            </a:lvl8pPr>
            <a:lvl9pPr marL="4114800" indent="-273050" algn="l">
              <a:lnSpc>
                <a:spcPct val="90000"/>
              </a:lnSpc>
              <a:spcBef>
                <a:spcPts val="1200"/>
              </a:spcBef>
              <a:spcAft>
                <a:spcPts val="1200"/>
              </a:spcAft>
              <a:buClr>
                <a:schemeClr val="dk1"/>
              </a:buClr>
              <a:buSzPts val="700"/>
              <a:buChar char="■"/>
              <a:defRPr sz="700"/>
            </a:lvl9pPr>
          </a:lstStyle>
          <a:p xmlns:a="http://schemas.openxmlformats.org/drawingml/2006/main"/>
        </p:txBody>
      </p:sp>
      <p:sp>
        <p:nvSpPr>
          <p:cNvPr id="933" name="Google Shape;933;p126">
            <a:extLst xmlns:a="http://schemas.openxmlformats.org/drawingml/2006/main">
              <a:ext uri="{FF2B5EF4-FFF2-40B4-BE49-F238E27FC236}">
                <a16:creationId xmlns:a16="http://schemas.microsoft.com/office/drawing/2014/main" id="{9643E716-0295-4476-A8D8-7D4B4219FDEC}"/>
              </a:ext>
            </a:extLst>
          </p:cNvPr>
          <p:cNvSpPr>
            <a:spLocks xmlns:a="http://schemas.openxmlformats.org/drawingml/2006/main" noGrp="1"/>
          </p:cNvSpPr>
          <p:nvPr>
            <p:ph type="body" idx="2"/>
          </p:nvPr>
        </p:nvSpPr>
        <p:spPr>
          <a:xfrm xmlns:a="http://schemas.openxmlformats.org/drawingml/2006/main">
            <a:off x="228600" y="2896950"/>
            <a:ext cx="2807100" cy="1870200"/>
          </a:xfrm>
          <a:prstGeom xmlns:a="http://schemas.openxmlformats.org/drawingml/2006/main" prst="roundRect">
            <a:avLst>
              <a:gd name="adj" fmla="val 2728"/>
            </a:avLst>
          </a:prstGeom>
          <a:solidFill xmlns:a="http://schemas.openxmlformats.org/drawingml/2006/main">
            <a:schemeClr val="dk1"/>
          </a:solidFill>
          <a:ln xmlns:a="http://schemas.openxmlformats.org/drawingml/2006/main">
            <a:noFill/>
          </a:ln>
        </p:spPr>
        <p:txBody>
          <a:bodyPr xmlns:a="http://schemas.openxmlformats.org/drawingml/2006/main" spcFirstLastPara="1" wrap="square" lIns="34300" tIns="17150" rIns="34300" bIns="17150" anchor="ctr">
            <a:normAutofit/>
          </a:bodyPr>
          <a:lstStyle xmlns:a="http://schemas.openxmlformats.org/drawingml/2006/main">
            <a:lvl1pPr marL="457200" indent="-228600" algn="ctr">
              <a:lnSpc>
                <a:spcPct val="90000"/>
              </a:lnSpc>
              <a:spcBef>
                <a:spcPts val="400"/>
              </a:spcBef>
              <a:spcAft>
                <a:spcPts val="0"/>
              </a:spcAft>
              <a:buClr>
                <a:schemeClr val="lt1"/>
              </a:buClr>
              <a:buSzPts val="1800"/>
              <a:buFont typeface="Arial"/>
              <a:buNone/>
              <a:defRPr sz="1800">
                <a:solidFill>
                  <a:schemeClr val="lt1"/>
                </a:solidFill>
              </a:defRPr>
            </a:lvl1pPr>
            <a:lvl2pPr marL="914400" indent="-273050" algn="l">
              <a:lnSpc>
                <a:spcPct val="90000"/>
              </a:lnSpc>
              <a:spcBef>
                <a:spcPts val="1200"/>
              </a:spcBef>
              <a:spcAft>
                <a:spcPts val="0"/>
              </a:spcAft>
              <a:buClr>
                <a:schemeClr val="lt1"/>
              </a:buClr>
              <a:buSzPts val="700"/>
              <a:buChar char="○"/>
              <a:defRPr sz="900"/>
            </a:lvl2pPr>
            <a:lvl3pPr marL="1371600" indent="-273050" algn="l">
              <a:lnSpc>
                <a:spcPct val="90000"/>
              </a:lnSpc>
              <a:spcBef>
                <a:spcPts val="1200"/>
              </a:spcBef>
              <a:spcAft>
                <a:spcPts val="0"/>
              </a:spcAft>
              <a:buClr>
                <a:schemeClr val="lt1"/>
              </a:buClr>
              <a:buSzPts val="700"/>
              <a:buChar char="■"/>
              <a:defRPr sz="800"/>
            </a:lvl3pPr>
            <a:lvl4pPr marL="1828800" indent="-273050" algn="l">
              <a:lnSpc>
                <a:spcPct val="90000"/>
              </a:lnSpc>
              <a:spcBef>
                <a:spcPts val="1200"/>
              </a:spcBef>
              <a:spcAft>
                <a:spcPts val="0"/>
              </a:spcAft>
              <a:buClr>
                <a:schemeClr val="lt1"/>
              </a:buClr>
              <a:buSzPts val="700"/>
              <a:buChar char="●"/>
              <a:defRPr sz="700"/>
            </a:lvl4pPr>
            <a:lvl5pPr marL="2286000" indent="-273050" algn="l">
              <a:lnSpc>
                <a:spcPct val="90000"/>
              </a:lnSpc>
              <a:spcBef>
                <a:spcPts val="1200"/>
              </a:spcBef>
              <a:spcAft>
                <a:spcPts val="0"/>
              </a:spcAft>
              <a:buClr>
                <a:schemeClr val="lt1"/>
              </a:buClr>
              <a:buSzPts val="700"/>
              <a:buChar char="○"/>
              <a:defRPr sz="700"/>
            </a:lvl5pPr>
            <a:lvl6pPr marL="2743200" indent="-273050" algn="l">
              <a:lnSpc>
                <a:spcPct val="90000"/>
              </a:lnSpc>
              <a:spcBef>
                <a:spcPts val="1200"/>
              </a:spcBef>
              <a:spcAft>
                <a:spcPts val="0"/>
              </a:spcAft>
              <a:buClr>
                <a:schemeClr val="dk1"/>
              </a:buClr>
              <a:buSzPts val="700"/>
              <a:buChar char="■"/>
              <a:defRPr sz="700"/>
            </a:lvl6pPr>
            <a:lvl7pPr marL="3200400" indent="-273050" algn="l">
              <a:lnSpc>
                <a:spcPct val="90000"/>
              </a:lnSpc>
              <a:spcBef>
                <a:spcPts val="1200"/>
              </a:spcBef>
              <a:spcAft>
                <a:spcPts val="0"/>
              </a:spcAft>
              <a:buClr>
                <a:schemeClr val="dk1"/>
              </a:buClr>
              <a:buSzPts val="700"/>
              <a:buChar char="●"/>
              <a:defRPr sz="700"/>
            </a:lvl7pPr>
            <a:lvl8pPr marL="3657600" indent="-273050" algn="l">
              <a:lnSpc>
                <a:spcPct val="90000"/>
              </a:lnSpc>
              <a:spcBef>
                <a:spcPts val="1200"/>
              </a:spcBef>
              <a:spcAft>
                <a:spcPts val="0"/>
              </a:spcAft>
              <a:buClr>
                <a:schemeClr val="dk1"/>
              </a:buClr>
              <a:buSzPts val="700"/>
              <a:buChar char="○"/>
              <a:defRPr sz="700"/>
            </a:lvl8pPr>
            <a:lvl9pPr marL="4114800" indent="-273050" algn="l">
              <a:lnSpc>
                <a:spcPct val="90000"/>
              </a:lnSpc>
              <a:spcBef>
                <a:spcPts val="1200"/>
              </a:spcBef>
              <a:spcAft>
                <a:spcPts val="1200"/>
              </a:spcAft>
              <a:buClr>
                <a:schemeClr val="dk1"/>
              </a:buClr>
              <a:buSzPts val="700"/>
              <a:buChar char="■"/>
              <a:defRPr sz="700"/>
            </a:lvl9pPr>
          </a:lstStyle>
          <a:p xmlns:a="http://schemas.openxmlformats.org/drawingml/2006/main"/>
        </p:txBody>
      </p:sp>
      <p:sp>
        <p:nvSpPr>
          <p:cNvPr id="934" name="Google Shape;934;p126">
            <a:extLst xmlns:a="http://schemas.openxmlformats.org/drawingml/2006/main">
              <a:ext uri="{FF2B5EF4-FFF2-40B4-BE49-F238E27FC236}">
                <a16:creationId xmlns:a16="http://schemas.microsoft.com/office/drawing/2014/main" id="{00358189-9DB0-4F6B-B2AB-A393FBECA504}"/>
              </a:ext>
            </a:extLst>
          </p:cNvPr>
          <p:cNvSpPr>
            <a:spLocks xmlns:a="http://schemas.openxmlformats.org/drawingml/2006/main" noGrp="1"/>
          </p:cNvSpPr>
          <p:nvPr>
            <p:ph type="body" idx="3"/>
          </p:nvPr>
        </p:nvSpPr>
        <p:spPr>
          <a:xfrm xmlns:a="http://schemas.openxmlformats.org/drawingml/2006/main">
            <a:off x="296561" y="3192266"/>
            <a:ext cx="602100" cy="122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300" tIns="17150" rIns="34300" bIns="17150" anchor="t">
            <a:spAutoFit/>
          </a:bodyPr>
          <a:lstStyle xmlns:a="http://schemas.openxmlformats.org/drawingml/2006/main">
            <a:lvl1pPr marL="457200" indent="-228600" algn="l">
              <a:lnSpc>
                <a:spcPct val="120000"/>
              </a:lnSpc>
              <a:spcBef>
                <a:spcPts val="0"/>
              </a:spcBef>
              <a:spcAft>
                <a:spcPts val="0"/>
              </a:spcAft>
              <a:buClr>
                <a:schemeClr val="lt1"/>
              </a:buClr>
              <a:buSzPts val="600"/>
              <a:buFont typeface="Arial"/>
              <a:buNone/>
              <a:defRPr sz="600">
                <a:solidFill>
                  <a:schemeClr val="lt1"/>
                </a:solidFill>
              </a:defRPr>
            </a:lvl1pPr>
            <a:lvl2pPr marL="914400" indent="-273050" algn="l">
              <a:lnSpc>
                <a:spcPct val="90000"/>
              </a:lnSpc>
              <a:spcBef>
                <a:spcPts val="1200"/>
              </a:spcBef>
              <a:spcAft>
                <a:spcPts val="0"/>
              </a:spcAft>
              <a:buClr>
                <a:schemeClr val="lt1"/>
              </a:buClr>
              <a:buSzPts val="700"/>
              <a:buChar char="○"/>
              <a:defRPr sz="900"/>
            </a:lvl2pPr>
            <a:lvl3pPr marL="1371600" indent="-273050" algn="l">
              <a:lnSpc>
                <a:spcPct val="90000"/>
              </a:lnSpc>
              <a:spcBef>
                <a:spcPts val="1200"/>
              </a:spcBef>
              <a:spcAft>
                <a:spcPts val="0"/>
              </a:spcAft>
              <a:buClr>
                <a:schemeClr val="lt1"/>
              </a:buClr>
              <a:buSzPts val="700"/>
              <a:buChar char="■"/>
              <a:defRPr sz="800"/>
            </a:lvl3pPr>
            <a:lvl4pPr marL="1828800" indent="-273050" algn="l">
              <a:lnSpc>
                <a:spcPct val="90000"/>
              </a:lnSpc>
              <a:spcBef>
                <a:spcPts val="1200"/>
              </a:spcBef>
              <a:spcAft>
                <a:spcPts val="0"/>
              </a:spcAft>
              <a:buClr>
                <a:schemeClr val="lt1"/>
              </a:buClr>
              <a:buSzPts val="700"/>
              <a:buChar char="●"/>
              <a:defRPr sz="700"/>
            </a:lvl4pPr>
            <a:lvl5pPr marL="2286000" indent="-273050" algn="l">
              <a:lnSpc>
                <a:spcPct val="90000"/>
              </a:lnSpc>
              <a:spcBef>
                <a:spcPts val="1200"/>
              </a:spcBef>
              <a:spcAft>
                <a:spcPts val="0"/>
              </a:spcAft>
              <a:buClr>
                <a:schemeClr val="lt1"/>
              </a:buClr>
              <a:buSzPts val="700"/>
              <a:buChar char="○"/>
              <a:defRPr sz="700"/>
            </a:lvl5pPr>
            <a:lvl6pPr marL="2743200" indent="-273050" algn="l">
              <a:lnSpc>
                <a:spcPct val="90000"/>
              </a:lnSpc>
              <a:spcBef>
                <a:spcPts val="1200"/>
              </a:spcBef>
              <a:spcAft>
                <a:spcPts val="0"/>
              </a:spcAft>
              <a:buClr>
                <a:schemeClr val="dk1"/>
              </a:buClr>
              <a:buSzPts val="700"/>
              <a:buChar char="■"/>
              <a:defRPr sz="700"/>
            </a:lvl6pPr>
            <a:lvl7pPr marL="3200400" indent="-273050" algn="l">
              <a:lnSpc>
                <a:spcPct val="90000"/>
              </a:lnSpc>
              <a:spcBef>
                <a:spcPts val="1200"/>
              </a:spcBef>
              <a:spcAft>
                <a:spcPts val="0"/>
              </a:spcAft>
              <a:buClr>
                <a:schemeClr val="dk1"/>
              </a:buClr>
              <a:buSzPts val="700"/>
              <a:buChar char="●"/>
              <a:defRPr sz="700"/>
            </a:lvl7pPr>
            <a:lvl8pPr marL="3657600" indent="-273050" algn="l">
              <a:lnSpc>
                <a:spcPct val="90000"/>
              </a:lnSpc>
              <a:spcBef>
                <a:spcPts val="1200"/>
              </a:spcBef>
              <a:spcAft>
                <a:spcPts val="0"/>
              </a:spcAft>
              <a:buClr>
                <a:schemeClr val="dk1"/>
              </a:buClr>
              <a:buSzPts val="700"/>
              <a:buChar char="○"/>
              <a:defRPr sz="700"/>
            </a:lvl8pPr>
            <a:lvl9pPr marL="4114800" indent="-273050" algn="l">
              <a:lnSpc>
                <a:spcPct val="90000"/>
              </a:lnSpc>
              <a:spcBef>
                <a:spcPts val="1200"/>
              </a:spcBef>
              <a:spcAft>
                <a:spcPts val="1200"/>
              </a:spcAft>
              <a:buClr>
                <a:schemeClr val="dk1"/>
              </a:buClr>
              <a:buSzPts val="700"/>
              <a:buChar char="■"/>
              <a:defRPr sz="700"/>
            </a:lvl9pPr>
          </a:lstStyle>
          <a:p xmlns:a="http://schemas.openxmlformats.org/drawingml/2006/main"/>
        </p:txBody>
      </p:sp>
      <p:sp>
        <p:nvSpPr>
          <p:cNvPr id="935" name="Google Shape;935;p126">
            <a:extLst xmlns:a="http://schemas.openxmlformats.org/drawingml/2006/main">
              <a:ext uri="{FF2B5EF4-FFF2-40B4-BE49-F238E27FC236}">
                <a16:creationId xmlns:a16="http://schemas.microsoft.com/office/drawing/2014/main" id="{AEC47814-9275-4380-A89A-F5ACFB661C36}"/>
              </a:ext>
            </a:extLst>
          </p:cNvPr>
          <p:cNvSpPr>
            <a:spLocks xmlns:a="http://schemas.openxmlformats.org/drawingml/2006/main" noGrp="1"/>
          </p:cNvSpPr>
          <p:nvPr>
            <p:ph type="body" idx="4"/>
          </p:nvPr>
        </p:nvSpPr>
        <p:spPr>
          <a:xfrm xmlns:a="http://schemas.openxmlformats.org/drawingml/2006/main">
            <a:off x="3172975" y="2896950"/>
            <a:ext cx="2807100" cy="1870200"/>
          </a:xfrm>
          <a:prstGeom xmlns:a="http://schemas.openxmlformats.org/drawingml/2006/main" prst="roundRect">
            <a:avLst>
              <a:gd name="adj" fmla="val 2728"/>
            </a:avLst>
          </a:prstGeom>
          <a:solidFill xmlns:a="http://schemas.openxmlformats.org/drawingml/2006/main">
            <a:schemeClr val="dk1"/>
          </a:solidFill>
          <a:ln xmlns:a="http://schemas.openxmlformats.org/drawingml/2006/main">
            <a:noFill/>
          </a:ln>
        </p:spPr>
        <p:txBody>
          <a:bodyPr xmlns:a="http://schemas.openxmlformats.org/drawingml/2006/main" spcFirstLastPara="1" wrap="square" lIns="34300" tIns="17150" rIns="34300" bIns="17150" anchor="ctr">
            <a:normAutofit/>
          </a:bodyPr>
          <a:lstStyle xmlns:a="http://schemas.openxmlformats.org/drawingml/2006/main">
            <a:lvl1pPr marL="457200" indent="-228600" algn="ctr">
              <a:lnSpc>
                <a:spcPct val="90000"/>
              </a:lnSpc>
              <a:spcBef>
                <a:spcPts val="400"/>
              </a:spcBef>
              <a:spcAft>
                <a:spcPts val="0"/>
              </a:spcAft>
              <a:buClr>
                <a:schemeClr val="lt1"/>
              </a:buClr>
              <a:buSzPts val="1800"/>
              <a:buFont typeface="Arial"/>
              <a:buNone/>
              <a:defRPr sz="1800">
                <a:solidFill>
                  <a:schemeClr val="lt1"/>
                </a:solidFill>
              </a:defRPr>
            </a:lvl1pPr>
            <a:lvl2pPr marL="914400" indent="-273050" algn="l">
              <a:lnSpc>
                <a:spcPct val="90000"/>
              </a:lnSpc>
              <a:spcBef>
                <a:spcPts val="1200"/>
              </a:spcBef>
              <a:spcAft>
                <a:spcPts val="0"/>
              </a:spcAft>
              <a:buClr>
                <a:schemeClr val="lt1"/>
              </a:buClr>
              <a:buSzPts val="700"/>
              <a:buChar char="○"/>
              <a:defRPr sz="900"/>
            </a:lvl2pPr>
            <a:lvl3pPr marL="1371600" indent="-273050" algn="l">
              <a:lnSpc>
                <a:spcPct val="90000"/>
              </a:lnSpc>
              <a:spcBef>
                <a:spcPts val="1200"/>
              </a:spcBef>
              <a:spcAft>
                <a:spcPts val="0"/>
              </a:spcAft>
              <a:buClr>
                <a:schemeClr val="lt1"/>
              </a:buClr>
              <a:buSzPts val="700"/>
              <a:buChar char="■"/>
              <a:defRPr sz="800"/>
            </a:lvl3pPr>
            <a:lvl4pPr marL="1828800" indent="-273050" algn="l">
              <a:lnSpc>
                <a:spcPct val="90000"/>
              </a:lnSpc>
              <a:spcBef>
                <a:spcPts val="1200"/>
              </a:spcBef>
              <a:spcAft>
                <a:spcPts val="0"/>
              </a:spcAft>
              <a:buClr>
                <a:schemeClr val="lt1"/>
              </a:buClr>
              <a:buSzPts val="700"/>
              <a:buChar char="●"/>
              <a:defRPr sz="700"/>
            </a:lvl4pPr>
            <a:lvl5pPr marL="2286000" indent="-273050" algn="l">
              <a:lnSpc>
                <a:spcPct val="90000"/>
              </a:lnSpc>
              <a:spcBef>
                <a:spcPts val="1200"/>
              </a:spcBef>
              <a:spcAft>
                <a:spcPts val="0"/>
              </a:spcAft>
              <a:buClr>
                <a:schemeClr val="lt1"/>
              </a:buClr>
              <a:buSzPts val="700"/>
              <a:buChar char="○"/>
              <a:defRPr sz="700"/>
            </a:lvl5pPr>
            <a:lvl6pPr marL="2743200" indent="-273050" algn="l">
              <a:lnSpc>
                <a:spcPct val="90000"/>
              </a:lnSpc>
              <a:spcBef>
                <a:spcPts val="1200"/>
              </a:spcBef>
              <a:spcAft>
                <a:spcPts val="0"/>
              </a:spcAft>
              <a:buClr>
                <a:schemeClr val="dk1"/>
              </a:buClr>
              <a:buSzPts val="700"/>
              <a:buChar char="■"/>
              <a:defRPr sz="700"/>
            </a:lvl6pPr>
            <a:lvl7pPr marL="3200400" indent="-273050" algn="l">
              <a:lnSpc>
                <a:spcPct val="90000"/>
              </a:lnSpc>
              <a:spcBef>
                <a:spcPts val="1200"/>
              </a:spcBef>
              <a:spcAft>
                <a:spcPts val="0"/>
              </a:spcAft>
              <a:buClr>
                <a:schemeClr val="dk1"/>
              </a:buClr>
              <a:buSzPts val="700"/>
              <a:buChar char="●"/>
              <a:defRPr sz="700"/>
            </a:lvl7pPr>
            <a:lvl8pPr marL="3657600" indent="-273050" algn="l">
              <a:lnSpc>
                <a:spcPct val="90000"/>
              </a:lnSpc>
              <a:spcBef>
                <a:spcPts val="1200"/>
              </a:spcBef>
              <a:spcAft>
                <a:spcPts val="0"/>
              </a:spcAft>
              <a:buClr>
                <a:schemeClr val="dk1"/>
              </a:buClr>
              <a:buSzPts val="700"/>
              <a:buChar char="○"/>
              <a:defRPr sz="700"/>
            </a:lvl8pPr>
            <a:lvl9pPr marL="4114800" indent="-273050" algn="l">
              <a:lnSpc>
                <a:spcPct val="90000"/>
              </a:lnSpc>
              <a:spcBef>
                <a:spcPts val="1200"/>
              </a:spcBef>
              <a:spcAft>
                <a:spcPts val="1200"/>
              </a:spcAft>
              <a:buClr>
                <a:schemeClr val="dk1"/>
              </a:buClr>
              <a:buSzPts val="700"/>
              <a:buChar char="■"/>
              <a:defRPr sz="700"/>
            </a:lvl9pPr>
          </a:lstStyle>
          <a:p xmlns:a="http://schemas.openxmlformats.org/drawingml/2006/main"/>
        </p:txBody>
      </p:sp>
      <p:sp>
        <p:nvSpPr>
          <p:cNvPr id="936" name="Google Shape;936;p126">
            <a:extLst xmlns:a="http://schemas.openxmlformats.org/drawingml/2006/main">
              <a:ext uri="{FF2B5EF4-FFF2-40B4-BE49-F238E27FC236}">
                <a16:creationId xmlns:a16="http://schemas.microsoft.com/office/drawing/2014/main" id="{2C5FE026-E14E-47FF-AC53-11E28EE24729}"/>
              </a:ext>
            </a:extLst>
          </p:cNvPr>
          <p:cNvSpPr>
            <a:spLocks xmlns:a="http://schemas.openxmlformats.org/drawingml/2006/main" noGrp="1"/>
          </p:cNvSpPr>
          <p:nvPr>
            <p:ph type="body" idx="5"/>
          </p:nvPr>
        </p:nvSpPr>
        <p:spPr>
          <a:xfrm xmlns:a="http://schemas.openxmlformats.org/drawingml/2006/main">
            <a:off x="6108375" y="2896950"/>
            <a:ext cx="2807100" cy="1870200"/>
          </a:xfrm>
          <a:prstGeom xmlns:a="http://schemas.openxmlformats.org/drawingml/2006/main" prst="roundRect">
            <a:avLst>
              <a:gd name="adj" fmla="val 2728"/>
            </a:avLst>
          </a:prstGeom>
          <a:solidFill xmlns:a="http://schemas.openxmlformats.org/drawingml/2006/main">
            <a:schemeClr val="dk1"/>
          </a:solidFill>
          <a:ln xmlns:a="http://schemas.openxmlformats.org/drawingml/2006/main">
            <a:noFill/>
          </a:ln>
        </p:spPr>
        <p:txBody>
          <a:bodyPr xmlns:a="http://schemas.openxmlformats.org/drawingml/2006/main" spcFirstLastPara="1" wrap="square" lIns="34300" tIns="17150" rIns="34300" bIns="17150" anchor="ctr">
            <a:normAutofit/>
          </a:bodyPr>
          <a:lstStyle xmlns:a="http://schemas.openxmlformats.org/drawingml/2006/main">
            <a:lvl1pPr marL="457200" indent="-228600" algn="ctr">
              <a:lnSpc>
                <a:spcPct val="90000"/>
              </a:lnSpc>
              <a:spcBef>
                <a:spcPts val="400"/>
              </a:spcBef>
              <a:spcAft>
                <a:spcPts val="0"/>
              </a:spcAft>
              <a:buClr>
                <a:schemeClr val="lt1"/>
              </a:buClr>
              <a:buSzPts val="1800"/>
              <a:buFont typeface="Arial"/>
              <a:buNone/>
              <a:defRPr sz="1800">
                <a:solidFill>
                  <a:schemeClr val="lt1"/>
                </a:solidFill>
              </a:defRPr>
            </a:lvl1pPr>
            <a:lvl2pPr marL="914400" indent="-273050" algn="l">
              <a:lnSpc>
                <a:spcPct val="90000"/>
              </a:lnSpc>
              <a:spcBef>
                <a:spcPts val="1200"/>
              </a:spcBef>
              <a:spcAft>
                <a:spcPts val="0"/>
              </a:spcAft>
              <a:buClr>
                <a:schemeClr val="lt1"/>
              </a:buClr>
              <a:buSzPts val="700"/>
              <a:buChar char="○"/>
              <a:defRPr sz="900"/>
            </a:lvl2pPr>
            <a:lvl3pPr marL="1371600" indent="-273050" algn="l">
              <a:lnSpc>
                <a:spcPct val="90000"/>
              </a:lnSpc>
              <a:spcBef>
                <a:spcPts val="1200"/>
              </a:spcBef>
              <a:spcAft>
                <a:spcPts val="0"/>
              </a:spcAft>
              <a:buClr>
                <a:schemeClr val="lt1"/>
              </a:buClr>
              <a:buSzPts val="700"/>
              <a:buChar char="■"/>
              <a:defRPr sz="800"/>
            </a:lvl3pPr>
            <a:lvl4pPr marL="1828800" indent="-273050" algn="l">
              <a:lnSpc>
                <a:spcPct val="90000"/>
              </a:lnSpc>
              <a:spcBef>
                <a:spcPts val="1200"/>
              </a:spcBef>
              <a:spcAft>
                <a:spcPts val="0"/>
              </a:spcAft>
              <a:buClr>
                <a:schemeClr val="lt1"/>
              </a:buClr>
              <a:buSzPts val="700"/>
              <a:buChar char="●"/>
              <a:defRPr sz="700"/>
            </a:lvl4pPr>
            <a:lvl5pPr marL="2286000" indent="-273050" algn="l">
              <a:lnSpc>
                <a:spcPct val="90000"/>
              </a:lnSpc>
              <a:spcBef>
                <a:spcPts val="1200"/>
              </a:spcBef>
              <a:spcAft>
                <a:spcPts val="0"/>
              </a:spcAft>
              <a:buClr>
                <a:schemeClr val="lt1"/>
              </a:buClr>
              <a:buSzPts val="700"/>
              <a:buChar char="○"/>
              <a:defRPr sz="700"/>
            </a:lvl5pPr>
            <a:lvl6pPr marL="2743200" indent="-273050" algn="l">
              <a:lnSpc>
                <a:spcPct val="90000"/>
              </a:lnSpc>
              <a:spcBef>
                <a:spcPts val="1200"/>
              </a:spcBef>
              <a:spcAft>
                <a:spcPts val="0"/>
              </a:spcAft>
              <a:buClr>
                <a:schemeClr val="dk1"/>
              </a:buClr>
              <a:buSzPts val="700"/>
              <a:buChar char="■"/>
              <a:defRPr sz="700"/>
            </a:lvl6pPr>
            <a:lvl7pPr marL="3200400" indent="-273050" algn="l">
              <a:lnSpc>
                <a:spcPct val="90000"/>
              </a:lnSpc>
              <a:spcBef>
                <a:spcPts val="1200"/>
              </a:spcBef>
              <a:spcAft>
                <a:spcPts val="0"/>
              </a:spcAft>
              <a:buClr>
                <a:schemeClr val="dk1"/>
              </a:buClr>
              <a:buSzPts val="700"/>
              <a:buChar char="●"/>
              <a:defRPr sz="700"/>
            </a:lvl7pPr>
            <a:lvl8pPr marL="3657600" indent="-273050" algn="l">
              <a:lnSpc>
                <a:spcPct val="90000"/>
              </a:lnSpc>
              <a:spcBef>
                <a:spcPts val="1200"/>
              </a:spcBef>
              <a:spcAft>
                <a:spcPts val="0"/>
              </a:spcAft>
              <a:buClr>
                <a:schemeClr val="dk1"/>
              </a:buClr>
              <a:buSzPts val="700"/>
              <a:buChar char="○"/>
              <a:defRPr sz="700"/>
            </a:lvl8pPr>
            <a:lvl9pPr marL="4114800" indent="-273050" algn="l">
              <a:lnSpc>
                <a:spcPct val="90000"/>
              </a:lnSpc>
              <a:spcBef>
                <a:spcPts val="1200"/>
              </a:spcBef>
              <a:spcAft>
                <a:spcPts val="1200"/>
              </a:spcAft>
              <a:buClr>
                <a:schemeClr val="dk1"/>
              </a:buClr>
              <a:buSzPts val="700"/>
              <a:buChar char="■"/>
              <a:defRPr sz="700"/>
            </a:lvl9pPr>
          </a:lstStyle>
          <a:p xmlns:a="http://schemas.openxmlformats.org/drawingml/2006/main"/>
        </p:txBody>
      </p:sp>
      <p:sp>
        <p:nvSpPr>
          <p:cNvPr id="937" name="Google Shape;937;p126">
            <a:extLst xmlns:a="http://schemas.openxmlformats.org/drawingml/2006/main">
              <a:ext uri="{FF2B5EF4-FFF2-40B4-BE49-F238E27FC236}">
                <a16:creationId xmlns:a16="http://schemas.microsoft.com/office/drawing/2014/main" id="{D909F6F3-E72A-4508-932B-FBB52D9D303A}"/>
              </a:ext>
            </a:extLst>
          </p:cNvPr>
          <p:cNvSpPr>
            <a:spLocks xmlns:a="http://schemas.openxmlformats.org/drawingml/2006/main" noGrp="1"/>
          </p:cNvSpPr>
          <p:nvPr>
            <p:ph type="body" idx="6"/>
          </p:nvPr>
        </p:nvSpPr>
        <p:spPr>
          <a:xfrm xmlns:a="http://schemas.openxmlformats.org/drawingml/2006/main">
            <a:off x="3271021" y="3192266"/>
            <a:ext cx="602100" cy="122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300" tIns="17150" rIns="34300" bIns="17150" anchor="t">
            <a:spAutoFit/>
          </a:bodyPr>
          <a:lstStyle xmlns:a="http://schemas.openxmlformats.org/drawingml/2006/main">
            <a:lvl1pPr marL="457200" indent="-228600" algn="l">
              <a:lnSpc>
                <a:spcPct val="120000"/>
              </a:lnSpc>
              <a:spcBef>
                <a:spcPts val="0"/>
              </a:spcBef>
              <a:spcAft>
                <a:spcPts val="0"/>
              </a:spcAft>
              <a:buClr>
                <a:schemeClr val="lt1"/>
              </a:buClr>
              <a:buSzPts val="600"/>
              <a:buFont typeface="Arial"/>
              <a:buNone/>
              <a:defRPr sz="600">
                <a:solidFill>
                  <a:schemeClr val="lt1"/>
                </a:solidFill>
              </a:defRPr>
            </a:lvl1pPr>
            <a:lvl2pPr marL="914400" indent="-273050" algn="l">
              <a:lnSpc>
                <a:spcPct val="90000"/>
              </a:lnSpc>
              <a:spcBef>
                <a:spcPts val="1200"/>
              </a:spcBef>
              <a:spcAft>
                <a:spcPts val="0"/>
              </a:spcAft>
              <a:buClr>
                <a:schemeClr val="lt1"/>
              </a:buClr>
              <a:buSzPts val="700"/>
              <a:buChar char="○"/>
              <a:defRPr sz="900"/>
            </a:lvl2pPr>
            <a:lvl3pPr marL="1371600" indent="-273050" algn="l">
              <a:lnSpc>
                <a:spcPct val="90000"/>
              </a:lnSpc>
              <a:spcBef>
                <a:spcPts val="1200"/>
              </a:spcBef>
              <a:spcAft>
                <a:spcPts val="0"/>
              </a:spcAft>
              <a:buClr>
                <a:schemeClr val="lt1"/>
              </a:buClr>
              <a:buSzPts val="700"/>
              <a:buChar char="■"/>
              <a:defRPr sz="800"/>
            </a:lvl3pPr>
            <a:lvl4pPr marL="1828800" indent="-273050" algn="l">
              <a:lnSpc>
                <a:spcPct val="90000"/>
              </a:lnSpc>
              <a:spcBef>
                <a:spcPts val="1200"/>
              </a:spcBef>
              <a:spcAft>
                <a:spcPts val="0"/>
              </a:spcAft>
              <a:buClr>
                <a:schemeClr val="lt1"/>
              </a:buClr>
              <a:buSzPts val="700"/>
              <a:buChar char="●"/>
              <a:defRPr sz="700"/>
            </a:lvl4pPr>
            <a:lvl5pPr marL="2286000" indent="-273050" algn="l">
              <a:lnSpc>
                <a:spcPct val="90000"/>
              </a:lnSpc>
              <a:spcBef>
                <a:spcPts val="1200"/>
              </a:spcBef>
              <a:spcAft>
                <a:spcPts val="0"/>
              </a:spcAft>
              <a:buClr>
                <a:schemeClr val="lt1"/>
              </a:buClr>
              <a:buSzPts val="700"/>
              <a:buChar char="○"/>
              <a:defRPr sz="700"/>
            </a:lvl5pPr>
            <a:lvl6pPr marL="2743200" indent="-273050" algn="l">
              <a:lnSpc>
                <a:spcPct val="90000"/>
              </a:lnSpc>
              <a:spcBef>
                <a:spcPts val="1200"/>
              </a:spcBef>
              <a:spcAft>
                <a:spcPts val="0"/>
              </a:spcAft>
              <a:buClr>
                <a:schemeClr val="dk1"/>
              </a:buClr>
              <a:buSzPts val="700"/>
              <a:buChar char="■"/>
              <a:defRPr sz="700"/>
            </a:lvl6pPr>
            <a:lvl7pPr marL="3200400" indent="-273050" algn="l">
              <a:lnSpc>
                <a:spcPct val="90000"/>
              </a:lnSpc>
              <a:spcBef>
                <a:spcPts val="1200"/>
              </a:spcBef>
              <a:spcAft>
                <a:spcPts val="0"/>
              </a:spcAft>
              <a:buClr>
                <a:schemeClr val="dk1"/>
              </a:buClr>
              <a:buSzPts val="700"/>
              <a:buChar char="●"/>
              <a:defRPr sz="700"/>
            </a:lvl7pPr>
            <a:lvl8pPr marL="3657600" indent="-273050" algn="l">
              <a:lnSpc>
                <a:spcPct val="90000"/>
              </a:lnSpc>
              <a:spcBef>
                <a:spcPts val="1200"/>
              </a:spcBef>
              <a:spcAft>
                <a:spcPts val="0"/>
              </a:spcAft>
              <a:buClr>
                <a:schemeClr val="dk1"/>
              </a:buClr>
              <a:buSzPts val="700"/>
              <a:buChar char="○"/>
              <a:defRPr sz="700"/>
            </a:lvl8pPr>
            <a:lvl9pPr marL="4114800" indent="-273050" algn="l">
              <a:lnSpc>
                <a:spcPct val="90000"/>
              </a:lnSpc>
              <a:spcBef>
                <a:spcPts val="1200"/>
              </a:spcBef>
              <a:spcAft>
                <a:spcPts val="1200"/>
              </a:spcAft>
              <a:buClr>
                <a:schemeClr val="dk1"/>
              </a:buClr>
              <a:buSzPts val="700"/>
              <a:buChar char="■"/>
              <a:defRPr sz="700"/>
            </a:lvl9pPr>
          </a:lstStyle>
          <a:p xmlns:a="http://schemas.openxmlformats.org/drawingml/2006/main"/>
        </p:txBody>
      </p:sp>
      <p:sp>
        <p:nvSpPr>
          <p:cNvPr id="938" name="Google Shape;938;p126">
            <a:extLst xmlns:a="http://schemas.openxmlformats.org/drawingml/2006/main">
              <a:ext uri="{FF2B5EF4-FFF2-40B4-BE49-F238E27FC236}">
                <a16:creationId xmlns:a16="http://schemas.microsoft.com/office/drawing/2014/main" id="{58459642-9D4C-462F-992D-CCF92A554754}"/>
              </a:ext>
            </a:extLst>
          </p:cNvPr>
          <p:cNvSpPr>
            <a:spLocks xmlns:a="http://schemas.openxmlformats.org/drawingml/2006/main" noGrp="1"/>
          </p:cNvSpPr>
          <p:nvPr>
            <p:ph type="body" idx="7"/>
          </p:nvPr>
        </p:nvSpPr>
        <p:spPr>
          <a:xfrm xmlns:a="http://schemas.openxmlformats.org/drawingml/2006/main">
            <a:off x="6245481" y="3192266"/>
            <a:ext cx="602100" cy="122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300" tIns="17150" rIns="34300" bIns="17150" anchor="t">
            <a:spAutoFit/>
          </a:bodyPr>
          <a:lstStyle xmlns:a="http://schemas.openxmlformats.org/drawingml/2006/main">
            <a:lvl1pPr marL="457200" indent="-228600" algn="l">
              <a:lnSpc>
                <a:spcPct val="120000"/>
              </a:lnSpc>
              <a:spcBef>
                <a:spcPts val="0"/>
              </a:spcBef>
              <a:spcAft>
                <a:spcPts val="0"/>
              </a:spcAft>
              <a:buClr>
                <a:schemeClr val="lt1"/>
              </a:buClr>
              <a:buSzPts val="600"/>
              <a:buFont typeface="Arial"/>
              <a:buNone/>
              <a:defRPr sz="600">
                <a:solidFill>
                  <a:schemeClr val="lt1"/>
                </a:solidFill>
              </a:defRPr>
            </a:lvl1pPr>
            <a:lvl2pPr marL="914400" indent="-273050" algn="l">
              <a:lnSpc>
                <a:spcPct val="90000"/>
              </a:lnSpc>
              <a:spcBef>
                <a:spcPts val="1200"/>
              </a:spcBef>
              <a:spcAft>
                <a:spcPts val="0"/>
              </a:spcAft>
              <a:buClr>
                <a:schemeClr val="lt1"/>
              </a:buClr>
              <a:buSzPts val="700"/>
              <a:buChar char="○"/>
              <a:defRPr sz="900"/>
            </a:lvl2pPr>
            <a:lvl3pPr marL="1371600" indent="-273050" algn="l">
              <a:lnSpc>
                <a:spcPct val="90000"/>
              </a:lnSpc>
              <a:spcBef>
                <a:spcPts val="1200"/>
              </a:spcBef>
              <a:spcAft>
                <a:spcPts val="0"/>
              </a:spcAft>
              <a:buClr>
                <a:schemeClr val="lt1"/>
              </a:buClr>
              <a:buSzPts val="700"/>
              <a:buChar char="■"/>
              <a:defRPr sz="800"/>
            </a:lvl3pPr>
            <a:lvl4pPr marL="1828800" indent="-273050" algn="l">
              <a:lnSpc>
                <a:spcPct val="90000"/>
              </a:lnSpc>
              <a:spcBef>
                <a:spcPts val="1200"/>
              </a:spcBef>
              <a:spcAft>
                <a:spcPts val="0"/>
              </a:spcAft>
              <a:buClr>
                <a:schemeClr val="lt1"/>
              </a:buClr>
              <a:buSzPts val="700"/>
              <a:buChar char="●"/>
              <a:defRPr sz="700"/>
            </a:lvl4pPr>
            <a:lvl5pPr marL="2286000" indent="-273050" algn="l">
              <a:lnSpc>
                <a:spcPct val="90000"/>
              </a:lnSpc>
              <a:spcBef>
                <a:spcPts val="1200"/>
              </a:spcBef>
              <a:spcAft>
                <a:spcPts val="0"/>
              </a:spcAft>
              <a:buClr>
                <a:schemeClr val="lt1"/>
              </a:buClr>
              <a:buSzPts val="700"/>
              <a:buChar char="○"/>
              <a:defRPr sz="700"/>
            </a:lvl5pPr>
            <a:lvl6pPr marL="2743200" indent="-273050" algn="l">
              <a:lnSpc>
                <a:spcPct val="90000"/>
              </a:lnSpc>
              <a:spcBef>
                <a:spcPts val="1200"/>
              </a:spcBef>
              <a:spcAft>
                <a:spcPts val="0"/>
              </a:spcAft>
              <a:buClr>
                <a:schemeClr val="dk1"/>
              </a:buClr>
              <a:buSzPts val="700"/>
              <a:buChar char="■"/>
              <a:defRPr sz="700"/>
            </a:lvl6pPr>
            <a:lvl7pPr marL="3200400" indent="-273050" algn="l">
              <a:lnSpc>
                <a:spcPct val="90000"/>
              </a:lnSpc>
              <a:spcBef>
                <a:spcPts val="1200"/>
              </a:spcBef>
              <a:spcAft>
                <a:spcPts val="0"/>
              </a:spcAft>
              <a:buClr>
                <a:schemeClr val="dk1"/>
              </a:buClr>
              <a:buSzPts val="700"/>
              <a:buChar char="●"/>
              <a:defRPr sz="700"/>
            </a:lvl7pPr>
            <a:lvl8pPr marL="3657600" indent="-273050" algn="l">
              <a:lnSpc>
                <a:spcPct val="90000"/>
              </a:lnSpc>
              <a:spcBef>
                <a:spcPts val="1200"/>
              </a:spcBef>
              <a:spcAft>
                <a:spcPts val="0"/>
              </a:spcAft>
              <a:buClr>
                <a:schemeClr val="dk1"/>
              </a:buClr>
              <a:buSzPts val="700"/>
              <a:buChar char="○"/>
              <a:defRPr sz="700"/>
            </a:lvl8pPr>
            <a:lvl9pPr marL="4114800" indent="-273050" algn="l">
              <a:lnSpc>
                <a:spcPct val="90000"/>
              </a:lnSpc>
              <a:spcBef>
                <a:spcPts val="1200"/>
              </a:spcBef>
              <a:spcAft>
                <a:spcPts val="1200"/>
              </a:spcAft>
              <a:buClr>
                <a:schemeClr val="dk1"/>
              </a:buClr>
              <a:buSzPts val="700"/>
              <a:buChar char="■"/>
              <a:defRPr sz="700"/>
            </a:lvl9pPr>
          </a:lstStyle>
          <a:p xmlns:a="http://schemas.openxmlformats.org/drawingml/2006/main"/>
        </p:txBody>
      </p:sp>
      <p:pic>
        <p:nvPicPr>
          <p:cNvPr id="948" name="Google Shape;939;p126"/>
          <p:cNvPicPr>
            <a:picLocks xmlns:a="http://schemas.openxmlformats.org/drawingml/2006/main" noChangeAspect="1"/>
          </p:cNvPicPr>
          <p:nvPr/>
        </p:nvPicPr>
        <p:blipFill>
          <a:blip xmlns:r="http://schemas.openxmlformats.org/officeDocument/2006/relationships" xmlns:a="http://schemas.openxmlformats.org/drawingml/2006/main" r:embed="R4df5f9c0e76642a9">
            <a:alphaModFix/>
          </a:blip>
          <a:stretch xmlns:a="http://schemas.openxmlformats.org/drawingml/2006/main">
            <a:fillRect l="0" t="0" r="0" b="0"/>
          </a:stretch>
        </p:blipFill>
        <p:spPr>
          <a:xfrm xmlns:a="http://schemas.openxmlformats.org/drawingml/2006/main">
            <a:off x="228600" y="4836074"/>
            <a:ext cx="153925" cy="153925"/>
          </a:xfrm>
          <a:prstGeom xmlns:a="http://schemas.openxmlformats.org/drawingml/2006/main" prst="rect">
            <a:avLst/>
          </a:prstGeom>
          <a:ln xmlns:a="http://schemas.openxmlformats.org/drawingml/2006/main">
            <a:noFill/>
          </a:ln>
        </p:spPr>
      </p:pic>
    </p:spTree>
  </p:cSld>
</p:sldLayout>
</file>

<file path=ppt/slideLayouts/slideLayout125.xml><?xml version="1.0" encoding="utf-8"?>
<p:sldLayout xmlns:p="http://schemas.openxmlformats.org/presentationml/2006/main" showMasterSp="0" matchingName="Data viz 3">
  <p:cSld name="Results 4 – Light">
    <p:bg>
      <p:bgPr>
        <a:solidFill xmlns:a="http://schemas.openxmlformats.org/drawingml/2006/main">
          <a:srgbClr val="FCFAEE"/>
        </a:solidFill>
      </p:bgPr>
    </p:bg>
    <p:spTree>
      <p:nvGrpSpPr>
        <p:cNvPr id="1" name=""/>
        <p:cNvGrpSpPr/>
        <p:nvPr/>
      </p:nvGrpSpPr>
      <p:grpSpPr>
        <a:xfrm xmlns:a="http://schemas.openxmlformats.org/drawingml/2006/main"/>
      </p:grpSpPr>
      <p:sp>
        <p:nvSpPr>
          <p:cNvPr id="941" name="Google Shape;941;p127">
            <a:extLst xmlns:a="http://schemas.openxmlformats.org/drawingml/2006/main">
              <a:ext uri="{FF2B5EF4-FFF2-40B4-BE49-F238E27FC236}">
                <a16:creationId xmlns:a16="http://schemas.microsoft.com/office/drawing/2014/main" id="{C771BF7B-82DE-49E2-A885-00DDC6591D27}"/>
              </a:ext>
            </a:extLst>
          </p:cNvPr>
          <p:cNvSpPr>
            <a:spLocks xmlns:a="http://schemas.openxmlformats.org/drawingml/2006/main" noGrp="1"/>
          </p:cNvSpPr>
          <p:nvPr>
            <p:ph type="title" idx="0"/>
          </p:nvPr>
        </p:nvSpPr>
        <p:spPr>
          <a:xfrm xmlns:a="http://schemas.openxmlformats.org/drawingml/2006/main">
            <a:off x="201377" y="295836"/>
            <a:ext cx="5191800" cy="346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300" tIns="17150" rIns="34300" bIns="17150" anchor="t">
            <a:noAutofit/>
          </a:bodyPr>
          <a:lstStyle xmlns:a="http://schemas.openxmlformats.org/drawingml/2006/main">
            <a:lvl1pPr algn="l">
              <a:lnSpc>
                <a:spcPct val="90000"/>
              </a:lnSpc>
              <a:spcBef>
                <a:spcPts val="0"/>
              </a:spcBef>
              <a:spcAft>
                <a:spcPts val="0"/>
              </a:spcAft>
              <a:buClr>
                <a:schemeClr val="dk1"/>
              </a:buClr>
              <a:buSzPts val="2250"/>
              <a:buFont typeface="Helvetica Neue"/>
              <a:buNone/>
              <a:defRPr sz="2250" b="0">
                <a:solidFill>
                  <a:schemeClr val="dk1"/>
                </a:solidFill>
              </a:defRPr>
            </a:lvl1pPr>
            <a:lvl2pPr>
              <a:spcBef>
                <a:spcPts val="0"/>
              </a:spcBef>
              <a:spcAft>
                <a:spcPts val="0"/>
              </a:spcAft>
              <a:buSzPts val="500"/>
              <a:buNone/>
              <a:defRPr sz="700"/>
            </a:lvl2pPr>
            <a:lvl3pPr>
              <a:spcBef>
                <a:spcPts val="0"/>
              </a:spcBef>
              <a:spcAft>
                <a:spcPts val="0"/>
              </a:spcAft>
              <a:buSzPts val="500"/>
              <a:buNone/>
              <a:defRPr sz="700"/>
            </a:lvl3pPr>
            <a:lvl4pPr>
              <a:spcBef>
                <a:spcPts val="0"/>
              </a:spcBef>
              <a:spcAft>
                <a:spcPts val="0"/>
              </a:spcAft>
              <a:buSzPts val="500"/>
              <a:buNone/>
              <a:defRPr sz="700"/>
            </a:lvl4pPr>
            <a:lvl5pPr>
              <a:spcBef>
                <a:spcPts val="0"/>
              </a:spcBef>
              <a:spcAft>
                <a:spcPts val="0"/>
              </a:spcAft>
              <a:buSzPts val="500"/>
              <a:buNone/>
              <a:defRPr sz="700"/>
            </a:lvl5pPr>
            <a:lvl6pPr>
              <a:spcBef>
                <a:spcPts val="0"/>
              </a:spcBef>
              <a:spcAft>
                <a:spcPts val="0"/>
              </a:spcAft>
              <a:buSzPts val="500"/>
              <a:buNone/>
              <a:defRPr sz="700"/>
            </a:lvl6pPr>
            <a:lvl7pPr>
              <a:spcBef>
                <a:spcPts val="0"/>
              </a:spcBef>
              <a:spcAft>
                <a:spcPts val="0"/>
              </a:spcAft>
              <a:buSzPts val="500"/>
              <a:buNone/>
              <a:defRPr sz="700"/>
            </a:lvl7pPr>
            <a:lvl8pPr>
              <a:spcBef>
                <a:spcPts val="0"/>
              </a:spcBef>
              <a:spcAft>
                <a:spcPts val="0"/>
              </a:spcAft>
              <a:buSzPts val="500"/>
              <a:buNone/>
              <a:defRPr sz="700"/>
            </a:lvl8pPr>
            <a:lvl9pPr>
              <a:spcBef>
                <a:spcPts val="0"/>
              </a:spcBef>
              <a:spcAft>
                <a:spcPts val="0"/>
              </a:spcAft>
              <a:buSzPts val="500"/>
              <a:buNone/>
              <a:defRPr sz="700"/>
            </a:lvl9pPr>
          </a:lstStyle>
          <a:p xmlns:a="http://schemas.openxmlformats.org/drawingml/2006/main"/>
        </p:txBody>
      </p:sp>
      <p:sp>
        <p:nvSpPr>
          <p:cNvPr id="942" name="Google Shape;942;p127">
            <a:extLst xmlns:a="http://schemas.openxmlformats.org/drawingml/2006/main">
              <a:ext uri="{FF2B5EF4-FFF2-40B4-BE49-F238E27FC236}">
                <a16:creationId xmlns:a16="http://schemas.microsoft.com/office/drawing/2014/main" id="{905C9CD1-26CC-4510-8041-0EFE191A9258}"/>
              </a:ext>
            </a:extLst>
          </p:cNvPr>
          <p:cNvSpPr>
            <a:spLocks xmlns:a="http://schemas.openxmlformats.org/drawingml/2006/main" noGrp="1"/>
          </p:cNvSpPr>
          <p:nvPr>
            <p:ph type="body" idx="1"/>
          </p:nvPr>
        </p:nvSpPr>
        <p:spPr>
          <a:xfrm xmlns:a="http://schemas.openxmlformats.org/drawingml/2006/main">
            <a:off x="201378" y="164051"/>
            <a:ext cx="1948200" cy="160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300" tIns="17150" rIns="34300" bIns="17150" anchor="t">
            <a:noAutofit/>
          </a:bodyPr>
          <a:lstStyle xmlns:a="http://schemas.openxmlformats.org/drawingml/2006/main">
            <a:lvl1pPr marL="457200" indent="-228600" algn="l">
              <a:lnSpc>
                <a:spcPct val="90000"/>
              </a:lnSpc>
              <a:spcBef>
                <a:spcPts val="400"/>
              </a:spcBef>
              <a:spcAft>
                <a:spcPts val="0"/>
              </a:spcAft>
              <a:buClr>
                <a:schemeClr val="dk2"/>
              </a:buClr>
              <a:buSzPts val="750"/>
              <a:buFont typeface="Arial"/>
              <a:buNone/>
              <a:defRPr sz="750">
                <a:solidFill>
                  <a:schemeClr val="dk2"/>
                </a:solidFill>
              </a:defRPr>
            </a:lvl1pPr>
            <a:lvl2pPr marL="914400" indent="-276225" algn="l">
              <a:lnSpc>
                <a:spcPct val="90000"/>
              </a:lnSpc>
              <a:spcBef>
                <a:spcPts val="1200"/>
              </a:spcBef>
              <a:spcAft>
                <a:spcPts val="0"/>
              </a:spcAft>
              <a:buClr>
                <a:schemeClr val="lt1"/>
              </a:buClr>
              <a:buSzPts val="750"/>
              <a:buChar char="○"/>
              <a:defRPr sz="750"/>
            </a:lvl2pPr>
            <a:lvl3pPr marL="1371600" indent="-276225" algn="l">
              <a:lnSpc>
                <a:spcPct val="90000"/>
              </a:lnSpc>
              <a:spcBef>
                <a:spcPts val="1200"/>
              </a:spcBef>
              <a:spcAft>
                <a:spcPts val="0"/>
              </a:spcAft>
              <a:buClr>
                <a:schemeClr val="lt1"/>
              </a:buClr>
              <a:buSzPts val="750"/>
              <a:buChar char="■"/>
              <a:defRPr sz="750"/>
            </a:lvl3pPr>
            <a:lvl4pPr marL="1828800" indent="-276225" algn="l">
              <a:lnSpc>
                <a:spcPct val="90000"/>
              </a:lnSpc>
              <a:spcBef>
                <a:spcPts val="1200"/>
              </a:spcBef>
              <a:spcAft>
                <a:spcPts val="0"/>
              </a:spcAft>
              <a:buClr>
                <a:schemeClr val="lt1"/>
              </a:buClr>
              <a:buSzPts val="750"/>
              <a:buChar char="●"/>
              <a:defRPr sz="750"/>
            </a:lvl4pPr>
            <a:lvl5pPr marL="2286000" indent="-276225" algn="l">
              <a:lnSpc>
                <a:spcPct val="90000"/>
              </a:lnSpc>
              <a:spcBef>
                <a:spcPts val="1200"/>
              </a:spcBef>
              <a:spcAft>
                <a:spcPts val="0"/>
              </a:spcAft>
              <a:buClr>
                <a:schemeClr val="lt1"/>
              </a:buClr>
              <a:buSzPts val="750"/>
              <a:buChar char="○"/>
              <a:defRPr sz="750"/>
            </a:lvl5pPr>
            <a:lvl6pPr marL="2743200" indent="-276225" algn="l">
              <a:lnSpc>
                <a:spcPct val="90000"/>
              </a:lnSpc>
              <a:spcBef>
                <a:spcPts val="1200"/>
              </a:spcBef>
              <a:spcAft>
                <a:spcPts val="0"/>
              </a:spcAft>
              <a:buClr>
                <a:schemeClr val="dk1"/>
              </a:buClr>
              <a:buSzPts val="750"/>
              <a:buChar char="■"/>
              <a:defRPr sz="750"/>
            </a:lvl6pPr>
            <a:lvl7pPr marL="3200400" indent="-276225" algn="l">
              <a:lnSpc>
                <a:spcPct val="90000"/>
              </a:lnSpc>
              <a:spcBef>
                <a:spcPts val="1200"/>
              </a:spcBef>
              <a:spcAft>
                <a:spcPts val="0"/>
              </a:spcAft>
              <a:buClr>
                <a:schemeClr val="dk1"/>
              </a:buClr>
              <a:buSzPts val="750"/>
              <a:buChar char="●"/>
              <a:defRPr sz="750"/>
            </a:lvl7pPr>
            <a:lvl8pPr marL="3657600" indent="-276225" algn="l">
              <a:lnSpc>
                <a:spcPct val="90000"/>
              </a:lnSpc>
              <a:spcBef>
                <a:spcPts val="1200"/>
              </a:spcBef>
              <a:spcAft>
                <a:spcPts val="0"/>
              </a:spcAft>
              <a:buClr>
                <a:schemeClr val="dk1"/>
              </a:buClr>
              <a:buSzPts val="750"/>
              <a:buChar char="○"/>
              <a:defRPr sz="750"/>
            </a:lvl8pPr>
            <a:lvl9pPr marL="4114800" indent="-276225" algn="l">
              <a:lnSpc>
                <a:spcPct val="90000"/>
              </a:lnSpc>
              <a:spcBef>
                <a:spcPts val="1200"/>
              </a:spcBef>
              <a:spcAft>
                <a:spcPts val="1200"/>
              </a:spcAft>
              <a:buClr>
                <a:schemeClr val="dk1"/>
              </a:buClr>
              <a:buSzPts val="750"/>
              <a:buChar char="■"/>
              <a:defRPr sz="750"/>
            </a:lvl9pPr>
          </a:lstStyle>
          <a:p xmlns:a="http://schemas.openxmlformats.org/drawingml/2006/main"/>
        </p:txBody>
      </p:sp>
      <p:sp>
        <p:nvSpPr>
          <p:cNvPr id="943" name="Google Shape;943;p127">
            <a:extLst xmlns:a="http://schemas.openxmlformats.org/drawingml/2006/main">
              <a:ext uri="{FF2B5EF4-FFF2-40B4-BE49-F238E27FC236}">
                <a16:creationId xmlns:a16="http://schemas.microsoft.com/office/drawing/2014/main" id="{F8D11CFB-2EF2-49C0-B2EB-186A6F6A9512}"/>
              </a:ext>
            </a:extLst>
          </p:cNvPr>
          <p:cNvSpPr>
            <a:spLocks xmlns:a="http://schemas.openxmlformats.org/drawingml/2006/main" noGrp="1"/>
          </p:cNvSpPr>
          <p:nvPr>
            <p:ph type="body" idx="2"/>
          </p:nvPr>
        </p:nvSpPr>
        <p:spPr>
          <a:xfrm xmlns:a="http://schemas.openxmlformats.org/drawingml/2006/main">
            <a:off x="6135214" y="4103298"/>
            <a:ext cx="2807400" cy="85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300" tIns="17150" rIns="34300" bIns="17150" anchor="t">
            <a:spAutoFit/>
          </a:bodyPr>
          <a:lstStyle xmlns:a="http://schemas.openxmlformats.org/drawingml/2006/main">
            <a:lvl1pPr marL="457200" indent="-228600" algn="l">
              <a:lnSpc>
                <a:spcPct val="120000"/>
              </a:lnSpc>
              <a:spcBef>
                <a:spcPts val="0"/>
              </a:spcBef>
              <a:spcAft>
                <a:spcPts val="0"/>
              </a:spcAft>
              <a:buClr>
                <a:schemeClr val="dk1"/>
              </a:buClr>
              <a:buSzPts val="900"/>
              <a:buNone/>
              <a:defRPr sz="900">
                <a:solidFill>
                  <a:schemeClr val="dk1"/>
                </a:solidFill>
              </a:defRPr>
            </a:lvl1pPr>
            <a:lvl2pPr marL="914400" indent="-228600" algn="l">
              <a:lnSpc>
                <a:spcPct val="90000"/>
              </a:lnSpc>
              <a:spcBef>
                <a:spcPts val="1200"/>
              </a:spcBef>
              <a:spcAft>
                <a:spcPts val="0"/>
              </a:spcAft>
              <a:buClr>
                <a:schemeClr val="lt1"/>
              </a:buClr>
              <a:buSzPts val="800"/>
              <a:buNone/>
              <a:defRPr sz="800"/>
            </a:lvl2pPr>
            <a:lvl3pPr marL="1371600" indent="-228600" algn="l">
              <a:lnSpc>
                <a:spcPct val="90000"/>
              </a:lnSpc>
              <a:spcBef>
                <a:spcPts val="1200"/>
              </a:spcBef>
              <a:spcAft>
                <a:spcPts val="0"/>
              </a:spcAft>
              <a:buClr>
                <a:schemeClr val="lt1"/>
              </a:buClr>
              <a:buSzPts val="800"/>
              <a:buNone/>
              <a:defRPr sz="800"/>
            </a:lvl3pPr>
            <a:lvl4pPr marL="1828800" indent="-228600" algn="l">
              <a:lnSpc>
                <a:spcPct val="90000"/>
              </a:lnSpc>
              <a:spcBef>
                <a:spcPts val="1200"/>
              </a:spcBef>
              <a:spcAft>
                <a:spcPts val="0"/>
              </a:spcAft>
              <a:buClr>
                <a:schemeClr val="lt1"/>
              </a:buClr>
              <a:buSzPts val="800"/>
              <a:buNone/>
              <a:defRPr sz="800"/>
            </a:lvl4pPr>
            <a:lvl5pPr marL="2286000" indent="-228600" algn="l">
              <a:lnSpc>
                <a:spcPct val="90000"/>
              </a:lnSpc>
              <a:spcBef>
                <a:spcPts val="1200"/>
              </a:spcBef>
              <a:spcAft>
                <a:spcPts val="0"/>
              </a:spcAft>
              <a:buClr>
                <a:schemeClr val="lt1"/>
              </a:buClr>
              <a:buSzPts val="800"/>
              <a:buNone/>
              <a:defRPr sz="800"/>
            </a:lvl5pPr>
            <a:lvl6pPr marL="2743200" indent="-273050" algn="l">
              <a:lnSpc>
                <a:spcPct val="90000"/>
              </a:lnSpc>
              <a:spcBef>
                <a:spcPts val="1200"/>
              </a:spcBef>
              <a:spcAft>
                <a:spcPts val="0"/>
              </a:spcAft>
              <a:buClr>
                <a:schemeClr val="dk1"/>
              </a:buClr>
              <a:buSzPts val="700"/>
              <a:buChar char="■"/>
              <a:defRPr sz="700"/>
            </a:lvl6pPr>
            <a:lvl7pPr marL="3200400" indent="-273050" algn="l">
              <a:lnSpc>
                <a:spcPct val="90000"/>
              </a:lnSpc>
              <a:spcBef>
                <a:spcPts val="1200"/>
              </a:spcBef>
              <a:spcAft>
                <a:spcPts val="0"/>
              </a:spcAft>
              <a:buClr>
                <a:schemeClr val="dk1"/>
              </a:buClr>
              <a:buSzPts val="700"/>
              <a:buChar char="●"/>
              <a:defRPr sz="700"/>
            </a:lvl7pPr>
            <a:lvl8pPr marL="3657600" indent="-273050" algn="l">
              <a:lnSpc>
                <a:spcPct val="90000"/>
              </a:lnSpc>
              <a:spcBef>
                <a:spcPts val="1200"/>
              </a:spcBef>
              <a:spcAft>
                <a:spcPts val="0"/>
              </a:spcAft>
              <a:buClr>
                <a:schemeClr val="dk1"/>
              </a:buClr>
              <a:buSzPts val="700"/>
              <a:buChar char="○"/>
              <a:defRPr sz="700"/>
            </a:lvl8pPr>
            <a:lvl9pPr marL="4114800" indent="-273050" algn="l">
              <a:lnSpc>
                <a:spcPct val="90000"/>
              </a:lnSpc>
              <a:spcBef>
                <a:spcPts val="1200"/>
              </a:spcBef>
              <a:spcAft>
                <a:spcPts val="1200"/>
              </a:spcAft>
              <a:buClr>
                <a:schemeClr val="dk1"/>
              </a:buClr>
              <a:buSzPts val="700"/>
              <a:buChar char="■"/>
              <a:defRPr sz="700"/>
            </a:lvl9pPr>
          </a:lstStyle>
          <a:p xmlns:a="http://schemas.openxmlformats.org/drawingml/2006/main"/>
        </p:txBody>
      </p:sp>
      <p:sp>
        <p:nvSpPr>
          <p:cNvPr id="944" name="Google Shape;944;p127">
            <a:extLst xmlns:a="http://schemas.openxmlformats.org/drawingml/2006/main">
              <a:ext uri="{FF2B5EF4-FFF2-40B4-BE49-F238E27FC236}">
                <a16:creationId xmlns:a16="http://schemas.microsoft.com/office/drawing/2014/main" id="{84B810D6-10F6-43A5-83D7-8AC273D3E410}"/>
              </a:ext>
            </a:extLst>
          </p:cNvPr>
          <p:cNvSpPr>
            <a:spLocks xmlns:a="http://schemas.openxmlformats.org/drawingml/2006/main" noGrp="1"/>
          </p:cNvSpPr>
          <p:nvPr>
            <p:ph type="body" idx="3"/>
          </p:nvPr>
        </p:nvSpPr>
        <p:spPr>
          <a:xfrm xmlns:a="http://schemas.openxmlformats.org/drawingml/2006/main">
            <a:off x="296561" y="1372422"/>
            <a:ext cx="602100" cy="122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300" tIns="17150" rIns="34300" bIns="17150" anchor="t">
            <a:spAutoFit/>
          </a:bodyPr>
          <a:lstStyle xmlns:a="http://schemas.openxmlformats.org/drawingml/2006/main">
            <a:lvl1pPr marL="457200" indent="-228600" algn="l">
              <a:lnSpc>
                <a:spcPct val="120000"/>
              </a:lnSpc>
              <a:spcBef>
                <a:spcPts val="0"/>
              </a:spcBef>
              <a:spcAft>
                <a:spcPts val="0"/>
              </a:spcAft>
              <a:buClr>
                <a:schemeClr val="lt1"/>
              </a:buClr>
              <a:buSzPts val="600"/>
              <a:buFont typeface="Arial"/>
              <a:buNone/>
              <a:defRPr sz="600">
                <a:solidFill>
                  <a:schemeClr val="lt1"/>
                </a:solidFill>
              </a:defRPr>
            </a:lvl1pPr>
            <a:lvl2pPr marL="914400" indent="-273050" algn="l">
              <a:lnSpc>
                <a:spcPct val="90000"/>
              </a:lnSpc>
              <a:spcBef>
                <a:spcPts val="1200"/>
              </a:spcBef>
              <a:spcAft>
                <a:spcPts val="0"/>
              </a:spcAft>
              <a:buClr>
                <a:schemeClr val="lt1"/>
              </a:buClr>
              <a:buSzPts val="700"/>
              <a:buChar char="○"/>
              <a:defRPr sz="900"/>
            </a:lvl2pPr>
            <a:lvl3pPr marL="1371600" indent="-273050" algn="l">
              <a:lnSpc>
                <a:spcPct val="90000"/>
              </a:lnSpc>
              <a:spcBef>
                <a:spcPts val="1200"/>
              </a:spcBef>
              <a:spcAft>
                <a:spcPts val="0"/>
              </a:spcAft>
              <a:buClr>
                <a:schemeClr val="lt1"/>
              </a:buClr>
              <a:buSzPts val="700"/>
              <a:buChar char="■"/>
              <a:defRPr sz="800"/>
            </a:lvl3pPr>
            <a:lvl4pPr marL="1828800" indent="-273050" algn="l">
              <a:lnSpc>
                <a:spcPct val="90000"/>
              </a:lnSpc>
              <a:spcBef>
                <a:spcPts val="1200"/>
              </a:spcBef>
              <a:spcAft>
                <a:spcPts val="0"/>
              </a:spcAft>
              <a:buClr>
                <a:schemeClr val="lt1"/>
              </a:buClr>
              <a:buSzPts val="700"/>
              <a:buChar char="●"/>
              <a:defRPr sz="700"/>
            </a:lvl4pPr>
            <a:lvl5pPr marL="2286000" indent="-273050" algn="l">
              <a:lnSpc>
                <a:spcPct val="90000"/>
              </a:lnSpc>
              <a:spcBef>
                <a:spcPts val="1200"/>
              </a:spcBef>
              <a:spcAft>
                <a:spcPts val="0"/>
              </a:spcAft>
              <a:buClr>
                <a:schemeClr val="lt1"/>
              </a:buClr>
              <a:buSzPts val="700"/>
              <a:buChar char="○"/>
              <a:defRPr sz="700"/>
            </a:lvl5pPr>
            <a:lvl6pPr marL="2743200" indent="-273050" algn="l">
              <a:lnSpc>
                <a:spcPct val="90000"/>
              </a:lnSpc>
              <a:spcBef>
                <a:spcPts val="1200"/>
              </a:spcBef>
              <a:spcAft>
                <a:spcPts val="0"/>
              </a:spcAft>
              <a:buClr>
                <a:schemeClr val="dk1"/>
              </a:buClr>
              <a:buSzPts val="700"/>
              <a:buChar char="■"/>
              <a:defRPr sz="700"/>
            </a:lvl6pPr>
            <a:lvl7pPr marL="3200400" indent="-273050" algn="l">
              <a:lnSpc>
                <a:spcPct val="90000"/>
              </a:lnSpc>
              <a:spcBef>
                <a:spcPts val="1200"/>
              </a:spcBef>
              <a:spcAft>
                <a:spcPts val="0"/>
              </a:spcAft>
              <a:buClr>
                <a:schemeClr val="dk1"/>
              </a:buClr>
              <a:buSzPts val="700"/>
              <a:buChar char="●"/>
              <a:defRPr sz="700"/>
            </a:lvl7pPr>
            <a:lvl8pPr marL="3657600" indent="-273050" algn="l">
              <a:lnSpc>
                <a:spcPct val="90000"/>
              </a:lnSpc>
              <a:spcBef>
                <a:spcPts val="1200"/>
              </a:spcBef>
              <a:spcAft>
                <a:spcPts val="0"/>
              </a:spcAft>
              <a:buClr>
                <a:schemeClr val="dk1"/>
              </a:buClr>
              <a:buSzPts val="700"/>
              <a:buChar char="○"/>
              <a:defRPr sz="700"/>
            </a:lvl8pPr>
            <a:lvl9pPr marL="4114800" indent="-273050" algn="l">
              <a:lnSpc>
                <a:spcPct val="90000"/>
              </a:lnSpc>
              <a:spcBef>
                <a:spcPts val="1200"/>
              </a:spcBef>
              <a:spcAft>
                <a:spcPts val="1200"/>
              </a:spcAft>
              <a:buClr>
                <a:schemeClr val="dk1"/>
              </a:buClr>
              <a:buSzPts val="700"/>
              <a:buChar char="■"/>
              <a:defRPr sz="700"/>
            </a:lvl9pPr>
          </a:lstStyle>
          <a:p xmlns:a="http://schemas.openxmlformats.org/drawingml/2006/main"/>
        </p:txBody>
      </p:sp>
      <p:sp>
        <p:nvSpPr>
          <p:cNvPr id="945" name="Google Shape;945;p127">
            <a:extLst xmlns:a="http://schemas.openxmlformats.org/drawingml/2006/main">
              <a:ext uri="{FF2B5EF4-FFF2-40B4-BE49-F238E27FC236}">
                <a16:creationId xmlns:a16="http://schemas.microsoft.com/office/drawing/2014/main" id="{AFCDF54B-1EDA-437A-B312-3A1F8DB4DC07}"/>
              </a:ext>
            </a:extLst>
          </p:cNvPr>
          <p:cNvSpPr>
            <a:spLocks xmlns:a="http://schemas.openxmlformats.org/drawingml/2006/main" noGrp="1"/>
          </p:cNvSpPr>
          <p:nvPr>
            <p:ph type="body" idx="4"/>
          </p:nvPr>
        </p:nvSpPr>
        <p:spPr>
          <a:xfrm xmlns:a="http://schemas.openxmlformats.org/drawingml/2006/main">
            <a:off x="228600" y="1168525"/>
            <a:ext cx="4279500" cy="3573300"/>
          </a:xfrm>
          <a:prstGeom xmlns:a="http://schemas.openxmlformats.org/drawingml/2006/main" prst="roundRect">
            <a:avLst>
              <a:gd name="adj" fmla="val 2728"/>
            </a:avLst>
          </a:prstGeom>
          <a:solidFill xmlns:a="http://schemas.openxmlformats.org/drawingml/2006/main">
            <a:schemeClr val="dk1"/>
          </a:solidFill>
          <a:ln xmlns:a="http://schemas.openxmlformats.org/drawingml/2006/main">
            <a:noFill/>
          </a:ln>
        </p:spPr>
        <p:txBody>
          <a:bodyPr xmlns:a="http://schemas.openxmlformats.org/drawingml/2006/main" spcFirstLastPara="1" wrap="square" lIns="34300" tIns="109725" rIns="34300" bIns="17150" anchor="t">
            <a:normAutofit/>
          </a:bodyPr>
          <a:lstStyle xmlns:a="http://schemas.openxmlformats.org/drawingml/2006/main">
            <a:lvl1pPr marL="457200" indent="-228600">
              <a:lnSpc>
                <a:spcPct val="90000"/>
              </a:lnSpc>
              <a:spcBef>
                <a:spcPts val="400"/>
              </a:spcBef>
              <a:spcAft>
                <a:spcPts val="0"/>
              </a:spcAft>
              <a:buClr>
                <a:schemeClr val="lt1"/>
              </a:buClr>
              <a:buSzPts val="1200"/>
              <a:buFont typeface="Arial"/>
              <a:buNone/>
              <a:defRPr sz="1200">
                <a:solidFill>
                  <a:schemeClr val="lt1"/>
                </a:solidFill>
              </a:defRPr>
            </a:lvl1pPr>
            <a:lvl2pPr marL="914400" indent="-304800">
              <a:lnSpc>
                <a:spcPct val="90000"/>
              </a:lnSpc>
              <a:spcBef>
                <a:spcPts val="1200"/>
              </a:spcBef>
              <a:spcAft>
                <a:spcPts val="0"/>
              </a:spcAft>
              <a:buClr>
                <a:schemeClr val="lt1"/>
              </a:buClr>
              <a:buSzPts val="1200"/>
              <a:buChar char="○"/>
              <a:defRPr sz="1200"/>
            </a:lvl2pPr>
            <a:lvl3pPr marL="1371600" indent="-304800">
              <a:lnSpc>
                <a:spcPct val="90000"/>
              </a:lnSpc>
              <a:spcBef>
                <a:spcPts val="1200"/>
              </a:spcBef>
              <a:spcAft>
                <a:spcPts val="0"/>
              </a:spcAft>
              <a:buClr>
                <a:schemeClr val="lt1"/>
              </a:buClr>
              <a:buSzPts val="1200"/>
              <a:buChar char="■"/>
              <a:defRPr sz="1200"/>
            </a:lvl3pPr>
            <a:lvl4pPr marL="1828800" indent="-304800">
              <a:lnSpc>
                <a:spcPct val="90000"/>
              </a:lnSpc>
              <a:spcBef>
                <a:spcPts val="1200"/>
              </a:spcBef>
              <a:spcAft>
                <a:spcPts val="0"/>
              </a:spcAft>
              <a:buClr>
                <a:schemeClr val="lt1"/>
              </a:buClr>
              <a:buSzPts val="1200"/>
              <a:buChar char="●"/>
              <a:defRPr sz="1200"/>
            </a:lvl4pPr>
            <a:lvl5pPr marL="2286000" indent="-304800">
              <a:lnSpc>
                <a:spcPct val="90000"/>
              </a:lnSpc>
              <a:spcBef>
                <a:spcPts val="1200"/>
              </a:spcBef>
              <a:spcAft>
                <a:spcPts val="0"/>
              </a:spcAft>
              <a:buClr>
                <a:schemeClr val="lt1"/>
              </a:buClr>
              <a:buSzPts val="1200"/>
              <a:buChar char="○"/>
              <a:defRPr sz="1200"/>
            </a:lvl5pPr>
            <a:lvl6pPr marL="2743200" indent="-304800">
              <a:lnSpc>
                <a:spcPct val="90000"/>
              </a:lnSpc>
              <a:spcBef>
                <a:spcPts val="1200"/>
              </a:spcBef>
              <a:spcAft>
                <a:spcPts val="0"/>
              </a:spcAft>
              <a:buClr>
                <a:schemeClr val="dk1"/>
              </a:buClr>
              <a:buSzPts val="1200"/>
              <a:buChar char="■"/>
              <a:defRPr sz="1200"/>
            </a:lvl6pPr>
            <a:lvl7pPr marL="3200400" indent="-304800">
              <a:lnSpc>
                <a:spcPct val="90000"/>
              </a:lnSpc>
              <a:spcBef>
                <a:spcPts val="1200"/>
              </a:spcBef>
              <a:spcAft>
                <a:spcPts val="0"/>
              </a:spcAft>
              <a:buClr>
                <a:schemeClr val="dk1"/>
              </a:buClr>
              <a:buSzPts val="1200"/>
              <a:buChar char="●"/>
              <a:defRPr sz="1200"/>
            </a:lvl7pPr>
            <a:lvl8pPr marL="3657600" indent="-304800">
              <a:lnSpc>
                <a:spcPct val="90000"/>
              </a:lnSpc>
              <a:spcBef>
                <a:spcPts val="1200"/>
              </a:spcBef>
              <a:spcAft>
                <a:spcPts val="0"/>
              </a:spcAft>
              <a:buClr>
                <a:schemeClr val="dk1"/>
              </a:buClr>
              <a:buSzPts val="1200"/>
              <a:buChar char="○"/>
              <a:defRPr sz="1200"/>
            </a:lvl8pPr>
            <a:lvl9pPr marL="4114800" indent="-304800">
              <a:lnSpc>
                <a:spcPct val="90000"/>
              </a:lnSpc>
              <a:spcBef>
                <a:spcPts val="1200"/>
              </a:spcBef>
              <a:spcAft>
                <a:spcPts val="1200"/>
              </a:spcAft>
              <a:buClr>
                <a:schemeClr val="dk1"/>
              </a:buClr>
              <a:buSzPts val="1200"/>
              <a:buChar char="■"/>
              <a:defRPr sz="1200"/>
            </a:lvl9pPr>
          </a:lstStyle>
          <a:p xmlns:a="http://schemas.openxmlformats.org/drawingml/2006/main"/>
        </p:txBody>
      </p:sp>
      <p:pic>
        <p:nvPicPr>
          <p:cNvPr id="952" name="Google Shape;946;p127"/>
          <p:cNvPicPr>
            <a:picLocks xmlns:a="http://schemas.openxmlformats.org/drawingml/2006/main" noChangeAspect="1"/>
          </p:cNvPicPr>
          <p:nvPr/>
        </p:nvPicPr>
        <p:blipFill>
          <a:blip xmlns:r="http://schemas.openxmlformats.org/officeDocument/2006/relationships" xmlns:a="http://schemas.openxmlformats.org/drawingml/2006/main" r:embed="Rb58af0e49ab34887">
            <a:alphaModFix/>
          </a:blip>
          <a:stretch xmlns:a="http://schemas.openxmlformats.org/drawingml/2006/main">
            <a:fillRect l="0" t="0" r="0" b="0"/>
          </a:stretch>
        </p:blipFill>
        <p:spPr>
          <a:xfrm xmlns:a="http://schemas.openxmlformats.org/drawingml/2006/main">
            <a:off x="228600" y="4836074"/>
            <a:ext cx="153925" cy="153925"/>
          </a:xfrm>
          <a:prstGeom xmlns:a="http://schemas.openxmlformats.org/drawingml/2006/main" prst="rect">
            <a:avLst/>
          </a:prstGeom>
          <a:ln xmlns:a="http://schemas.openxmlformats.org/drawingml/2006/main">
            <a:noFill/>
          </a:ln>
        </p:spPr>
      </p:pic>
    </p:spTree>
  </p:cSld>
</p:sldLayout>
</file>

<file path=ppt/slideLayouts/slideLayout126.xml><?xml version="1.0" encoding="utf-8"?>
<p:sldLayout xmlns:p="http://schemas.openxmlformats.org/presentationml/2006/main" matchingName="Data viz 4">
  <p:cSld name="18_Custom Layout_1">
    <p:spTree>
      <p:nvGrpSpPr>
        <p:cNvPr id="1" name=""/>
        <p:cNvGrpSpPr/>
        <p:nvPr/>
      </p:nvGrpSpPr>
      <p:grpSpPr>
        <a:xfrm xmlns:a="http://schemas.openxmlformats.org/drawingml/2006/main"/>
      </p:grpSpPr>
      <p:sp>
        <p:nvSpPr>
          <p:cNvPr id="948" name="Google Shape;948;p128">
            <a:extLst xmlns:a="http://schemas.openxmlformats.org/drawingml/2006/main">
              <a:ext uri="{FF2B5EF4-FFF2-40B4-BE49-F238E27FC236}">
                <a16:creationId xmlns:a16="http://schemas.microsoft.com/office/drawing/2014/main" id="{DD444941-5FD0-48EE-899B-F7D0EF5DADFB}"/>
              </a:ext>
            </a:extLst>
          </p:cNvPr>
          <p:cNvSpPr>
            <a:spLocks xmlns:a="http://schemas.openxmlformats.org/drawingml/2006/main" noGrp="1"/>
          </p:cNvSpPr>
          <p:nvPr>
            <p:ph type="body" idx="1"/>
          </p:nvPr>
        </p:nvSpPr>
        <p:spPr>
          <a:xfrm xmlns:a="http://schemas.openxmlformats.org/drawingml/2006/main">
            <a:off x="201377" y="164051"/>
            <a:ext cx="2635800" cy="164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9050" tIns="19050" rIns="19050" bIns="19050" anchor="t">
            <a:spAutoFit/>
          </a:bodyPr>
          <a:lstStyle xmlns:a="http://schemas.openxmlformats.org/drawingml/2006/main">
            <a:lvl1pPr marL="457200" indent="-228600" algn="l">
              <a:lnSpc>
                <a:spcPct val="90000"/>
              </a:lnSpc>
              <a:spcBef>
                <a:spcPts val="400"/>
              </a:spcBef>
              <a:spcAft>
                <a:spcPts val="0"/>
              </a:spcAft>
              <a:buClr>
                <a:schemeClr val="dk2"/>
              </a:buClr>
              <a:buSzPts val="750"/>
              <a:buNone/>
              <a:defRPr sz="750" b="0" i="0" u="none" cap="none">
                <a:solidFill>
                  <a:schemeClr val="dk2"/>
                </a:solidFill>
              </a:defRPr>
            </a:lvl1pPr>
            <a:lvl2pPr marL="914400" indent="-273050" algn="l">
              <a:lnSpc>
                <a:spcPct val="90000"/>
              </a:lnSpc>
              <a:spcBef>
                <a:spcPts val="1200"/>
              </a:spcBef>
              <a:spcAft>
                <a:spcPts val="0"/>
              </a:spcAft>
              <a:buClr>
                <a:schemeClr val="lt1"/>
              </a:buClr>
              <a:buSzPts val="700"/>
              <a:buChar char="○"/>
              <a:defRPr sz="900"/>
            </a:lvl2pPr>
            <a:lvl3pPr marL="1371600" indent="-273050" algn="l">
              <a:lnSpc>
                <a:spcPct val="90000"/>
              </a:lnSpc>
              <a:spcBef>
                <a:spcPts val="1200"/>
              </a:spcBef>
              <a:spcAft>
                <a:spcPts val="0"/>
              </a:spcAft>
              <a:buClr>
                <a:schemeClr val="lt1"/>
              </a:buClr>
              <a:buSzPts val="700"/>
              <a:buChar char="■"/>
              <a:defRPr sz="800"/>
            </a:lvl3pPr>
            <a:lvl4pPr marL="1828800" indent="-273050" algn="l">
              <a:lnSpc>
                <a:spcPct val="90000"/>
              </a:lnSpc>
              <a:spcBef>
                <a:spcPts val="1200"/>
              </a:spcBef>
              <a:spcAft>
                <a:spcPts val="0"/>
              </a:spcAft>
              <a:buClr>
                <a:schemeClr val="lt1"/>
              </a:buClr>
              <a:buSzPts val="700"/>
              <a:buChar char="●"/>
              <a:defRPr sz="700"/>
            </a:lvl4pPr>
            <a:lvl5pPr marL="2286000" indent="-273050" algn="l">
              <a:lnSpc>
                <a:spcPct val="90000"/>
              </a:lnSpc>
              <a:spcBef>
                <a:spcPts val="1200"/>
              </a:spcBef>
              <a:spcAft>
                <a:spcPts val="0"/>
              </a:spcAft>
              <a:buClr>
                <a:schemeClr val="lt1"/>
              </a:buClr>
              <a:buSzPts val="700"/>
              <a:buChar char="○"/>
              <a:defRPr sz="700"/>
            </a:lvl5pPr>
            <a:lvl6pPr marL="2743200" indent="-273050" algn="l">
              <a:lnSpc>
                <a:spcPct val="90000"/>
              </a:lnSpc>
              <a:spcBef>
                <a:spcPts val="1200"/>
              </a:spcBef>
              <a:spcAft>
                <a:spcPts val="0"/>
              </a:spcAft>
              <a:buClr>
                <a:schemeClr val="dk1"/>
              </a:buClr>
              <a:buSzPts val="700"/>
              <a:buChar char="■"/>
              <a:defRPr sz="700"/>
            </a:lvl6pPr>
            <a:lvl7pPr marL="3200400" indent="-273050" algn="l">
              <a:lnSpc>
                <a:spcPct val="90000"/>
              </a:lnSpc>
              <a:spcBef>
                <a:spcPts val="1200"/>
              </a:spcBef>
              <a:spcAft>
                <a:spcPts val="0"/>
              </a:spcAft>
              <a:buClr>
                <a:schemeClr val="dk1"/>
              </a:buClr>
              <a:buSzPts val="700"/>
              <a:buChar char="●"/>
              <a:defRPr sz="700"/>
            </a:lvl7pPr>
            <a:lvl8pPr marL="3657600" indent="-273050" algn="l">
              <a:lnSpc>
                <a:spcPct val="90000"/>
              </a:lnSpc>
              <a:spcBef>
                <a:spcPts val="1200"/>
              </a:spcBef>
              <a:spcAft>
                <a:spcPts val="0"/>
              </a:spcAft>
              <a:buClr>
                <a:schemeClr val="dk1"/>
              </a:buClr>
              <a:buSzPts val="700"/>
              <a:buChar char="○"/>
              <a:defRPr sz="700"/>
            </a:lvl8pPr>
            <a:lvl9pPr marL="4114800" indent="-273050" algn="l">
              <a:lnSpc>
                <a:spcPct val="90000"/>
              </a:lnSpc>
              <a:spcBef>
                <a:spcPts val="1200"/>
              </a:spcBef>
              <a:spcAft>
                <a:spcPts val="1200"/>
              </a:spcAft>
              <a:buClr>
                <a:schemeClr val="dk1"/>
              </a:buClr>
              <a:buSzPts val="700"/>
              <a:buChar char="■"/>
              <a:defRPr sz="700"/>
            </a:lvl9pPr>
          </a:lstStyle>
          <a:p xmlns:a="http://schemas.openxmlformats.org/drawingml/2006/main"/>
        </p:txBody>
      </p:sp>
      <p:sp>
        <p:nvSpPr>
          <p:cNvPr id="949" name="Google Shape;949;p128">
            <a:extLst xmlns:a="http://schemas.openxmlformats.org/drawingml/2006/main">
              <a:ext uri="{FF2B5EF4-FFF2-40B4-BE49-F238E27FC236}">
                <a16:creationId xmlns:a16="http://schemas.microsoft.com/office/drawing/2014/main" id="{9AEAAE0B-BC60-4B00-B1F4-61A1BFCE5AB7}"/>
              </a:ext>
            </a:extLst>
          </p:cNvPr>
          <p:cNvSpPr>
            <a:spLocks xmlns:a="http://schemas.openxmlformats.org/drawingml/2006/main" noGrp="1"/>
          </p:cNvSpPr>
          <p:nvPr/>
        </p:nvSpPr>
        <p:spPr>
          <a:xfrm xmlns:a="http://schemas.openxmlformats.org/drawingml/2006/main">
            <a:off x="228600" y="903275"/>
            <a:ext cx="4293000" cy="3802500"/>
          </a:xfrm>
          <a:prstGeom xmlns:a="http://schemas.openxmlformats.org/drawingml/2006/main" prst="roundRect">
            <a:avLst>
              <a:gd name="adj" fmla="val 2408"/>
            </a:avLst>
          </a:prstGeom>
          <a:solidFill xmlns:a="http://schemas.openxmlformats.org/drawingml/2006/main">
            <a:srgbClr val="F4F2E6"/>
          </a:solidFill>
          <a:ln xmlns:a="http://schemas.openxmlformats.org/drawingml/2006/main">
            <a:noFill/>
          </a:ln>
        </p:spPr>
        <p:txBody>
          <a:bodyPr xmlns:a="http://schemas.openxmlformats.org/drawingml/2006/main" spcFirstLastPara="1" wrap="square" lIns="19050" tIns="19050" rIns="19050" bIns="1905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FFFFFF"/>
              </a:buClr>
              <a:buSzPts val="1800"/>
              <a:buFont typeface="Helvetica Neue"/>
              <a:buNone/>
            </a:pPr>
            <a:r>
              <a:t/>
            </a:r>
            <a:endParaRPr sz="1800" b="0" i="0" u="none" cap="none">
              <a:solidFill>
                <a:srgbClr val="000000"/>
              </a:solidFill>
              <a:latin typeface="Helvetica Neue"/>
              <a:ea typeface="Helvetica Neue"/>
              <a:cs typeface="Helvetica Neue"/>
            </a:endParaRPr>
          </a:p>
        </p:txBody>
      </p:sp>
      <p:sp>
        <p:nvSpPr>
          <p:cNvPr id="950" name="Google Shape;950;p128">
            <a:extLst xmlns:a="http://schemas.openxmlformats.org/drawingml/2006/main">
              <a:ext uri="{FF2B5EF4-FFF2-40B4-BE49-F238E27FC236}">
                <a16:creationId xmlns:a16="http://schemas.microsoft.com/office/drawing/2014/main" id="{92277FAC-FC77-4FC6-94BD-6A6173D06F80}"/>
              </a:ext>
            </a:extLst>
          </p:cNvPr>
          <p:cNvSpPr>
            <a:spLocks xmlns:a="http://schemas.openxmlformats.org/drawingml/2006/main" noGrp="1"/>
          </p:cNvSpPr>
          <p:nvPr/>
        </p:nvSpPr>
        <p:spPr>
          <a:xfrm xmlns:a="http://schemas.openxmlformats.org/drawingml/2006/main">
            <a:off x="4622226" y="903275"/>
            <a:ext cx="4293000" cy="3802500"/>
          </a:xfrm>
          <a:prstGeom xmlns:a="http://schemas.openxmlformats.org/drawingml/2006/main" prst="roundRect">
            <a:avLst>
              <a:gd name="adj" fmla="val 2360"/>
            </a:avLst>
          </a:prstGeom>
          <a:solidFill xmlns:a="http://schemas.openxmlformats.org/drawingml/2006/main">
            <a:srgbClr val="F4F2E6"/>
          </a:solidFill>
          <a:ln xmlns:a="http://schemas.openxmlformats.org/drawingml/2006/main">
            <a:noFill/>
          </a:ln>
        </p:spPr>
        <p:txBody>
          <a:bodyPr xmlns:a="http://schemas.openxmlformats.org/drawingml/2006/main" spcFirstLastPara="1" wrap="square" lIns="19050" tIns="19050" rIns="19050" bIns="1905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FFFFFF"/>
              </a:buClr>
              <a:buSzPts val="1800"/>
              <a:buFont typeface="Helvetica Neue"/>
              <a:buNone/>
            </a:pPr>
            <a:r>
              <a:t/>
            </a:r>
            <a:endParaRPr sz="1800" b="0" i="0" u="none" cap="none">
              <a:solidFill>
                <a:srgbClr val="000000"/>
              </a:solidFill>
              <a:latin typeface="Helvetica Neue"/>
              <a:ea typeface="Helvetica Neue"/>
              <a:cs typeface="Helvetica Neue"/>
            </a:endParaRPr>
          </a:p>
        </p:txBody>
      </p:sp>
      <p:sp>
        <p:nvSpPr>
          <p:cNvPr id="951" name="Google Shape;951;p128">
            <a:extLst xmlns:a="http://schemas.openxmlformats.org/drawingml/2006/main">
              <a:ext uri="{FF2B5EF4-FFF2-40B4-BE49-F238E27FC236}">
                <a16:creationId xmlns:a16="http://schemas.microsoft.com/office/drawing/2014/main" id="{6A03ADBC-1DFE-4808-B3B1-4E3540D646B1}"/>
              </a:ext>
            </a:extLst>
          </p:cNvPr>
          <p:cNvSpPr>
            <a:spLocks xmlns:a="http://schemas.openxmlformats.org/drawingml/2006/main" noGrp="1"/>
          </p:cNvSpPr>
          <p:nvPr>
            <p:ph type="body" idx="2"/>
          </p:nvPr>
        </p:nvSpPr>
        <p:spPr>
          <a:xfrm xmlns:a="http://schemas.openxmlformats.org/drawingml/2006/main">
            <a:off x="347930" y="1057008"/>
            <a:ext cx="2471100" cy="177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9050" tIns="19050" rIns="19050" bIns="19050" anchor="t">
            <a:spAutoFit/>
          </a:bodyPr>
          <a:lstStyle xmlns:a="http://schemas.openxmlformats.org/drawingml/2006/main">
            <a:lvl1pPr marL="457200" indent="-228600" algn="l">
              <a:lnSpc>
                <a:spcPct val="90000"/>
              </a:lnSpc>
              <a:spcBef>
                <a:spcPts val="400"/>
              </a:spcBef>
              <a:spcAft>
                <a:spcPts val="0"/>
              </a:spcAft>
              <a:buClr>
                <a:schemeClr val="dk1"/>
              </a:buClr>
              <a:buSzPts val="800"/>
              <a:buNone/>
              <a:defRPr sz="800" b="0" i="0" u="none" cap="none">
                <a:solidFill>
                  <a:schemeClr val="dk1"/>
                </a:solidFill>
              </a:defRPr>
            </a:lvl1pPr>
            <a:lvl2pPr marL="914400" indent="-273050" algn="l">
              <a:lnSpc>
                <a:spcPct val="90000"/>
              </a:lnSpc>
              <a:spcBef>
                <a:spcPts val="1200"/>
              </a:spcBef>
              <a:spcAft>
                <a:spcPts val="0"/>
              </a:spcAft>
              <a:buClr>
                <a:schemeClr val="lt1"/>
              </a:buClr>
              <a:buSzPts val="700"/>
              <a:buChar char="○"/>
              <a:defRPr sz="900"/>
            </a:lvl2pPr>
            <a:lvl3pPr marL="1371600" indent="-273050" algn="l">
              <a:lnSpc>
                <a:spcPct val="90000"/>
              </a:lnSpc>
              <a:spcBef>
                <a:spcPts val="1200"/>
              </a:spcBef>
              <a:spcAft>
                <a:spcPts val="0"/>
              </a:spcAft>
              <a:buClr>
                <a:schemeClr val="lt1"/>
              </a:buClr>
              <a:buSzPts val="700"/>
              <a:buChar char="■"/>
              <a:defRPr sz="800"/>
            </a:lvl3pPr>
            <a:lvl4pPr marL="1828800" indent="-273050" algn="l">
              <a:lnSpc>
                <a:spcPct val="90000"/>
              </a:lnSpc>
              <a:spcBef>
                <a:spcPts val="1200"/>
              </a:spcBef>
              <a:spcAft>
                <a:spcPts val="0"/>
              </a:spcAft>
              <a:buClr>
                <a:schemeClr val="lt1"/>
              </a:buClr>
              <a:buSzPts val="700"/>
              <a:buChar char="●"/>
              <a:defRPr sz="700"/>
            </a:lvl4pPr>
            <a:lvl5pPr marL="2286000" indent="-273050" algn="l">
              <a:lnSpc>
                <a:spcPct val="90000"/>
              </a:lnSpc>
              <a:spcBef>
                <a:spcPts val="1200"/>
              </a:spcBef>
              <a:spcAft>
                <a:spcPts val="0"/>
              </a:spcAft>
              <a:buClr>
                <a:schemeClr val="lt1"/>
              </a:buClr>
              <a:buSzPts val="700"/>
              <a:buChar char="○"/>
              <a:defRPr sz="700"/>
            </a:lvl5pPr>
            <a:lvl6pPr marL="2743200" indent="-273050" algn="l">
              <a:lnSpc>
                <a:spcPct val="90000"/>
              </a:lnSpc>
              <a:spcBef>
                <a:spcPts val="1200"/>
              </a:spcBef>
              <a:spcAft>
                <a:spcPts val="0"/>
              </a:spcAft>
              <a:buClr>
                <a:schemeClr val="dk1"/>
              </a:buClr>
              <a:buSzPts val="700"/>
              <a:buChar char="■"/>
              <a:defRPr sz="700"/>
            </a:lvl6pPr>
            <a:lvl7pPr marL="3200400" indent="-273050" algn="l">
              <a:lnSpc>
                <a:spcPct val="90000"/>
              </a:lnSpc>
              <a:spcBef>
                <a:spcPts val="1200"/>
              </a:spcBef>
              <a:spcAft>
                <a:spcPts val="0"/>
              </a:spcAft>
              <a:buClr>
                <a:schemeClr val="dk1"/>
              </a:buClr>
              <a:buSzPts val="700"/>
              <a:buChar char="●"/>
              <a:defRPr sz="700"/>
            </a:lvl7pPr>
            <a:lvl8pPr marL="3657600" indent="-273050" algn="l">
              <a:lnSpc>
                <a:spcPct val="90000"/>
              </a:lnSpc>
              <a:spcBef>
                <a:spcPts val="1200"/>
              </a:spcBef>
              <a:spcAft>
                <a:spcPts val="0"/>
              </a:spcAft>
              <a:buClr>
                <a:schemeClr val="dk1"/>
              </a:buClr>
              <a:buSzPts val="700"/>
              <a:buChar char="○"/>
              <a:defRPr sz="700"/>
            </a:lvl8pPr>
            <a:lvl9pPr marL="4114800" indent="-273050" algn="l">
              <a:lnSpc>
                <a:spcPct val="90000"/>
              </a:lnSpc>
              <a:spcBef>
                <a:spcPts val="1200"/>
              </a:spcBef>
              <a:spcAft>
                <a:spcPts val="1200"/>
              </a:spcAft>
              <a:buClr>
                <a:schemeClr val="dk1"/>
              </a:buClr>
              <a:buSzPts val="700"/>
              <a:buChar char="■"/>
              <a:defRPr sz="700"/>
            </a:lvl9pPr>
          </a:lstStyle>
          <a:p xmlns:a="http://schemas.openxmlformats.org/drawingml/2006/main"/>
        </p:txBody>
      </p:sp>
      <p:sp>
        <p:nvSpPr>
          <p:cNvPr id="952" name="Google Shape;952;p128">
            <a:extLst xmlns:a="http://schemas.openxmlformats.org/drawingml/2006/main">
              <a:ext uri="{FF2B5EF4-FFF2-40B4-BE49-F238E27FC236}">
                <a16:creationId xmlns:a16="http://schemas.microsoft.com/office/drawing/2014/main" id="{4AA1D7DA-F993-497F-A16F-037EB8FED9D7}"/>
              </a:ext>
            </a:extLst>
          </p:cNvPr>
          <p:cNvSpPr>
            <a:spLocks xmlns:a="http://schemas.openxmlformats.org/drawingml/2006/main" noGrp="1"/>
          </p:cNvSpPr>
          <p:nvPr>
            <p:ph type="body" idx="3"/>
          </p:nvPr>
        </p:nvSpPr>
        <p:spPr>
          <a:xfrm xmlns:a="http://schemas.openxmlformats.org/drawingml/2006/main">
            <a:off x="4771001" y="1057008"/>
            <a:ext cx="2471100" cy="177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9050" tIns="19050" rIns="19050" bIns="19050" anchor="t">
            <a:spAutoFit/>
          </a:bodyPr>
          <a:lstStyle xmlns:a="http://schemas.openxmlformats.org/drawingml/2006/main">
            <a:lvl1pPr marL="457200" indent="-228600" algn="l">
              <a:lnSpc>
                <a:spcPct val="90000"/>
              </a:lnSpc>
              <a:spcBef>
                <a:spcPts val="400"/>
              </a:spcBef>
              <a:spcAft>
                <a:spcPts val="0"/>
              </a:spcAft>
              <a:buClr>
                <a:schemeClr val="dk1"/>
              </a:buClr>
              <a:buSzPts val="800"/>
              <a:buNone/>
              <a:defRPr sz="800" b="0" i="0" u="none" cap="none">
                <a:solidFill>
                  <a:schemeClr val="dk1"/>
                </a:solidFill>
              </a:defRPr>
            </a:lvl1pPr>
            <a:lvl2pPr marL="914400" indent="-273050" algn="l">
              <a:lnSpc>
                <a:spcPct val="90000"/>
              </a:lnSpc>
              <a:spcBef>
                <a:spcPts val="1200"/>
              </a:spcBef>
              <a:spcAft>
                <a:spcPts val="0"/>
              </a:spcAft>
              <a:buClr>
                <a:schemeClr val="lt1"/>
              </a:buClr>
              <a:buSzPts val="700"/>
              <a:buChar char="○"/>
              <a:defRPr sz="900"/>
            </a:lvl2pPr>
            <a:lvl3pPr marL="1371600" indent="-273050" algn="l">
              <a:lnSpc>
                <a:spcPct val="90000"/>
              </a:lnSpc>
              <a:spcBef>
                <a:spcPts val="1200"/>
              </a:spcBef>
              <a:spcAft>
                <a:spcPts val="0"/>
              </a:spcAft>
              <a:buClr>
                <a:schemeClr val="lt1"/>
              </a:buClr>
              <a:buSzPts val="700"/>
              <a:buChar char="■"/>
              <a:defRPr sz="800"/>
            </a:lvl3pPr>
            <a:lvl4pPr marL="1828800" indent="-273050" algn="l">
              <a:lnSpc>
                <a:spcPct val="90000"/>
              </a:lnSpc>
              <a:spcBef>
                <a:spcPts val="1200"/>
              </a:spcBef>
              <a:spcAft>
                <a:spcPts val="0"/>
              </a:spcAft>
              <a:buClr>
                <a:schemeClr val="lt1"/>
              </a:buClr>
              <a:buSzPts val="700"/>
              <a:buChar char="●"/>
              <a:defRPr sz="700"/>
            </a:lvl4pPr>
            <a:lvl5pPr marL="2286000" indent="-273050" algn="l">
              <a:lnSpc>
                <a:spcPct val="90000"/>
              </a:lnSpc>
              <a:spcBef>
                <a:spcPts val="1200"/>
              </a:spcBef>
              <a:spcAft>
                <a:spcPts val="0"/>
              </a:spcAft>
              <a:buClr>
                <a:schemeClr val="lt1"/>
              </a:buClr>
              <a:buSzPts val="700"/>
              <a:buChar char="○"/>
              <a:defRPr sz="700"/>
            </a:lvl5pPr>
            <a:lvl6pPr marL="2743200" indent="-273050" algn="l">
              <a:lnSpc>
                <a:spcPct val="90000"/>
              </a:lnSpc>
              <a:spcBef>
                <a:spcPts val="1200"/>
              </a:spcBef>
              <a:spcAft>
                <a:spcPts val="0"/>
              </a:spcAft>
              <a:buClr>
                <a:schemeClr val="dk1"/>
              </a:buClr>
              <a:buSzPts val="700"/>
              <a:buChar char="■"/>
              <a:defRPr sz="700"/>
            </a:lvl6pPr>
            <a:lvl7pPr marL="3200400" indent="-273050" algn="l">
              <a:lnSpc>
                <a:spcPct val="90000"/>
              </a:lnSpc>
              <a:spcBef>
                <a:spcPts val="1200"/>
              </a:spcBef>
              <a:spcAft>
                <a:spcPts val="0"/>
              </a:spcAft>
              <a:buClr>
                <a:schemeClr val="dk1"/>
              </a:buClr>
              <a:buSzPts val="700"/>
              <a:buChar char="●"/>
              <a:defRPr sz="700"/>
            </a:lvl7pPr>
            <a:lvl8pPr marL="3657600" indent="-273050" algn="l">
              <a:lnSpc>
                <a:spcPct val="90000"/>
              </a:lnSpc>
              <a:spcBef>
                <a:spcPts val="1200"/>
              </a:spcBef>
              <a:spcAft>
                <a:spcPts val="0"/>
              </a:spcAft>
              <a:buClr>
                <a:schemeClr val="dk1"/>
              </a:buClr>
              <a:buSzPts val="700"/>
              <a:buChar char="○"/>
              <a:defRPr sz="700"/>
            </a:lvl8pPr>
            <a:lvl9pPr marL="4114800" indent="-273050" algn="l">
              <a:lnSpc>
                <a:spcPct val="90000"/>
              </a:lnSpc>
              <a:spcBef>
                <a:spcPts val="1200"/>
              </a:spcBef>
              <a:spcAft>
                <a:spcPts val="1200"/>
              </a:spcAft>
              <a:buClr>
                <a:schemeClr val="dk1"/>
              </a:buClr>
              <a:buSzPts val="700"/>
              <a:buChar char="■"/>
              <a:defRPr sz="700"/>
            </a:lvl9pPr>
          </a:lstStyle>
          <a:p xmlns:a="http://schemas.openxmlformats.org/drawingml/2006/main"/>
        </p:txBody>
      </p:sp>
      <p:sp>
        <p:nvSpPr>
          <p:cNvPr id="953" name="Google Shape;953;p128">
            <a:extLst xmlns:a="http://schemas.openxmlformats.org/drawingml/2006/main">
              <a:ext uri="{FF2B5EF4-FFF2-40B4-BE49-F238E27FC236}">
                <a16:creationId xmlns:a16="http://schemas.microsoft.com/office/drawing/2014/main" id="{B1EBACB0-54DF-4336-8252-6049AFBC79AB}"/>
              </a:ext>
            </a:extLst>
          </p:cNvPr>
          <p:cNvSpPr>
            <a:spLocks xmlns:a="http://schemas.openxmlformats.org/drawingml/2006/main" noGrp="1"/>
          </p:cNvSpPr>
          <p:nvPr>
            <p:ph type="sldNum" idx="12"/>
          </p:nvPr>
        </p:nvSpPr>
        <p:spPr>
          <a:xfrm xmlns:a="http://schemas.openxmlformats.org/drawingml/2006/main">
            <a:off x="8624850" y="5154425"/>
            <a:ext cx="442800" cy="91500"/>
          </a:xfrm>
          <a:prstGeom xmlns:a="http://schemas.openxmlformats.org/drawingml/2006/main" prst="rect">
            <a:avLst/>
          </a:prstGeom>
        </p:spPr>
        <p:txBody>
          <a:bodyPr xmlns:a="http://schemas.openxmlformats.org/drawingml/2006/main" spcFirstLastPara="1" wrap="square" lIns="0" tIns="0" rIns="0" bIns="0" anchor="ctr">
            <a:noAutofit/>
          </a:bodyPr>
          <a:lstStyle xmlns:a="http://schemas.openxmlformats.org/drawingml/2006/main">
            <a:lvl1pPr algn="r">
              <a:buNone/>
              <a:defRPr sz="600">
                <a:solidFill>
                  <a:schemeClr val="dk2"/>
                </a:solidFill>
                <a:latin typeface="Inter"/>
                <a:ea typeface="Inter"/>
                <a:cs typeface="Inter"/>
              </a:defRPr>
            </a:lvl1pPr>
            <a:lvl2pPr algn="r">
              <a:buNone/>
              <a:defRPr sz="600">
                <a:solidFill>
                  <a:schemeClr val="dk2"/>
                </a:solidFill>
                <a:latin typeface="Inter"/>
                <a:ea typeface="Inter"/>
                <a:cs typeface="Inter"/>
              </a:defRPr>
            </a:lvl2pPr>
            <a:lvl3pPr algn="r">
              <a:buNone/>
              <a:defRPr sz="600">
                <a:solidFill>
                  <a:schemeClr val="dk2"/>
                </a:solidFill>
                <a:latin typeface="Inter"/>
                <a:ea typeface="Inter"/>
                <a:cs typeface="Inter"/>
              </a:defRPr>
            </a:lvl3pPr>
            <a:lvl4pPr algn="r">
              <a:buNone/>
              <a:defRPr sz="600">
                <a:solidFill>
                  <a:schemeClr val="dk2"/>
                </a:solidFill>
                <a:latin typeface="Inter"/>
                <a:ea typeface="Inter"/>
                <a:cs typeface="Inter"/>
              </a:defRPr>
            </a:lvl4pPr>
            <a:lvl5pPr algn="r">
              <a:buNone/>
              <a:defRPr sz="600">
                <a:solidFill>
                  <a:schemeClr val="dk2"/>
                </a:solidFill>
                <a:latin typeface="Inter"/>
                <a:ea typeface="Inter"/>
                <a:cs typeface="Inter"/>
              </a:defRPr>
            </a:lvl5pPr>
            <a:lvl6pPr algn="r">
              <a:buNone/>
              <a:defRPr sz="600">
                <a:solidFill>
                  <a:schemeClr val="dk2"/>
                </a:solidFill>
                <a:latin typeface="Inter"/>
                <a:ea typeface="Inter"/>
                <a:cs typeface="Inter"/>
              </a:defRPr>
            </a:lvl6pPr>
            <a:lvl7pPr algn="r">
              <a:buNone/>
              <a:defRPr sz="600">
                <a:solidFill>
                  <a:schemeClr val="dk2"/>
                </a:solidFill>
                <a:latin typeface="Inter"/>
                <a:ea typeface="Inter"/>
                <a:cs typeface="Inter"/>
              </a:defRPr>
            </a:lvl7pPr>
            <a:lvl8pPr algn="r">
              <a:buNone/>
              <a:defRPr sz="600">
                <a:solidFill>
                  <a:schemeClr val="dk2"/>
                </a:solidFill>
                <a:latin typeface="Inter"/>
                <a:ea typeface="Inter"/>
                <a:cs typeface="Inter"/>
              </a:defRPr>
            </a:lvl8pPr>
            <a:lvl9pPr algn="r">
              <a:buNone/>
              <a:defRPr sz="600">
                <a:solidFill>
                  <a:schemeClr val="dk2"/>
                </a:solidFill>
                <a:latin typeface="Inter"/>
                <a:ea typeface="Inter"/>
                <a:cs typeface="Inter"/>
              </a:defRPr>
            </a:lvl9pPr>
          </a:lstStyle>
          <a:p xmlns:a="http://schemas.openxmlformats.org/drawingml/2006/main">
            <a:pPr marL="0" lvl="0" indent="0" algn="r">
              <a:spcBef>
                <a:spcPts val="0"/>
              </a:spcBef>
              <a:spcAft>
                <a:spcPts val="0"/>
              </a:spcAft>
              <a:buNone/>
            </a:pPr>
            <a:fld id="{00000000-1234-1234-1234-123412341234}" type="slidenum">
              <a:t>‹#›</a:t>
            </a:fld>
            <a:endParaRPr/>
          </a:p>
        </p:txBody>
      </p:sp>
      <p:sp>
        <p:nvSpPr>
          <p:cNvPr id="954" name="Google Shape;954;p128">
            <a:extLst xmlns:a="http://schemas.openxmlformats.org/drawingml/2006/main">
              <a:ext uri="{FF2B5EF4-FFF2-40B4-BE49-F238E27FC236}">
                <a16:creationId xmlns:a16="http://schemas.microsoft.com/office/drawing/2014/main" id="{299A39B3-266A-434C-BB3F-1B418107B7AE}"/>
              </a:ext>
            </a:extLst>
          </p:cNvPr>
          <p:cNvSpPr>
            <a:spLocks xmlns:a="http://schemas.openxmlformats.org/drawingml/2006/main" noGrp="1"/>
          </p:cNvSpPr>
          <p:nvPr>
            <p:ph type="title" idx="0"/>
          </p:nvPr>
        </p:nvSpPr>
        <p:spPr>
          <a:xfrm xmlns:a="http://schemas.openxmlformats.org/drawingml/2006/main">
            <a:off x="201377" y="295836"/>
            <a:ext cx="5191800" cy="346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300" tIns="17150" rIns="34300" bIns="17150" anchor="t">
            <a:noAutofit/>
          </a:bodyPr>
          <a:lstStyle xmlns:a="http://schemas.openxmlformats.org/drawingml/2006/main">
            <a:lvl1pPr algn="l">
              <a:lnSpc>
                <a:spcPct val="90000"/>
              </a:lnSpc>
              <a:spcBef>
                <a:spcPts val="0"/>
              </a:spcBef>
              <a:spcAft>
                <a:spcPts val="0"/>
              </a:spcAft>
              <a:buClr>
                <a:schemeClr val="dk1"/>
              </a:buClr>
              <a:buSzPts val="2250"/>
              <a:buFont typeface="Helvetica Neue"/>
              <a:buNone/>
              <a:defRPr sz="2250" b="0">
                <a:solidFill>
                  <a:schemeClr val="dk1"/>
                </a:solidFill>
              </a:defRPr>
            </a:lvl1pPr>
            <a:lvl2pPr>
              <a:spcBef>
                <a:spcPts val="0"/>
              </a:spcBef>
              <a:spcAft>
                <a:spcPts val="0"/>
              </a:spcAft>
              <a:buSzPts val="500"/>
              <a:buNone/>
              <a:defRPr sz="700"/>
            </a:lvl2pPr>
            <a:lvl3pPr>
              <a:spcBef>
                <a:spcPts val="0"/>
              </a:spcBef>
              <a:spcAft>
                <a:spcPts val="0"/>
              </a:spcAft>
              <a:buSzPts val="500"/>
              <a:buNone/>
              <a:defRPr sz="700"/>
            </a:lvl3pPr>
            <a:lvl4pPr>
              <a:spcBef>
                <a:spcPts val="0"/>
              </a:spcBef>
              <a:spcAft>
                <a:spcPts val="0"/>
              </a:spcAft>
              <a:buSzPts val="500"/>
              <a:buNone/>
              <a:defRPr sz="700"/>
            </a:lvl4pPr>
            <a:lvl5pPr>
              <a:spcBef>
                <a:spcPts val="0"/>
              </a:spcBef>
              <a:spcAft>
                <a:spcPts val="0"/>
              </a:spcAft>
              <a:buSzPts val="500"/>
              <a:buNone/>
              <a:defRPr sz="700"/>
            </a:lvl5pPr>
            <a:lvl6pPr>
              <a:spcBef>
                <a:spcPts val="0"/>
              </a:spcBef>
              <a:spcAft>
                <a:spcPts val="0"/>
              </a:spcAft>
              <a:buSzPts val="500"/>
              <a:buNone/>
              <a:defRPr sz="700"/>
            </a:lvl6pPr>
            <a:lvl7pPr>
              <a:spcBef>
                <a:spcPts val="0"/>
              </a:spcBef>
              <a:spcAft>
                <a:spcPts val="0"/>
              </a:spcAft>
              <a:buSzPts val="500"/>
              <a:buNone/>
              <a:defRPr sz="700"/>
            </a:lvl7pPr>
            <a:lvl8pPr>
              <a:spcBef>
                <a:spcPts val="0"/>
              </a:spcBef>
              <a:spcAft>
                <a:spcPts val="0"/>
              </a:spcAft>
              <a:buSzPts val="500"/>
              <a:buNone/>
              <a:defRPr sz="700"/>
            </a:lvl8pPr>
            <a:lvl9pPr>
              <a:spcBef>
                <a:spcPts val="0"/>
              </a:spcBef>
              <a:spcAft>
                <a:spcPts val="0"/>
              </a:spcAft>
              <a:buSzPts val="500"/>
              <a:buNone/>
              <a:defRPr sz="700"/>
            </a:lvl9pPr>
          </a:lstStyle>
          <a:p xmlns:a="http://schemas.openxmlformats.org/drawingml/2006/main"/>
        </p:txBody>
      </p:sp>
      <p:pic>
        <p:nvPicPr>
          <p:cNvPr id="963" name="Google Shape;955;p128"/>
          <p:cNvPicPr>
            <a:picLocks xmlns:a="http://schemas.openxmlformats.org/drawingml/2006/main" noChangeAspect="1"/>
          </p:cNvPicPr>
          <p:nvPr/>
        </p:nvPicPr>
        <p:blipFill>
          <a:blip xmlns:r="http://schemas.openxmlformats.org/officeDocument/2006/relationships" xmlns:a="http://schemas.openxmlformats.org/drawingml/2006/main" r:embed="Rb06855d30988489a">
            <a:alphaModFix/>
          </a:blip>
          <a:stretch xmlns:a="http://schemas.openxmlformats.org/drawingml/2006/main">
            <a:fillRect l="0" t="0" r="0" b="0"/>
          </a:stretch>
        </p:blipFill>
        <p:spPr>
          <a:xfrm xmlns:a="http://schemas.openxmlformats.org/drawingml/2006/main">
            <a:off x="228600" y="4836074"/>
            <a:ext cx="153925" cy="153925"/>
          </a:xfrm>
          <a:prstGeom xmlns:a="http://schemas.openxmlformats.org/drawingml/2006/main" prst="rect">
            <a:avLst/>
          </a:prstGeom>
          <a:ln xmlns:a="http://schemas.openxmlformats.org/drawingml/2006/main">
            <a:noFill/>
          </a:ln>
        </p:spPr>
      </p:pic>
    </p:spTree>
  </p:cSld>
</p:sldLayout>
</file>

<file path=ppt/slideLayouts/slideLayout127.xml><?xml version="1.0" encoding="utf-8"?>
<p:sldLayout xmlns:p="http://schemas.openxmlformats.org/presentationml/2006/main" matchingName="Data viz 5">
  <p:cSld name="9_Custom Layout_1">
    <p:spTree>
      <p:nvGrpSpPr>
        <p:cNvPr id="1" name=""/>
        <p:cNvGrpSpPr/>
        <p:nvPr/>
      </p:nvGrpSpPr>
      <p:grpSpPr>
        <a:xfrm xmlns:a="http://schemas.openxmlformats.org/drawingml/2006/main"/>
      </p:grpSpPr>
      <p:sp>
        <p:nvSpPr>
          <p:cNvPr id="957" name="Google Shape;957;p129">
            <a:extLst xmlns:a="http://schemas.openxmlformats.org/drawingml/2006/main">
              <a:ext uri="{FF2B5EF4-FFF2-40B4-BE49-F238E27FC236}">
                <a16:creationId xmlns:a16="http://schemas.microsoft.com/office/drawing/2014/main" id="{D009ED9E-5340-4EA3-9947-35E6F72949B0}"/>
              </a:ext>
            </a:extLst>
          </p:cNvPr>
          <p:cNvSpPr>
            <a:spLocks xmlns:a="http://schemas.openxmlformats.org/drawingml/2006/main" noGrp="1"/>
          </p:cNvSpPr>
          <p:nvPr>
            <p:ph type="title" idx="0"/>
          </p:nvPr>
        </p:nvSpPr>
        <p:spPr>
          <a:xfrm xmlns:a="http://schemas.openxmlformats.org/drawingml/2006/main">
            <a:off x="201377" y="295836"/>
            <a:ext cx="5191800" cy="346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300" tIns="17150" rIns="34300" bIns="17150" anchor="t">
            <a:noAutofit/>
          </a:bodyPr>
          <a:lstStyle xmlns:a="http://schemas.openxmlformats.org/drawingml/2006/main">
            <a:lvl1pPr algn="l">
              <a:lnSpc>
                <a:spcPct val="90000"/>
              </a:lnSpc>
              <a:spcBef>
                <a:spcPts val="0"/>
              </a:spcBef>
              <a:spcAft>
                <a:spcPts val="0"/>
              </a:spcAft>
              <a:buClr>
                <a:schemeClr val="dk1"/>
              </a:buClr>
              <a:buSzPts val="2250"/>
              <a:buFont typeface="Helvetica Neue"/>
              <a:buNone/>
              <a:defRPr sz="2250" b="0">
                <a:solidFill>
                  <a:schemeClr val="dk1"/>
                </a:solidFill>
              </a:defRPr>
            </a:lvl1pPr>
            <a:lvl2pPr>
              <a:spcBef>
                <a:spcPts val="0"/>
              </a:spcBef>
              <a:spcAft>
                <a:spcPts val="0"/>
              </a:spcAft>
              <a:buSzPts val="500"/>
              <a:buNone/>
              <a:defRPr sz="700"/>
            </a:lvl2pPr>
            <a:lvl3pPr>
              <a:spcBef>
                <a:spcPts val="0"/>
              </a:spcBef>
              <a:spcAft>
                <a:spcPts val="0"/>
              </a:spcAft>
              <a:buSzPts val="500"/>
              <a:buNone/>
              <a:defRPr sz="700"/>
            </a:lvl3pPr>
            <a:lvl4pPr>
              <a:spcBef>
                <a:spcPts val="0"/>
              </a:spcBef>
              <a:spcAft>
                <a:spcPts val="0"/>
              </a:spcAft>
              <a:buSzPts val="500"/>
              <a:buNone/>
              <a:defRPr sz="700"/>
            </a:lvl4pPr>
            <a:lvl5pPr>
              <a:spcBef>
                <a:spcPts val="0"/>
              </a:spcBef>
              <a:spcAft>
                <a:spcPts val="0"/>
              </a:spcAft>
              <a:buSzPts val="500"/>
              <a:buNone/>
              <a:defRPr sz="700"/>
            </a:lvl5pPr>
            <a:lvl6pPr>
              <a:spcBef>
                <a:spcPts val="0"/>
              </a:spcBef>
              <a:spcAft>
                <a:spcPts val="0"/>
              </a:spcAft>
              <a:buSzPts val="500"/>
              <a:buNone/>
              <a:defRPr sz="700"/>
            </a:lvl6pPr>
            <a:lvl7pPr>
              <a:spcBef>
                <a:spcPts val="0"/>
              </a:spcBef>
              <a:spcAft>
                <a:spcPts val="0"/>
              </a:spcAft>
              <a:buSzPts val="500"/>
              <a:buNone/>
              <a:defRPr sz="700"/>
            </a:lvl7pPr>
            <a:lvl8pPr>
              <a:spcBef>
                <a:spcPts val="0"/>
              </a:spcBef>
              <a:spcAft>
                <a:spcPts val="0"/>
              </a:spcAft>
              <a:buSzPts val="500"/>
              <a:buNone/>
              <a:defRPr sz="700"/>
            </a:lvl8pPr>
            <a:lvl9pPr>
              <a:spcBef>
                <a:spcPts val="0"/>
              </a:spcBef>
              <a:spcAft>
                <a:spcPts val="0"/>
              </a:spcAft>
              <a:buSzPts val="500"/>
              <a:buNone/>
              <a:defRPr sz="700"/>
            </a:lvl9pPr>
          </a:lstStyle>
          <a:p xmlns:a="http://schemas.openxmlformats.org/drawingml/2006/main"/>
        </p:txBody>
      </p:sp>
      <p:sp>
        <p:nvSpPr>
          <p:cNvPr id="958" name="Google Shape;958;p129">
            <a:extLst xmlns:a="http://schemas.openxmlformats.org/drawingml/2006/main">
              <a:ext uri="{FF2B5EF4-FFF2-40B4-BE49-F238E27FC236}">
                <a16:creationId xmlns:a16="http://schemas.microsoft.com/office/drawing/2014/main" id="{4EFD82FB-040C-48DB-B70C-3C07CEDECE7E}"/>
              </a:ext>
            </a:extLst>
          </p:cNvPr>
          <p:cNvSpPr>
            <a:spLocks xmlns:a="http://schemas.openxmlformats.org/drawingml/2006/main" noGrp="1"/>
          </p:cNvSpPr>
          <p:nvPr/>
        </p:nvSpPr>
        <p:spPr>
          <a:xfrm xmlns:a="http://schemas.openxmlformats.org/drawingml/2006/main">
            <a:off x="228600" y="846125"/>
            <a:ext cx="8686800" cy="3867000"/>
          </a:xfrm>
          <a:prstGeom xmlns:a="http://schemas.openxmlformats.org/drawingml/2006/main" prst="roundRect">
            <a:avLst>
              <a:gd name="adj" fmla="val 2619"/>
            </a:avLst>
          </a:prstGeom>
          <a:solidFill xmlns:a="http://schemas.openxmlformats.org/drawingml/2006/main">
            <a:srgbClr val="F4F2E6"/>
          </a:solidFill>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ctr">
              <a:spcBef>
                <a:spcPts val="0"/>
              </a:spcBef>
              <a:spcAft>
                <a:spcPts val="0"/>
              </a:spcAft>
              <a:buNone/>
            </a:pPr>
            <a:r>
              <a:t/>
            </a:r>
            <a:endParaRPr>
              <a:latin typeface="Inter"/>
              <a:ea typeface="Inter"/>
              <a:cs typeface="Inter"/>
            </a:endParaRPr>
          </a:p>
        </p:txBody>
      </p:sp>
      <p:sp>
        <p:nvSpPr>
          <p:cNvPr id="959" name="Google Shape;959;p129">
            <a:extLst xmlns:a="http://schemas.openxmlformats.org/drawingml/2006/main">
              <a:ext uri="{FF2B5EF4-FFF2-40B4-BE49-F238E27FC236}">
                <a16:creationId xmlns:a16="http://schemas.microsoft.com/office/drawing/2014/main" id="{199567C7-7338-48FD-BC0C-AB150D8ECDD8}"/>
              </a:ext>
            </a:extLst>
          </p:cNvPr>
          <p:cNvSpPr>
            <a:spLocks xmlns:a="http://schemas.openxmlformats.org/drawingml/2006/main" noGrp="1"/>
          </p:cNvSpPr>
          <p:nvPr>
            <p:ph type="body" idx="1"/>
          </p:nvPr>
        </p:nvSpPr>
        <p:spPr>
          <a:xfrm xmlns:a="http://schemas.openxmlformats.org/drawingml/2006/main">
            <a:off x="201377" y="164051"/>
            <a:ext cx="2635800" cy="164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9050" tIns="19050" rIns="19050" bIns="19050" anchor="t">
            <a:spAutoFit/>
          </a:bodyPr>
          <a:lstStyle xmlns:a="http://schemas.openxmlformats.org/drawingml/2006/main">
            <a:lvl1pPr marL="457200" indent="-228600" algn="l">
              <a:lnSpc>
                <a:spcPct val="90000"/>
              </a:lnSpc>
              <a:spcBef>
                <a:spcPts val="400"/>
              </a:spcBef>
              <a:spcAft>
                <a:spcPts val="0"/>
              </a:spcAft>
              <a:buClr>
                <a:schemeClr val="dk2"/>
              </a:buClr>
              <a:buSzPts val="750"/>
              <a:buNone/>
              <a:defRPr sz="750" b="0" i="0" u="none" cap="none">
                <a:solidFill>
                  <a:schemeClr val="dk2"/>
                </a:solidFill>
              </a:defRPr>
            </a:lvl1pPr>
            <a:lvl2pPr marL="914400" indent="-273050" algn="l">
              <a:lnSpc>
                <a:spcPct val="90000"/>
              </a:lnSpc>
              <a:spcBef>
                <a:spcPts val="1200"/>
              </a:spcBef>
              <a:spcAft>
                <a:spcPts val="0"/>
              </a:spcAft>
              <a:buClr>
                <a:schemeClr val="lt1"/>
              </a:buClr>
              <a:buSzPts val="700"/>
              <a:buChar char="○"/>
              <a:defRPr sz="900"/>
            </a:lvl2pPr>
            <a:lvl3pPr marL="1371600" indent="-273050" algn="l">
              <a:lnSpc>
                <a:spcPct val="90000"/>
              </a:lnSpc>
              <a:spcBef>
                <a:spcPts val="1200"/>
              </a:spcBef>
              <a:spcAft>
                <a:spcPts val="0"/>
              </a:spcAft>
              <a:buClr>
                <a:schemeClr val="lt1"/>
              </a:buClr>
              <a:buSzPts val="700"/>
              <a:buChar char="■"/>
              <a:defRPr sz="800"/>
            </a:lvl3pPr>
            <a:lvl4pPr marL="1828800" indent="-273050" algn="l">
              <a:lnSpc>
                <a:spcPct val="90000"/>
              </a:lnSpc>
              <a:spcBef>
                <a:spcPts val="1200"/>
              </a:spcBef>
              <a:spcAft>
                <a:spcPts val="0"/>
              </a:spcAft>
              <a:buClr>
                <a:schemeClr val="lt1"/>
              </a:buClr>
              <a:buSzPts val="700"/>
              <a:buChar char="●"/>
              <a:defRPr sz="700"/>
            </a:lvl4pPr>
            <a:lvl5pPr marL="2286000" indent="-273050" algn="l">
              <a:lnSpc>
                <a:spcPct val="90000"/>
              </a:lnSpc>
              <a:spcBef>
                <a:spcPts val="1200"/>
              </a:spcBef>
              <a:spcAft>
                <a:spcPts val="0"/>
              </a:spcAft>
              <a:buClr>
                <a:schemeClr val="lt1"/>
              </a:buClr>
              <a:buSzPts val="700"/>
              <a:buChar char="○"/>
              <a:defRPr sz="700"/>
            </a:lvl5pPr>
            <a:lvl6pPr marL="2743200" indent="-273050" algn="l">
              <a:lnSpc>
                <a:spcPct val="90000"/>
              </a:lnSpc>
              <a:spcBef>
                <a:spcPts val="1200"/>
              </a:spcBef>
              <a:spcAft>
                <a:spcPts val="0"/>
              </a:spcAft>
              <a:buClr>
                <a:schemeClr val="dk1"/>
              </a:buClr>
              <a:buSzPts val="700"/>
              <a:buChar char="■"/>
              <a:defRPr sz="700"/>
            </a:lvl6pPr>
            <a:lvl7pPr marL="3200400" indent="-273050" algn="l">
              <a:lnSpc>
                <a:spcPct val="90000"/>
              </a:lnSpc>
              <a:spcBef>
                <a:spcPts val="1200"/>
              </a:spcBef>
              <a:spcAft>
                <a:spcPts val="0"/>
              </a:spcAft>
              <a:buClr>
                <a:schemeClr val="dk1"/>
              </a:buClr>
              <a:buSzPts val="700"/>
              <a:buChar char="●"/>
              <a:defRPr sz="700"/>
            </a:lvl7pPr>
            <a:lvl8pPr marL="3657600" indent="-273050" algn="l">
              <a:lnSpc>
                <a:spcPct val="90000"/>
              </a:lnSpc>
              <a:spcBef>
                <a:spcPts val="1200"/>
              </a:spcBef>
              <a:spcAft>
                <a:spcPts val="0"/>
              </a:spcAft>
              <a:buClr>
                <a:schemeClr val="dk1"/>
              </a:buClr>
              <a:buSzPts val="700"/>
              <a:buChar char="○"/>
              <a:defRPr sz="700"/>
            </a:lvl8pPr>
            <a:lvl9pPr marL="4114800" indent="-273050" algn="l">
              <a:lnSpc>
                <a:spcPct val="90000"/>
              </a:lnSpc>
              <a:spcBef>
                <a:spcPts val="1200"/>
              </a:spcBef>
              <a:spcAft>
                <a:spcPts val="1200"/>
              </a:spcAft>
              <a:buClr>
                <a:schemeClr val="dk1"/>
              </a:buClr>
              <a:buSzPts val="700"/>
              <a:buChar char="■"/>
              <a:defRPr sz="700"/>
            </a:lvl9pPr>
          </a:lstStyle>
          <a:p xmlns:a="http://schemas.openxmlformats.org/drawingml/2006/main"/>
        </p:txBody>
      </p:sp>
      <p:pic>
        <p:nvPicPr>
          <p:cNvPr id="964" name="Google Shape;960;p129"/>
          <p:cNvPicPr>
            <a:picLocks xmlns:a="http://schemas.openxmlformats.org/drawingml/2006/main" noChangeAspect="1"/>
          </p:cNvPicPr>
          <p:nvPr/>
        </p:nvPicPr>
        <p:blipFill>
          <a:blip xmlns:r="http://schemas.openxmlformats.org/officeDocument/2006/relationships" xmlns:a="http://schemas.openxmlformats.org/drawingml/2006/main" r:embed="R2f49d6a932924d87">
            <a:alphaModFix/>
          </a:blip>
          <a:stretch xmlns:a="http://schemas.openxmlformats.org/drawingml/2006/main">
            <a:fillRect l="0" t="0" r="0" b="0"/>
          </a:stretch>
        </p:blipFill>
        <p:spPr>
          <a:xfrm xmlns:a="http://schemas.openxmlformats.org/drawingml/2006/main">
            <a:off x="228600" y="4836074"/>
            <a:ext cx="153925" cy="153925"/>
          </a:xfrm>
          <a:prstGeom xmlns:a="http://schemas.openxmlformats.org/drawingml/2006/main" prst="rect">
            <a:avLst/>
          </a:prstGeom>
          <a:ln xmlns:a="http://schemas.openxmlformats.org/drawingml/2006/main">
            <a:noFill/>
          </a:ln>
        </p:spPr>
      </p:pic>
    </p:spTree>
  </p:cSld>
</p:sldLayout>
</file>

<file path=ppt/slideLayouts/slideLayout128.xml><?xml version="1.0" encoding="utf-8"?>
<p:sldLayout xmlns:p="http://schemas.openxmlformats.org/presentationml/2006/main" matchingName="Data viz 6">
  <p:cSld name="20_Custom Layout_1">
    <p:spTree>
      <p:nvGrpSpPr>
        <p:cNvPr id="1" name=""/>
        <p:cNvGrpSpPr/>
        <p:nvPr/>
      </p:nvGrpSpPr>
      <p:grpSpPr>
        <a:xfrm xmlns:a="http://schemas.openxmlformats.org/drawingml/2006/main"/>
      </p:grpSpPr>
      <p:sp>
        <p:nvSpPr>
          <p:cNvPr id="962" name="Google Shape;962;p130">
            <a:extLst xmlns:a="http://schemas.openxmlformats.org/drawingml/2006/main">
              <a:ext uri="{FF2B5EF4-FFF2-40B4-BE49-F238E27FC236}">
                <a16:creationId xmlns:a16="http://schemas.microsoft.com/office/drawing/2014/main" id="{5D7F9310-218E-4053-ADAF-302BABF88E35}"/>
              </a:ext>
            </a:extLst>
          </p:cNvPr>
          <p:cNvSpPr>
            <a:spLocks xmlns:a="http://schemas.openxmlformats.org/drawingml/2006/main" noGrp="1"/>
          </p:cNvSpPr>
          <p:nvPr>
            <p:ph type="body" idx="1"/>
          </p:nvPr>
        </p:nvSpPr>
        <p:spPr>
          <a:xfrm xmlns:a="http://schemas.openxmlformats.org/drawingml/2006/main">
            <a:off x="201375" y="3527825"/>
            <a:ext cx="2277000" cy="108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9050" tIns="19050" rIns="19050" bIns="19050" anchor="b">
            <a:noAutofit/>
          </a:bodyPr>
          <a:lstStyle xmlns:a="http://schemas.openxmlformats.org/drawingml/2006/main">
            <a:lvl1pPr marL="457200" indent="-279400" algn="l">
              <a:lnSpc>
                <a:spcPct val="90000"/>
              </a:lnSpc>
              <a:spcBef>
                <a:spcPts val="400"/>
              </a:spcBef>
              <a:spcAft>
                <a:spcPts val="0"/>
              </a:spcAft>
              <a:buClr>
                <a:schemeClr val="dk2"/>
              </a:buClr>
              <a:buSzPts val="800"/>
              <a:buChar char="●"/>
              <a:defRPr sz="800" b="0" i="0" u="none" cap="none">
                <a:solidFill>
                  <a:schemeClr val="dk2"/>
                </a:solidFill>
              </a:defRPr>
            </a:lvl1pPr>
            <a:lvl2pPr marL="914400" indent="-273050" algn="l">
              <a:lnSpc>
                <a:spcPct val="90000"/>
              </a:lnSpc>
              <a:spcBef>
                <a:spcPts val="1200"/>
              </a:spcBef>
              <a:spcAft>
                <a:spcPts val="0"/>
              </a:spcAft>
              <a:buClr>
                <a:schemeClr val="lt1"/>
              </a:buClr>
              <a:buSzPts val="700"/>
              <a:buChar char="○"/>
              <a:defRPr sz="900"/>
            </a:lvl2pPr>
            <a:lvl3pPr marL="1371600" indent="-273050" algn="l">
              <a:lnSpc>
                <a:spcPct val="90000"/>
              </a:lnSpc>
              <a:spcBef>
                <a:spcPts val="1200"/>
              </a:spcBef>
              <a:spcAft>
                <a:spcPts val="0"/>
              </a:spcAft>
              <a:buClr>
                <a:schemeClr val="lt1"/>
              </a:buClr>
              <a:buSzPts val="700"/>
              <a:buChar char="■"/>
              <a:defRPr sz="800"/>
            </a:lvl3pPr>
            <a:lvl4pPr marL="1828800" indent="-273050" algn="l">
              <a:lnSpc>
                <a:spcPct val="90000"/>
              </a:lnSpc>
              <a:spcBef>
                <a:spcPts val="1200"/>
              </a:spcBef>
              <a:spcAft>
                <a:spcPts val="0"/>
              </a:spcAft>
              <a:buClr>
                <a:schemeClr val="lt1"/>
              </a:buClr>
              <a:buSzPts val="700"/>
              <a:buChar char="●"/>
              <a:defRPr sz="700"/>
            </a:lvl4pPr>
            <a:lvl5pPr marL="2286000" indent="-273050" algn="l">
              <a:lnSpc>
                <a:spcPct val="90000"/>
              </a:lnSpc>
              <a:spcBef>
                <a:spcPts val="1200"/>
              </a:spcBef>
              <a:spcAft>
                <a:spcPts val="0"/>
              </a:spcAft>
              <a:buClr>
                <a:schemeClr val="lt1"/>
              </a:buClr>
              <a:buSzPts val="700"/>
              <a:buChar char="○"/>
              <a:defRPr sz="700"/>
            </a:lvl5pPr>
            <a:lvl6pPr marL="2743200" indent="-273050" algn="l">
              <a:lnSpc>
                <a:spcPct val="90000"/>
              </a:lnSpc>
              <a:spcBef>
                <a:spcPts val="1200"/>
              </a:spcBef>
              <a:spcAft>
                <a:spcPts val="0"/>
              </a:spcAft>
              <a:buClr>
                <a:schemeClr val="dk1"/>
              </a:buClr>
              <a:buSzPts val="700"/>
              <a:buChar char="■"/>
              <a:defRPr sz="700"/>
            </a:lvl6pPr>
            <a:lvl7pPr marL="3200400" indent="-273050" algn="l">
              <a:lnSpc>
                <a:spcPct val="90000"/>
              </a:lnSpc>
              <a:spcBef>
                <a:spcPts val="1200"/>
              </a:spcBef>
              <a:spcAft>
                <a:spcPts val="0"/>
              </a:spcAft>
              <a:buClr>
                <a:schemeClr val="dk1"/>
              </a:buClr>
              <a:buSzPts val="700"/>
              <a:buChar char="●"/>
              <a:defRPr sz="700"/>
            </a:lvl7pPr>
            <a:lvl8pPr marL="3657600" indent="-273050" algn="l">
              <a:lnSpc>
                <a:spcPct val="90000"/>
              </a:lnSpc>
              <a:spcBef>
                <a:spcPts val="1200"/>
              </a:spcBef>
              <a:spcAft>
                <a:spcPts val="0"/>
              </a:spcAft>
              <a:buClr>
                <a:schemeClr val="dk1"/>
              </a:buClr>
              <a:buSzPts val="700"/>
              <a:buChar char="○"/>
              <a:defRPr sz="700"/>
            </a:lvl8pPr>
            <a:lvl9pPr marL="4114800" indent="-273050" algn="l">
              <a:lnSpc>
                <a:spcPct val="90000"/>
              </a:lnSpc>
              <a:spcBef>
                <a:spcPts val="1200"/>
              </a:spcBef>
              <a:spcAft>
                <a:spcPts val="1200"/>
              </a:spcAft>
              <a:buClr>
                <a:schemeClr val="dk1"/>
              </a:buClr>
              <a:buSzPts val="700"/>
              <a:buChar char="■"/>
              <a:defRPr sz="700"/>
            </a:lvl9pPr>
          </a:lstStyle>
          <a:p xmlns:a="http://schemas.openxmlformats.org/drawingml/2006/main"/>
        </p:txBody>
      </p:sp>
      <p:sp>
        <p:nvSpPr>
          <p:cNvPr id="963" name="Google Shape;963;p130">
            <a:extLst xmlns:a="http://schemas.openxmlformats.org/drawingml/2006/main">
              <a:ext uri="{FF2B5EF4-FFF2-40B4-BE49-F238E27FC236}">
                <a16:creationId xmlns:a16="http://schemas.microsoft.com/office/drawing/2014/main" id="{774858B7-B93F-467F-863D-103D5A98A768}"/>
              </a:ext>
            </a:extLst>
          </p:cNvPr>
          <p:cNvSpPr>
            <a:spLocks xmlns:a="http://schemas.openxmlformats.org/drawingml/2006/main" noGrp="1"/>
          </p:cNvSpPr>
          <p:nvPr>
            <p:ph type="body" idx="2"/>
          </p:nvPr>
        </p:nvSpPr>
        <p:spPr>
          <a:xfrm xmlns:a="http://schemas.openxmlformats.org/drawingml/2006/main">
            <a:off x="3172975" y="228600"/>
            <a:ext cx="5742300" cy="4500000"/>
          </a:xfrm>
          <a:prstGeom xmlns:a="http://schemas.openxmlformats.org/drawingml/2006/main" prst="roundRect">
            <a:avLst>
              <a:gd name="adj" fmla="val 2470"/>
            </a:avLst>
          </a:prstGeom>
          <a:solidFill xmlns:a="http://schemas.openxmlformats.org/drawingml/2006/main">
            <a:srgbClr val="F4F2E6"/>
          </a:solidFill>
          <a:ln xmlns:a="http://schemas.openxmlformats.org/drawingml/2006/main">
            <a:noFill/>
          </a:ln>
        </p:spPr>
        <p:txBody>
          <a:bodyPr xmlns:a="http://schemas.openxmlformats.org/drawingml/2006/main" spcFirstLastPara="1" wrap="square" lIns="34300" tIns="109725" rIns="34300" bIns="17150" anchor="t">
            <a:normAutofit/>
          </a:bodyPr>
          <a:lstStyle xmlns:a="http://schemas.openxmlformats.org/drawingml/2006/main">
            <a:lvl1pPr marL="457200" indent="-228600">
              <a:lnSpc>
                <a:spcPct val="90000"/>
              </a:lnSpc>
              <a:spcBef>
                <a:spcPts val="400"/>
              </a:spcBef>
              <a:spcAft>
                <a:spcPts val="0"/>
              </a:spcAft>
              <a:buClr>
                <a:srgbClr val="F4F2E6"/>
              </a:buClr>
              <a:buSzPts val="1200"/>
              <a:buFont typeface="Arial"/>
              <a:buNone/>
              <a:defRPr sz="1200">
                <a:solidFill>
                  <a:srgbClr val="F4F2E6"/>
                </a:solidFill>
              </a:defRPr>
            </a:lvl1pPr>
            <a:lvl2pPr marL="914400" indent="-304800">
              <a:lnSpc>
                <a:spcPct val="90000"/>
              </a:lnSpc>
              <a:spcBef>
                <a:spcPts val="1200"/>
              </a:spcBef>
              <a:spcAft>
                <a:spcPts val="0"/>
              </a:spcAft>
              <a:buClr>
                <a:srgbClr val="F4F2E6"/>
              </a:buClr>
              <a:buSzPts val="1200"/>
              <a:buChar char="○"/>
              <a:defRPr sz="1200">
                <a:solidFill>
                  <a:srgbClr val="F4F2E6"/>
                </a:solidFill>
              </a:defRPr>
            </a:lvl2pPr>
            <a:lvl3pPr marL="1371600" indent="-304800">
              <a:lnSpc>
                <a:spcPct val="90000"/>
              </a:lnSpc>
              <a:spcBef>
                <a:spcPts val="1200"/>
              </a:spcBef>
              <a:spcAft>
                <a:spcPts val="0"/>
              </a:spcAft>
              <a:buClr>
                <a:srgbClr val="F4F2E6"/>
              </a:buClr>
              <a:buSzPts val="1200"/>
              <a:buChar char="■"/>
              <a:defRPr sz="1200">
                <a:solidFill>
                  <a:srgbClr val="F4F2E6"/>
                </a:solidFill>
              </a:defRPr>
            </a:lvl3pPr>
            <a:lvl4pPr marL="1828800" indent="-304800">
              <a:lnSpc>
                <a:spcPct val="90000"/>
              </a:lnSpc>
              <a:spcBef>
                <a:spcPts val="1200"/>
              </a:spcBef>
              <a:spcAft>
                <a:spcPts val="0"/>
              </a:spcAft>
              <a:buClr>
                <a:srgbClr val="F4F2E6"/>
              </a:buClr>
              <a:buSzPts val="1200"/>
              <a:buChar char="●"/>
              <a:defRPr sz="1200">
                <a:solidFill>
                  <a:srgbClr val="F4F2E6"/>
                </a:solidFill>
              </a:defRPr>
            </a:lvl4pPr>
            <a:lvl5pPr marL="2286000" indent="-304800">
              <a:lnSpc>
                <a:spcPct val="90000"/>
              </a:lnSpc>
              <a:spcBef>
                <a:spcPts val="1200"/>
              </a:spcBef>
              <a:spcAft>
                <a:spcPts val="0"/>
              </a:spcAft>
              <a:buClr>
                <a:srgbClr val="F4F2E6"/>
              </a:buClr>
              <a:buSzPts val="1200"/>
              <a:buChar char="○"/>
              <a:defRPr sz="1200">
                <a:solidFill>
                  <a:srgbClr val="F4F2E6"/>
                </a:solidFill>
              </a:defRPr>
            </a:lvl5pPr>
            <a:lvl6pPr marL="2743200" indent="-304800">
              <a:lnSpc>
                <a:spcPct val="90000"/>
              </a:lnSpc>
              <a:spcBef>
                <a:spcPts val="1200"/>
              </a:spcBef>
              <a:spcAft>
                <a:spcPts val="0"/>
              </a:spcAft>
              <a:buClr>
                <a:srgbClr val="F4F2E6"/>
              </a:buClr>
              <a:buSzPts val="1200"/>
              <a:buChar char="■"/>
              <a:defRPr sz="1200">
                <a:solidFill>
                  <a:srgbClr val="F4F2E6"/>
                </a:solidFill>
              </a:defRPr>
            </a:lvl6pPr>
            <a:lvl7pPr marL="3200400" indent="-304800">
              <a:lnSpc>
                <a:spcPct val="90000"/>
              </a:lnSpc>
              <a:spcBef>
                <a:spcPts val="1200"/>
              </a:spcBef>
              <a:spcAft>
                <a:spcPts val="0"/>
              </a:spcAft>
              <a:buClr>
                <a:srgbClr val="F4F2E6"/>
              </a:buClr>
              <a:buSzPts val="1200"/>
              <a:buChar char="●"/>
              <a:defRPr sz="1200">
                <a:solidFill>
                  <a:srgbClr val="F4F2E6"/>
                </a:solidFill>
              </a:defRPr>
            </a:lvl7pPr>
            <a:lvl8pPr marL="3657600" indent="-304800">
              <a:lnSpc>
                <a:spcPct val="90000"/>
              </a:lnSpc>
              <a:spcBef>
                <a:spcPts val="1200"/>
              </a:spcBef>
              <a:spcAft>
                <a:spcPts val="0"/>
              </a:spcAft>
              <a:buClr>
                <a:srgbClr val="F4F2E6"/>
              </a:buClr>
              <a:buSzPts val="1200"/>
              <a:buChar char="○"/>
              <a:defRPr sz="1200">
                <a:solidFill>
                  <a:srgbClr val="F4F2E6"/>
                </a:solidFill>
              </a:defRPr>
            </a:lvl8pPr>
            <a:lvl9pPr marL="4114800" indent="-304800">
              <a:lnSpc>
                <a:spcPct val="90000"/>
              </a:lnSpc>
              <a:spcBef>
                <a:spcPts val="1200"/>
              </a:spcBef>
              <a:spcAft>
                <a:spcPts val="1200"/>
              </a:spcAft>
              <a:buClr>
                <a:srgbClr val="F4F2E6"/>
              </a:buClr>
              <a:buSzPts val="1200"/>
              <a:buChar char="■"/>
              <a:defRPr sz="1200">
                <a:solidFill>
                  <a:srgbClr val="F4F2E6"/>
                </a:solidFill>
              </a:defRPr>
            </a:lvl9pPr>
          </a:lstStyle>
          <a:p xmlns:a="http://schemas.openxmlformats.org/drawingml/2006/main"/>
        </p:txBody>
      </p:sp>
      <p:sp>
        <p:nvSpPr>
          <p:cNvPr id="964" name="Google Shape;964;p130">
            <a:extLst xmlns:a="http://schemas.openxmlformats.org/drawingml/2006/main">
              <a:ext uri="{FF2B5EF4-FFF2-40B4-BE49-F238E27FC236}">
                <a16:creationId xmlns:a16="http://schemas.microsoft.com/office/drawing/2014/main" id="{99610426-B148-42F6-94CE-B30AEB53813E}"/>
              </a:ext>
            </a:extLst>
          </p:cNvPr>
          <p:cNvSpPr>
            <a:spLocks xmlns:a="http://schemas.openxmlformats.org/drawingml/2006/main" noGrp="1"/>
          </p:cNvSpPr>
          <p:nvPr>
            <p:ph type="body" idx="3"/>
          </p:nvPr>
        </p:nvSpPr>
        <p:spPr>
          <a:xfrm xmlns:a="http://schemas.openxmlformats.org/drawingml/2006/main">
            <a:off x="201377" y="164051"/>
            <a:ext cx="2635800" cy="164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9050" tIns="19050" rIns="19050" bIns="19050" anchor="t">
            <a:spAutoFit/>
          </a:bodyPr>
          <a:lstStyle xmlns:a="http://schemas.openxmlformats.org/drawingml/2006/main">
            <a:lvl1pPr marL="457200" indent="-228600" algn="l">
              <a:lnSpc>
                <a:spcPct val="90000"/>
              </a:lnSpc>
              <a:spcBef>
                <a:spcPts val="400"/>
              </a:spcBef>
              <a:spcAft>
                <a:spcPts val="0"/>
              </a:spcAft>
              <a:buClr>
                <a:schemeClr val="dk2"/>
              </a:buClr>
              <a:buSzPts val="750"/>
              <a:buNone/>
              <a:defRPr sz="750" b="0" i="0" u="none" cap="none">
                <a:solidFill>
                  <a:schemeClr val="dk2"/>
                </a:solidFill>
              </a:defRPr>
            </a:lvl1pPr>
            <a:lvl2pPr marL="914400" indent="-276225" algn="l">
              <a:lnSpc>
                <a:spcPct val="90000"/>
              </a:lnSpc>
              <a:spcBef>
                <a:spcPts val="1200"/>
              </a:spcBef>
              <a:spcAft>
                <a:spcPts val="0"/>
              </a:spcAft>
              <a:buClr>
                <a:schemeClr val="lt1"/>
              </a:buClr>
              <a:buSzPts val="750"/>
              <a:buChar char="○"/>
              <a:defRPr sz="750"/>
            </a:lvl2pPr>
            <a:lvl3pPr marL="1371600" indent="-276225" algn="l">
              <a:lnSpc>
                <a:spcPct val="90000"/>
              </a:lnSpc>
              <a:spcBef>
                <a:spcPts val="1200"/>
              </a:spcBef>
              <a:spcAft>
                <a:spcPts val="0"/>
              </a:spcAft>
              <a:buClr>
                <a:schemeClr val="lt1"/>
              </a:buClr>
              <a:buSzPts val="750"/>
              <a:buChar char="■"/>
              <a:defRPr sz="750"/>
            </a:lvl3pPr>
            <a:lvl4pPr marL="1828800" indent="-276225" algn="l">
              <a:lnSpc>
                <a:spcPct val="90000"/>
              </a:lnSpc>
              <a:spcBef>
                <a:spcPts val="1200"/>
              </a:spcBef>
              <a:spcAft>
                <a:spcPts val="0"/>
              </a:spcAft>
              <a:buClr>
                <a:schemeClr val="lt1"/>
              </a:buClr>
              <a:buSzPts val="750"/>
              <a:buChar char="●"/>
              <a:defRPr sz="750"/>
            </a:lvl4pPr>
            <a:lvl5pPr marL="2286000" indent="-276225" algn="l">
              <a:lnSpc>
                <a:spcPct val="90000"/>
              </a:lnSpc>
              <a:spcBef>
                <a:spcPts val="1200"/>
              </a:spcBef>
              <a:spcAft>
                <a:spcPts val="0"/>
              </a:spcAft>
              <a:buClr>
                <a:schemeClr val="lt1"/>
              </a:buClr>
              <a:buSzPts val="750"/>
              <a:buChar char="○"/>
              <a:defRPr sz="750"/>
            </a:lvl5pPr>
            <a:lvl6pPr marL="2743200" indent="-276225" algn="l">
              <a:lnSpc>
                <a:spcPct val="90000"/>
              </a:lnSpc>
              <a:spcBef>
                <a:spcPts val="1200"/>
              </a:spcBef>
              <a:spcAft>
                <a:spcPts val="0"/>
              </a:spcAft>
              <a:buClr>
                <a:schemeClr val="dk1"/>
              </a:buClr>
              <a:buSzPts val="750"/>
              <a:buChar char="■"/>
              <a:defRPr sz="750"/>
            </a:lvl6pPr>
            <a:lvl7pPr marL="3200400" indent="-276225" algn="l">
              <a:lnSpc>
                <a:spcPct val="90000"/>
              </a:lnSpc>
              <a:spcBef>
                <a:spcPts val="1200"/>
              </a:spcBef>
              <a:spcAft>
                <a:spcPts val="0"/>
              </a:spcAft>
              <a:buClr>
                <a:schemeClr val="dk1"/>
              </a:buClr>
              <a:buSzPts val="750"/>
              <a:buChar char="●"/>
              <a:defRPr sz="750"/>
            </a:lvl7pPr>
            <a:lvl8pPr marL="3657600" indent="-276225" algn="l">
              <a:lnSpc>
                <a:spcPct val="90000"/>
              </a:lnSpc>
              <a:spcBef>
                <a:spcPts val="1200"/>
              </a:spcBef>
              <a:spcAft>
                <a:spcPts val="0"/>
              </a:spcAft>
              <a:buClr>
                <a:schemeClr val="dk1"/>
              </a:buClr>
              <a:buSzPts val="750"/>
              <a:buChar char="○"/>
              <a:defRPr sz="750"/>
            </a:lvl8pPr>
            <a:lvl9pPr marL="4114800" indent="-276225" algn="l">
              <a:lnSpc>
                <a:spcPct val="90000"/>
              </a:lnSpc>
              <a:spcBef>
                <a:spcPts val="1200"/>
              </a:spcBef>
              <a:spcAft>
                <a:spcPts val="1200"/>
              </a:spcAft>
              <a:buClr>
                <a:schemeClr val="dk1"/>
              </a:buClr>
              <a:buSzPts val="750"/>
              <a:buChar char="■"/>
              <a:defRPr sz="750"/>
            </a:lvl9pPr>
          </a:lstStyle>
          <a:p xmlns:a="http://schemas.openxmlformats.org/drawingml/2006/main"/>
        </p:txBody>
      </p:sp>
      <p:sp>
        <p:nvSpPr>
          <p:cNvPr id="965" name="Google Shape;965;p130">
            <a:extLst xmlns:a="http://schemas.openxmlformats.org/drawingml/2006/main">
              <a:ext uri="{FF2B5EF4-FFF2-40B4-BE49-F238E27FC236}">
                <a16:creationId xmlns:a16="http://schemas.microsoft.com/office/drawing/2014/main" id="{C578D795-F71A-4E23-975A-F7E425F18C3B}"/>
              </a:ext>
            </a:extLst>
          </p:cNvPr>
          <p:cNvSpPr>
            <a:spLocks xmlns:a="http://schemas.openxmlformats.org/drawingml/2006/main" noGrp="1"/>
          </p:cNvSpPr>
          <p:nvPr>
            <p:ph type="title" idx="0"/>
          </p:nvPr>
        </p:nvSpPr>
        <p:spPr>
          <a:xfrm xmlns:a="http://schemas.openxmlformats.org/drawingml/2006/main">
            <a:off x="201376" y="295825"/>
            <a:ext cx="2834400" cy="346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300" tIns="17150" rIns="34300" bIns="17150" anchor="t">
            <a:noAutofit/>
          </a:bodyPr>
          <a:lstStyle xmlns:a="http://schemas.openxmlformats.org/drawingml/2006/main">
            <a:lvl1pPr algn="l">
              <a:lnSpc>
                <a:spcPct val="90000"/>
              </a:lnSpc>
              <a:spcBef>
                <a:spcPts val="0"/>
              </a:spcBef>
              <a:spcAft>
                <a:spcPts val="0"/>
              </a:spcAft>
              <a:buClr>
                <a:schemeClr val="dk1"/>
              </a:buClr>
              <a:buSzPts val="2250"/>
              <a:buFont typeface="Helvetica Neue"/>
              <a:buNone/>
              <a:defRPr sz="2250" b="0">
                <a:solidFill>
                  <a:schemeClr val="dk1"/>
                </a:solidFill>
              </a:defRPr>
            </a:lvl1pPr>
            <a:lvl2pPr>
              <a:spcBef>
                <a:spcPts val="0"/>
              </a:spcBef>
              <a:spcAft>
                <a:spcPts val="0"/>
              </a:spcAft>
              <a:buSzPts val="500"/>
              <a:buNone/>
              <a:defRPr sz="700"/>
            </a:lvl2pPr>
            <a:lvl3pPr>
              <a:spcBef>
                <a:spcPts val="0"/>
              </a:spcBef>
              <a:spcAft>
                <a:spcPts val="0"/>
              </a:spcAft>
              <a:buSzPts val="500"/>
              <a:buNone/>
              <a:defRPr sz="700"/>
            </a:lvl3pPr>
            <a:lvl4pPr>
              <a:spcBef>
                <a:spcPts val="0"/>
              </a:spcBef>
              <a:spcAft>
                <a:spcPts val="0"/>
              </a:spcAft>
              <a:buSzPts val="500"/>
              <a:buNone/>
              <a:defRPr sz="700"/>
            </a:lvl4pPr>
            <a:lvl5pPr>
              <a:spcBef>
                <a:spcPts val="0"/>
              </a:spcBef>
              <a:spcAft>
                <a:spcPts val="0"/>
              </a:spcAft>
              <a:buSzPts val="500"/>
              <a:buNone/>
              <a:defRPr sz="700"/>
            </a:lvl5pPr>
            <a:lvl6pPr>
              <a:spcBef>
                <a:spcPts val="0"/>
              </a:spcBef>
              <a:spcAft>
                <a:spcPts val="0"/>
              </a:spcAft>
              <a:buSzPts val="500"/>
              <a:buNone/>
              <a:defRPr sz="700"/>
            </a:lvl6pPr>
            <a:lvl7pPr>
              <a:spcBef>
                <a:spcPts val="0"/>
              </a:spcBef>
              <a:spcAft>
                <a:spcPts val="0"/>
              </a:spcAft>
              <a:buSzPts val="500"/>
              <a:buNone/>
              <a:defRPr sz="700"/>
            </a:lvl7pPr>
            <a:lvl8pPr>
              <a:spcBef>
                <a:spcPts val="0"/>
              </a:spcBef>
              <a:spcAft>
                <a:spcPts val="0"/>
              </a:spcAft>
              <a:buSzPts val="500"/>
              <a:buNone/>
              <a:defRPr sz="700"/>
            </a:lvl8pPr>
            <a:lvl9pPr>
              <a:spcBef>
                <a:spcPts val="0"/>
              </a:spcBef>
              <a:spcAft>
                <a:spcPts val="0"/>
              </a:spcAft>
              <a:buSzPts val="500"/>
              <a:buNone/>
              <a:defRPr sz="700"/>
            </a:lvl9pPr>
          </a:lstStyle>
          <a:p xmlns:a="http://schemas.openxmlformats.org/drawingml/2006/main"/>
        </p:txBody>
      </p:sp>
      <p:pic>
        <p:nvPicPr>
          <p:cNvPr id="971" name="Google Shape;966;p130"/>
          <p:cNvPicPr>
            <a:picLocks xmlns:a="http://schemas.openxmlformats.org/drawingml/2006/main" noChangeAspect="1"/>
          </p:cNvPicPr>
          <p:nvPr/>
        </p:nvPicPr>
        <p:blipFill>
          <a:blip xmlns:r="http://schemas.openxmlformats.org/officeDocument/2006/relationships" xmlns:a="http://schemas.openxmlformats.org/drawingml/2006/main" r:embed="Ra038b0cdd0464e5a">
            <a:alphaModFix/>
          </a:blip>
          <a:stretch xmlns:a="http://schemas.openxmlformats.org/drawingml/2006/main">
            <a:fillRect l="0" t="0" r="0" b="0"/>
          </a:stretch>
        </p:blipFill>
        <p:spPr>
          <a:xfrm xmlns:a="http://schemas.openxmlformats.org/drawingml/2006/main">
            <a:off x="228600" y="4836074"/>
            <a:ext cx="153925" cy="153925"/>
          </a:xfrm>
          <a:prstGeom xmlns:a="http://schemas.openxmlformats.org/drawingml/2006/main" prst="rect">
            <a:avLst/>
          </a:prstGeom>
          <a:ln xmlns:a="http://schemas.openxmlformats.org/drawingml/2006/main">
            <a:noFill/>
          </a:ln>
        </p:spPr>
      </p:pic>
    </p:spTree>
  </p:cSld>
</p:sldLayout>
</file>

<file path=ppt/slideLayouts/slideLayout129.xml><?xml version="1.0" encoding="utf-8"?>
<p:sldLayout xmlns:p="http://schemas.openxmlformats.org/presentationml/2006/main" matchingName="Data summary 1">
  <p:cSld name="Market Insights - Market Size Forecast_1">
    <p:spTree>
      <p:nvGrpSpPr>
        <p:cNvPr id="1" name=""/>
        <p:cNvGrpSpPr/>
        <p:nvPr/>
      </p:nvGrpSpPr>
      <p:grpSpPr>
        <a:xfrm xmlns:a="http://schemas.openxmlformats.org/drawingml/2006/main"/>
      </p:grpSpPr>
      <p:sp>
        <p:nvSpPr>
          <p:cNvPr id="968" name="Google Shape;968;p131">
            <a:extLst xmlns:a="http://schemas.openxmlformats.org/drawingml/2006/main">
              <a:ext uri="{FF2B5EF4-FFF2-40B4-BE49-F238E27FC236}">
                <a16:creationId xmlns:a16="http://schemas.microsoft.com/office/drawing/2014/main" id="{D253F6D1-BFE8-429E-94B6-E517A547843E}"/>
              </a:ext>
            </a:extLst>
          </p:cNvPr>
          <p:cNvSpPr>
            <a:spLocks xmlns:a="http://schemas.openxmlformats.org/drawingml/2006/main" noGrp="1"/>
          </p:cNvSpPr>
          <p:nvPr>
            <p:ph type="body" idx="1"/>
          </p:nvPr>
        </p:nvSpPr>
        <p:spPr>
          <a:xfrm xmlns:a="http://schemas.openxmlformats.org/drawingml/2006/main">
            <a:off x="3866849" y="4069066"/>
            <a:ext cx="648000" cy="418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7500" tIns="0" rIns="67500" bIns="0" anchor="ctr">
            <a:noAutofit/>
          </a:bodyPr>
          <a:lstStyle xmlns:a="http://schemas.openxmlformats.org/drawingml/2006/main">
            <a:lvl1pPr marL="457200" indent="-279400" algn="l">
              <a:lnSpc>
                <a:spcPct val="120000"/>
              </a:lnSpc>
              <a:spcBef>
                <a:spcPts val="0"/>
              </a:spcBef>
              <a:spcAft>
                <a:spcPts val="0"/>
              </a:spcAft>
              <a:buClr>
                <a:srgbClr val="7F7F7F"/>
              </a:buClr>
              <a:buSzPts val="800"/>
              <a:buFont typeface="Helvetica Neue"/>
              <a:buChar char="●"/>
              <a:defRPr sz="800">
                <a:solidFill>
                  <a:srgbClr val="7F7F7F"/>
                </a:solidFill>
              </a:defRPr>
            </a:lvl1pPr>
            <a:lvl2pPr marL="914400" indent="-273050" algn="l">
              <a:lnSpc>
                <a:spcPct val="100000"/>
              </a:lnSpc>
              <a:spcBef>
                <a:spcPts val="0"/>
              </a:spcBef>
              <a:spcAft>
                <a:spcPts val="0"/>
              </a:spcAft>
              <a:buClr>
                <a:srgbClr val="000000"/>
              </a:buClr>
              <a:buSzPts val="700"/>
              <a:buChar char="○"/>
              <a:defRPr sz="2100"/>
            </a:lvl2pPr>
            <a:lvl3pPr marL="1371600" indent="-273050" algn="l">
              <a:lnSpc>
                <a:spcPct val="100000"/>
              </a:lnSpc>
              <a:spcBef>
                <a:spcPts val="0"/>
              </a:spcBef>
              <a:spcAft>
                <a:spcPts val="0"/>
              </a:spcAft>
              <a:buClr>
                <a:srgbClr val="000000"/>
              </a:buClr>
              <a:buSzPts val="700"/>
              <a:buChar char="■"/>
              <a:defRPr sz="2100"/>
            </a:lvl3pPr>
            <a:lvl4pPr marL="1828800" indent="-273050" algn="l">
              <a:lnSpc>
                <a:spcPct val="100000"/>
              </a:lnSpc>
              <a:spcBef>
                <a:spcPts val="0"/>
              </a:spcBef>
              <a:spcAft>
                <a:spcPts val="0"/>
              </a:spcAft>
              <a:buClr>
                <a:srgbClr val="000000"/>
              </a:buClr>
              <a:buSzPts val="700"/>
              <a:buChar char="●"/>
              <a:defRPr sz="2100"/>
            </a:lvl4pPr>
            <a:lvl5pPr marL="2286000" indent="-273050" algn="l">
              <a:lnSpc>
                <a:spcPct val="100000"/>
              </a:lnSpc>
              <a:spcBef>
                <a:spcPts val="0"/>
              </a:spcBef>
              <a:spcAft>
                <a:spcPts val="0"/>
              </a:spcAft>
              <a:buClr>
                <a:srgbClr val="000000"/>
              </a:buClr>
              <a:buSzPts val="700"/>
              <a:buChar char="○"/>
              <a:defRPr sz="2100"/>
            </a:lvl5pPr>
            <a:lvl6pPr marL="2743200" indent="-273050" algn="l">
              <a:lnSpc>
                <a:spcPct val="100000"/>
              </a:lnSpc>
              <a:spcBef>
                <a:spcPts val="0"/>
              </a:spcBef>
              <a:spcAft>
                <a:spcPts val="0"/>
              </a:spcAft>
              <a:buClr>
                <a:srgbClr val="000000"/>
              </a:buClr>
              <a:buSzPts val="700"/>
              <a:buChar char="■"/>
              <a:defRPr sz="2100"/>
            </a:lvl6pPr>
            <a:lvl7pPr marL="3200400" indent="-273050" algn="l">
              <a:lnSpc>
                <a:spcPct val="100000"/>
              </a:lnSpc>
              <a:spcBef>
                <a:spcPts val="0"/>
              </a:spcBef>
              <a:spcAft>
                <a:spcPts val="0"/>
              </a:spcAft>
              <a:buClr>
                <a:srgbClr val="000000"/>
              </a:buClr>
              <a:buSzPts val="700"/>
              <a:buChar char="●"/>
              <a:defRPr sz="2100"/>
            </a:lvl7pPr>
            <a:lvl8pPr marL="3657600" indent="-273050" algn="l">
              <a:lnSpc>
                <a:spcPct val="100000"/>
              </a:lnSpc>
              <a:spcBef>
                <a:spcPts val="0"/>
              </a:spcBef>
              <a:spcAft>
                <a:spcPts val="0"/>
              </a:spcAft>
              <a:buClr>
                <a:srgbClr val="000000"/>
              </a:buClr>
              <a:buSzPts val="700"/>
              <a:buChar char="○"/>
              <a:defRPr sz="2100"/>
            </a:lvl8pPr>
            <a:lvl9pPr marL="4114800" indent="-273050" algn="l">
              <a:lnSpc>
                <a:spcPct val="100000"/>
              </a:lnSpc>
              <a:spcBef>
                <a:spcPts val="0"/>
              </a:spcBef>
              <a:spcAft>
                <a:spcPts val="0"/>
              </a:spcAft>
              <a:buClr>
                <a:srgbClr val="000000"/>
              </a:buClr>
              <a:buSzPts val="700"/>
              <a:buChar char="■"/>
              <a:defRPr sz="2100"/>
            </a:lvl9pPr>
          </a:lstStyle>
          <a:p xmlns:a="http://schemas.openxmlformats.org/drawingml/2006/main"/>
        </p:txBody>
      </p:sp>
      <p:sp>
        <p:nvSpPr>
          <p:cNvPr id="969" name="Google Shape;969;p131">
            <a:extLst xmlns:a="http://schemas.openxmlformats.org/drawingml/2006/main">
              <a:ext uri="{FF2B5EF4-FFF2-40B4-BE49-F238E27FC236}">
                <a16:creationId xmlns:a16="http://schemas.microsoft.com/office/drawing/2014/main" id="{D09B27A7-0308-43D6-899A-CDBDDD04C5C4}"/>
              </a:ext>
            </a:extLst>
          </p:cNvPr>
          <p:cNvSpPr>
            <a:spLocks xmlns:a="http://schemas.openxmlformats.org/drawingml/2006/main" noGrp="1"/>
          </p:cNvSpPr>
          <p:nvPr>
            <p:ph type="body" idx="2"/>
          </p:nvPr>
        </p:nvSpPr>
        <p:spPr>
          <a:xfrm xmlns:a="http://schemas.openxmlformats.org/drawingml/2006/main">
            <a:off x="3191849" y="4069066"/>
            <a:ext cx="648000" cy="418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7500" tIns="0" rIns="67500" bIns="0" anchor="ctr">
            <a:noAutofit/>
          </a:bodyPr>
          <a:lstStyle xmlns:a="http://schemas.openxmlformats.org/drawingml/2006/main">
            <a:lvl1pPr marL="457200" indent="-279400" algn="l">
              <a:lnSpc>
                <a:spcPct val="120000"/>
              </a:lnSpc>
              <a:spcBef>
                <a:spcPts val="0"/>
              </a:spcBef>
              <a:spcAft>
                <a:spcPts val="0"/>
              </a:spcAft>
              <a:buClr>
                <a:srgbClr val="7F7F7F"/>
              </a:buClr>
              <a:buSzPts val="800"/>
              <a:buFont typeface="Helvetica Neue"/>
              <a:buChar char="●"/>
              <a:defRPr sz="800">
                <a:solidFill>
                  <a:srgbClr val="7F7F7F"/>
                </a:solidFill>
              </a:defRPr>
            </a:lvl1pPr>
            <a:lvl2pPr marL="914400" indent="-273050" algn="l">
              <a:lnSpc>
                <a:spcPct val="100000"/>
              </a:lnSpc>
              <a:spcBef>
                <a:spcPts val="0"/>
              </a:spcBef>
              <a:spcAft>
                <a:spcPts val="0"/>
              </a:spcAft>
              <a:buClr>
                <a:srgbClr val="000000"/>
              </a:buClr>
              <a:buSzPts val="700"/>
              <a:buChar char="○"/>
              <a:defRPr sz="2100"/>
            </a:lvl2pPr>
            <a:lvl3pPr marL="1371600" indent="-273050" algn="l">
              <a:lnSpc>
                <a:spcPct val="100000"/>
              </a:lnSpc>
              <a:spcBef>
                <a:spcPts val="0"/>
              </a:spcBef>
              <a:spcAft>
                <a:spcPts val="0"/>
              </a:spcAft>
              <a:buClr>
                <a:srgbClr val="000000"/>
              </a:buClr>
              <a:buSzPts val="700"/>
              <a:buChar char="■"/>
              <a:defRPr sz="2100"/>
            </a:lvl3pPr>
            <a:lvl4pPr marL="1828800" indent="-273050" algn="l">
              <a:lnSpc>
                <a:spcPct val="100000"/>
              </a:lnSpc>
              <a:spcBef>
                <a:spcPts val="0"/>
              </a:spcBef>
              <a:spcAft>
                <a:spcPts val="0"/>
              </a:spcAft>
              <a:buClr>
                <a:srgbClr val="000000"/>
              </a:buClr>
              <a:buSzPts val="700"/>
              <a:buChar char="●"/>
              <a:defRPr sz="2100"/>
            </a:lvl4pPr>
            <a:lvl5pPr marL="2286000" indent="-273050" algn="l">
              <a:lnSpc>
                <a:spcPct val="100000"/>
              </a:lnSpc>
              <a:spcBef>
                <a:spcPts val="0"/>
              </a:spcBef>
              <a:spcAft>
                <a:spcPts val="0"/>
              </a:spcAft>
              <a:buClr>
                <a:srgbClr val="000000"/>
              </a:buClr>
              <a:buSzPts val="700"/>
              <a:buChar char="○"/>
              <a:defRPr sz="2100"/>
            </a:lvl5pPr>
            <a:lvl6pPr marL="2743200" indent="-273050" algn="l">
              <a:lnSpc>
                <a:spcPct val="100000"/>
              </a:lnSpc>
              <a:spcBef>
                <a:spcPts val="0"/>
              </a:spcBef>
              <a:spcAft>
                <a:spcPts val="0"/>
              </a:spcAft>
              <a:buClr>
                <a:srgbClr val="000000"/>
              </a:buClr>
              <a:buSzPts val="700"/>
              <a:buChar char="■"/>
              <a:defRPr sz="2100"/>
            </a:lvl6pPr>
            <a:lvl7pPr marL="3200400" indent="-273050" algn="l">
              <a:lnSpc>
                <a:spcPct val="100000"/>
              </a:lnSpc>
              <a:spcBef>
                <a:spcPts val="0"/>
              </a:spcBef>
              <a:spcAft>
                <a:spcPts val="0"/>
              </a:spcAft>
              <a:buClr>
                <a:srgbClr val="000000"/>
              </a:buClr>
              <a:buSzPts val="700"/>
              <a:buChar char="●"/>
              <a:defRPr sz="2100"/>
            </a:lvl7pPr>
            <a:lvl8pPr marL="3657600" indent="-273050" algn="l">
              <a:lnSpc>
                <a:spcPct val="100000"/>
              </a:lnSpc>
              <a:spcBef>
                <a:spcPts val="0"/>
              </a:spcBef>
              <a:spcAft>
                <a:spcPts val="0"/>
              </a:spcAft>
              <a:buClr>
                <a:srgbClr val="000000"/>
              </a:buClr>
              <a:buSzPts val="700"/>
              <a:buChar char="○"/>
              <a:defRPr sz="2100"/>
            </a:lvl8pPr>
            <a:lvl9pPr marL="4114800" indent="-273050" algn="l">
              <a:lnSpc>
                <a:spcPct val="100000"/>
              </a:lnSpc>
              <a:spcBef>
                <a:spcPts val="0"/>
              </a:spcBef>
              <a:spcAft>
                <a:spcPts val="0"/>
              </a:spcAft>
              <a:buClr>
                <a:srgbClr val="000000"/>
              </a:buClr>
              <a:buSzPts val="700"/>
              <a:buChar char="■"/>
              <a:defRPr sz="2100"/>
            </a:lvl9pPr>
          </a:lstStyle>
          <a:p xmlns:a="http://schemas.openxmlformats.org/drawingml/2006/main"/>
        </p:txBody>
      </p:sp>
      <p:sp>
        <p:nvSpPr>
          <p:cNvPr id="970" name="Google Shape;970;p131">
            <a:extLst xmlns:a="http://schemas.openxmlformats.org/drawingml/2006/main">
              <a:ext uri="{FF2B5EF4-FFF2-40B4-BE49-F238E27FC236}">
                <a16:creationId xmlns:a16="http://schemas.microsoft.com/office/drawing/2014/main" id="{26F58A6D-D40E-43ED-A10D-13ED20BC284C}"/>
              </a:ext>
            </a:extLst>
          </p:cNvPr>
          <p:cNvSpPr>
            <a:spLocks xmlns:a="http://schemas.openxmlformats.org/drawingml/2006/main" noGrp="1"/>
          </p:cNvSpPr>
          <p:nvPr>
            <p:ph type="body" idx="3"/>
          </p:nvPr>
        </p:nvSpPr>
        <p:spPr>
          <a:xfrm xmlns:a="http://schemas.openxmlformats.org/drawingml/2006/main">
            <a:off x="2543849" y="4069066"/>
            <a:ext cx="648000" cy="418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7500" tIns="0" rIns="67500" bIns="0" anchor="ctr">
            <a:noAutofit/>
          </a:bodyPr>
          <a:lstStyle xmlns:a="http://schemas.openxmlformats.org/drawingml/2006/main">
            <a:lvl1pPr marL="457200" indent="-279400" algn="l">
              <a:lnSpc>
                <a:spcPct val="120000"/>
              </a:lnSpc>
              <a:spcBef>
                <a:spcPts val="0"/>
              </a:spcBef>
              <a:spcAft>
                <a:spcPts val="0"/>
              </a:spcAft>
              <a:buClr>
                <a:srgbClr val="7F7F7F"/>
              </a:buClr>
              <a:buSzPts val="800"/>
              <a:buFont typeface="Helvetica Neue"/>
              <a:buChar char="●"/>
              <a:defRPr sz="800">
                <a:solidFill>
                  <a:srgbClr val="7F7F7F"/>
                </a:solidFill>
              </a:defRPr>
            </a:lvl1pPr>
            <a:lvl2pPr marL="914400" indent="-273050" algn="l">
              <a:lnSpc>
                <a:spcPct val="100000"/>
              </a:lnSpc>
              <a:spcBef>
                <a:spcPts val="0"/>
              </a:spcBef>
              <a:spcAft>
                <a:spcPts val="0"/>
              </a:spcAft>
              <a:buClr>
                <a:srgbClr val="000000"/>
              </a:buClr>
              <a:buSzPts val="700"/>
              <a:buChar char="○"/>
              <a:defRPr sz="2100"/>
            </a:lvl2pPr>
            <a:lvl3pPr marL="1371600" indent="-273050" algn="l">
              <a:lnSpc>
                <a:spcPct val="100000"/>
              </a:lnSpc>
              <a:spcBef>
                <a:spcPts val="0"/>
              </a:spcBef>
              <a:spcAft>
                <a:spcPts val="0"/>
              </a:spcAft>
              <a:buClr>
                <a:srgbClr val="000000"/>
              </a:buClr>
              <a:buSzPts val="700"/>
              <a:buChar char="■"/>
              <a:defRPr sz="2100"/>
            </a:lvl3pPr>
            <a:lvl4pPr marL="1828800" indent="-273050" algn="l">
              <a:lnSpc>
                <a:spcPct val="100000"/>
              </a:lnSpc>
              <a:spcBef>
                <a:spcPts val="0"/>
              </a:spcBef>
              <a:spcAft>
                <a:spcPts val="0"/>
              </a:spcAft>
              <a:buClr>
                <a:srgbClr val="000000"/>
              </a:buClr>
              <a:buSzPts val="700"/>
              <a:buChar char="●"/>
              <a:defRPr sz="2100"/>
            </a:lvl4pPr>
            <a:lvl5pPr marL="2286000" indent="-273050" algn="l">
              <a:lnSpc>
                <a:spcPct val="100000"/>
              </a:lnSpc>
              <a:spcBef>
                <a:spcPts val="0"/>
              </a:spcBef>
              <a:spcAft>
                <a:spcPts val="0"/>
              </a:spcAft>
              <a:buClr>
                <a:srgbClr val="000000"/>
              </a:buClr>
              <a:buSzPts val="700"/>
              <a:buChar char="○"/>
              <a:defRPr sz="2100"/>
            </a:lvl5pPr>
            <a:lvl6pPr marL="2743200" indent="-273050" algn="l">
              <a:lnSpc>
                <a:spcPct val="100000"/>
              </a:lnSpc>
              <a:spcBef>
                <a:spcPts val="0"/>
              </a:spcBef>
              <a:spcAft>
                <a:spcPts val="0"/>
              </a:spcAft>
              <a:buClr>
                <a:srgbClr val="000000"/>
              </a:buClr>
              <a:buSzPts val="700"/>
              <a:buChar char="■"/>
              <a:defRPr sz="2100"/>
            </a:lvl6pPr>
            <a:lvl7pPr marL="3200400" indent="-273050" algn="l">
              <a:lnSpc>
                <a:spcPct val="100000"/>
              </a:lnSpc>
              <a:spcBef>
                <a:spcPts val="0"/>
              </a:spcBef>
              <a:spcAft>
                <a:spcPts val="0"/>
              </a:spcAft>
              <a:buClr>
                <a:srgbClr val="000000"/>
              </a:buClr>
              <a:buSzPts val="700"/>
              <a:buChar char="●"/>
              <a:defRPr sz="2100"/>
            </a:lvl7pPr>
            <a:lvl8pPr marL="3657600" indent="-273050" algn="l">
              <a:lnSpc>
                <a:spcPct val="100000"/>
              </a:lnSpc>
              <a:spcBef>
                <a:spcPts val="0"/>
              </a:spcBef>
              <a:spcAft>
                <a:spcPts val="0"/>
              </a:spcAft>
              <a:buClr>
                <a:srgbClr val="000000"/>
              </a:buClr>
              <a:buSzPts val="700"/>
              <a:buChar char="○"/>
              <a:defRPr sz="2100"/>
            </a:lvl8pPr>
            <a:lvl9pPr marL="4114800" indent="-273050" algn="l">
              <a:lnSpc>
                <a:spcPct val="100000"/>
              </a:lnSpc>
              <a:spcBef>
                <a:spcPts val="0"/>
              </a:spcBef>
              <a:spcAft>
                <a:spcPts val="0"/>
              </a:spcAft>
              <a:buClr>
                <a:srgbClr val="000000"/>
              </a:buClr>
              <a:buSzPts val="700"/>
              <a:buChar char="■"/>
              <a:defRPr sz="2100"/>
            </a:lvl9pPr>
          </a:lstStyle>
          <a:p xmlns:a="http://schemas.openxmlformats.org/drawingml/2006/main"/>
        </p:txBody>
      </p:sp>
      <p:sp>
        <p:nvSpPr>
          <p:cNvPr id="971" name="Google Shape;971;p131">
            <a:extLst xmlns:a="http://schemas.openxmlformats.org/drawingml/2006/main">
              <a:ext uri="{FF2B5EF4-FFF2-40B4-BE49-F238E27FC236}">
                <a16:creationId xmlns:a16="http://schemas.microsoft.com/office/drawing/2014/main" id="{3BDA990E-A364-465A-8FD1-9399050C1E84}"/>
              </a:ext>
            </a:extLst>
          </p:cNvPr>
          <p:cNvSpPr>
            <a:spLocks xmlns:a="http://schemas.openxmlformats.org/drawingml/2006/main" noGrp="1"/>
          </p:cNvSpPr>
          <p:nvPr>
            <p:ph type="body" idx="4"/>
          </p:nvPr>
        </p:nvSpPr>
        <p:spPr>
          <a:xfrm xmlns:a="http://schemas.openxmlformats.org/drawingml/2006/main">
            <a:off x="1868849" y="4069066"/>
            <a:ext cx="648000" cy="418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7500" tIns="0" rIns="67500" bIns="0" anchor="ctr">
            <a:noAutofit/>
          </a:bodyPr>
          <a:lstStyle xmlns:a="http://schemas.openxmlformats.org/drawingml/2006/main">
            <a:lvl1pPr marL="457200" indent="-279400" algn="l">
              <a:lnSpc>
                <a:spcPct val="120000"/>
              </a:lnSpc>
              <a:spcBef>
                <a:spcPts val="0"/>
              </a:spcBef>
              <a:spcAft>
                <a:spcPts val="0"/>
              </a:spcAft>
              <a:buClr>
                <a:srgbClr val="7F7F7F"/>
              </a:buClr>
              <a:buSzPts val="800"/>
              <a:buFont typeface="Helvetica Neue"/>
              <a:buChar char="●"/>
              <a:defRPr sz="800">
                <a:solidFill>
                  <a:srgbClr val="7F7F7F"/>
                </a:solidFill>
              </a:defRPr>
            </a:lvl1pPr>
            <a:lvl2pPr marL="914400" indent="-273050" algn="l">
              <a:lnSpc>
                <a:spcPct val="100000"/>
              </a:lnSpc>
              <a:spcBef>
                <a:spcPts val="0"/>
              </a:spcBef>
              <a:spcAft>
                <a:spcPts val="0"/>
              </a:spcAft>
              <a:buClr>
                <a:srgbClr val="000000"/>
              </a:buClr>
              <a:buSzPts val="700"/>
              <a:buChar char="○"/>
              <a:defRPr sz="2100"/>
            </a:lvl2pPr>
            <a:lvl3pPr marL="1371600" indent="-273050" algn="l">
              <a:lnSpc>
                <a:spcPct val="100000"/>
              </a:lnSpc>
              <a:spcBef>
                <a:spcPts val="0"/>
              </a:spcBef>
              <a:spcAft>
                <a:spcPts val="0"/>
              </a:spcAft>
              <a:buClr>
                <a:srgbClr val="000000"/>
              </a:buClr>
              <a:buSzPts val="700"/>
              <a:buChar char="■"/>
              <a:defRPr sz="2100"/>
            </a:lvl3pPr>
            <a:lvl4pPr marL="1828800" indent="-273050" algn="l">
              <a:lnSpc>
                <a:spcPct val="100000"/>
              </a:lnSpc>
              <a:spcBef>
                <a:spcPts val="0"/>
              </a:spcBef>
              <a:spcAft>
                <a:spcPts val="0"/>
              </a:spcAft>
              <a:buClr>
                <a:srgbClr val="000000"/>
              </a:buClr>
              <a:buSzPts val="700"/>
              <a:buChar char="●"/>
              <a:defRPr sz="2100"/>
            </a:lvl4pPr>
            <a:lvl5pPr marL="2286000" indent="-273050" algn="l">
              <a:lnSpc>
                <a:spcPct val="100000"/>
              </a:lnSpc>
              <a:spcBef>
                <a:spcPts val="0"/>
              </a:spcBef>
              <a:spcAft>
                <a:spcPts val="0"/>
              </a:spcAft>
              <a:buClr>
                <a:srgbClr val="000000"/>
              </a:buClr>
              <a:buSzPts val="700"/>
              <a:buChar char="○"/>
              <a:defRPr sz="2100"/>
            </a:lvl5pPr>
            <a:lvl6pPr marL="2743200" indent="-273050" algn="l">
              <a:lnSpc>
                <a:spcPct val="100000"/>
              </a:lnSpc>
              <a:spcBef>
                <a:spcPts val="0"/>
              </a:spcBef>
              <a:spcAft>
                <a:spcPts val="0"/>
              </a:spcAft>
              <a:buClr>
                <a:srgbClr val="000000"/>
              </a:buClr>
              <a:buSzPts val="700"/>
              <a:buChar char="■"/>
              <a:defRPr sz="2100"/>
            </a:lvl6pPr>
            <a:lvl7pPr marL="3200400" indent="-273050" algn="l">
              <a:lnSpc>
                <a:spcPct val="100000"/>
              </a:lnSpc>
              <a:spcBef>
                <a:spcPts val="0"/>
              </a:spcBef>
              <a:spcAft>
                <a:spcPts val="0"/>
              </a:spcAft>
              <a:buClr>
                <a:srgbClr val="000000"/>
              </a:buClr>
              <a:buSzPts val="700"/>
              <a:buChar char="●"/>
              <a:defRPr sz="2100"/>
            </a:lvl7pPr>
            <a:lvl8pPr marL="3657600" indent="-273050" algn="l">
              <a:lnSpc>
                <a:spcPct val="100000"/>
              </a:lnSpc>
              <a:spcBef>
                <a:spcPts val="0"/>
              </a:spcBef>
              <a:spcAft>
                <a:spcPts val="0"/>
              </a:spcAft>
              <a:buClr>
                <a:srgbClr val="000000"/>
              </a:buClr>
              <a:buSzPts val="700"/>
              <a:buChar char="○"/>
              <a:defRPr sz="2100"/>
            </a:lvl8pPr>
            <a:lvl9pPr marL="4114800" indent="-273050" algn="l">
              <a:lnSpc>
                <a:spcPct val="100000"/>
              </a:lnSpc>
              <a:spcBef>
                <a:spcPts val="0"/>
              </a:spcBef>
              <a:spcAft>
                <a:spcPts val="0"/>
              </a:spcAft>
              <a:buClr>
                <a:srgbClr val="000000"/>
              </a:buClr>
              <a:buSzPts val="700"/>
              <a:buChar char="■"/>
              <a:defRPr sz="2100"/>
            </a:lvl9pPr>
          </a:lstStyle>
          <a:p xmlns:a="http://schemas.openxmlformats.org/drawingml/2006/main"/>
        </p:txBody>
      </p:sp>
      <p:sp>
        <p:nvSpPr>
          <p:cNvPr id="972" name="Google Shape;972;p131">
            <a:extLst xmlns:a="http://schemas.openxmlformats.org/drawingml/2006/main">
              <a:ext uri="{FF2B5EF4-FFF2-40B4-BE49-F238E27FC236}">
                <a16:creationId xmlns:a16="http://schemas.microsoft.com/office/drawing/2014/main" id="{149062B2-F671-44E0-9E05-3C74C7B8AD8E}"/>
              </a:ext>
            </a:extLst>
          </p:cNvPr>
          <p:cNvSpPr>
            <a:spLocks xmlns:a="http://schemas.openxmlformats.org/drawingml/2006/main" noGrp="1"/>
          </p:cNvSpPr>
          <p:nvPr>
            <p:ph type="body" idx="5"/>
          </p:nvPr>
        </p:nvSpPr>
        <p:spPr>
          <a:xfrm xmlns:a="http://schemas.openxmlformats.org/drawingml/2006/main">
            <a:off x="1220849" y="4069066"/>
            <a:ext cx="648000" cy="418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7500" tIns="0" rIns="67500" bIns="0" anchor="ctr">
            <a:noAutofit/>
          </a:bodyPr>
          <a:lstStyle xmlns:a="http://schemas.openxmlformats.org/drawingml/2006/main">
            <a:lvl1pPr marL="457200" indent="-279400" algn="l">
              <a:lnSpc>
                <a:spcPct val="120000"/>
              </a:lnSpc>
              <a:spcBef>
                <a:spcPts val="0"/>
              </a:spcBef>
              <a:spcAft>
                <a:spcPts val="0"/>
              </a:spcAft>
              <a:buClr>
                <a:srgbClr val="7F7F7F"/>
              </a:buClr>
              <a:buSzPts val="800"/>
              <a:buFont typeface="Helvetica Neue"/>
              <a:buChar char="●"/>
              <a:defRPr sz="800">
                <a:solidFill>
                  <a:srgbClr val="7F7F7F"/>
                </a:solidFill>
              </a:defRPr>
            </a:lvl1pPr>
            <a:lvl2pPr marL="914400" indent="-273050" algn="l">
              <a:lnSpc>
                <a:spcPct val="100000"/>
              </a:lnSpc>
              <a:spcBef>
                <a:spcPts val="0"/>
              </a:spcBef>
              <a:spcAft>
                <a:spcPts val="0"/>
              </a:spcAft>
              <a:buClr>
                <a:srgbClr val="000000"/>
              </a:buClr>
              <a:buSzPts val="700"/>
              <a:buChar char="○"/>
              <a:defRPr sz="2100"/>
            </a:lvl2pPr>
            <a:lvl3pPr marL="1371600" indent="-273050" algn="l">
              <a:lnSpc>
                <a:spcPct val="100000"/>
              </a:lnSpc>
              <a:spcBef>
                <a:spcPts val="0"/>
              </a:spcBef>
              <a:spcAft>
                <a:spcPts val="0"/>
              </a:spcAft>
              <a:buClr>
                <a:srgbClr val="000000"/>
              </a:buClr>
              <a:buSzPts val="700"/>
              <a:buChar char="■"/>
              <a:defRPr sz="2100"/>
            </a:lvl3pPr>
            <a:lvl4pPr marL="1828800" indent="-273050" algn="l">
              <a:lnSpc>
                <a:spcPct val="100000"/>
              </a:lnSpc>
              <a:spcBef>
                <a:spcPts val="0"/>
              </a:spcBef>
              <a:spcAft>
                <a:spcPts val="0"/>
              </a:spcAft>
              <a:buClr>
                <a:srgbClr val="000000"/>
              </a:buClr>
              <a:buSzPts val="700"/>
              <a:buChar char="●"/>
              <a:defRPr sz="2100"/>
            </a:lvl4pPr>
            <a:lvl5pPr marL="2286000" indent="-273050" algn="l">
              <a:lnSpc>
                <a:spcPct val="100000"/>
              </a:lnSpc>
              <a:spcBef>
                <a:spcPts val="0"/>
              </a:spcBef>
              <a:spcAft>
                <a:spcPts val="0"/>
              </a:spcAft>
              <a:buClr>
                <a:srgbClr val="000000"/>
              </a:buClr>
              <a:buSzPts val="700"/>
              <a:buChar char="○"/>
              <a:defRPr sz="2100"/>
            </a:lvl5pPr>
            <a:lvl6pPr marL="2743200" indent="-273050" algn="l">
              <a:lnSpc>
                <a:spcPct val="100000"/>
              </a:lnSpc>
              <a:spcBef>
                <a:spcPts val="0"/>
              </a:spcBef>
              <a:spcAft>
                <a:spcPts val="0"/>
              </a:spcAft>
              <a:buClr>
                <a:srgbClr val="000000"/>
              </a:buClr>
              <a:buSzPts val="700"/>
              <a:buChar char="■"/>
              <a:defRPr sz="2100"/>
            </a:lvl6pPr>
            <a:lvl7pPr marL="3200400" indent="-273050" algn="l">
              <a:lnSpc>
                <a:spcPct val="100000"/>
              </a:lnSpc>
              <a:spcBef>
                <a:spcPts val="0"/>
              </a:spcBef>
              <a:spcAft>
                <a:spcPts val="0"/>
              </a:spcAft>
              <a:buClr>
                <a:srgbClr val="000000"/>
              </a:buClr>
              <a:buSzPts val="700"/>
              <a:buChar char="●"/>
              <a:defRPr sz="2100"/>
            </a:lvl7pPr>
            <a:lvl8pPr marL="3657600" indent="-273050" algn="l">
              <a:lnSpc>
                <a:spcPct val="100000"/>
              </a:lnSpc>
              <a:spcBef>
                <a:spcPts val="0"/>
              </a:spcBef>
              <a:spcAft>
                <a:spcPts val="0"/>
              </a:spcAft>
              <a:buClr>
                <a:srgbClr val="000000"/>
              </a:buClr>
              <a:buSzPts val="700"/>
              <a:buChar char="○"/>
              <a:defRPr sz="2100"/>
            </a:lvl8pPr>
            <a:lvl9pPr marL="4114800" indent="-273050" algn="l">
              <a:lnSpc>
                <a:spcPct val="100000"/>
              </a:lnSpc>
              <a:spcBef>
                <a:spcPts val="0"/>
              </a:spcBef>
              <a:spcAft>
                <a:spcPts val="0"/>
              </a:spcAft>
              <a:buClr>
                <a:srgbClr val="000000"/>
              </a:buClr>
              <a:buSzPts val="700"/>
              <a:buChar char="■"/>
              <a:defRPr sz="2100"/>
            </a:lvl9pPr>
          </a:lstStyle>
          <a:p xmlns:a="http://schemas.openxmlformats.org/drawingml/2006/main"/>
        </p:txBody>
      </p:sp>
      <p:sp>
        <p:nvSpPr>
          <p:cNvPr id="973" name="Google Shape;973;p131">
            <a:extLst xmlns:a="http://schemas.openxmlformats.org/drawingml/2006/main">
              <a:ext uri="{FF2B5EF4-FFF2-40B4-BE49-F238E27FC236}">
                <a16:creationId xmlns:a16="http://schemas.microsoft.com/office/drawing/2014/main" id="{3DB7B729-B800-4249-B9EA-B532F6965AEB}"/>
              </a:ext>
            </a:extLst>
          </p:cNvPr>
          <p:cNvSpPr>
            <a:spLocks xmlns:a="http://schemas.openxmlformats.org/drawingml/2006/main" noGrp="1"/>
          </p:cNvSpPr>
          <p:nvPr>
            <p:ph type="body" idx="6"/>
          </p:nvPr>
        </p:nvSpPr>
        <p:spPr>
          <a:xfrm xmlns:a="http://schemas.openxmlformats.org/drawingml/2006/main">
            <a:off x="201377" y="4069066"/>
            <a:ext cx="992400" cy="418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7500" tIns="0" rIns="67500" bIns="0" anchor="ctr">
            <a:noAutofit/>
          </a:bodyPr>
          <a:lstStyle xmlns:a="http://schemas.openxmlformats.org/drawingml/2006/main">
            <a:lvl1pPr marL="457200" indent="-279400" algn="l">
              <a:lnSpc>
                <a:spcPct val="120000"/>
              </a:lnSpc>
              <a:spcBef>
                <a:spcPts val="0"/>
              </a:spcBef>
              <a:spcAft>
                <a:spcPts val="0"/>
              </a:spcAft>
              <a:buClr>
                <a:schemeClr val="dk1"/>
              </a:buClr>
              <a:buSzPts val="800"/>
              <a:buFont typeface="Helvetica Neue"/>
              <a:buChar char="●"/>
              <a:defRPr sz="800">
                <a:solidFill>
                  <a:schemeClr val="dk1"/>
                </a:solidFill>
              </a:defRPr>
            </a:lvl1pPr>
            <a:lvl2pPr marL="914400" indent="-273050" algn="l">
              <a:lnSpc>
                <a:spcPct val="100000"/>
              </a:lnSpc>
              <a:spcBef>
                <a:spcPts val="0"/>
              </a:spcBef>
              <a:spcAft>
                <a:spcPts val="0"/>
              </a:spcAft>
              <a:buClr>
                <a:srgbClr val="000000"/>
              </a:buClr>
              <a:buSzPts val="700"/>
              <a:buChar char="○"/>
              <a:defRPr sz="2100"/>
            </a:lvl2pPr>
            <a:lvl3pPr marL="1371600" indent="-273050" algn="l">
              <a:lnSpc>
                <a:spcPct val="100000"/>
              </a:lnSpc>
              <a:spcBef>
                <a:spcPts val="0"/>
              </a:spcBef>
              <a:spcAft>
                <a:spcPts val="0"/>
              </a:spcAft>
              <a:buClr>
                <a:srgbClr val="000000"/>
              </a:buClr>
              <a:buSzPts val="700"/>
              <a:buChar char="■"/>
              <a:defRPr sz="2100"/>
            </a:lvl3pPr>
            <a:lvl4pPr marL="1828800" indent="-273050" algn="l">
              <a:lnSpc>
                <a:spcPct val="100000"/>
              </a:lnSpc>
              <a:spcBef>
                <a:spcPts val="0"/>
              </a:spcBef>
              <a:spcAft>
                <a:spcPts val="0"/>
              </a:spcAft>
              <a:buClr>
                <a:srgbClr val="000000"/>
              </a:buClr>
              <a:buSzPts val="700"/>
              <a:buChar char="●"/>
              <a:defRPr sz="2100"/>
            </a:lvl4pPr>
            <a:lvl5pPr marL="2286000" indent="-273050" algn="l">
              <a:lnSpc>
                <a:spcPct val="100000"/>
              </a:lnSpc>
              <a:spcBef>
                <a:spcPts val="0"/>
              </a:spcBef>
              <a:spcAft>
                <a:spcPts val="0"/>
              </a:spcAft>
              <a:buClr>
                <a:srgbClr val="000000"/>
              </a:buClr>
              <a:buSzPts val="700"/>
              <a:buChar char="○"/>
              <a:defRPr sz="2100"/>
            </a:lvl5pPr>
            <a:lvl6pPr marL="2743200" indent="-273050" algn="l">
              <a:lnSpc>
                <a:spcPct val="100000"/>
              </a:lnSpc>
              <a:spcBef>
                <a:spcPts val="0"/>
              </a:spcBef>
              <a:spcAft>
                <a:spcPts val="0"/>
              </a:spcAft>
              <a:buClr>
                <a:srgbClr val="000000"/>
              </a:buClr>
              <a:buSzPts val="700"/>
              <a:buChar char="■"/>
              <a:defRPr sz="2100"/>
            </a:lvl6pPr>
            <a:lvl7pPr marL="3200400" indent="-273050" algn="l">
              <a:lnSpc>
                <a:spcPct val="100000"/>
              </a:lnSpc>
              <a:spcBef>
                <a:spcPts val="0"/>
              </a:spcBef>
              <a:spcAft>
                <a:spcPts val="0"/>
              </a:spcAft>
              <a:buClr>
                <a:srgbClr val="000000"/>
              </a:buClr>
              <a:buSzPts val="700"/>
              <a:buChar char="●"/>
              <a:defRPr sz="2100"/>
            </a:lvl7pPr>
            <a:lvl8pPr marL="3657600" indent="-273050" algn="l">
              <a:lnSpc>
                <a:spcPct val="100000"/>
              </a:lnSpc>
              <a:spcBef>
                <a:spcPts val="0"/>
              </a:spcBef>
              <a:spcAft>
                <a:spcPts val="0"/>
              </a:spcAft>
              <a:buClr>
                <a:srgbClr val="000000"/>
              </a:buClr>
              <a:buSzPts val="700"/>
              <a:buChar char="○"/>
              <a:defRPr sz="2100"/>
            </a:lvl8pPr>
            <a:lvl9pPr marL="4114800" indent="-273050" algn="l">
              <a:lnSpc>
                <a:spcPct val="100000"/>
              </a:lnSpc>
              <a:spcBef>
                <a:spcPts val="0"/>
              </a:spcBef>
              <a:spcAft>
                <a:spcPts val="0"/>
              </a:spcAft>
              <a:buClr>
                <a:srgbClr val="000000"/>
              </a:buClr>
              <a:buSzPts val="700"/>
              <a:buChar char="■"/>
              <a:defRPr sz="2100"/>
            </a:lvl9pPr>
          </a:lstStyle>
          <a:p xmlns:a="http://schemas.openxmlformats.org/drawingml/2006/main"/>
        </p:txBody>
      </p:sp>
      <p:cxnSp>
        <p:nvCxnSpPr>
          <p:cNvPr id="1013" name="Google Shape;974;p131"/>
          <p:cNvCxnSpPr/>
          <p:nvPr/>
        </p:nvCxnSpPr>
        <p:spPr>
          <a:xfrm xmlns:a="http://schemas.openxmlformats.org/drawingml/2006/main">
            <a:off x="225925" y="4069625"/>
            <a:ext cx="4270200" cy="0"/>
          </a:xfrm>
          <a:prstGeom xmlns:a="http://schemas.openxmlformats.org/drawingml/2006/main" prst="straightConnector1">
            <a:avLst/>
          </a:prstGeom>
          <a:ln xmlns:a="http://schemas.openxmlformats.org/drawingml/2006/main" w="19050" cap="flat">
            <a:solidFill>
              <a:srgbClr val="000000">
                <a:alpha val="4710"/>
              </a:srgbClr>
            </a:solidFill>
            <a:prstDash val="solid"/>
            <a:miter/>
            <a:headEnd type="none" w="sm" len="sm"/>
            <a:tailEnd type="none" w="sm" len="sm"/>
          </a:ln>
        </p:spPr>
      </p:cxnSp>
      <p:sp>
        <p:nvSpPr>
          <p:cNvPr id="975" name="Google Shape;975;p131">
            <a:extLst xmlns:a="http://schemas.openxmlformats.org/drawingml/2006/main">
              <a:ext uri="{FF2B5EF4-FFF2-40B4-BE49-F238E27FC236}">
                <a16:creationId xmlns:a16="http://schemas.microsoft.com/office/drawing/2014/main" id="{ED207EF4-7374-4155-BBF9-276247514A32}"/>
              </a:ext>
            </a:extLst>
          </p:cNvPr>
          <p:cNvSpPr>
            <a:spLocks xmlns:a="http://schemas.openxmlformats.org/drawingml/2006/main" noGrp="1"/>
          </p:cNvSpPr>
          <p:nvPr>
            <p:ph type="body" idx="7"/>
          </p:nvPr>
        </p:nvSpPr>
        <p:spPr>
          <a:xfrm xmlns:a="http://schemas.openxmlformats.org/drawingml/2006/main">
            <a:off x="3866849" y="3630140"/>
            <a:ext cx="648000" cy="418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7500" tIns="0" rIns="67500" bIns="0" anchor="ctr">
            <a:noAutofit/>
          </a:bodyPr>
          <a:lstStyle xmlns:a="http://schemas.openxmlformats.org/drawingml/2006/main">
            <a:lvl1pPr marL="457200" indent="-279400" algn="l">
              <a:lnSpc>
                <a:spcPct val="120000"/>
              </a:lnSpc>
              <a:spcBef>
                <a:spcPts val="0"/>
              </a:spcBef>
              <a:spcAft>
                <a:spcPts val="0"/>
              </a:spcAft>
              <a:buClr>
                <a:srgbClr val="7F7F7F"/>
              </a:buClr>
              <a:buSzPts val="800"/>
              <a:buFont typeface="Helvetica Neue"/>
              <a:buChar char="●"/>
              <a:defRPr sz="800">
                <a:solidFill>
                  <a:srgbClr val="7F7F7F"/>
                </a:solidFill>
              </a:defRPr>
            </a:lvl1pPr>
            <a:lvl2pPr marL="914400" indent="-273050" algn="l">
              <a:lnSpc>
                <a:spcPct val="100000"/>
              </a:lnSpc>
              <a:spcBef>
                <a:spcPts val="0"/>
              </a:spcBef>
              <a:spcAft>
                <a:spcPts val="0"/>
              </a:spcAft>
              <a:buClr>
                <a:srgbClr val="000000"/>
              </a:buClr>
              <a:buSzPts val="700"/>
              <a:buChar char="○"/>
              <a:defRPr sz="2100"/>
            </a:lvl2pPr>
            <a:lvl3pPr marL="1371600" indent="-273050" algn="l">
              <a:lnSpc>
                <a:spcPct val="100000"/>
              </a:lnSpc>
              <a:spcBef>
                <a:spcPts val="0"/>
              </a:spcBef>
              <a:spcAft>
                <a:spcPts val="0"/>
              </a:spcAft>
              <a:buClr>
                <a:srgbClr val="000000"/>
              </a:buClr>
              <a:buSzPts val="700"/>
              <a:buChar char="■"/>
              <a:defRPr sz="2100"/>
            </a:lvl3pPr>
            <a:lvl4pPr marL="1828800" indent="-273050" algn="l">
              <a:lnSpc>
                <a:spcPct val="100000"/>
              </a:lnSpc>
              <a:spcBef>
                <a:spcPts val="0"/>
              </a:spcBef>
              <a:spcAft>
                <a:spcPts val="0"/>
              </a:spcAft>
              <a:buClr>
                <a:srgbClr val="000000"/>
              </a:buClr>
              <a:buSzPts val="700"/>
              <a:buChar char="●"/>
              <a:defRPr sz="2100"/>
            </a:lvl4pPr>
            <a:lvl5pPr marL="2286000" indent="-273050" algn="l">
              <a:lnSpc>
                <a:spcPct val="100000"/>
              </a:lnSpc>
              <a:spcBef>
                <a:spcPts val="0"/>
              </a:spcBef>
              <a:spcAft>
                <a:spcPts val="0"/>
              </a:spcAft>
              <a:buClr>
                <a:srgbClr val="000000"/>
              </a:buClr>
              <a:buSzPts val="700"/>
              <a:buChar char="○"/>
              <a:defRPr sz="2100"/>
            </a:lvl5pPr>
            <a:lvl6pPr marL="2743200" indent="-273050" algn="l">
              <a:lnSpc>
                <a:spcPct val="100000"/>
              </a:lnSpc>
              <a:spcBef>
                <a:spcPts val="0"/>
              </a:spcBef>
              <a:spcAft>
                <a:spcPts val="0"/>
              </a:spcAft>
              <a:buClr>
                <a:srgbClr val="000000"/>
              </a:buClr>
              <a:buSzPts val="700"/>
              <a:buChar char="■"/>
              <a:defRPr sz="2100"/>
            </a:lvl6pPr>
            <a:lvl7pPr marL="3200400" indent="-273050" algn="l">
              <a:lnSpc>
                <a:spcPct val="100000"/>
              </a:lnSpc>
              <a:spcBef>
                <a:spcPts val="0"/>
              </a:spcBef>
              <a:spcAft>
                <a:spcPts val="0"/>
              </a:spcAft>
              <a:buClr>
                <a:srgbClr val="000000"/>
              </a:buClr>
              <a:buSzPts val="700"/>
              <a:buChar char="●"/>
              <a:defRPr sz="2100"/>
            </a:lvl7pPr>
            <a:lvl8pPr marL="3657600" indent="-273050" algn="l">
              <a:lnSpc>
                <a:spcPct val="100000"/>
              </a:lnSpc>
              <a:spcBef>
                <a:spcPts val="0"/>
              </a:spcBef>
              <a:spcAft>
                <a:spcPts val="0"/>
              </a:spcAft>
              <a:buClr>
                <a:srgbClr val="000000"/>
              </a:buClr>
              <a:buSzPts val="700"/>
              <a:buChar char="○"/>
              <a:defRPr sz="2100"/>
            </a:lvl8pPr>
            <a:lvl9pPr marL="4114800" indent="-273050" algn="l">
              <a:lnSpc>
                <a:spcPct val="100000"/>
              </a:lnSpc>
              <a:spcBef>
                <a:spcPts val="0"/>
              </a:spcBef>
              <a:spcAft>
                <a:spcPts val="0"/>
              </a:spcAft>
              <a:buClr>
                <a:srgbClr val="000000"/>
              </a:buClr>
              <a:buSzPts val="700"/>
              <a:buChar char="■"/>
              <a:defRPr sz="2100"/>
            </a:lvl9pPr>
          </a:lstStyle>
          <a:p xmlns:a="http://schemas.openxmlformats.org/drawingml/2006/main"/>
        </p:txBody>
      </p:sp>
      <p:sp>
        <p:nvSpPr>
          <p:cNvPr id="976" name="Google Shape;976;p131">
            <a:extLst xmlns:a="http://schemas.openxmlformats.org/drawingml/2006/main">
              <a:ext uri="{FF2B5EF4-FFF2-40B4-BE49-F238E27FC236}">
                <a16:creationId xmlns:a16="http://schemas.microsoft.com/office/drawing/2014/main" id="{5BE58D56-5D76-43E3-B2C2-3F76B5E9FEB7}"/>
              </a:ext>
            </a:extLst>
          </p:cNvPr>
          <p:cNvSpPr>
            <a:spLocks xmlns:a="http://schemas.openxmlformats.org/drawingml/2006/main" noGrp="1"/>
          </p:cNvSpPr>
          <p:nvPr>
            <p:ph type="body" idx="8"/>
          </p:nvPr>
        </p:nvSpPr>
        <p:spPr>
          <a:xfrm xmlns:a="http://schemas.openxmlformats.org/drawingml/2006/main">
            <a:off x="3191849" y="3630140"/>
            <a:ext cx="648000" cy="418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7500" tIns="0" rIns="67500" bIns="0" anchor="ctr">
            <a:noAutofit/>
          </a:bodyPr>
          <a:lstStyle xmlns:a="http://schemas.openxmlformats.org/drawingml/2006/main">
            <a:lvl1pPr marL="457200" indent="-279400" algn="l">
              <a:lnSpc>
                <a:spcPct val="120000"/>
              </a:lnSpc>
              <a:spcBef>
                <a:spcPts val="0"/>
              </a:spcBef>
              <a:spcAft>
                <a:spcPts val="0"/>
              </a:spcAft>
              <a:buClr>
                <a:srgbClr val="7F7F7F"/>
              </a:buClr>
              <a:buSzPts val="800"/>
              <a:buFont typeface="Helvetica Neue"/>
              <a:buChar char="●"/>
              <a:defRPr sz="800">
                <a:solidFill>
                  <a:srgbClr val="7F7F7F"/>
                </a:solidFill>
              </a:defRPr>
            </a:lvl1pPr>
            <a:lvl2pPr marL="914400" indent="-273050" algn="l">
              <a:lnSpc>
                <a:spcPct val="100000"/>
              </a:lnSpc>
              <a:spcBef>
                <a:spcPts val="0"/>
              </a:spcBef>
              <a:spcAft>
                <a:spcPts val="0"/>
              </a:spcAft>
              <a:buClr>
                <a:srgbClr val="000000"/>
              </a:buClr>
              <a:buSzPts val="700"/>
              <a:buChar char="○"/>
              <a:defRPr sz="2100"/>
            </a:lvl2pPr>
            <a:lvl3pPr marL="1371600" indent="-273050" algn="l">
              <a:lnSpc>
                <a:spcPct val="100000"/>
              </a:lnSpc>
              <a:spcBef>
                <a:spcPts val="0"/>
              </a:spcBef>
              <a:spcAft>
                <a:spcPts val="0"/>
              </a:spcAft>
              <a:buClr>
                <a:srgbClr val="000000"/>
              </a:buClr>
              <a:buSzPts val="700"/>
              <a:buChar char="■"/>
              <a:defRPr sz="2100"/>
            </a:lvl3pPr>
            <a:lvl4pPr marL="1828800" indent="-273050" algn="l">
              <a:lnSpc>
                <a:spcPct val="100000"/>
              </a:lnSpc>
              <a:spcBef>
                <a:spcPts val="0"/>
              </a:spcBef>
              <a:spcAft>
                <a:spcPts val="0"/>
              </a:spcAft>
              <a:buClr>
                <a:srgbClr val="000000"/>
              </a:buClr>
              <a:buSzPts val="700"/>
              <a:buChar char="●"/>
              <a:defRPr sz="2100"/>
            </a:lvl4pPr>
            <a:lvl5pPr marL="2286000" indent="-273050" algn="l">
              <a:lnSpc>
                <a:spcPct val="100000"/>
              </a:lnSpc>
              <a:spcBef>
                <a:spcPts val="0"/>
              </a:spcBef>
              <a:spcAft>
                <a:spcPts val="0"/>
              </a:spcAft>
              <a:buClr>
                <a:srgbClr val="000000"/>
              </a:buClr>
              <a:buSzPts val="700"/>
              <a:buChar char="○"/>
              <a:defRPr sz="2100"/>
            </a:lvl5pPr>
            <a:lvl6pPr marL="2743200" indent="-273050" algn="l">
              <a:lnSpc>
                <a:spcPct val="100000"/>
              </a:lnSpc>
              <a:spcBef>
                <a:spcPts val="0"/>
              </a:spcBef>
              <a:spcAft>
                <a:spcPts val="0"/>
              </a:spcAft>
              <a:buClr>
                <a:srgbClr val="000000"/>
              </a:buClr>
              <a:buSzPts val="700"/>
              <a:buChar char="■"/>
              <a:defRPr sz="2100"/>
            </a:lvl6pPr>
            <a:lvl7pPr marL="3200400" indent="-273050" algn="l">
              <a:lnSpc>
                <a:spcPct val="100000"/>
              </a:lnSpc>
              <a:spcBef>
                <a:spcPts val="0"/>
              </a:spcBef>
              <a:spcAft>
                <a:spcPts val="0"/>
              </a:spcAft>
              <a:buClr>
                <a:srgbClr val="000000"/>
              </a:buClr>
              <a:buSzPts val="700"/>
              <a:buChar char="●"/>
              <a:defRPr sz="2100"/>
            </a:lvl7pPr>
            <a:lvl8pPr marL="3657600" indent="-273050" algn="l">
              <a:lnSpc>
                <a:spcPct val="100000"/>
              </a:lnSpc>
              <a:spcBef>
                <a:spcPts val="0"/>
              </a:spcBef>
              <a:spcAft>
                <a:spcPts val="0"/>
              </a:spcAft>
              <a:buClr>
                <a:srgbClr val="000000"/>
              </a:buClr>
              <a:buSzPts val="700"/>
              <a:buChar char="○"/>
              <a:defRPr sz="2100"/>
            </a:lvl8pPr>
            <a:lvl9pPr marL="4114800" indent="-273050" algn="l">
              <a:lnSpc>
                <a:spcPct val="100000"/>
              </a:lnSpc>
              <a:spcBef>
                <a:spcPts val="0"/>
              </a:spcBef>
              <a:spcAft>
                <a:spcPts val="0"/>
              </a:spcAft>
              <a:buClr>
                <a:srgbClr val="000000"/>
              </a:buClr>
              <a:buSzPts val="700"/>
              <a:buChar char="■"/>
              <a:defRPr sz="2100"/>
            </a:lvl9pPr>
          </a:lstStyle>
          <a:p xmlns:a="http://schemas.openxmlformats.org/drawingml/2006/main"/>
        </p:txBody>
      </p:sp>
      <p:sp>
        <p:nvSpPr>
          <p:cNvPr id="977" name="Google Shape;977;p131">
            <a:extLst xmlns:a="http://schemas.openxmlformats.org/drawingml/2006/main">
              <a:ext uri="{FF2B5EF4-FFF2-40B4-BE49-F238E27FC236}">
                <a16:creationId xmlns:a16="http://schemas.microsoft.com/office/drawing/2014/main" id="{E7B0EC50-2F50-4D85-95A8-D7EBC7B3F8FD}"/>
              </a:ext>
            </a:extLst>
          </p:cNvPr>
          <p:cNvSpPr>
            <a:spLocks xmlns:a="http://schemas.openxmlformats.org/drawingml/2006/main" noGrp="1"/>
          </p:cNvSpPr>
          <p:nvPr>
            <p:ph type="body" idx="9"/>
          </p:nvPr>
        </p:nvSpPr>
        <p:spPr>
          <a:xfrm xmlns:a="http://schemas.openxmlformats.org/drawingml/2006/main">
            <a:off x="2543849" y="3630140"/>
            <a:ext cx="648000" cy="418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7500" tIns="0" rIns="67500" bIns="0" anchor="ctr">
            <a:noAutofit/>
          </a:bodyPr>
          <a:lstStyle xmlns:a="http://schemas.openxmlformats.org/drawingml/2006/main">
            <a:lvl1pPr marL="457200" indent="-279400" algn="l">
              <a:lnSpc>
                <a:spcPct val="120000"/>
              </a:lnSpc>
              <a:spcBef>
                <a:spcPts val="0"/>
              </a:spcBef>
              <a:spcAft>
                <a:spcPts val="0"/>
              </a:spcAft>
              <a:buClr>
                <a:srgbClr val="7F7F7F"/>
              </a:buClr>
              <a:buSzPts val="800"/>
              <a:buFont typeface="Helvetica Neue"/>
              <a:buChar char="●"/>
              <a:defRPr sz="800">
                <a:solidFill>
                  <a:srgbClr val="7F7F7F"/>
                </a:solidFill>
              </a:defRPr>
            </a:lvl1pPr>
            <a:lvl2pPr marL="914400" indent="-273050" algn="l">
              <a:lnSpc>
                <a:spcPct val="100000"/>
              </a:lnSpc>
              <a:spcBef>
                <a:spcPts val="0"/>
              </a:spcBef>
              <a:spcAft>
                <a:spcPts val="0"/>
              </a:spcAft>
              <a:buClr>
                <a:srgbClr val="000000"/>
              </a:buClr>
              <a:buSzPts val="700"/>
              <a:buChar char="○"/>
              <a:defRPr sz="2100"/>
            </a:lvl2pPr>
            <a:lvl3pPr marL="1371600" indent="-273050" algn="l">
              <a:lnSpc>
                <a:spcPct val="100000"/>
              </a:lnSpc>
              <a:spcBef>
                <a:spcPts val="0"/>
              </a:spcBef>
              <a:spcAft>
                <a:spcPts val="0"/>
              </a:spcAft>
              <a:buClr>
                <a:srgbClr val="000000"/>
              </a:buClr>
              <a:buSzPts val="700"/>
              <a:buChar char="■"/>
              <a:defRPr sz="2100"/>
            </a:lvl3pPr>
            <a:lvl4pPr marL="1828800" indent="-273050" algn="l">
              <a:lnSpc>
                <a:spcPct val="100000"/>
              </a:lnSpc>
              <a:spcBef>
                <a:spcPts val="0"/>
              </a:spcBef>
              <a:spcAft>
                <a:spcPts val="0"/>
              </a:spcAft>
              <a:buClr>
                <a:srgbClr val="000000"/>
              </a:buClr>
              <a:buSzPts val="700"/>
              <a:buChar char="●"/>
              <a:defRPr sz="2100"/>
            </a:lvl4pPr>
            <a:lvl5pPr marL="2286000" indent="-273050" algn="l">
              <a:lnSpc>
                <a:spcPct val="100000"/>
              </a:lnSpc>
              <a:spcBef>
                <a:spcPts val="0"/>
              </a:spcBef>
              <a:spcAft>
                <a:spcPts val="0"/>
              </a:spcAft>
              <a:buClr>
                <a:srgbClr val="000000"/>
              </a:buClr>
              <a:buSzPts val="700"/>
              <a:buChar char="○"/>
              <a:defRPr sz="2100"/>
            </a:lvl5pPr>
            <a:lvl6pPr marL="2743200" indent="-273050" algn="l">
              <a:lnSpc>
                <a:spcPct val="100000"/>
              </a:lnSpc>
              <a:spcBef>
                <a:spcPts val="0"/>
              </a:spcBef>
              <a:spcAft>
                <a:spcPts val="0"/>
              </a:spcAft>
              <a:buClr>
                <a:srgbClr val="000000"/>
              </a:buClr>
              <a:buSzPts val="700"/>
              <a:buChar char="■"/>
              <a:defRPr sz="2100"/>
            </a:lvl6pPr>
            <a:lvl7pPr marL="3200400" indent="-273050" algn="l">
              <a:lnSpc>
                <a:spcPct val="100000"/>
              </a:lnSpc>
              <a:spcBef>
                <a:spcPts val="0"/>
              </a:spcBef>
              <a:spcAft>
                <a:spcPts val="0"/>
              </a:spcAft>
              <a:buClr>
                <a:srgbClr val="000000"/>
              </a:buClr>
              <a:buSzPts val="700"/>
              <a:buChar char="●"/>
              <a:defRPr sz="2100"/>
            </a:lvl7pPr>
            <a:lvl8pPr marL="3657600" indent="-273050" algn="l">
              <a:lnSpc>
                <a:spcPct val="100000"/>
              </a:lnSpc>
              <a:spcBef>
                <a:spcPts val="0"/>
              </a:spcBef>
              <a:spcAft>
                <a:spcPts val="0"/>
              </a:spcAft>
              <a:buClr>
                <a:srgbClr val="000000"/>
              </a:buClr>
              <a:buSzPts val="700"/>
              <a:buChar char="○"/>
              <a:defRPr sz="2100"/>
            </a:lvl8pPr>
            <a:lvl9pPr marL="4114800" indent="-273050" algn="l">
              <a:lnSpc>
                <a:spcPct val="100000"/>
              </a:lnSpc>
              <a:spcBef>
                <a:spcPts val="0"/>
              </a:spcBef>
              <a:spcAft>
                <a:spcPts val="0"/>
              </a:spcAft>
              <a:buClr>
                <a:srgbClr val="000000"/>
              </a:buClr>
              <a:buSzPts val="700"/>
              <a:buChar char="■"/>
              <a:defRPr sz="2100"/>
            </a:lvl9pPr>
          </a:lstStyle>
          <a:p xmlns:a="http://schemas.openxmlformats.org/drawingml/2006/main"/>
        </p:txBody>
      </p:sp>
      <p:sp>
        <p:nvSpPr>
          <p:cNvPr id="978" name="Google Shape;978;p131">
            <a:extLst xmlns:a="http://schemas.openxmlformats.org/drawingml/2006/main">
              <a:ext uri="{FF2B5EF4-FFF2-40B4-BE49-F238E27FC236}">
                <a16:creationId xmlns:a16="http://schemas.microsoft.com/office/drawing/2014/main" id="{2DB99DC1-E57D-405B-8E89-295F740E0AEB}"/>
              </a:ext>
            </a:extLst>
          </p:cNvPr>
          <p:cNvSpPr>
            <a:spLocks xmlns:a="http://schemas.openxmlformats.org/drawingml/2006/main" noGrp="1"/>
          </p:cNvSpPr>
          <p:nvPr>
            <p:ph type="body" idx="13"/>
          </p:nvPr>
        </p:nvSpPr>
        <p:spPr>
          <a:xfrm xmlns:a="http://schemas.openxmlformats.org/drawingml/2006/main">
            <a:off x="1868849" y="3630140"/>
            <a:ext cx="648000" cy="418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7500" tIns="0" rIns="67500" bIns="0" anchor="ctr">
            <a:noAutofit/>
          </a:bodyPr>
          <a:lstStyle xmlns:a="http://schemas.openxmlformats.org/drawingml/2006/main">
            <a:lvl1pPr marL="457200" indent="-279400" algn="l">
              <a:lnSpc>
                <a:spcPct val="120000"/>
              </a:lnSpc>
              <a:spcBef>
                <a:spcPts val="0"/>
              </a:spcBef>
              <a:spcAft>
                <a:spcPts val="0"/>
              </a:spcAft>
              <a:buClr>
                <a:srgbClr val="7F7F7F"/>
              </a:buClr>
              <a:buSzPts val="800"/>
              <a:buFont typeface="Helvetica Neue"/>
              <a:buChar char="●"/>
              <a:defRPr sz="800">
                <a:solidFill>
                  <a:srgbClr val="7F7F7F"/>
                </a:solidFill>
              </a:defRPr>
            </a:lvl1pPr>
            <a:lvl2pPr marL="914400" indent="-273050" algn="l">
              <a:lnSpc>
                <a:spcPct val="100000"/>
              </a:lnSpc>
              <a:spcBef>
                <a:spcPts val="0"/>
              </a:spcBef>
              <a:spcAft>
                <a:spcPts val="0"/>
              </a:spcAft>
              <a:buClr>
                <a:srgbClr val="000000"/>
              </a:buClr>
              <a:buSzPts val="700"/>
              <a:buChar char="○"/>
              <a:defRPr sz="2100"/>
            </a:lvl2pPr>
            <a:lvl3pPr marL="1371600" indent="-273050" algn="l">
              <a:lnSpc>
                <a:spcPct val="100000"/>
              </a:lnSpc>
              <a:spcBef>
                <a:spcPts val="0"/>
              </a:spcBef>
              <a:spcAft>
                <a:spcPts val="0"/>
              </a:spcAft>
              <a:buClr>
                <a:srgbClr val="000000"/>
              </a:buClr>
              <a:buSzPts val="700"/>
              <a:buChar char="■"/>
              <a:defRPr sz="2100"/>
            </a:lvl3pPr>
            <a:lvl4pPr marL="1828800" indent="-273050" algn="l">
              <a:lnSpc>
                <a:spcPct val="100000"/>
              </a:lnSpc>
              <a:spcBef>
                <a:spcPts val="0"/>
              </a:spcBef>
              <a:spcAft>
                <a:spcPts val="0"/>
              </a:spcAft>
              <a:buClr>
                <a:srgbClr val="000000"/>
              </a:buClr>
              <a:buSzPts val="700"/>
              <a:buChar char="●"/>
              <a:defRPr sz="2100"/>
            </a:lvl4pPr>
            <a:lvl5pPr marL="2286000" indent="-273050" algn="l">
              <a:lnSpc>
                <a:spcPct val="100000"/>
              </a:lnSpc>
              <a:spcBef>
                <a:spcPts val="0"/>
              </a:spcBef>
              <a:spcAft>
                <a:spcPts val="0"/>
              </a:spcAft>
              <a:buClr>
                <a:srgbClr val="000000"/>
              </a:buClr>
              <a:buSzPts val="700"/>
              <a:buChar char="○"/>
              <a:defRPr sz="2100"/>
            </a:lvl5pPr>
            <a:lvl6pPr marL="2743200" indent="-273050" algn="l">
              <a:lnSpc>
                <a:spcPct val="100000"/>
              </a:lnSpc>
              <a:spcBef>
                <a:spcPts val="0"/>
              </a:spcBef>
              <a:spcAft>
                <a:spcPts val="0"/>
              </a:spcAft>
              <a:buClr>
                <a:srgbClr val="000000"/>
              </a:buClr>
              <a:buSzPts val="700"/>
              <a:buChar char="■"/>
              <a:defRPr sz="2100"/>
            </a:lvl6pPr>
            <a:lvl7pPr marL="3200400" indent="-273050" algn="l">
              <a:lnSpc>
                <a:spcPct val="100000"/>
              </a:lnSpc>
              <a:spcBef>
                <a:spcPts val="0"/>
              </a:spcBef>
              <a:spcAft>
                <a:spcPts val="0"/>
              </a:spcAft>
              <a:buClr>
                <a:srgbClr val="000000"/>
              </a:buClr>
              <a:buSzPts val="700"/>
              <a:buChar char="●"/>
              <a:defRPr sz="2100"/>
            </a:lvl7pPr>
            <a:lvl8pPr marL="3657600" indent="-273050" algn="l">
              <a:lnSpc>
                <a:spcPct val="100000"/>
              </a:lnSpc>
              <a:spcBef>
                <a:spcPts val="0"/>
              </a:spcBef>
              <a:spcAft>
                <a:spcPts val="0"/>
              </a:spcAft>
              <a:buClr>
                <a:srgbClr val="000000"/>
              </a:buClr>
              <a:buSzPts val="700"/>
              <a:buChar char="○"/>
              <a:defRPr sz="2100"/>
            </a:lvl8pPr>
            <a:lvl9pPr marL="4114800" indent="-273050" algn="l">
              <a:lnSpc>
                <a:spcPct val="100000"/>
              </a:lnSpc>
              <a:spcBef>
                <a:spcPts val="0"/>
              </a:spcBef>
              <a:spcAft>
                <a:spcPts val="0"/>
              </a:spcAft>
              <a:buClr>
                <a:srgbClr val="000000"/>
              </a:buClr>
              <a:buSzPts val="700"/>
              <a:buChar char="■"/>
              <a:defRPr sz="2100"/>
            </a:lvl9pPr>
          </a:lstStyle>
          <a:p xmlns:a="http://schemas.openxmlformats.org/drawingml/2006/main"/>
        </p:txBody>
      </p:sp>
      <p:sp>
        <p:nvSpPr>
          <p:cNvPr id="979" name="Google Shape;979;p131">
            <a:extLst xmlns:a="http://schemas.openxmlformats.org/drawingml/2006/main">
              <a:ext uri="{FF2B5EF4-FFF2-40B4-BE49-F238E27FC236}">
                <a16:creationId xmlns:a16="http://schemas.microsoft.com/office/drawing/2014/main" id="{771E6F3B-E91A-4AA0-AFCC-2A332394DD83}"/>
              </a:ext>
            </a:extLst>
          </p:cNvPr>
          <p:cNvSpPr>
            <a:spLocks xmlns:a="http://schemas.openxmlformats.org/drawingml/2006/main" noGrp="1"/>
          </p:cNvSpPr>
          <p:nvPr>
            <p:ph type="body" idx="14"/>
          </p:nvPr>
        </p:nvSpPr>
        <p:spPr>
          <a:xfrm xmlns:a="http://schemas.openxmlformats.org/drawingml/2006/main">
            <a:off x="1220849" y="3630140"/>
            <a:ext cx="648000" cy="418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7500" tIns="0" rIns="67500" bIns="0" anchor="ctr">
            <a:noAutofit/>
          </a:bodyPr>
          <a:lstStyle xmlns:a="http://schemas.openxmlformats.org/drawingml/2006/main">
            <a:lvl1pPr marL="457200" indent="-279400" algn="l">
              <a:lnSpc>
                <a:spcPct val="120000"/>
              </a:lnSpc>
              <a:spcBef>
                <a:spcPts val="0"/>
              </a:spcBef>
              <a:spcAft>
                <a:spcPts val="0"/>
              </a:spcAft>
              <a:buClr>
                <a:srgbClr val="7F7F7F"/>
              </a:buClr>
              <a:buSzPts val="800"/>
              <a:buFont typeface="Helvetica Neue"/>
              <a:buChar char="●"/>
              <a:defRPr sz="800">
                <a:solidFill>
                  <a:srgbClr val="7F7F7F"/>
                </a:solidFill>
              </a:defRPr>
            </a:lvl1pPr>
            <a:lvl2pPr marL="914400" indent="-273050" algn="l">
              <a:lnSpc>
                <a:spcPct val="100000"/>
              </a:lnSpc>
              <a:spcBef>
                <a:spcPts val="0"/>
              </a:spcBef>
              <a:spcAft>
                <a:spcPts val="0"/>
              </a:spcAft>
              <a:buClr>
                <a:srgbClr val="000000"/>
              </a:buClr>
              <a:buSzPts val="700"/>
              <a:buChar char="○"/>
              <a:defRPr sz="2100"/>
            </a:lvl2pPr>
            <a:lvl3pPr marL="1371600" indent="-273050" algn="l">
              <a:lnSpc>
                <a:spcPct val="100000"/>
              </a:lnSpc>
              <a:spcBef>
                <a:spcPts val="0"/>
              </a:spcBef>
              <a:spcAft>
                <a:spcPts val="0"/>
              </a:spcAft>
              <a:buClr>
                <a:srgbClr val="000000"/>
              </a:buClr>
              <a:buSzPts val="700"/>
              <a:buChar char="■"/>
              <a:defRPr sz="2100"/>
            </a:lvl3pPr>
            <a:lvl4pPr marL="1828800" indent="-273050" algn="l">
              <a:lnSpc>
                <a:spcPct val="100000"/>
              </a:lnSpc>
              <a:spcBef>
                <a:spcPts val="0"/>
              </a:spcBef>
              <a:spcAft>
                <a:spcPts val="0"/>
              </a:spcAft>
              <a:buClr>
                <a:srgbClr val="000000"/>
              </a:buClr>
              <a:buSzPts val="700"/>
              <a:buChar char="●"/>
              <a:defRPr sz="2100"/>
            </a:lvl4pPr>
            <a:lvl5pPr marL="2286000" indent="-273050" algn="l">
              <a:lnSpc>
                <a:spcPct val="100000"/>
              </a:lnSpc>
              <a:spcBef>
                <a:spcPts val="0"/>
              </a:spcBef>
              <a:spcAft>
                <a:spcPts val="0"/>
              </a:spcAft>
              <a:buClr>
                <a:srgbClr val="000000"/>
              </a:buClr>
              <a:buSzPts val="700"/>
              <a:buChar char="○"/>
              <a:defRPr sz="2100"/>
            </a:lvl5pPr>
            <a:lvl6pPr marL="2743200" indent="-273050" algn="l">
              <a:lnSpc>
                <a:spcPct val="100000"/>
              </a:lnSpc>
              <a:spcBef>
                <a:spcPts val="0"/>
              </a:spcBef>
              <a:spcAft>
                <a:spcPts val="0"/>
              </a:spcAft>
              <a:buClr>
                <a:srgbClr val="000000"/>
              </a:buClr>
              <a:buSzPts val="700"/>
              <a:buChar char="■"/>
              <a:defRPr sz="2100"/>
            </a:lvl6pPr>
            <a:lvl7pPr marL="3200400" indent="-273050" algn="l">
              <a:lnSpc>
                <a:spcPct val="100000"/>
              </a:lnSpc>
              <a:spcBef>
                <a:spcPts val="0"/>
              </a:spcBef>
              <a:spcAft>
                <a:spcPts val="0"/>
              </a:spcAft>
              <a:buClr>
                <a:srgbClr val="000000"/>
              </a:buClr>
              <a:buSzPts val="700"/>
              <a:buChar char="●"/>
              <a:defRPr sz="2100"/>
            </a:lvl7pPr>
            <a:lvl8pPr marL="3657600" indent="-273050" algn="l">
              <a:lnSpc>
                <a:spcPct val="100000"/>
              </a:lnSpc>
              <a:spcBef>
                <a:spcPts val="0"/>
              </a:spcBef>
              <a:spcAft>
                <a:spcPts val="0"/>
              </a:spcAft>
              <a:buClr>
                <a:srgbClr val="000000"/>
              </a:buClr>
              <a:buSzPts val="700"/>
              <a:buChar char="○"/>
              <a:defRPr sz="2100"/>
            </a:lvl8pPr>
            <a:lvl9pPr marL="4114800" indent="-273050" algn="l">
              <a:lnSpc>
                <a:spcPct val="100000"/>
              </a:lnSpc>
              <a:spcBef>
                <a:spcPts val="0"/>
              </a:spcBef>
              <a:spcAft>
                <a:spcPts val="0"/>
              </a:spcAft>
              <a:buClr>
                <a:srgbClr val="000000"/>
              </a:buClr>
              <a:buSzPts val="700"/>
              <a:buChar char="■"/>
              <a:defRPr sz="2100"/>
            </a:lvl9pPr>
          </a:lstStyle>
          <a:p xmlns:a="http://schemas.openxmlformats.org/drawingml/2006/main"/>
        </p:txBody>
      </p:sp>
      <p:sp>
        <p:nvSpPr>
          <p:cNvPr id="980" name="Google Shape;980;p131">
            <a:extLst xmlns:a="http://schemas.openxmlformats.org/drawingml/2006/main">
              <a:ext uri="{FF2B5EF4-FFF2-40B4-BE49-F238E27FC236}">
                <a16:creationId xmlns:a16="http://schemas.microsoft.com/office/drawing/2014/main" id="{F9B88DFF-3F3C-4920-A5F5-76E712AACD5F}"/>
              </a:ext>
            </a:extLst>
          </p:cNvPr>
          <p:cNvSpPr>
            <a:spLocks xmlns:a="http://schemas.openxmlformats.org/drawingml/2006/main" noGrp="1"/>
          </p:cNvSpPr>
          <p:nvPr>
            <p:ph type="body" idx="15"/>
          </p:nvPr>
        </p:nvSpPr>
        <p:spPr>
          <a:xfrm xmlns:a="http://schemas.openxmlformats.org/drawingml/2006/main">
            <a:off x="201377" y="3630140"/>
            <a:ext cx="992400" cy="418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7500" tIns="0" rIns="67500" bIns="0" anchor="ctr">
            <a:noAutofit/>
          </a:bodyPr>
          <a:lstStyle xmlns:a="http://schemas.openxmlformats.org/drawingml/2006/main">
            <a:lvl1pPr marL="457200" indent="-279400" algn="l">
              <a:lnSpc>
                <a:spcPct val="120000"/>
              </a:lnSpc>
              <a:spcBef>
                <a:spcPts val="0"/>
              </a:spcBef>
              <a:spcAft>
                <a:spcPts val="0"/>
              </a:spcAft>
              <a:buClr>
                <a:schemeClr val="dk1"/>
              </a:buClr>
              <a:buSzPts val="800"/>
              <a:buFont typeface="Helvetica Neue"/>
              <a:buChar char="●"/>
              <a:defRPr sz="800">
                <a:solidFill>
                  <a:schemeClr val="dk1"/>
                </a:solidFill>
              </a:defRPr>
            </a:lvl1pPr>
            <a:lvl2pPr marL="914400" indent="-273050" algn="l">
              <a:lnSpc>
                <a:spcPct val="100000"/>
              </a:lnSpc>
              <a:spcBef>
                <a:spcPts val="0"/>
              </a:spcBef>
              <a:spcAft>
                <a:spcPts val="0"/>
              </a:spcAft>
              <a:buClr>
                <a:srgbClr val="000000"/>
              </a:buClr>
              <a:buSzPts val="700"/>
              <a:buChar char="○"/>
              <a:defRPr sz="2100"/>
            </a:lvl2pPr>
            <a:lvl3pPr marL="1371600" indent="-273050" algn="l">
              <a:lnSpc>
                <a:spcPct val="100000"/>
              </a:lnSpc>
              <a:spcBef>
                <a:spcPts val="0"/>
              </a:spcBef>
              <a:spcAft>
                <a:spcPts val="0"/>
              </a:spcAft>
              <a:buClr>
                <a:srgbClr val="000000"/>
              </a:buClr>
              <a:buSzPts val="700"/>
              <a:buChar char="■"/>
              <a:defRPr sz="2100"/>
            </a:lvl3pPr>
            <a:lvl4pPr marL="1828800" indent="-273050" algn="l">
              <a:lnSpc>
                <a:spcPct val="100000"/>
              </a:lnSpc>
              <a:spcBef>
                <a:spcPts val="0"/>
              </a:spcBef>
              <a:spcAft>
                <a:spcPts val="0"/>
              </a:spcAft>
              <a:buClr>
                <a:srgbClr val="000000"/>
              </a:buClr>
              <a:buSzPts val="700"/>
              <a:buChar char="●"/>
              <a:defRPr sz="2100"/>
            </a:lvl4pPr>
            <a:lvl5pPr marL="2286000" indent="-273050" algn="l">
              <a:lnSpc>
                <a:spcPct val="100000"/>
              </a:lnSpc>
              <a:spcBef>
                <a:spcPts val="0"/>
              </a:spcBef>
              <a:spcAft>
                <a:spcPts val="0"/>
              </a:spcAft>
              <a:buClr>
                <a:srgbClr val="000000"/>
              </a:buClr>
              <a:buSzPts val="700"/>
              <a:buChar char="○"/>
              <a:defRPr sz="2100"/>
            </a:lvl5pPr>
            <a:lvl6pPr marL="2743200" indent="-273050" algn="l">
              <a:lnSpc>
                <a:spcPct val="100000"/>
              </a:lnSpc>
              <a:spcBef>
                <a:spcPts val="0"/>
              </a:spcBef>
              <a:spcAft>
                <a:spcPts val="0"/>
              </a:spcAft>
              <a:buClr>
                <a:srgbClr val="000000"/>
              </a:buClr>
              <a:buSzPts val="700"/>
              <a:buChar char="■"/>
              <a:defRPr sz="2100"/>
            </a:lvl6pPr>
            <a:lvl7pPr marL="3200400" indent="-273050" algn="l">
              <a:lnSpc>
                <a:spcPct val="100000"/>
              </a:lnSpc>
              <a:spcBef>
                <a:spcPts val="0"/>
              </a:spcBef>
              <a:spcAft>
                <a:spcPts val="0"/>
              </a:spcAft>
              <a:buClr>
                <a:srgbClr val="000000"/>
              </a:buClr>
              <a:buSzPts val="700"/>
              <a:buChar char="●"/>
              <a:defRPr sz="2100"/>
            </a:lvl7pPr>
            <a:lvl8pPr marL="3657600" indent="-273050" algn="l">
              <a:lnSpc>
                <a:spcPct val="100000"/>
              </a:lnSpc>
              <a:spcBef>
                <a:spcPts val="0"/>
              </a:spcBef>
              <a:spcAft>
                <a:spcPts val="0"/>
              </a:spcAft>
              <a:buClr>
                <a:srgbClr val="000000"/>
              </a:buClr>
              <a:buSzPts val="700"/>
              <a:buChar char="○"/>
              <a:defRPr sz="2100"/>
            </a:lvl8pPr>
            <a:lvl9pPr marL="4114800" indent="-273050" algn="l">
              <a:lnSpc>
                <a:spcPct val="100000"/>
              </a:lnSpc>
              <a:spcBef>
                <a:spcPts val="0"/>
              </a:spcBef>
              <a:spcAft>
                <a:spcPts val="0"/>
              </a:spcAft>
              <a:buClr>
                <a:srgbClr val="000000"/>
              </a:buClr>
              <a:buSzPts val="700"/>
              <a:buChar char="■"/>
              <a:defRPr sz="2100"/>
            </a:lvl9pPr>
          </a:lstStyle>
          <a:p xmlns:a="http://schemas.openxmlformats.org/drawingml/2006/main"/>
        </p:txBody>
      </p:sp>
      <p:cxnSp>
        <p:nvCxnSpPr>
          <p:cNvPr id="1020" name="Google Shape;981;p131"/>
          <p:cNvCxnSpPr/>
          <p:nvPr/>
        </p:nvCxnSpPr>
        <p:spPr>
          <a:xfrm xmlns:a="http://schemas.openxmlformats.org/drawingml/2006/main">
            <a:off x="225925" y="3630694"/>
            <a:ext cx="4270200" cy="0"/>
          </a:xfrm>
          <a:prstGeom xmlns:a="http://schemas.openxmlformats.org/drawingml/2006/main" prst="straightConnector1">
            <a:avLst/>
          </a:prstGeom>
          <a:ln xmlns:a="http://schemas.openxmlformats.org/drawingml/2006/main" w="19050" cap="flat">
            <a:solidFill>
              <a:srgbClr val="000000">
                <a:alpha val="4710"/>
              </a:srgbClr>
            </a:solidFill>
            <a:prstDash val="solid"/>
            <a:miter/>
            <a:headEnd type="none" w="sm" len="sm"/>
            <a:tailEnd type="none" w="sm" len="sm"/>
          </a:ln>
        </p:spPr>
      </p:cxnSp>
      <p:sp>
        <p:nvSpPr>
          <p:cNvPr id="982" name="Google Shape;982;p131">
            <a:extLst xmlns:a="http://schemas.openxmlformats.org/drawingml/2006/main">
              <a:ext uri="{FF2B5EF4-FFF2-40B4-BE49-F238E27FC236}">
                <a16:creationId xmlns:a16="http://schemas.microsoft.com/office/drawing/2014/main" id="{37753800-87AD-4F43-A0BB-519555892E8B}"/>
              </a:ext>
            </a:extLst>
          </p:cNvPr>
          <p:cNvSpPr>
            <a:spLocks xmlns:a="http://schemas.openxmlformats.org/drawingml/2006/main" noGrp="1"/>
          </p:cNvSpPr>
          <p:nvPr>
            <p:ph type="body" idx="16"/>
          </p:nvPr>
        </p:nvSpPr>
        <p:spPr>
          <a:xfrm xmlns:a="http://schemas.openxmlformats.org/drawingml/2006/main">
            <a:off x="3866849" y="3190665"/>
            <a:ext cx="648000" cy="418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7500" tIns="0" rIns="67500" bIns="0" anchor="ctr">
            <a:noAutofit/>
          </a:bodyPr>
          <a:lstStyle xmlns:a="http://schemas.openxmlformats.org/drawingml/2006/main">
            <a:lvl1pPr marL="457200" indent="-279400" algn="l">
              <a:lnSpc>
                <a:spcPct val="120000"/>
              </a:lnSpc>
              <a:spcBef>
                <a:spcPts val="0"/>
              </a:spcBef>
              <a:spcAft>
                <a:spcPts val="0"/>
              </a:spcAft>
              <a:buClr>
                <a:srgbClr val="7F7F7F"/>
              </a:buClr>
              <a:buSzPts val="800"/>
              <a:buFont typeface="Helvetica Neue"/>
              <a:buChar char="●"/>
              <a:defRPr sz="800">
                <a:solidFill>
                  <a:srgbClr val="7F7F7F"/>
                </a:solidFill>
              </a:defRPr>
            </a:lvl1pPr>
            <a:lvl2pPr marL="914400" indent="-273050" algn="l">
              <a:lnSpc>
                <a:spcPct val="100000"/>
              </a:lnSpc>
              <a:spcBef>
                <a:spcPts val="0"/>
              </a:spcBef>
              <a:spcAft>
                <a:spcPts val="0"/>
              </a:spcAft>
              <a:buClr>
                <a:srgbClr val="000000"/>
              </a:buClr>
              <a:buSzPts val="700"/>
              <a:buChar char="○"/>
              <a:defRPr sz="2100"/>
            </a:lvl2pPr>
            <a:lvl3pPr marL="1371600" indent="-273050" algn="l">
              <a:lnSpc>
                <a:spcPct val="100000"/>
              </a:lnSpc>
              <a:spcBef>
                <a:spcPts val="0"/>
              </a:spcBef>
              <a:spcAft>
                <a:spcPts val="0"/>
              </a:spcAft>
              <a:buClr>
                <a:srgbClr val="000000"/>
              </a:buClr>
              <a:buSzPts val="700"/>
              <a:buChar char="■"/>
              <a:defRPr sz="2100"/>
            </a:lvl3pPr>
            <a:lvl4pPr marL="1828800" indent="-273050" algn="l">
              <a:lnSpc>
                <a:spcPct val="100000"/>
              </a:lnSpc>
              <a:spcBef>
                <a:spcPts val="0"/>
              </a:spcBef>
              <a:spcAft>
                <a:spcPts val="0"/>
              </a:spcAft>
              <a:buClr>
                <a:srgbClr val="000000"/>
              </a:buClr>
              <a:buSzPts val="700"/>
              <a:buChar char="●"/>
              <a:defRPr sz="2100"/>
            </a:lvl4pPr>
            <a:lvl5pPr marL="2286000" indent="-273050" algn="l">
              <a:lnSpc>
                <a:spcPct val="100000"/>
              </a:lnSpc>
              <a:spcBef>
                <a:spcPts val="0"/>
              </a:spcBef>
              <a:spcAft>
                <a:spcPts val="0"/>
              </a:spcAft>
              <a:buClr>
                <a:srgbClr val="000000"/>
              </a:buClr>
              <a:buSzPts val="700"/>
              <a:buChar char="○"/>
              <a:defRPr sz="2100"/>
            </a:lvl5pPr>
            <a:lvl6pPr marL="2743200" indent="-273050" algn="l">
              <a:lnSpc>
                <a:spcPct val="100000"/>
              </a:lnSpc>
              <a:spcBef>
                <a:spcPts val="0"/>
              </a:spcBef>
              <a:spcAft>
                <a:spcPts val="0"/>
              </a:spcAft>
              <a:buClr>
                <a:srgbClr val="000000"/>
              </a:buClr>
              <a:buSzPts val="700"/>
              <a:buChar char="■"/>
              <a:defRPr sz="2100"/>
            </a:lvl6pPr>
            <a:lvl7pPr marL="3200400" indent="-273050" algn="l">
              <a:lnSpc>
                <a:spcPct val="100000"/>
              </a:lnSpc>
              <a:spcBef>
                <a:spcPts val="0"/>
              </a:spcBef>
              <a:spcAft>
                <a:spcPts val="0"/>
              </a:spcAft>
              <a:buClr>
                <a:srgbClr val="000000"/>
              </a:buClr>
              <a:buSzPts val="700"/>
              <a:buChar char="●"/>
              <a:defRPr sz="2100"/>
            </a:lvl7pPr>
            <a:lvl8pPr marL="3657600" indent="-273050" algn="l">
              <a:lnSpc>
                <a:spcPct val="100000"/>
              </a:lnSpc>
              <a:spcBef>
                <a:spcPts val="0"/>
              </a:spcBef>
              <a:spcAft>
                <a:spcPts val="0"/>
              </a:spcAft>
              <a:buClr>
                <a:srgbClr val="000000"/>
              </a:buClr>
              <a:buSzPts val="700"/>
              <a:buChar char="○"/>
              <a:defRPr sz="2100"/>
            </a:lvl8pPr>
            <a:lvl9pPr marL="4114800" indent="-273050" algn="l">
              <a:lnSpc>
                <a:spcPct val="100000"/>
              </a:lnSpc>
              <a:spcBef>
                <a:spcPts val="0"/>
              </a:spcBef>
              <a:spcAft>
                <a:spcPts val="0"/>
              </a:spcAft>
              <a:buClr>
                <a:srgbClr val="000000"/>
              </a:buClr>
              <a:buSzPts val="700"/>
              <a:buChar char="■"/>
              <a:defRPr sz="2100"/>
            </a:lvl9pPr>
          </a:lstStyle>
          <a:p xmlns:a="http://schemas.openxmlformats.org/drawingml/2006/main"/>
        </p:txBody>
      </p:sp>
      <p:sp>
        <p:nvSpPr>
          <p:cNvPr id="983" name="Google Shape;983;p131">
            <a:extLst xmlns:a="http://schemas.openxmlformats.org/drawingml/2006/main">
              <a:ext uri="{FF2B5EF4-FFF2-40B4-BE49-F238E27FC236}">
                <a16:creationId xmlns:a16="http://schemas.microsoft.com/office/drawing/2014/main" id="{8A6AC671-C78C-4A47-B646-C4ADE5C7739E}"/>
              </a:ext>
            </a:extLst>
          </p:cNvPr>
          <p:cNvSpPr>
            <a:spLocks xmlns:a="http://schemas.openxmlformats.org/drawingml/2006/main" noGrp="1"/>
          </p:cNvSpPr>
          <p:nvPr>
            <p:ph type="body" idx="17"/>
          </p:nvPr>
        </p:nvSpPr>
        <p:spPr>
          <a:xfrm xmlns:a="http://schemas.openxmlformats.org/drawingml/2006/main">
            <a:off x="3191849" y="3190665"/>
            <a:ext cx="648000" cy="418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7500" tIns="0" rIns="67500" bIns="0" anchor="ctr">
            <a:noAutofit/>
          </a:bodyPr>
          <a:lstStyle xmlns:a="http://schemas.openxmlformats.org/drawingml/2006/main">
            <a:lvl1pPr marL="457200" indent="-279400" algn="l">
              <a:lnSpc>
                <a:spcPct val="120000"/>
              </a:lnSpc>
              <a:spcBef>
                <a:spcPts val="0"/>
              </a:spcBef>
              <a:spcAft>
                <a:spcPts val="0"/>
              </a:spcAft>
              <a:buClr>
                <a:srgbClr val="7F7F7F"/>
              </a:buClr>
              <a:buSzPts val="800"/>
              <a:buFont typeface="Helvetica Neue"/>
              <a:buChar char="●"/>
              <a:defRPr sz="800">
                <a:solidFill>
                  <a:srgbClr val="7F7F7F"/>
                </a:solidFill>
              </a:defRPr>
            </a:lvl1pPr>
            <a:lvl2pPr marL="914400" indent="-273050" algn="l">
              <a:lnSpc>
                <a:spcPct val="100000"/>
              </a:lnSpc>
              <a:spcBef>
                <a:spcPts val="0"/>
              </a:spcBef>
              <a:spcAft>
                <a:spcPts val="0"/>
              </a:spcAft>
              <a:buClr>
                <a:srgbClr val="000000"/>
              </a:buClr>
              <a:buSzPts val="700"/>
              <a:buChar char="○"/>
              <a:defRPr sz="2100"/>
            </a:lvl2pPr>
            <a:lvl3pPr marL="1371600" indent="-273050" algn="l">
              <a:lnSpc>
                <a:spcPct val="100000"/>
              </a:lnSpc>
              <a:spcBef>
                <a:spcPts val="0"/>
              </a:spcBef>
              <a:spcAft>
                <a:spcPts val="0"/>
              </a:spcAft>
              <a:buClr>
                <a:srgbClr val="000000"/>
              </a:buClr>
              <a:buSzPts val="700"/>
              <a:buChar char="■"/>
              <a:defRPr sz="2100"/>
            </a:lvl3pPr>
            <a:lvl4pPr marL="1828800" indent="-273050" algn="l">
              <a:lnSpc>
                <a:spcPct val="100000"/>
              </a:lnSpc>
              <a:spcBef>
                <a:spcPts val="0"/>
              </a:spcBef>
              <a:spcAft>
                <a:spcPts val="0"/>
              </a:spcAft>
              <a:buClr>
                <a:srgbClr val="000000"/>
              </a:buClr>
              <a:buSzPts val="700"/>
              <a:buChar char="●"/>
              <a:defRPr sz="2100"/>
            </a:lvl4pPr>
            <a:lvl5pPr marL="2286000" indent="-273050" algn="l">
              <a:lnSpc>
                <a:spcPct val="100000"/>
              </a:lnSpc>
              <a:spcBef>
                <a:spcPts val="0"/>
              </a:spcBef>
              <a:spcAft>
                <a:spcPts val="0"/>
              </a:spcAft>
              <a:buClr>
                <a:srgbClr val="000000"/>
              </a:buClr>
              <a:buSzPts val="700"/>
              <a:buChar char="○"/>
              <a:defRPr sz="2100"/>
            </a:lvl5pPr>
            <a:lvl6pPr marL="2743200" indent="-273050" algn="l">
              <a:lnSpc>
                <a:spcPct val="100000"/>
              </a:lnSpc>
              <a:spcBef>
                <a:spcPts val="0"/>
              </a:spcBef>
              <a:spcAft>
                <a:spcPts val="0"/>
              </a:spcAft>
              <a:buClr>
                <a:srgbClr val="000000"/>
              </a:buClr>
              <a:buSzPts val="700"/>
              <a:buChar char="■"/>
              <a:defRPr sz="2100"/>
            </a:lvl6pPr>
            <a:lvl7pPr marL="3200400" indent="-273050" algn="l">
              <a:lnSpc>
                <a:spcPct val="100000"/>
              </a:lnSpc>
              <a:spcBef>
                <a:spcPts val="0"/>
              </a:spcBef>
              <a:spcAft>
                <a:spcPts val="0"/>
              </a:spcAft>
              <a:buClr>
                <a:srgbClr val="000000"/>
              </a:buClr>
              <a:buSzPts val="700"/>
              <a:buChar char="●"/>
              <a:defRPr sz="2100"/>
            </a:lvl7pPr>
            <a:lvl8pPr marL="3657600" indent="-273050" algn="l">
              <a:lnSpc>
                <a:spcPct val="100000"/>
              </a:lnSpc>
              <a:spcBef>
                <a:spcPts val="0"/>
              </a:spcBef>
              <a:spcAft>
                <a:spcPts val="0"/>
              </a:spcAft>
              <a:buClr>
                <a:srgbClr val="000000"/>
              </a:buClr>
              <a:buSzPts val="700"/>
              <a:buChar char="○"/>
              <a:defRPr sz="2100"/>
            </a:lvl8pPr>
            <a:lvl9pPr marL="4114800" indent="-273050" algn="l">
              <a:lnSpc>
                <a:spcPct val="100000"/>
              </a:lnSpc>
              <a:spcBef>
                <a:spcPts val="0"/>
              </a:spcBef>
              <a:spcAft>
                <a:spcPts val="0"/>
              </a:spcAft>
              <a:buClr>
                <a:srgbClr val="000000"/>
              </a:buClr>
              <a:buSzPts val="700"/>
              <a:buChar char="■"/>
              <a:defRPr sz="2100"/>
            </a:lvl9pPr>
          </a:lstStyle>
          <a:p xmlns:a="http://schemas.openxmlformats.org/drawingml/2006/main"/>
        </p:txBody>
      </p:sp>
      <p:sp>
        <p:nvSpPr>
          <p:cNvPr id="984" name="Google Shape;984;p131">
            <a:extLst xmlns:a="http://schemas.openxmlformats.org/drawingml/2006/main">
              <a:ext uri="{FF2B5EF4-FFF2-40B4-BE49-F238E27FC236}">
                <a16:creationId xmlns:a16="http://schemas.microsoft.com/office/drawing/2014/main" id="{9A13F8AC-AED7-462C-9B6E-D5D28A39B6CD}"/>
              </a:ext>
            </a:extLst>
          </p:cNvPr>
          <p:cNvSpPr>
            <a:spLocks xmlns:a="http://schemas.openxmlformats.org/drawingml/2006/main" noGrp="1"/>
          </p:cNvSpPr>
          <p:nvPr>
            <p:ph type="body" idx="18"/>
          </p:nvPr>
        </p:nvSpPr>
        <p:spPr>
          <a:xfrm xmlns:a="http://schemas.openxmlformats.org/drawingml/2006/main">
            <a:off x="2543849" y="3190665"/>
            <a:ext cx="648000" cy="418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7500" tIns="0" rIns="67500" bIns="0" anchor="ctr">
            <a:noAutofit/>
          </a:bodyPr>
          <a:lstStyle xmlns:a="http://schemas.openxmlformats.org/drawingml/2006/main">
            <a:lvl1pPr marL="457200" indent="-279400" algn="l">
              <a:lnSpc>
                <a:spcPct val="120000"/>
              </a:lnSpc>
              <a:spcBef>
                <a:spcPts val="0"/>
              </a:spcBef>
              <a:spcAft>
                <a:spcPts val="0"/>
              </a:spcAft>
              <a:buClr>
                <a:srgbClr val="7F7F7F"/>
              </a:buClr>
              <a:buSzPts val="800"/>
              <a:buFont typeface="Helvetica Neue"/>
              <a:buChar char="●"/>
              <a:defRPr sz="800">
                <a:solidFill>
                  <a:srgbClr val="7F7F7F"/>
                </a:solidFill>
              </a:defRPr>
            </a:lvl1pPr>
            <a:lvl2pPr marL="914400" indent="-273050" algn="l">
              <a:lnSpc>
                <a:spcPct val="100000"/>
              </a:lnSpc>
              <a:spcBef>
                <a:spcPts val="0"/>
              </a:spcBef>
              <a:spcAft>
                <a:spcPts val="0"/>
              </a:spcAft>
              <a:buClr>
                <a:srgbClr val="000000"/>
              </a:buClr>
              <a:buSzPts val="700"/>
              <a:buChar char="○"/>
              <a:defRPr sz="2100"/>
            </a:lvl2pPr>
            <a:lvl3pPr marL="1371600" indent="-273050" algn="l">
              <a:lnSpc>
                <a:spcPct val="100000"/>
              </a:lnSpc>
              <a:spcBef>
                <a:spcPts val="0"/>
              </a:spcBef>
              <a:spcAft>
                <a:spcPts val="0"/>
              </a:spcAft>
              <a:buClr>
                <a:srgbClr val="000000"/>
              </a:buClr>
              <a:buSzPts val="700"/>
              <a:buChar char="■"/>
              <a:defRPr sz="2100"/>
            </a:lvl3pPr>
            <a:lvl4pPr marL="1828800" indent="-273050" algn="l">
              <a:lnSpc>
                <a:spcPct val="100000"/>
              </a:lnSpc>
              <a:spcBef>
                <a:spcPts val="0"/>
              </a:spcBef>
              <a:spcAft>
                <a:spcPts val="0"/>
              </a:spcAft>
              <a:buClr>
                <a:srgbClr val="000000"/>
              </a:buClr>
              <a:buSzPts val="700"/>
              <a:buChar char="●"/>
              <a:defRPr sz="2100"/>
            </a:lvl4pPr>
            <a:lvl5pPr marL="2286000" indent="-273050" algn="l">
              <a:lnSpc>
                <a:spcPct val="100000"/>
              </a:lnSpc>
              <a:spcBef>
                <a:spcPts val="0"/>
              </a:spcBef>
              <a:spcAft>
                <a:spcPts val="0"/>
              </a:spcAft>
              <a:buClr>
                <a:srgbClr val="000000"/>
              </a:buClr>
              <a:buSzPts val="700"/>
              <a:buChar char="○"/>
              <a:defRPr sz="2100"/>
            </a:lvl5pPr>
            <a:lvl6pPr marL="2743200" indent="-273050" algn="l">
              <a:lnSpc>
                <a:spcPct val="100000"/>
              </a:lnSpc>
              <a:spcBef>
                <a:spcPts val="0"/>
              </a:spcBef>
              <a:spcAft>
                <a:spcPts val="0"/>
              </a:spcAft>
              <a:buClr>
                <a:srgbClr val="000000"/>
              </a:buClr>
              <a:buSzPts val="700"/>
              <a:buChar char="■"/>
              <a:defRPr sz="2100"/>
            </a:lvl6pPr>
            <a:lvl7pPr marL="3200400" indent="-273050" algn="l">
              <a:lnSpc>
                <a:spcPct val="100000"/>
              </a:lnSpc>
              <a:spcBef>
                <a:spcPts val="0"/>
              </a:spcBef>
              <a:spcAft>
                <a:spcPts val="0"/>
              </a:spcAft>
              <a:buClr>
                <a:srgbClr val="000000"/>
              </a:buClr>
              <a:buSzPts val="700"/>
              <a:buChar char="●"/>
              <a:defRPr sz="2100"/>
            </a:lvl7pPr>
            <a:lvl8pPr marL="3657600" indent="-273050" algn="l">
              <a:lnSpc>
                <a:spcPct val="100000"/>
              </a:lnSpc>
              <a:spcBef>
                <a:spcPts val="0"/>
              </a:spcBef>
              <a:spcAft>
                <a:spcPts val="0"/>
              </a:spcAft>
              <a:buClr>
                <a:srgbClr val="000000"/>
              </a:buClr>
              <a:buSzPts val="700"/>
              <a:buChar char="○"/>
              <a:defRPr sz="2100"/>
            </a:lvl8pPr>
            <a:lvl9pPr marL="4114800" indent="-273050" algn="l">
              <a:lnSpc>
                <a:spcPct val="100000"/>
              </a:lnSpc>
              <a:spcBef>
                <a:spcPts val="0"/>
              </a:spcBef>
              <a:spcAft>
                <a:spcPts val="0"/>
              </a:spcAft>
              <a:buClr>
                <a:srgbClr val="000000"/>
              </a:buClr>
              <a:buSzPts val="700"/>
              <a:buChar char="■"/>
              <a:defRPr sz="2100"/>
            </a:lvl9pPr>
          </a:lstStyle>
          <a:p xmlns:a="http://schemas.openxmlformats.org/drawingml/2006/main"/>
        </p:txBody>
      </p:sp>
      <p:sp>
        <p:nvSpPr>
          <p:cNvPr id="985" name="Google Shape;985;p131">
            <a:extLst xmlns:a="http://schemas.openxmlformats.org/drawingml/2006/main">
              <a:ext uri="{FF2B5EF4-FFF2-40B4-BE49-F238E27FC236}">
                <a16:creationId xmlns:a16="http://schemas.microsoft.com/office/drawing/2014/main" id="{F745F0AC-153E-4CD9-A2C7-9CE78F925F23}"/>
              </a:ext>
            </a:extLst>
          </p:cNvPr>
          <p:cNvSpPr>
            <a:spLocks xmlns:a="http://schemas.openxmlformats.org/drawingml/2006/main" noGrp="1"/>
          </p:cNvSpPr>
          <p:nvPr>
            <p:ph type="body" idx="19"/>
          </p:nvPr>
        </p:nvSpPr>
        <p:spPr>
          <a:xfrm xmlns:a="http://schemas.openxmlformats.org/drawingml/2006/main">
            <a:off x="1868849" y="3190665"/>
            <a:ext cx="648000" cy="418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7500" tIns="0" rIns="67500" bIns="0" anchor="ctr">
            <a:noAutofit/>
          </a:bodyPr>
          <a:lstStyle xmlns:a="http://schemas.openxmlformats.org/drawingml/2006/main">
            <a:lvl1pPr marL="457200" indent="-279400" algn="l">
              <a:lnSpc>
                <a:spcPct val="120000"/>
              </a:lnSpc>
              <a:spcBef>
                <a:spcPts val="0"/>
              </a:spcBef>
              <a:spcAft>
                <a:spcPts val="0"/>
              </a:spcAft>
              <a:buClr>
                <a:srgbClr val="7F7F7F"/>
              </a:buClr>
              <a:buSzPts val="800"/>
              <a:buFont typeface="Helvetica Neue"/>
              <a:buChar char="●"/>
              <a:defRPr sz="800">
                <a:solidFill>
                  <a:srgbClr val="7F7F7F"/>
                </a:solidFill>
              </a:defRPr>
            </a:lvl1pPr>
            <a:lvl2pPr marL="914400" indent="-273050" algn="l">
              <a:lnSpc>
                <a:spcPct val="100000"/>
              </a:lnSpc>
              <a:spcBef>
                <a:spcPts val="0"/>
              </a:spcBef>
              <a:spcAft>
                <a:spcPts val="0"/>
              </a:spcAft>
              <a:buClr>
                <a:srgbClr val="000000"/>
              </a:buClr>
              <a:buSzPts val="700"/>
              <a:buChar char="○"/>
              <a:defRPr sz="2100"/>
            </a:lvl2pPr>
            <a:lvl3pPr marL="1371600" indent="-273050" algn="l">
              <a:lnSpc>
                <a:spcPct val="100000"/>
              </a:lnSpc>
              <a:spcBef>
                <a:spcPts val="0"/>
              </a:spcBef>
              <a:spcAft>
                <a:spcPts val="0"/>
              </a:spcAft>
              <a:buClr>
                <a:srgbClr val="000000"/>
              </a:buClr>
              <a:buSzPts val="700"/>
              <a:buChar char="■"/>
              <a:defRPr sz="2100"/>
            </a:lvl3pPr>
            <a:lvl4pPr marL="1828800" indent="-273050" algn="l">
              <a:lnSpc>
                <a:spcPct val="100000"/>
              </a:lnSpc>
              <a:spcBef>
                <a:spcPts val="0"/>
              </a:spcBef>
              <a:spcAft>
                <a:spcPts val="0"/>
              </a:spcAft>
              <a:buClr>
                <a:srgbClr val="000000"/>
              </a:buClr>
              <a:buSzPts val="700"/>
              <a:buChar char="●"/>
              <a:defRPr sz="2100"/>
            </a:lvl4pPr>
            <a:lvl5pPr marL="2286000" indent="-273050" algn="l">
              <a:lnSpc>
                <a:spcPct val="100000"/>
              </a:lnSpc>
              <a:spcBef>
                <a:spcPts val="0"/>
              </a:spcBef>
              <a:spcAft>
                <a:spcPts val="0"/>
              </a:spcAft>
              <a:buClr>
                <a:srgbClr val="000000"/>
              </a:buClr>
              <a:buSzPts val="700"/>
              <a:buChar char="○"/>
              <a:defRPr sz="2100"/>
            </a:lvl5pPr>
            <a:lvl6pPr marL="2743200" indent="-273050" algn="l">
              <a:lnSpc>
                <a:spcPct val="100000"/>
              </a:lnSpc>
              <a:spcBef>
                <a:spcPts val="0"/>
              </a:spcBef>
              <a:spcAft>
                <a:spcPts val="0"/>
              </a:spcAft>
              <a:buClr>
                <a:srgbClr val="000000"/>
              </a:buClr>
              <a:buSzPts val="700"/>
              <a:buChar char="■"/>
              <a:defRPr sz="2100"/>
            </a:lvl6pPr>
            <a:lvl7pPr marL="3200400" indent="-273050" algn="l">
              <a:lnSpc>
                <a:spcPct val="100000"/>
              </a:lnSpc>
              <a:spcBef>
                <a:spcPts val="0"/>
              </a:spcBef>
              <a:spcAft>
                <a:spcPts val="0"/>
              </a:spcAft>
              <a:buClr>
                <a:srgbClr val="000000"/>
              </a:buClr>
              <a:buSzPts val="700"/>
              <a:buChar char="●"/>
              <a:defRPr sz="2100"/>
            </a:lvl7pPr>
            <a:lvl8pPr marL="3657600" indent="-273050" algn="l">
              <a:lnSpc>
                <a:spcPct val="100000"/>
              </a:lnSpc>
              <a:spcBef>
                <a:spcPts val="0"/>
              </a:spcBef>
              <a:spcAft>
                <a:spcPts val="0"/>
              </a:spcAft>
              <a:buClr>
                <a:srgbClr val="000000"/>
              </a:buClr>
              <a:buSzPts val="700"/>
              <a:buChar char="○"/>
              <a:defRPr sz="2100"/>
            </a:lvl8pPr>
            <a:lvl9pPr marL="4114800" indent="-273050" algn="l">
              <a:lnSpc>
                <a:spcPct val="100000"/>
              </a:lnSpc>
              <a:spcBef>
                <a:spcPts val="0"/>
              </a:spcBef>
              <a:spcAft>
                <a:spcPts val="0"/>
              </a:spcAft>
              <a:buClr>
                <a:srgbClr val="000000"/>
              </a:buClr>
              <a:buSzPts val="700"/>
              <a:buChar char="■"/>
              <a:defRPr sz="2100"/>
            </a:lvl9pPr>
          </a:lstStyle>
          <a:p xmlns:a="http://schemas.openxmlformats.org/drawingml/2006/main"/>
        </p:txBody>
      </p:sp>
      <p:sp>
        <p:nvSpPr>
          <p:cNvPr id="986" name="Google Shape;986;p131">
            <a:extLst xmlns:a="http://schemas.openxmlformats.org/drawingml/2006/main">
              <a:ext uri="{FF2B5EF4-FFF2-40B4-BE49-F238E27FC236}">
                <a16:creationId xmlns:a16="http://schemas.microsoft.com/office/drawing/2014/main" id="{74264E46-8605-4660-B53C-0238AEC96B9D}"/>
              </a:ext>
            </a:extLst>
          </p:cNvPr>
          <p:cNvSpPr>
            <a:spLocks xmlns:a="http://schemas.openxmlformats.org/drawingml/2006/main" noGrp="1"/>
          </p:cNvSpPr>
          <p:nvPr>
            <p:ph type="body" idx="20"/>
          </p:nvPr>
        </p:nvSpPr>
        <p:spPr>
          <a:xfrm xmlns:a="http://schemas.openxmlformats.org/drawingml/2006/main">
            <a:off x="1220849" y="3190665"/>
            <a:ext cx="648000" cy="418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7500" tIns="0" rIns="67500" bIns="0" anchor="ctr">
            <a:noAutofit/>
          </a:bodyPr>
          <a:lstStyle xmlns:a="http://schemas.openxmlformats.org/drawingml/2006/main">
            <a:lvl1pPr marL="457200" indent="-279400" algn="l">
              <a:lnSpc>
                <a:spcPct val="120000"/>
              </a:lnSpc>
              <a:spcBef>
                <a:spcPts val="0"/>
              </a:spcBef>
              <a:spcAft>
                <a:spcPts val="0"/>
              </a:spcAft>
              <a:buClr>
                <a:srgbClr val="7F7F7F"/>
              </a:buClr>
              <a:buSzPts val="800"/>
              <a:buFont typeface="Helvetica Neue"/>
              <a:buChar char="●"/>
              <a:defRPr sz="800">
                <a:solidFill>
                  <a:srgbClr val="7F7F7F"/>
                </a:solidFill>
              </a:defRPr>
            </a:lvl1pPr>
            <a:lvl2pPr marL="914400" indent="-273050" algn="l">
              <a:lnSpc>
                <a:spcPct val="100000"/>
              </a:lnSpc>
              <a:spcBef>
                <a:spcPts val="0"/>
              </a:spcBef>
              <a:spcAft>
                <a:spcPts val="0"/>
              </a:spcAft>
              <a:buClr>
                <a:srgbClr val="000000"/>
              </a:buClr>
              <a:buSzPts val="700"/>
              <a:buChar char="○"/>
              <a:defRPr sz="2100"/>
            </a:lvl2pPr>
            <a:lvl3pPr marL="1371600" indent="-273050" algn="l">
              <a:lnSpc>
                <a:spcPct val="100000"/>
              </a:lnSpc>
              <a:spcBef>
                <a:spcPts val="0"/>
              </a:spcBef>
              <a:spcAft>
                <a:spcPts val="0"/>
              </a:spcAft>
              <a:buClr>
                <a:srgbClr val="000000"/>
              </a:buClr>
              <a:buSzPts val="700"/>
              <a:buChar char="■"/>
              <a:defRPr sz="2100"/>
            </a:lvl3pPr>
            <a:lvl4pPr marL="1828800" indent="-273050" algn="l">
              <a:lnSpc>
                <a:spcPct val="100000"/>
              </a:lnSpc>
              <a:spcBef>
                <a:spcPts val="0"/>
              </a:spcBef>
              <a:spcAft>
                <a:spcPts val="0"/>
              </a:spcAft>
              <a:buClr>
                <a:srgbClr val="000000"/>
              </a:buClr>
              <a:buSzPts val="700"/>
              <a:buChar char="●"/>
              <a:defRPr sz="2100"/>
            </a:lvl4pPr>
            <a:lvl5pPr marL="2286000" indent="-273050" algn="l">
              <a:lnSpc>
                <a:spcPct val="100000"/>
              </a:lnSpc>
              <a:spcBef>
                <a:spcPts val="0"/>
              </a:spcBef>
              <a:spcAft>
                <a:spcPts val="0"/>
              </a:spcAft>
              <a:buClr>
                <a:srgbClr val="000000"/>
              </a:buClr>
              <a:buSzPts val="700"/>
              <a:buChar char="○"/>
              <a:defRPr sz="2100"/>
            </a:lvl5pPr>
            <a:lvl6pPr marL="2743200" indent="-273050" algn="l">
              <a:lnSpc>
                <a:spcPct val="100000"/>
              </a:lnSpc>
              <a:spcBef>
                <a:spcPts val="0"/>
              </a:spcBef>
              <a:spcAft>
                <a:spcPts val="0"/>
              </a:spcAft>
              <a:buClr>
                <a:srgbClr val="000000"/>
              </a:buClr>
              <a:buSzPts val="700"/>
              <a:buChar char="■"/>
              <a:defRPr sz="2100"/>
            </a:lvl6pPr>
            <a:lvl7pPr marL="3200400" indent="-273050" algn="l">
              <a:lnSpc>
                <a:spcPct val="100000"/>
              </a:lnSpc>
              <a:spcBef>
                <a:spcPts val="0"/>
              </a:spcBef>
              <a:spcAft>
                <a:spcPts val="0"/>
              </a:spcAft>
              <a:buClr>
                <a:srgbClr val="000000"/>
              </a:buClr>
              <a:buSzPts val="700"/>
              <a:buChar char="●"/>
              <a:defRPr sz="2100"/>
            </a:lvl7pPr>
            <a:lvl8pPr marL="3657600" indent="-273050" algn="l">
              <a:lnSpc>
                <a:spcPct val="100000"/>
              </a:lnSpc>
              <a:spcBef>
                <a:spcPts val="0"/>
              </a:spcBef>
              <a:spcAft>
                <a:spcPts val="0"/>
              </a:spcAft>
              <a:buClr>
                <a:srgbClr val="000000"/>
              </a:buClr>
              <a:buSzPts val="700"/>
              <a:buChar char="○"/>
              <a:defRPr sz="2100"/>
            </a:lvl8pPr>
            <a:lvl9pPr marL="4114800" indent="-273050" algn="l">
              <a:lnSpc>
                <a:spcPct val="100000"/>
              </a:lnSpc>
              <a:spcBef>
                <a:spcPts val="0"/>
              </a:spcBef>
              <a:spcAft>
                <a:spcPts val="0"/>
              </a:spcAft>
              <a:buClr>
                <a:srgbClr val="000000"/>
              </a:buClr>
              <a:buSzPts val="700"/>
              <a:buChar char="■"/>
              <a:defRPr sz="2100"/>
            </a:lvl9pPr>
          </a:lstStyle>
          <a:p xmlns:a="http://schemas.openxmlformats.org/drawingml/2006/main"/>
        </p:txBody>
      </p:sp>
      <p:sp>
        <p:nvSpPr>
          <p:cNvPr id="987" name="Google Shape;987;p131">
            <a:extLst xmlns:a="http://schemas.openxmlformats.org/drawingml/2006/main">
              <a:ext uri="{FF2B5EF4-FFF2-40B4-BE49-F238E27FC236}">
                <a16:creationId xmlns:a16="http://schemas.microsoft.com/office/drawing/2014/main" id="{E56B0C9B-6827-4088-BFE1-03C26952E369}"/>
              </a:ext>
            </a:extLst>
          </p:cNvPr>
          <p:cNvSpPr>
            <a:spLocks xmlns:a="http://schemas.openxmlformats.org/drawingml/2006/main" noGrp="1"/>
          </p:cNvSpPr>
          <p:nvPr>
            <p:ph type="body" idx="21"/>
          </p:nvPr>
        </p:nvSpPr>
        <p:spPr>
          <a:xfrm xmlns:a="http://schemas.openxmlformats.org/drawingml/2006/main">
            <a:off x="201377" y="3190665"/>
            <a:ext cx="992400" cy="418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7500" tIns="0" rIns="67500" bIns="0" anchor="ctr">
            <a:noAutofit/>
          </a:bodyPr>
          <a:lstStyle xmlns:a="http://schemas.openxmlformats.org/drawingml/2006/main">
            <a:lvl1pPr marL="457200" indent="-279400" algn="l">
              <a:lnSpc>
                <a:spcPct val="120000"/>
              </a:lnSpc>
              <a:spcBef>
                <a:spcPts val="0"/>
              </a:spcBef>
              <a:spcAft>
                <a:spcPts val="0"/>
              </a:spcAft>
              <a:buClr>
                <a:schemeClr val="dk1"/>
              </a:buClr>
              <a:buSzPts val="800"/>
              <a:buFont typeface="Helvetica Neue"/>
              <a:buChar char="●"/>
              <a:defRPr sz="800">
                <a:solidFill>
                  <a:schemeClr val="dk1"/>
                </a:solidFill>
              </a:defRPr>
            </a:lvl1pPr>
            <a:lvl2pPr marL="914400" indent="-273050" algn="l">
              <a:lnSpc>
                <a:spcPct val="100000"/>
              </a:lnSpc>
              <a:spcBef>
                <a:spcPts val="0"/>
              </a:spcBef>
              <a:spcAft>
                <a:spcPts val="0"/>
              </a:spcAft>
              <a:buClr>
                <a:srgbClr val="000000"/>
              </a:buClr>
              <a:buSzPts val="700"/>
              <a:buChar char="○"/>
              <a:defRPr sz="2100"/>
            </a:lvl2pPr>
            <a:lvl3pPr marL="1371600" indent="-273050" algn="l">
              <a:lnSpc>
                <a:spcPct val="100000"/>
              </a:lnSpc>
              <a:spcBef>
                <a:spcPts val="0"/>
              </a:spcBef>
              <a:spcAft>
                <a:spcPts val="0"/>
              </a:spcAft>
              <a:buClr>
                <a:srgbClr val="000000"/>
              </a:buClr>
              <a:buSzPts val="700"/>
              <a:buChar char="■"/>
              <a:defRPr sz="2100"/>
            </a:lvl3pPr>
            <a:lvl4pPr marL="1828800" indent="-273050" algn="l">
              <a:lnSpc>
                <a:spcPct val="100000"/>
              </a:lnSpc>
              <a:spcBef>
                <a:spcPts val="0"/>
              </a:spcBef>
              <a:spcAft>
                <a:spcPts val="0"/>
              </a:spcAft>
              <a:buClr>
                <a:srgbClr val="000000"/>
              </a:buClr>
              <a:buSzPts val="700"/>
              <a:buChar char="●"/>
              <a:defRPr sz="2100"/>
            </a:lvl4pPr>
            <a:lvl5pPr marL="2286000" indent="-273050" algn="l">
              <a:lnSpc>
                <a:spcPct val="100000"/>
              </a:lnSpc>
              <a:spcBef>
                <a:spcPts val="0"/>
              </a:spcBef>
              <a:spcAft>
                <a:spcPts val="0"/>
              </a:spcAft>
              <a:buClr>
                <a:srgbClr val="000000"/>
              </a:buClr>
              <a:buSzPts val="700"/>
              <a:buChar char="○"/>
              <a:defRPr sz="2100"/>
            </a:lvl5pPr>
            <a:lvl6pPr marL="2743200" indent="-273050" algn="l">
              <a:lnSpc>
                <a:spcPct val="100000"/>
              </a:lnSpc>
              <a:spcBef>
                <a:spcPts val="0"/>
              </a:spcBef>
              <a:spcAft>
                <a:spcPts val="0"/>
              </a:spcAft>
              <a:buClr>
                <a:srgbClr val="000000"/>
              </a:buClr>
              <a:buSzPts val="700"/>
              <a:buChar char="■"/>
              <a:defRPr sz="2100"/>
            </a:lvl6pPr>
            <a:lvl7pPr marL="3200400" indent="-273050" algn="l">
              <a:lnSpc>
                <a:spcPct val="100000"/>
              </a:lnSpc>
              <a:spcBef>
                <a:spcPts val="0"/>
              </a:spcBef>
              <a:spcAft>
                <a:spcPts val="0"/>
              </a:spcAft>
              <a:buClr>
                <a:srgbClr val="000000"/>
              </a:buClr>
              <a:buSzPts val="700"/>
              <a:buChar char="●"/>
              <a:defRPr sz="2100"/>
            </a:lvl7pPr>
            <a:lvl8pPr marL="3657600" indent="-273050" algn="l">
              <a:lnSpc>
                <a:spcPct val="100000"/>
              </a:lnSpc>
              <a:spcBef>
                <a:spcPts val="0"/>
              </a:spcBef>
              <a:spcAft>
                <a:spcPts val="0"/>
              </a:spcAft>
              <a:buClr>
                <a:srgbClr val="000000"/>
              </a:buClr>
              <a:buSzPts val="700"/>
              <a:buChar char="○"/>
              <a:defRPr sz="2100"/>
            </a:lvl8pPr>
            <a:lvl9pPr marL="4114800" indent="-273050" algn="l">
              <a:lnSpc>
                <a:spcPct val="100000"/>
              </a:lnSpc>
              <a:spcBef>
                <a:spcPts val="0"/>
              </a:spcBef>
              <a:spcAft>
                <a:spcPts val="0"/>
              </a:spcAft>
              <a:buClr>
                <a:srgbClr val="000000"/>
              </a:buClr>
              <a:buSzPts val="700"/>
              <a:buChar char="■"/>
              <a:defRPr sz="2100"/>
            </a:lvl9pPr>
          </a:lstStyle>
          <a:p xmlns:a="http://schemas.openxmlformats.org/drawingml/2006/main"/>
        </p:txBody>
      </p:sp>
      <p:cxnSp>
        <p:nvCxnSpPr>
          <p:cNvPr id="1027" name="Google Shape;988;p131"/>
          <p:cNvCxnSpPr/>
          <p:nvPr/>
        </p:nvCxnSpPr>
        <p:spPr>
          <a:xfrm xmlns:a="http://schemas.openxmlformats.org/drawingml/2006/main">
            <a:off x="225925" y="3191214"/>
            <a:ext cx="4270200" cy="0"/>
          </a:xfrm>
          <a:prstGeom xmlns:a="http://schemas.openxmlformats.org/drawingml/2006/main" prst="straightConnector1">
            <a:avLst/>
          </a:prstGeom>
          <a:ln xmlns:a="http://schemas.openxmlformats.org/drawingml/2006/main" w="19050" cap="flat">
            <a:solidFill>
              <a:srgbClr val="000000">
                <a:alpha val="4710"/>
              </a:srgbClr>
            </a:solidFill>
            <a:prstDash val="solid"/>
            <a:miter/>
            <a:headEnd type="none" w="sm" len="sm"/>
            <a:tailEnd type="none" w="sm" len="sm"/>
          </a:ln>
        </p:spPr>
      </p:cxnSp>
      <p:sp>
        <p:nvSpPr>
          <p:cNvPr id="989" name="Google Shape;989;p131">
            <a:extLst xmlns:a="http://schemas.openxmlformats.org/drawingml/2006/main">
              <a:ext uri="{FF2B5EF4-FFF2-40B4-BE49-F238E27FC236}">
                <a16:creationId xmlns:a16="http://schemas.microsoft.com/office/drawing/2014/main" id="{6A9464CF-4975-483D-8F0D-1CE61E79F918}"/>
              </a:ext>
            </a:extLst>
          </p:cNvPr>
          <p:cNvSpPr>
            <a:spLocks xmlns:a="http://schemas.openxmlformats.org/drawingml/2006/main" noGrp="1"/>
          </p:cNvSpPr>
          <p:nvPr>
            <p:ph type="body" idx="22"/>
          </p:nvPr>
        </p:nvSpPr>
        <p:spPr>
          <a:xfrm xmlns:a="http://schemas.openxmlformats.org/drawingml/2006/main">
            <a:off x="3866849" y="2758557"/>
            <a:ext cx="648000" cy="418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7500" tIns="0" rIns="67500" bIns="0" anchor="ctr">
            <a:noAutofit/>
          </a:bodyPr>
          <a:lstStyle xmlns:a="http://schemas.openxmlformats.org/drawingml/2006/main">
            <a:lvl1pPr marL="457200" indent="-279400" algn="l">
              <a:lnSpc>
                <a:spcPct val="120000"/>
              </a:lnSpc>
              <a:spcBef>
                <a:spcPts val="0"/>
              </a:spcBef>
              <a:spcAft>
                <a:spcPts val="0"/>
              </a:spcAft>
              <a:buClr>
                <a:srgbClr val="7F7F7F"/>
              </a:buClr>
              <a:buSzPts val="800"/>
              <a:buFont typeface="Helvetica Neue"/>
              <a:buChar char="●"/>
              <a:defRPr sz="800">
                <a:solidFill>
                  <a:srgbClr val="7F7F7F"/>
                </a:solidFill>
              </a:defRPr>
            </a:lvl1pPr>
            <a:lvl2pPr marL="914400" indent="-273050" algn="l">
              <a:lnSpc>
                <a:spcPct val="100000"/>
              </a:lnSpc>
              <a:spcBef>
                <a:spcPts val="0"/>
              </a:spcBef>
              <a:spcAft>
                <a:spcPts val="0"/>
              </a:spcAft>
              <a:buClr>
                <a:srgbClr val="000000"/>
              </a:buClr>
              <a:buSzPts val="700"/>
              <a:buChar char="○"/>
              <a:defRPr sz="2100"/>
            </a:lvl2pPr>
            <a:lvl3pPr marL="1371600" indent="-273050" algn="l">
              <a:lnSpc>
                <a:spcPct val="100000"/>
              </a:lnSpc>
              <a:spcBef>
                <a:spcPts val="0"/>
              </a:spcBef>
              <a:spcAft>
                <a:spcPts val="0"/>
              </a:spcAft>
              <a:buClr>
                <a:srgbClr val="000000"/>
              </a:buClr>
              <a:buSzPts val="700"/>
              <a:buChar char="■"/>
              <a:defRPr sz="2100"/>
            </a:lvl3pPr>
            <a:lvl4pPr marL="1828800" indent="-273050" algn="l">
              <a:lnSpc>
                <a:spcPct val="100000"/>
              </a:lnSpc>
              <a:spcBef>
                <a:spcPts val="0"/>
              </a:spcBef>
              <a:spcAft>
                <a:spcPts val="0"/>
              </a:spcAft>
              <a:buClr>
                <a:srgbClr val="000000"/>
              </a:buClr>
              <a:buSzPts val="700"/>
              <a:buChar char="●"/>
              <a:defRPr sz="2100"/>
            </a:lvl4pPr>
            <a:lvl5pPr marL="2286000" indent="-273050" algn="l">
              <a:lnSpc>
                <a:spcPct val="100000"/>
              </a:lnSpc>
              <a:spcBef>
                <a:spcPts val="0"/>
              </a:spcBef>
              <a:spcAft>
                <a:spcPts val="0"/>
              </a:spcAft>
              <a:buClr>
                <a:srgbClr val="000000"/>
              </a:buClr>
              <a:buSzPts val="700"/>
              <a:buChar char="○"/>
              <a:defRPr sz="2100"/>
            </a:lvl5pPr>
            <a:lvl6pPr marL="2743200" indent="-273050" algn="l">
              <a:lnSpc>
                <a:spcPct val="100000"/>
              </a:lnSpc>
              <a:spcBef>
                <a:spcPts val="0"/>
              </a:spcBef>
              <a:spcAft>
                <a:spcPts val="0"/>
              </a:spcAft>
              <a:buClr>
                <a:srgbClr val="000000"/>
              </a:buClr>
              <a:buSzPts val="700"/>
              <a:buChar char="■"/>
              <a:defRPr sz="2100"/>
            </a:lvl6pPr>
            <a:lvl7pPr marL="3200400" indent="-273050" algn="l">
              <a:lnSpc>
                <a:spcPct val="100000"/>
              </a:lnSpc>
              <a:spcBef>
                <a:spcPts val="0"/>
              </a:spcBef>
              <a:spcAft>
                <a:spcPts val="0"/>
              </a:spcAft>
              <a:buClr>
                <a:srgbClr val="000000"/>
              </a:buClr>
              <a:buSzPts val="700"/>
              <a:buChar char="●"/>
              <a:defRPr sz="2100"/>
            </a:lvl7pPr>
            <a:lvl8pPr marL="3657600" indent="-273050" algn="l">
              <a:lnSpc>
                <a:spcPct val="100000"/>
              </a:lnSpc>
              <a:spcBef>
                <a:spcPts val="0"/>
              </a:spcBef>
              <a:spcAft>
                <a:spcPts val="0"/>
              </a:spcAft>
              <a:buClr>
                <a:srgbClr val="000000"/>
              </a:buClr>
              <a:buSzPts val="700"/>
              <a:buChar char="○"/>
              <a:defRPr sz="2100"/>
            </a:lvl8pPr>
            <a:lvl9pPr marL="4114800" indent="-273050" algn="l">
              <a:lnSpc>
                <a:spcPct val="100000"/>
              </a:lnSpc>
              <a:spcBef>
                <a:spcPts val="0"/>
              </a:spcBef>
              <a:spcAft>
                <a:spcPts val="0"/>
              </a:spcAft>
              <a:buClr>
                <a:srgbClr val="000000"/>
              </a:buClr>
              <a:buSzPts val="700"/>
              <a:buChar char="■"/>
              <a:defRPr sz="2100"/>
            </a:lvl9pPr>
          </a:lstStyle>
          <a:p xmlns:a="http://schemas.openxmlformats.org/drawingml/2006/main"/>
        </p:txBody>
      </p:sp>
      <p:sp>
        <p:nvSpPr>
          <p:cNvPr id="990" name="Google Shape;990;p131">
            <a:extLst xmlns:a="http://schemas.openxmlformats.org/drawingml/2006/main">
              <a:ext uri="{FF2B5EF4-FFF2-40B4-BE49-F238E27FC236}">
                <a16:creationId xmlns:a16="http://schemas.microsoft.com/office/drawing/2014/main" id="{BB0539F0-2316-4D8F-9687-CF9BF1DB18A9}"/>
              </a:ext>
            </a:extLst>
          </p:cNvPr>
          <p:cNvSpPr>
            <a:spLocks xmlns:a="http://schemas.openxmlformats.org/drawingml/2006/main" noGrp="1"/>
          </p:cNvSpPr>
          <p:nvPr>
            <p:ph type="body" idx="23"/>
          </p:nvPr>
        </p:nvSpPr>
        <p:spPr>
          <a:xfrm xmlns:a="http://schemas.openxmlformats.org/drawingml/2006/main">
            <a:off x="3191849" y="2758557"/>
            <a:ext cx="648000" cy="418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7500" tIns="0" rIns="67500" bIns="0" anchor="ctr">
            <a:noAutofit/>
          </a:bodyPr>
          <a:lstStyle xmlns:a="http://schemas.openxmlformats.org/drawingml/2006/main">
            <a:lvl1pPr marL="457200" indent="-279400" algn="l">
              <a:lnSpc>
                <a:spcPct val="120000"/>
              </a:lnSpc>
              <a:spcBef>
                <a:spcPts val="0"/>
              </a:spcBef>
              <a:spcAft>
                <a:spcPts val="0"/>
              </a:spcAft>
              <a:buClr>
                <a:srgbClr val="7F7F7F"/>
              </a:buClr>
              <a:buSzPts val="800"/>
              <a:buFont typeface="Helvetica Neue"/>
              <a:buChar char="●"/>
              <a:defRPr sz="800">
                <a:solidFill>
                  <a:srgbClr val="7F7F7F"/>
                </a:solidFill>
              </a:defRPr>
            </a:lvl1pPr>
            <a:lvl2pPr marL="914400" indent="-273050" algn="l">
              <a:lnSpc>
                <a:spcPct val="100000"/>
              </a:lnSpc>
              <a:spcBef>
                <a:spcPts val="0"/>
              </a:spcBef>
              <a:spcAft>
                <a:spcPts val="0"/>
              </a:spcAft>
              <a:buClr>
                <a:srgbClr val="000000"/>
              </a:buClr>
              <a:buSzPts val="700"/>
              <a:buChar char="○"/>
              <a:defRPr sz="2100"/>
            </a:lvl2pPr>
            <a:lvl3pPr marL="1371600" indent="-273050" algn="l">
              <a:lnSpc>
                <a:spcPct val="100000"/>
              </a:lnSpc>
              <a:spcBef>
                <a:spcPts val="0"/>
              </a:spcBef>
              <a:spcAft>
                <a:spcPts val="0"/>
              </a:spcAft>
              <a:buClr>
                <a:srgbClr val="000000"/>
              </a:buClr>
              <a:buSzPts val="700"/>
              <a:buChar char="■"/>
              <a:defRPr sz="2100"/>
            </a:lvl3pPr>
            <a:lvl4pPr marL="1828800" indent="-273050" algn="l">
              <a:lnSpc>
                <a:spcPct val="100000"/>
              </a:lnSpc>
              <a:spcBef>
                <a:spcPts val="0"/>
              </a:spcBef>
              <a:spcAft>
                <a:spcPts val="0"/>
              </a:spcAft>
              <a:buClr>
                <a:srgbClr val="000000"/>
              </a:buClr>
              <a:buSzPts val="700"/>
              <a:buChar char="●"/>
              <a:defRPr sz="2100"/>
            </a:lvl4pPr>
            <a:lvl5pPr marL="2286000" indent="-273050" algn="l">
              <a:lnSpc>
                <a:spcPct val="100000"/>
              </a:lnSpc>
              <a:spcBef>
                <a:spcPts val="0"/>
              </a:spcBef>
              <a:spcAft>
                <a:spcPts val="0"/>
              </a:spcAft>
              <a:buClr>
                <a:srgbClr val="000000"/>
              </a:buClr>
              <a:buSzPts val="700"/>
              <a:buChar char="○"/>
              <a:defRPr sz="2100"/>
            </a:lvl5pPr>
            <a:lvl6pPr marL="2743200" indent="-273050" algn="l">
              <a:lnSpc>
                <a:spcPct val="100000"/>
              </a:lnSpc>
              <a:spcBef>
                <a:spcPts val="0"/>
              </a:spcBef>
              <a:spcAft>
                <a:spcPts val="0"/>
              </a:spcAft>
              <a:buClr>
                <a:srgbClr val="000000"/>
              </a:buClr>
              <a:buSzPts val="700"/>
              <a:buChar char="■"/>
              <a:defRPr sz="2100"/>
            </a:lvl6pPr>
            <a:lvl7pPr marL="3200400" indent="-273050" algn="l">
              <a:lnSpc>
                <a:spcPct val="100000"/>
              </a:lnSpc>
              <a:spcBef>
                <a:spcPts val="0"/>
              </a:spcBef>
              <a:spcAft>
                <a:spcPts val="0"/>
              </a:spcAft>
              <a:buClr>
                <a:srgbClr val="000000"/>
              </a:buClr>
              <a:buSzPts val="700"/>
              <a:buChar char="●"/>
              <a:defRPr sz="2100"/>
            </a:lvl7pPr>
            <a:lvl8pPr marL="3657600" indent="-273050" algn="l">
              <a:lnSpc>
                <a:spcPct val="100000"/>
              </a:lnSpc>
              <a:spcBef>
                <a:spcPts val="0"/>
              </a:spcBef>
              <a:spcAft>
                <a:spcPts val="0"/>
              </a:spcAft>
              <a:buClr>
                <a:srgbClr val="000000"/>
              </a:buClr>
              <a:buSzPts val="700"/>
              <a:buChar char="○"/>
              <a:defRPr sz="2100"/>
            </a:lvl8pPr>
            <a:lvl9pPr marL="4114800" indent="-273050" algn="l">
              <a:lnSpc>
                <a:spcPct val="100000"/>
              </a:lnSpc>
              <a:spcBef>
                <a:spcPts val="0"/>
              </a:spcBef>
              <a:spcAft>
                <a:spcPts val="0"/>
              </a:spcAft>
              <a:buClr>
                <a:srgbClr val="000000"/>
              </a:buClr>
              <a:buSzPts val="700"/>
              <a:buChar char="■"/>
              <a:defRPr sz="2100"/>
            </a:lvl9pPr>
          </a:lstStyle>
          <a:p xmlns:a="http://schemas.openxmlformats.org/drawingml/2006/main"/>
        </p:txBody>
      </p:sp>
      <p:sp>
        <p:nvSpPr>
          <p:cNvPr id="991" name="Google Shape;991;p131">
            <a:extLst xmlns:a="http://schemas.openxmlformats.org/drawingml/2006/main">
              <a:ext uri="{FF2B5EF4-FFF2-40B4-BE49-F238E27FC236}">
                <a16:creationId xmlns:a16="http://schemas.microsoft.com/office/drawing/2014/main" id="{6A183EE3-A243-4B43-A4A9-F3732B2A2EFD}"/>
              </a:ext>
            </a:extLst>
          </p:cNvPr>
          <p:cNvSpPr>
            <a:spLocks xmlns:a="http://schemas.openxmlformats.org/drawingml/2006/main" noGrp="1"/>
          </p:cNvSpPr>
          <p:nvPr>
            <p:ph type="body" idx="24"/>
          </p:nvPr>
        </p:nvSpPr>
        <p:spPr>
          <a:xfrm xmlns:a="http://schemas.openxmlformats.org/drawingml/2006/main">
            <a:off x="2543849" y="2758557"/>
            <a:ext cx="648000" cy="418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7500" tIns="0" rIns="67500" bIns="0" anchor="ctr">
            <a:noAutofit/>
          </a:bodyPr>
          <a:lstStyle xmlns:a="http://schemas.openxmlformats.org/drawingml/2006/main">
            <a:lvl1pPr marL="457200" indent="-279400" algn="l">
              <a:lnSpc>
                <a:spcPct val="120000"/>
              </a:lnSpc>
              <a:spcBef>
                <a:spcPts val="0"/>
              </a:spcBef>
              <a:spcAft>
                <a:spcPts val="0"/>
              </a:spcAft>
              <a:buClr>
                <a:srgbClr val="7F7F7F"/>
              </a:buClr>
              <a:buSzPts val="800"/>
              <a:buFont typeface="Helvetica Neue"/>
              <a:buChar char="●"/>
              <a:defRPr sz="800">
                <a:solidFill>
                  <a:srgbClr val="7F7F7F"/>
                </a:solidFill>
              </a:defRPr>
            </a:lvl1pPr>
            <a:lvl2pPr marL="914400" indent="-273050" algn="l">
              <a:lnSpc>
                <a:spcPct val="100000"/>
              </a:lnSpc>
              <a:spcBef>
                <a:spcPts val="0"/>
              </a:spcBef>
              <a:spcAft>
                <a:spcPts val="0"/>
              </a:spcAft>
              <a:buClr>
                <a:srgbClr val="000000"/>
              </a:buClr>
              <a:buSzPts val="700"/>
              <a:buChar char="○"/>
              <a:defRPr sz="2100"/>
            </a:lvl2pPr>
            <a:lvl3pPr marL="1371600" indent="-273050" algn="l">
              <a:lnSpc>
                <a:spcPct val="100000"/>
              </a:lnSpc>
              <a:spcBef>
                <a:spcPts val="0"/>
              </a:spcBef>
              <a:spcAft>
                <a:spcPts val="0"/>
              </a:spcAft>
              <a:buClr>
                <a:srgbClr val="000000"/>
              </a:buClr>
              <a:buSzPts val="700"/>
              <a:buChar char="■"/>
              <a:defRPr sz="2100"/>
            </a:lvl3pPr>
            <a:lvl4pPr marL="1828800" indent="-273050" algn="l">
              <a:lnSpc>
                <a:spcPct val="100000"/>
              </a:lnSpc>
              <a:spcBef>
                <a:spcPts val="0"/>
              </a:spcBef>
              <a:spcAft>
                <a:spcPts val="0"/>
              </a:spcAft>
              <a:buClr>
                <a:srgbClr val="000000"/>
              </a:buClr>
              <a:buSzPts val="700"/>
              <a:buChar char="●"/>
              <a:defRPr sz="2100"/>
            </a:lvl4pPr>
            <a:lvl5pPr marL="2286000" indent="-273050" algn="l">
              <a:lnSpc>
                <a:spcPct val="100000"/>
              </a:lnSpc>
              <a:spcBef>
                <a:spcPts val="0"/>
              </a:spcBef>
              <a:spcAft>
                <a:spcPts val="0"/>
              </a:spcAft>
              <a:buClr>
                <a:srgbClr val="000000"/>
              </a:buClr>
              <a:buSzPts val="700"/>
              <a:buChar char="○"/>
              <a:defRPr sz="2100"/>
            </a:lvl5pPr>
            <a:lvl6pPr marL="2743200" indent="-273050" algn="l">
              <a:lnSpc>
                <a:spcPct val="100000"/>
              </a:lnSpc>
              <a:spcBef>
                <a:spcPts val="0"/>
              </a:spcBef>
              <a:spcAft>
                <a:spcPts val="0"/>
              </a:spcAft>
              <a:buClr>
                <a:srgbClr val="000000"/>
              </a:buClr>
              <a:buSzPts val="700"/>
              <a:buChar char="■"/>
              <a:defRPr sz="2100"/>
            </a:lvl6pPr>
            <a:lvl7pPr marL="3200400" indent="-273050" algn="l">
              <a:lnSpc>
                <a:spcPct val="100000"/>
              </a:lnSpc>
              <a:spcBef>
                <a:spcPts val="0"/>
              </a:spcBef>
              <a:spcAft>
                <a:spcPts val="0"/>
              </a:spcAft>
              <a:buClr>
                <a:srgbClr val="000000"/>
              </a:buClr>
              <a:buSzPts val="700"/>
              <a:buChar char="●"/>
              <a:defRPr sz="2100"/>
            </a:lvl7pPr>
            <a:lvl8pPr marL="3657600" indent="-273050" algn="l">
              <a:lnSpc>
                <a:spcPct val="100000"/>
              </a:lnSpc>
              <a:spcBef>
                <a:spcPts val="0"/>
              </a:spcBef>
              <a:spcAft>
                <a:spcPts val="0"/>
              </a:spcAft>
              <a:buClr>
                <a:srgbClr val="000000"/>
              </a:buClr>
              <a:buSzPts val="700"/>
              <a:buChar char="○"/>
              <a:defRPr sz="2100"/>
            </a:lvl8pPr>
            <a:lvl9pPr marL="4114800" indent="-273050" algn="l">
              <a:lnSpc>
                <a:spcPct val="100000"/>
              </a:lnSpc>
              <a:spcBef>
                <a:spcPts val="0"/>
              </a:spcBef>
              <a:spcAft>
                <a:spcPts val="0"/>
              </a:spcAft>
              <a:buClr>
                <a:srgbClr val="000000"/>
              </a:buClr>
              <a:buSzPts val="700"/>
              <a:buChar char="■"/>
              <a:defRPr sz="2100"/>
            </a:lvl9pPr>
          </a:lstStyle>
          <a:p xmlns:a="http://schemas.openxmlformats.org/drawingml/2006/main"/>
        </p:txBody>
      </p:sp>
      <p:sp>
        <p:nvSpPr>
          <p:cNvPr id="992" name="Google Shape;992;p131">
            <a:extLst xmlns:a="http://schemas.openxmlformats.org/drawingml/2006/main">
              <a:ext uri="{FF2B5EF4-FFF2-40B4-BE49-F238E27FC236}">
                <a16:creationId xmlns:a16="http://schemas.microsoft.com/office/drawing/2014/main" id="{343F675B-8F0F-4AD7-A0E3-4B75BB198314}"/>
              </a:ext>
            </a:extLst>
          </p:cNvPr>
          <p:cNvSpPr>
            <a:spLocks xmlns:a="http://schemas.openxmlformats.org/drawingml/2006/main" noGrp="1"/>
          </p:cNvSpPr>
          <p:nvPr>
            <p:ph type="body" idx="25"/>
          </p:nvPr>
        </p:nvSpPr>
        <p:spPr>
          <a:xfrm xmlns:a="http://schemas.openxmlformats.org/drawingml/2006/main">
            <a:off x="1868849" y="2758557"/>
            <a:ext cx="648000" cy="418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7500" tIns="0" rIns="67500" bIns="0" anchor="ctr">
            <a:noAutofit/>
          </a:bodyPr>
          <a:lstStyle xmlns:a="http://schemas.openxmlformats.org/drawingml/2006/main">
            <a:lvl1pPr marL="457200" indent="-279400" algn="l">
              <a:lnSpc>
                <a:spcPct val="120000"/>
              </a:lnSpc>
              <a:spcBef>
                <a:spcPts val="0"/>
              </a:spcBef>
              <a:spcAft>
                <a:spcPts val="0"/>
              </a:spcAft>
              <a:buClr>
                <a:srgbClr val="7F7F7F"/>
              </a:buClr>
              <a:buSzPts val="800"/>
              <a:buFont typeface="Helvetica Neue"/>
              <a:buChar char="●"/>
              <a:defRPr sz="800">
                <a:solidFill>
                  <a:srgbClr val="7F7F7F"/>
                </a:solidFill>
              </a:defRPr>
            </a:lvl1pPr>
            <a:lvl2pPr marL="914400" indent="-273050" algn="l">
              <a:lnSpc>
                <a:spcPct val="100000"/>
              </a:lnSpc>
              <a:spcBef>
                <a:spcPts val="0"/>
              </a:spcBef>
              <a:spcAft>
                <a:spcPts val="0"/>
              </a:spcAft>
              <a:buClr>
                <a:srgbClr val="000000"/>
              </a:buClr>
              <a:buSzPts val="700"/>
              <a:buChar char="○"/>
              <a:defRPr sz="2100"/>
            </a:lvl2pPr>
            <a:lvl3pPr marL="1371600" indent="-273050" algn="l">
              <a:lnSpc>
                <a:spcPct val="100000"/>
              </a:lnSpc>
              <a:spcBef>
                <a:spcPts val="0"/>
              </a:spcBef>
              <a:spcAft>
                <a:spcPts val="0"/>
              </a:spcAft>
              <a:buClr>
                <a:srgbClr val="000000"/>
              </a:buClr>
              <a:buSzPts val="700"/>
              <a:buChar char="■"/>
              <a:defRPr sz="2100"/>
            </a:lvl3pPr>
            <a:lvl4pPr marL="1828800" indent="-273050" algn="l">
              <a:lnSpc>
                <a:spcPct val="100000"/>
              </a:lnSpc>
              <a:spcBef>
                <a:spcPts val="0"/>
              </a:spcBef>
              <a:spcAft>
                <a:spcPts val="0"/>
              </a:spcAft>
              <a:buClr>
                <a:srgbClr val="000000"/>
              </a:buClr>
              <a:buSzPts val="700"/>
              <a:buChar char="●"/>
              <a:defRPr sz="2100"/>
            </a:lvl4pPr>
            <a:lvl5pPr marL="2286000" indent="-273050" algn="l">
              <a:lnSpc>
                <a:spcPct val="100000"/>
              </a:lnSpc>
              <a:spcBef>
                <a:spcPts val="0"/>
              </a:spcBef>
              <a:spcAft>
                <a:spcPts val="0"/>
              </a:spcAft>
              <a:buClr>
                <a:srgbClr val="000000"/>
              </a:buClr>
              <a:buSzPts val="700"/>
              <a:buChar char="○"/>
              <a:defRPr sz="2100"/>
            </a:lvl5pPr>
            <a:lvl6pPr marL="2743200" indent="-273050" algn="l">
              <a:lnSpc>
                <a:spcPct val="100000"/>
              </a:lnSpc>
              <a:spcBef>
                <a:spcPts val="0"/>
              </a:spcBef>
              <a:spcAft>
                <a:spcPts val="0"/>
              </a:spcAft>
              <a:buClr>
                <a:srgbClr val="000000"/>
              </a:buClr>
              <a:buSzPts val="700"/>
              <a:buChar char="■"/>
              <a:defRPr sz="2100"/>
            </a:lvl6pPr>
            <a:lvl7pPr marL="3200400" indent="-273050" algn="l">
              <a:lnSpc>
                <a:spcPct val="100000"/>
              </a:lnSpc>
              <a:spcBef>
                <a:spcPts val="0"/>
              </a:spcBef>
              <a:spcAft>
                <a:spcPts val="0"/>
              </a:spcAft>
              <a:buClr>
                <a:srgbClr val="000000"/>
              </a:buClr>
              <a:buSzPts val="700"/>
              <a:buChar char="●"/>
              <a:defRPr sz="2100"/>
            </a:lvl7pPr>
            <a:lvl8pPr marL="3657600" indent="-273050" algn="l">
              <a:lnSpc>
                <a:spcPct val="100000"/>
              </a:lnSpc>
              <a:spcBef>
                <a:spcPts val="0"/>
              </a:spcBef>
              <a:spcAft>
                <a:spcPts val="0"/>
              </a:spcAft>
              <a:buClr>
                <a:srgbClr val="000000"/>
              </a:buClr>
              <a:buSzPts val="700"/>
              <a:buChar char="○"/>
              <a:defRPr sz="2100"/>
            </a:lvl8pPr>
            <a:lvl9pPr marL="4114800" indent="-273050" algn="l">
              <a:lnSpc>
                <a:spcPct val="100000"/>
              </a:lnSpc>
              <a:spcBef>
                <a:spcPts val="0"/>
              </a:spcBef>
              <a:spcAft>
                <a:spcPts val="0"/>
              </a:spcAft>
              <a:buClr>
                <a:srgbClr val="000000"/>
              </a:buClr>
              <a:buSzPts val="700"/>
              <a:buChar char="■"/>
              <a:defRPr sz="2100"/>
            </a:lvl9pPr>
          </a:lstStyle>
          <a:p xmlns:a="http://schemas.openxmlformats.org/drawingml/2006/main"/>
        </p:txBody>
      </p:sp>
      <p:sp>
        <p:nvSpPr>
          <p:cNvPr id="993" name="Google Shape;993;p131">
            <a:extLst xmlns:a="http://schemas.openxmlformats.org/drawingml/2006/main">
              <a:ext uri="{FF2B5EF4-FFF2-40B4-BE49-F238E27FC236}">
                <a16:creationId xmlns:a16="http://schemas.microsoft.com/office/drawing/2014/main" id="{3DFEAB93-8B13-4FB6-B808-E5757048EED5}"/>
              </a:ext>
            </a:extLst>
          </p:cNvPr>
          <p:cNvSpPr>
            <a:spLocks xmlns:a="http://schemas.openxmlformats.org/drawingml/2006/main" noGrp="1"/>
          </p:cNvSpPr>
          <p:nvPr>
            <p:ph type="body" idx="26"/>
          </p:nvPr>
        </p:nvSpPr>
        <p:spPr>
          <a:xfrm xmlns:a="http://schemas.openxmlformats.org/drawingml/2006/main">
            <a:off x="1220849" y="2758557"/>
            <a:ext cx="648000" cy="418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7500" tIns="0" rIns="67500" bIns="0" anchor="ctr">
            <a:noAutofit/>
          </a:bodyPr>
          <a:lstStyle xmlns:a="http://schemas.openxmlformats.org/drawingml/2006/main">
            <a:lvl1pPr marL="457200" indent="-279400" algn="l">
              <a:lnSpc>
                <a:spcPct val="120000"/>
              </a:lnSpc>
              <a:spcBef>
                <a:spcPts val="0"/>
              </a:spcBef>
              <a:spcAft>
                <a:spcPts val="0"/>
              </a:spcAft>
              <a:buClr>
                <a:srgbClr val="7F7F7F"/>
              </a:buClr>
              <a:buSzPts val="800"/>
              <a:buFont typeface="Helvetica Neue"/>
              <a:buChar char="●"/>
              <a:defRPr sz="800">
                <a:solidFill>
                  <a:srgbClr val="7F7F7F"/>
                </a:solidFill>
              </a:defRPr>
            </a:lvl1pPr>
            <a:lvl2pPr marL="914400" indent="-273050" algn="l">
              <a:lnSpc>
                <a:spcPct val="100000"/>
              </a:lnSpc>
              <a:spcBef>
                <a:spcPts val="0"/>
              </a:spcBef>
              <a:spcAft>
                <a:spcPts val="0"/>
              </a:spcAft>
              <a:buClr>
                <a:srgbClr val="000000"/>
              </a:buClr>
              <a:buSzPts val="700"/>
              <a:buChar char="○"/>
              <a:defRPr sz="2100"/>
            </a:lvl2pPr>
            <a:lvl3pPr marL="1371600" indent="-273050" algn="l">
              <a:lnSpc>
                <a:spcPct val="100000"/>
              </a:lnSpc>
              <a:spcBef>
                <a:spcPts val="0"/>
              </a:spcBef>
              <a:spcAft>
                <a:spcPts val="0"/>
              </a:spcAft>
              <a:buClr>
                <a:srgbClr val="000000"/>
              </a:buClr>
              <a:buSzPts val="700"/>
              <a:buChar char="■"/>
              <a:defRPr sz="2100"/>
            </a:lvl3pPr>
            <a:lvl4pPr marL="1828800" indent="-273050" algn="l">
              <a:lnSpc>
                <a:spcPct val="100000"/>
              </a:lnSpc>
              <a:spcBef>
                <a:spcPts val="0"/>
              </a:spcBef>
              <a:spcAft>
                <a:spcPts val="0"/>
              </a:spcAft>
              <a:buClr>
                <a:srgbClr val="000000"/>
              </a:buClr>
              <a:buSzPts val="700"/>
              <a:buChar char="●"/>
              <a:defRPr sz="2100"/>
            </a:lvl4pPr>
            <a:lvl5pPr marL="2286000" indent="-273050" algn="l">
              <a:lnSpc>
                <a:spcPct val="100000"/>
              </a:lnSpc>
              <a:spcBef>
                <a:spcPts val="0"/>
              </a:spcBef>
              <a:spcAft>
                <a:spcPts val="0"/>
              </a:spcAft>
              <a:buClr>
                <a:srgbClr val="000000"/>
              </a:buClr>
              <a:buSzPts val="700"/>
              <a:buChar char="○"/>
              <a:defRPr sz="2100"/>
            </a:lvl5pPr>
            <a:lvl6pPr marL="2743200" indent="-273050" algn="l">
              <a:lnSpc>
                <a:spcPct val="100000"/>
              </a:lnSpc>
              <a:spcBef>
                <a:spcPts val="0"/>
              </a:spcBef>
              <a:spcAft>
                <a:spcPts val="0"/>
              </a:spcAft>
              <a:buClr>
                <a:srgbClr val="000000"/>
              </a:buClr>
              <a:buSzPts val="700"/>
              <a:buChar char="■"/>
              <a:defRPr sz="2100"/>
            </a:lvl6pPr>
            <a:lvl7pPr marL="3200400" indent="-273050" algn="l">
              <a:lnSpc>
                <a:spcPct val="100000"/>
              </a:lnSpc>
              <a:spcBef>
                <a:spcPts val="0"/>
              </a:spcBef>
              <a:spcAft>
                <a:spcPts val="0"/>
              </a:spcAft>
              <a:buClr>
                <a:srgbClr val="000000"/>
              </a:buClr>
              <a:buSzPts val="700"/>
              <a:buChar char="●"/>
              <a:defRPr sz="2100"/>
            </a:lvl7pPr>
            <a:lvl8pPr marL="3657600" indent="-273050" algn="l">
              <a:lnSpc>
                <a:spcPct val="100000"/>
              </a:lnSpc>
              <a:spcBef>
                <a:spcPts val="0"/>
              </a:spcBef>
              <a:spcAft>
                <a:spcPts val="0"/>
              </a:spcAft>
              <a:buClr>
                <a:srgbClr val="000000"/>
              </a:buClr>
              <a:buSzPts val="700"/>
              <a:buChar char="○"/>
              <a:defRPr sz="2100"/>
            </a:lvl8pPr>
            <a:lvl9pPr marL="4114800" indent="-273050" algn="l">
              <a:lnSpc>
                <a:spcPct val="100000"/>
              </a:lnSpc>
              <a:spcBef>
                <a:spcPts val="0"/>
              </a:spcBef>
              <a:spcAft>
                <a:spcPts val="0"/>
              </a:spcAft>
              <a:buClr>
                <a:srgbClr val="000000"/>
              </a:buClr>
              <a:buSzPts val="700"/>
              <a:buChar char="■"/>
              <a:defRPr sz="2100"/>
            </a:lvl9pPr>
          </a:lstStyle>
          <a:p xmlns:a="http://schemas.openxmlformats.org/drawingml/2006/main"/>
        </p:txBody>
      </p:sp>
      <p:sp>
        <p:nvSpPr>
          <p:cNvPr id="994" name="Google Shape;994;p131">
            <a:extLst xmlns:a="http://schemas.openxmlformats.org/drawingml/2006/main">
              <a:ext uri="{FF2B5EF4-FFF2-40B4-BE49-F238E27FC236}">
                <a16:creationId xmlns:a16="http://schemas.microsoft.com/office/drawing/2014/main" id="{DC9096C8-23AB-4D07-9BD7-61BD41029415}"/>
              </a:ext>
            </a:extLst>
          </p:cNvPr>
          <p:cNvSpPr>
            <a:spLocks xmlns:a="http://schemas.openxmlformats.org/drawingml/2006/main" noGrp="1"/>
          </p:cNvSpPr>
          <p:nvPr>
            <p:ph type="body" idx="27"/>
          </p:nvPr>
        </p:nvSpPr>
        <p:spPr>
          <a:xfrm xmlns:a="http://schemas.openxmlformats.org/drawingml/2006/main">
            <a:off x="201377" y="2758557"/>
            <a:ext cx="992400" cy="418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7500" tIns="0" rIns="67500" bIns="0" anchor="ctr">
            <a:noAutofit/>
          </a:bodyPr>
          <a:lstStyle xmlns:a="http://schemas.openxmlformats.org/drawingml/2006/main">
            <a:lvl1pPr marL="457200" indent="-279400" algn="l">
              <a:lnSpc>
                <a:spcPct val="120000"/>
              </a:lnSpc>
              <a:spcBef>
                <a:spcPts val="0"/>
              </a:spcBef>
              <a:spcAft>
                <a:spcPts val="0"/>
              </a:spcAft>
              <a:buClr>
                <a:schemeClr val="dk1"/>
              </a:buClr>
              <a:buSzPts val="800"/>
              <a:buFont typeface="Helvetica Neue"/>
              <a:buChar char="●"/>
              <a:defRPr sz="800">
                <a:solidFill>
                  <a:schemeClr val="dk1"/>
                </a:solidFill>
              </a:defRPr>
            </a:lvl1pPr>
            <a:lvl2pPr marL="914400" indent="-273050" algn="l">
              <a:lnSpc>
                <a:spcPct val="100000"/>
              </a:lnSpc>
              <a:spcBef>
                <a:spcPts val="0"/>
              </a:spcBef>
              <a:spcAft>
                <a:spcPts val="0"/>
              </a:spcAft>
              <a:buClr>
                <a:srgbClr val="000000"/>
              </a:buClr>
              <a:buSzPts val="700"/>
              <a:buChar char="○"/>
              <a:defRPr sz="2100"/>
            </a:lvl2pPr>
            <a:lvl3pPr marL="1371600" indent="-273050" algn="l">
              <a:lnSpc>
                <a:spcPct val="100000"/>
              </a:lnSpc>
              <a:spcBef>
                <a:spcPts val="0"/>
              </a:spcBef>
              <a:spcAft>
                <a:spcPts val="0"/>
              </a:spcAft>
              <a:buClr>
                <a:srgbClr val="000000"/>
              </a:buClr>
              <a:buSzPts val="700"/>
              <a:buChar char="■"/>
              <a:defRPr sz="2100"/>
            </a:lvl3pPr>
            <a:lvl4pPr marL="1828800" indent="-273050" algn="l">
              <a:lnSpc>
                <a:spcPct val="100000"/>
              </a:lnSpc>
              <a:spcBef>
                <a:spcPts val="0"/>
              </a:spcBef>
              <a:spcAft>
                <a:spcPts val="0"/>
              </a:spcAft>
              <a:buClr>
                <a:srgbClr val="000000"/>
              </a:buClr>
              <a:buSzPts val="700"/>
              <a:buChar char="●"/>
              <a:defRPr sz="2100"/>
            </a:lvl4pPr>
            <a:lvl5pPr marL="2286000" indent="-273050" algn="l">
              <a:lnSpc>
                <a:spcPct val="100000"/>
              </a:lnSpc>
              <a:spcBef>
                <a:spcPts val="0"/>
              </a:spcBef>
              <a:spcAft>
                <a:spcPts val="0"/>
              </a:spcAft>
              <a:buClr>
                <a:srgbClr val="000000"/>
              </a:buClr>
              <a:buSzPts val="700"/>
              <a:buChar char="○"/>
              <a:defRPr sz="2100"/>
            </a:lvl5pPr>
            <a:lvl6pPr marL="2743200" indent="-273050" algn="l">
              <a:lnSpc>
                <a:spcPct val="100000"/>
              </a:lnSpc>
              <a:spcBef>
                <a:spcPts val="0"/>
              </a:spcBef>
              <a:spcAft>
                <a:spcPts val="0"/>
              </a:spcAft>
              <a:buClr>
                <a:srgbClr val="000000"/>
              </a:buClr>
              <a:buSzPts val="700"/>
              <a:buChar char="■"/>
              <a:defRPr sz="2100"/>
            </a:lvl6pPr>
            <a:lvl7pPr marL="3200400" indent="-273050" algn="l">
              <a:lnSpc>
                <a:spcPct val="100000"/>
              </a:lnSpc>
              <a:spcBef>
                <a:spcPts val="0"/>
              </a:spcBef>
              <a:spcAft>
                <a:spcPts val="0"/>
              </a:spcAft>
              <a:buClr>
                <a:srgbClr val="000000"/>
              </a:buClr>
              <a:buSzPts val="700"/>
              <a:buChar char="●"/>
              <a:defRPr sz="2100"/>
            </a:lvl7pPr>
            <a:lvl8pPr marL="3657600" indent="-273050" algn="l">
              <a:lnSpc>
                <a:spcPct val="100000"/>
              </a:lnSpc>
              <a:spcBef>
                <a:spcPts val="0"/>
              </a:spcBef>
              <a:spcAft>
                <a:spcPts val="0"/>
              </a:spcAft>
              <a:buClr>
                <a:srgbClr val="000000"/>
              </a:buClr>
              <a:buSzPts val="700"/>
              <a:buChar char="○"/>
              <a:defRPr sz="2100"/>
            </a:lvl8pPr>
            <a:lvl9pPr marL="4114800" indent="-273050" algn="l">
              <a:lnSpc>
                <a:spcPct val="100000"/>
              </a:lnSpc>
              <a:spcBef>
                <a:spcPts val="0"/>
              </a:spcBef>
              <a:spcAft>
                <a:spcPts val="0"/>
              </a:spcAft>
              <a:buClr>
                <a:srgbClr val="000000"/>
              </a:buClr>
              <a:buSzPts val="700"/>
              <a:buChar char="■"/>
              <a:defRPr sz="2100"/>
            </a:lvl9pPr>
          </a:lstStyle>
          <a:p xmlns:a="http://schemas.openxmlformats.org/drawingml/2006/main"/>
        </p:txBody>
      </p:sp>
      <p:cxnSp>
        <p:nvCxnSpPr>
          <p:cNvPr id="1034" name="Google Shape;995;p131"/>
          <p:cNvCxnSpPr/>
          <p:nvPr/>
        </p:nvCxnSpPr>
        <p:spPr>
          <a:xfrm xmlns:a="http://schemas.openxmlformats.org/drawingml/2006/main">
            <a:off x="225925" y="2759100"/>
            <a:ext cx="4270200" cy="0"/>
          </a:xfrm>
          <a:prstGeom xmlns:a="http://schemas.openxmlformats.org/drawingml/2006/main" prst="straightConnector1">
            <a:avLst/>
          </a:prstGeom>
          <a:ln xmlns:a="http://schemas.openxmlformats.org/drawingml/2006/main" w="19050" cap="flat">
            <a:solidFill>
              <a:srgbClr val="000000">
                <a:alpha val="4710"/>
              </a:srgbClr>
            </a:solidFill>
            <a:prstDash val="solid"/>
            <a:miter/>
            <a:headEnd type="none" w="sm" len="sm"/>
            <a:tailEnd type="none" w="sm" len="sm"/>
          </a:ln>
        </p:spPr>
      </p:cxnSp>
      <p:sp>
        <p:nvSpPr>
          <p:cNvPr id="996" name="Google Shape;996;p131">
            <a:extLst xmlns:a="http://schemas.openxmlformats.org/drawingml/2006/main">
              <a:ext uri="{FF2B5EF4-FFF2-40B4-BE49-F238E27FC236}">
                <a16:creationId xmlns:a16="http://schemas.microsoft.com/office/drawing/2014/main" id="{2AFEEDD8-0279-4379-853A-BD94B67E3C12}"/>
              </a:ext>
            </a:extLst>
          </p:cNvPr>
          <p:cNvSpPr>
            <a:spLocks xmlns:a="http://schemas.openxmlformats.org/drawingml/2006/main" noGrp="1"/>
          </p:cNvSpPr>
          <p:nvPr>
            <p:ph type="body" idx="28"/>
          </p:nvPr>
        </p:nvSpPr>
        <p:spPr>
          <a:xfrm xmlns:a="http://schemas.openxmlformats.org/drawingml/2006/main">
            <a:off x="3866849" y="2318533"/>
            <a:ext cx="648000" cy="418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7500" tIns="0" rIns="67500" bIns="0" anchor="ctr">
            <a:noAutofit/>
          </a:bodyPr>
          <a:lstStyle xmlns:a="http://schemas.openxmlformats.org/drawingml/2006/main">
            <a:lvl1pPr marL="457200" indent="-279400" algn="l">
              <a:lnSpc>
                <a:spcPct val="120000"/>
              </a:lnSpc>
              <a:spcBef>
                <a:spcPts val="0"/>
              </a:spcBef>
              <a:spcAft>
                <a:spcPts val="0"/>
              </a:spcAft>
              <a:buClr>
                <a:schemeClr val="dk1"/>
              </a:buClr>
              <a:buSzPts val="800"/>
              <a:buFont typeface="Helvetica Neue"/>
              <a:buChar char="●"/>
              <a:defRPr sz="800">
                <a:solidFill>
                  <a:schemeClr val="dk1"/>
                </a:solidFill>
              </a:defRPr>
            </a:lvl1pPr>
            <a:lvl2pPr marL="914400" indent="-273050" algn="l">
              <a:lnSpc>
                <a:spcPct val="100000"/>
              </a:lnSpc>
              <a:spcBef>
                <a:spcPts val="0"/>
              </a:spcBef>
              <a:spcAft>
                <a:spcPts val="0"/>
              </a:spcAft>
              <a:buClr>
                <a:srgbClr val="000000"/>
              </a:buClr>
              <a:buSzPts val="700"/>
              <a:buChar char="○"/>
              <a:defRPr sz="2100"/>
            </a:lvl2pPr>
            <a:lvl3pPr marL="1371600" indent="-273050" algn="l">
              <a:lnSpc>
                <a:spcPct val="100000"/>
              </a:lnSpc>
              <a:spcBef>
                <a:spcPts val="0"/>
              </a:spcBef>
              <a:spcAft>
                <a:spcPts val="0"/>
              </a:spcAft>
              <a:buClr>
                <a:srgbClr val="000000"/>
              </a:buClr>
              <a:buSzPts val="700"/>
              <a:buChar char="■"/>
              <a:defRPr sz="2100"/>
            </a:lvl3pPr>
            <a:lvl4pPr marL="1828800" indent="-273050" algn="l">
              <a:lnSpc>
                <a:spcPct val="100000"/>
              </a:lnSpc>
              <a:spcBef>
                <a:spcPts val="0"/>
              </a:spcBef>
              <a:spcAft>
                <a:spcPts val="0"/>
              </a:spcAft>
              <a:buClr>
                <a:srgbClr val="000000"/>
              </a:buClr>
              <a:buSzPts val="700"/>
              <a:buChar char="●"/>
              <a:defRPr sz="2100"/>
            </a:lvl4pPr>
            <a:lvl5pPr marL="2286000" indent="-273050" algn="l">
              <a:lnSpc>
                <a:spcPct val="100000"/>
              </a:lnSpc>
              <a:spcBef>
                <a:spcPts val="0"/>
              </a:spcBef>
              <a:spcAft>
                <a:spcPts val="0"/>
              </a:spcAft>
              <a:buClr>
                <a:srgbClr val="000000"/>
              </a:buClr>
              <a:buSzPts val="700"/>
              <a:buChar char="○"/>
              <a:defRPr sz="2100"/>
            </a:lvl5pPr>
            <a:lvl6pPr marL="2743200" indent="-273050" algn="l">
              <a:lnSpc>
                <a:spcPct val="100000"/>
              </a:lnSpc>
              <a:spcBef>
                <a:spcPts val="0"/>
              </a:spcBef>
              <a:spcAft>
                <a:spcPts val="0"/>
              </a:spcAft>
              <a:buClr>
                <a:srgbClr val="000000"/>
              </a:buClr>
              <a:buSzPts val="700"/>
              <a:buChar char="■"/>
              <a:defRPr sz="2100"/>
            </a:lvl6pPr>
            <a:lvl7pPr marL="3200400" indent="-273050" algn="l">
              <a:lnSpc>
                <a:spcPct val="100000"/>
              </a:lnSpc>
              <a:spcBef>
                <a:spcPts val="0"/>
              </a:spcBef>
              <a:spcAft>
                <a:spcPts val="0"/>
              </a:spcAft>
              <a:buClr>
                <a:srgbClr val="000000"/>
              </a:buClr>
              <a:buSzPts val="700"/>
              <a:buChar char="●"/>
              <a:defRPr sz="2100"/>
            </a:lvl7pPr>
            <a:lvl8pPr marL="3657600" indent="-273050" algn="l">
              <a:lnSpc>
                <a:spcPct val="100000"/>
              </a:lnSpc>
              <a:spcBef>
                <a:spcPts val="0"/>
              </a:spcBef>
              <a:spcAft>
                <a:spcPts val="0"/>
              </a:spcAft>
              <a:buClr>
                <a:srgbClr val="000000"/>
              </a:buClr>
              <a:buSzPts val="700"/>
              <a:buChar char="○"/>
              <a:defRPr sz="2100"/>
            </a:lvl8pPr>
            <a:lvl9pPr marL="4114800" indent="-273050" algn="l">
              <a:lnSpc>
                <a:spcPct val="100000"/>
              </a:lnSpc>
              <a:spcBef>
                <a:spcPts val="0"/>
              </a:spcBef>
              <a:spcAft>
                <a:spcPts val="0"/>
              </a:spcAft>
              <a:buClr>
                <a:srgbClr val="000000"/>
              </a:buClr>
              <a:buSzPts val="700"/>
              <a:buChar char="■"/>
              <a:defRPr sz="2100"/>
            </a:lvl9pPr>
          </a:lstStyle>
          <a:p xmlns:a="http://schemas.openxmlformats.org/drawingml/2006/main"/>
        </p:txBody>
      </p:sp>
      <p:sp>
        <p:nvSpPr>
          <p:cNvPr id="997" name="Google Shape;997;p131">
            <a:extLst xmlns:a="http://schemas.openxmlformats.org/drawingml/2006/main">
              <a:ext uri="{FF2B5EF4-FFF2-40B4-BE49-F238E27FC236}">
                <a16:creationId xmlns:a16="http://schemas.microsoft.com/office/drawing/2014/main" id="{ED56CE3E-0F41-4856-867F-AC9A9AFD2AEE}"/>
              </a:ext>
            </a:extLst>
          </p:cNvPr>
          <p:cNvSpPr>
            <a:spLocks xmlns:a="http://schemas.openxmlformats.org/drawingml/2006/main" noGrp="1"/>
          </p:cNvSpPr>
          <p:nvPr>
            <p:ph type="body" idx="29"/>
          </p:nvPr>
        </p:nvSpPr>
        <p:spPr>
          <a:xfrm xmlns:a="http://schemas.openxmlformats.org/drawingml/2006/main">
            <a:off x="3191849" y="2318533"/>
            <a:ext cx="648000" cy="418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7500" tIns="0" rIns="67500" bIns="0" anchor="ctr">
            <a:noAutofit/>
          </a:bodyPr>
          <a:lstStyle xmlns:a="http://schemas.openxmlformats.org/drawingml/2006/main">
            <a:lvl1pPr marL="457200" indent="-279400" algn="l">
              <a:lnSpc>
                <a:spcPct val="120000"/>
              </a:lnSpc>
              <a:spcBef>
                <a:spcPts val="0"/>
              </a:spcBef>
              <a:spcAft>
                <a:spcPts val="0"/>
              </a:spcAft>
              <a:buClr>
                <a:schemeClr val="dk1"/>
              </a:buClr>
              <a:buSzPts val="800"/>
              <a:buFont typeface="Helvetica Neue"/>
              <a:buChar char="●"/>
              <a:defRPr sz="800">
                <a:solidFill>
                  <a:schemeClr val="dk1"/>
                </a:solidFill>
              </a:defRPr>
            </a:lvl1pPr>
            <a:lvl2pPr marL="914400" indent="-273050" algn="l">
              <a:lnSpc>
                <a:spcPct val="100000"/>
              </a:lnSpc>
              <a:spcBef>
                <a:spcPts val="0"/>
              </a:spcBef>
              <a:spcAft>
                <a:spcPts val="0"/>
              </a:spcAft>
              <a:buClr>
                <a:srgbClr val="000000"/>
              </a:buClr>
              <a:buSzPts val="700"/>
              <a:buChar char="○"/>
              <a:defRPr sz="2100"/>
            </a:lvl2pPr>
            <a:lvl3pPr marL="1371600" indent="-273050" algn="l">
              <a:lnSpc>
                <a:spcPct val="100000"/>
              </a:lnSpc>
              <a:spcBef>
                <a:spcPts val="0"/>
              </a:spcBef>
              <a:spcAft>
                <a:spcPts val="0"/>
              </a:spcAft>
              <a:buClr>
                <a:srgbClr val="000000"/>
              </a:buClr>
              <a:buSzPts val="700"/>
              <a:buChar char="■"/>
              <a:defRPr sz="2100"/>
            </a:lvl3pPr>
            <a:lvl4pPr marL="1828800" indent="-273050" algn="l">
              <a:lnSpc>
                <a:spcPct val="100000"/>
              </a:lnSpc>
              <a:spcBef>
                <a:spcPts val="0"/>
              </a:spcBef>
              <a:spcAft>
                <a:spcPts val="0"/>
              </a:spcAft>
              <a:buClr>
                <a:srgbClr val="000000"/>
              </a:buClr>
              <a:buSzPts val="700"/>
              <a:buChar char="●"/>
              <a:defRPr sz="2100"/>
            </a:lvl4pPr>
            <a:lvl5pPr marL="2286000" indent="-273050" algn="l">
              <a:lnSpc>
                <a:spcPct val="100000"/>
              </a:lnSpc>
              <a:spcBef>
                <a:spcPts val="0"/>
              </a:spcBef>
              <a:spcAft>
                <a:spcPts val="0"/>
              </a:spcAft>
              <a:buClr>
                <a:srgbClr val="000000"/>
              </a:buClr>
              <a:buSzPts val="700"/>
              <a:buChar char="○"/>
              <a:defRPr sz="2100"/>
            </a:lvl5pPr>
            <a:lvl6pPr marL="2743200" indent="-273050" algn="l">
              <a:lnSpc>
                <a:spcPct val="100000"/>
              </a:lnSpc>
              <a:spcBef>
                <a:spcPts val="0"/>
              </a:spcBef>
              <a:spcAft>
                <a:spcPts val="0"/>
              </a:spcAft>
              <a:buClr>
                <a:srgbClr val="000000"/>
              </a:buClr>
              <a:buSzPts val="700"/>
              <a:buChar char="■"/>
              <a:defRPr sz="2100"/>
            </a:lvl6pPr>
            <a:lvl7pPr marL="3200400" indent="-273050" algn="l">
              <a:lnSpc>
                <a:spcPct val="100000"/>
              </a:lnSpc>
              <a:spcBef>
                <a:spcPts val="0"/>
              </a:spcBef>
              <a:spcAft>
                <a:spcPts val="0"/>
              </a:spcAft>
              <a:buClr>
                <a:srgbClr val="000000"/>
              </a:buClr>
              <a:buSzPts val="700"/>
              <a:buChar char="●"/>
              <a:defRPr sz="2100"/>
            </a:lvl7pPr>
            <a:lvl8pPr marL="3657600" indent="-273050" algn="l">
              <a:lnSpc>
                <a:spcPct val="100000"/>
              </a:lnSpc>
              <a:spcBef>
                <a:spcPts val="0"/>
              </a:spcBef>
              <a:spcAft>
                <a:spcPts val="0"/>
              </a:spcAft>
              <a:buClr>
                <a:srgbClr val="000000"/>
              </a:buClr>
              <a:buSzPts val="700"/>
              <a:buChar char="○"/>
              <a:defRPr sz="2100"/>
            </a:lvl8pPr>
            <a:lvl9pPr marL="4114800" indent="-273050" algn="l">
              <a:lnSpc>
                <a:spcPct val="100000"/>
              </a:lnSpc>
              <a:spcBef>
                <a:spcPts val="0"/>
              </a:spcBef>
              <a:spcAft>
                <a:spcPts val="0"/>
              </a:spcAft>
              <a:buClr>
                <a:srgbClr val="000000"/>
              </a:buClr>
              <a:buSzPts val="700"/>
              <a:buChar char="■"/>
              <a:defRPr sz="2100"/>
            </a:lvl9pPr>
          </a:lstStyle>
          <a:p xmlns:a="http://schemas.openxmlformats.org/drawingml/2006/main"/>
        </p:txBody>
      </p:sp>
      <p:sp>
        <p:nvSpPr>
          <p:cNvPr id="998" name="Google Shape;998;p131">
            <a:extLst xmlns:a="http://schemas.openxmlformats.org/drawingml/2006/main">
              <a:ext uri="{FF2B5EF4-FFF2-40B4-BE49-F238E27FC236}">
                <a16:creationId xmlns:a16="http://schemas.microsoft.com/office/drawing/2014/main" id="{FC2B4E56-860C-48BD-90D9-6DA4C301E8CB}"/>
              </a:ext>
            </a:extLst>
          </p:cNvPr>
          <p:cNvSpPr>
            <a:spLocks xmlns:a="http://schemas.openxmlformats.org/drawingml/2006/main" noGrp="1"/>
          </p:cNvSpPr>
          <p:nvPr>
            <p:ph type="body" idx="30"/>
          </p:nvPr>
        </p:nvSpPr>
        <p:spPr>
          <a:xfrm xmlns:a="http://schemas.openxmlformats.org/drawingml/2006/main">
            <a:off x="2543849" y="2318533"/>
            <a:ext cx="648000" cy="418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7500" tIns="0" rIns="67500" bIns="0" anchor="ctr">
            <a:noAutofit/>
          </a:bodyPr>
          <a:lstStyle xmlns:a="http://schemas.openxmlformats.org/drawingml/2006/main">
            <a:lvl1pPr marL="457200" indent="-279400" algn="l">
              <a:lnSpc>
                <a:spcPct val="120000"/>
              </a:lnSpc>
              <a:spcBef>
                <a:spcPts val="0"/>
              </a:spcBef>
              <a:spcAft>
                <a:spcPts val="0"/>
              </a:spcAft>
              <a:buClr>
                <a:schemeClr val="dk1"/>
              </a:buClr>
              <a:buSzPts val="800"/>
              <a:buFont typeface="Helvetica Neue"/>
              <a:buChar char="●"/>
              <a:defRPr sz="800">
                <a:solidFill>
                  <a:schemeClr val="dk1"/>
                </a:solidFill>
              </a:defRPr>
            </a:lvl1pPr>
            <a:lvl2pPr marL="914400" indent="-273050" algn="l">
              <a:lnSpc>
                <a:spcPct val="100000"/>
              </a:lnSpc>
              <a:spcBef>
                <a:spcPts val="0"/>
              </a:spcBef>
              <a:spcAft>
                <a:spcPts val="0"/>
              </a:spcAft>
              <a:buClr>
                <a:srgbClr val="000000"/>
              </a:buClr>
              <a:buSzPts val="700"/>
              <a:buChar char="○"/>
              <a:defRPr sz="2100"/>
            </a:lvl2pPr>
            <a:lvl3pPr marL="1371600" indent="-273050" algn="l">
              <a:lnSpc>
                <a:spcPct val="100000"/>
              </a:lnSpc>
              <a:spcBef>
                <a:spcPts val="0"/>
              </a:spcBef>
              <a:spcAft>
                <a:spcPts val="0"/>
              </a:spcAft>
              <a:buClr>
                <a:srgbClr val="000000"/>
              </a:buClr>
              <a:buSzPts val="700"/>
              <a:buChar char="■"/>
              <a:defRPr sz="2100"/>
            </a:lvl3pPr>
            <a:lvl4pPr marL="1828800" indent="-273050" algn="l">
              <a:lnSpc>
                <a:spcPct val="100000"/>
              </a:lnSpc>
              <a:spcBef>
                <a:spcPts val="0"/>
              </a:spcBef>
              <a:spcAft>
                <a:spcPts val="0"/>
              </a:spcAft>
              <a:buClr>
                <a:srgbClr val="000000"/>
              </a:buClr>
              <a:buSzPts val="700"/>
              <a:buChar char="●"/>
              <a:defRPr sz="2100"/>
            </a:lvl4pPr>
            <a:lvl5pPr marL="2286000" indent="-273050" algn="l">
              <a:lnSpc>
                <a:spcPct val="100000"/>
              </a:lnSpc>
              <a:spcBef>
                <a:spcPts val="0"/>
              </a:spcBef>
              <a:spcAft>
                <a:spcPts val="0"/>
              </a:spcAft>
              <a:buClr>
                <a:srgbClr val="000000"/>
              </a:buClr>
              <a:buSzPts val="700"/>
              <a:buChar char="○"/>
              <a:defRPr sz="2100"/>
            </a:lvl5pPr>
            <a:lvl6pPr marL="2743200" indent="-273050" algn="l">
              <a:lnSpc>
                <a:spcPct val="100000"/>
              </a:lnSpc>
              <a:spcBef>
                <a:spcPts val="0"/>
              </a:spcBef>
              <a:spcAft>
                <a:spcPts val="0"/>
              </a:spcAft>
              <a:buClr>
                <a:srgbClr val="000000"/>
              </a:buClr>
              <a:buSzPts val="700"/>
              <a:buChar char="■"/>
              <a:defRPr sz="2100"/>
            </a:lvl6pPr>
            <a:lvl7pPr marL="3200400" indent="-273050" algn="l">
              <a:lnSpc>
                <a:spcPct val="100000"/>
              </a:lnSpc>
              <a:spcBef>
                <a:spcPts val="0"/>
              </a:spcBef>
              <a:spcAft>
                <a:spcPts val="0"/>
              </a:spcAft>
              <a:buClr>
                <a:srgbClr val="000000"/>
              </a:buClr>
              <a:buSzPts val="700"/>
              <a:buChar char="●"/>
              <a:defRPr sz="2100"/>
            </a:lvl7pPr>
            <a:lvl8pPr marL="3657600" indent="-273050" algn="l">
              <a:lnSpc>
                <a:spcPct val="100000"/>
              </a:lnSpc>
              <a:spcBef>
                <a:spcPts val="0"/>
              </a:spcBef>
              <a:spcAft>
                <a:spcPts val="0"/>
              </a:spcAft>
              <a:buClr>
                <a:srgbClr val="000000"/>
              </a:buClr>
              <a:buSzPts val="700"/>
              <a:buChar char="○"/>
              <a:defRPr sz="2100"/>
            </a:lvl8pPr>
            <a:lvl9pPr marL="4114800" indent="-273050" algn="l">
              <a:lnSpc>
                <a:spcPct val="100000"/>
              </a:lnSpc>
              <a:spcBef>
                <a:spcPts val="0"/>
              </a:spcBef>
              <a:spcAft>
                <a:spcPts val="0"/>
              </a:spcAft>
              <a:buClr>
                <a:srgbClr val="000000"/>
              </a:buClr>
              <a:buSzPts val="700"/>
              <a:buChar char="■"/>
              <a:defRPr sz="2100"/>
            </a:lvl9pPr>
          </a:lstStyle>
          <a:p xmlns:a="http://schemas.openxmlformats.org/drawingml/2006/main"/>
        </p:txBody>
      </p:sp>
      <p:sp>
        <p:nvSpPr>
          <p:cNvPr id="999" name="Google Shape;999;p131">
            <a:extLst xmlns:a="http://schemas.openxmlformats.org/drawingml/2006/main">
              <a:ext uri="{FF2B5EF4-FFF2-40B4-BE49-F238E27FC236}">
                <a16:creationId xmlns:a16="http://schemas.microsoft.com/office/drawing/2014/main" id="{272FB643-DFBC-4BEC-B7A1-185081744EA0}"/>
              </a:ext>
            </a:extLst>
          </p:cNvPr>
          <p:cNvSpPr>
            <a:spLocks xmlns:a="http://schemas.openxmlformats.org/drawingml/2006/main" noGrp="1"/>
          </p:cNvSpPr>
          <p:nvPr>
            <p:ph type="body" idx="31"/>
          </p:nvPr>
        </p:nvSpPr>
        <p:spPr>
          <a:xfrm xmlns:a="http://schemas.openxmlformats.org/drawingml/2006/main">
            <a:off x="1868849" y="2318533"/>
            <a:ext cx="648000" cy="418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7500" tIns="0" rIns="67500" bIns="0" anchor="ctr">
            <a:noAutofit/>
          </a:bodyPr>
          <a:lstStyle xmlns:a="http://schemas.openxmlformats.org/drawingml/2006/main">
            <a:lvl1pPr marL="457200" indent="-279400" algn="l">
              <a:lnSpc>
                <a:spcPct val="120000"/>
              </a:lnSpc>
              <a:spcBef>
                <a:spcPts val="0"/>
              </a:spcBef>
              <a:spcAft>
                <a:spcPts val="0"/>
              </a:spcAft>
              <a:buClr>
                <a:schemeClr val="dk1"/>
              </a:buClr>
              <a:buSzPts val="800"/>
              <a:buFont typeface="Helvetica Neue"/>
              <a:buChar char="●"/>
              <a:defRPr sz="800">
                <a:solidFill>
                  <a:schemeClr val="dk1"/>
                </a:solidFill>
              </a:defRPr>
            </a:lvl1pPr>
            <a:lvl2pPr marL="914400" indent="-273050" algn="l">
              <a:lnSpc>
                <a:spcPct val="100000"/>
              </a:lnSpc>
              <a:spcBef>
                <a:spcPts val="0"/>
              </a:spcBef>
              <a:spcAft>
                <a:spcPts val="0"/>
              </a:spcAft>
              <a:buClr>
                <a:srgbClr val="000000"/>
              </a:buClr>
              <a:buSzPts val="700"/>
              <a:buChar char="○"/>
              <a:defRPr sz="2100"/>
            </a:lvl2pPr>
            <a:lvl3pPr marL="1371600" indent="-273050" algn="l">
              <a:lnSpc>
                <a:spcPct val="100000"/>
              </a:lnSpc>
              <a:spcBef>
                <a:spcPts val="0"/>
              </a:spcBef>
              <a:spcAft>
                <a:spcPts val="0"/>
              </a:spcAft>
              <a:buClr>
                <a:srgbClr val="000000"/>
              </a:buClr>
              <a:buSzPts val="700"/>
              <a:buChar char="■"/>
              <a:defRPr sz="2100"/>
            </a:lvl3pPr>
            <a:lvl4pPr marL="1828800" indent="-273050" algn="l">
              <a:lnSpc>
                <a:spcPct val="100000"/>
              </a:lnSpc>
              <a:spcBef>
                <a:spcPts val="0"/>
              </a:spcBef>
              <a:spcAft>
                <a:spcPts val="0"/>
              </a:spcAft>
              <a:buClr>
                <a:srgbClr val="000000"/>
              </a:buClr>
              <a:buSzPts val="700"/>
              <a:buChar char="●"/>
              <a:defRPr sz="2100"/>
            </a:lvl4pPr>
            <a:lvl5pPr marL="2286000" indent="-273050" algn="l">
              <a:lnSpc>
                <a:spcPct val="100000"/>
              </a:lnSpc>
              <a:spcBef>
                <a:spcPts val="0"/>
              </a:spcBef>
              <a:spcAft>
                <a:spcPts val="0"/>
              </a:spcAft>
              <a:buClr>
                <a:srgbClr val="000000"/>
              </a:buClr>
              <a:buSzPts val="700"/>
              <a:buChar char="○"/>
              <a:defRPr sz="2100"/>
            </a:lvl5pPr>
            <a:lvl6pPr marL="2743200" indent="-273050" algn="l">
              <a:lnSpc>
                <a:spcPct val="100000"/>
              </a:lnSpc>
              <a:spcBef>
                <a:spcPts val="0"/>
              </a:spcBef>
              <a:spcAft>
                <a:spcPts val="0"/>
              </a:spcAft>
              <a:buClr>
                <a:srgbClr val="000000"/>
              </a:buClr>
              <a:buSzPts val="700"/>
              <a:buChar char="■"/>
              <a:defRPr sz="2100"/>
            </a:lvl6pPr>
            <a:lvl7pPr marL="3200400" indent="-273050" algn="l">
              <a:lnSpc>
                <a:spcPct val="100000"/>
              </a:lnSpc>
              <a:spcBef>
                <a:spcPts val="0"/>
              </a:spcBef>
              <a:spcAft>
                <a:spcPts val="0"/>
              </a:spcAft>
              <a:buClr>
                <a:srgbClr val="000000"/>
              </a:buClr>
              <a:buSzPts val="700"/>
              <a:buChar char="●"/>
              <a:defRPr sz="2100"/>
            </a:lvl7pPr>
            <a:lvl8pPr marL="3657600" indent="-273050" algn="l">
              <a:lnSpc>
                <a:spcPct val="100000"/>
              </a:lnSpc>
              <a:spcBef>
                <a:spcPts val="0"/>
              </a:spcBef>
              <a:spcAft>
                <a:spcPts val="0"/>
              </a:spcAft>
              <a:buClr>
                <a:srgbClr val="000000"/>
              </a:buClr>
              <a:buSzPts val="700"/>
              <a:buChar char="○"/>
              <a:defRPr sz="2100"/>
            </a:lvl8pPr>
            <a:lvl9pPr marL="4114800" indent="-273050" algn="l">
              <a:lnSpc>
                <a:spcPct val="100000"/>
              </a:lnSpc>
              <a:spcBef>
                <a:spcPts val="0"/>
              </a:spcBef>
              <a:spcAft>
                <a:spcPts val="0"/>
              </a:spcAft>
              <a:buClr>
                <a:srgbClr val="000000"/>
              </a:buClr>
              <a:buSzPts val="700"/>
              <a:buChar char="■"/>
              <a:defRPr sz="2100"/>
            </a:lvl9pPr>
          </a:lstStyle>
          <a:p xmlns:a="http://schemas.openxmlformats.org/drawingml/2006/main"/>
        </p:txBody>
      </p:sp>
      <p:sp>
        <p:nvSpPr>
          <p:cNvPr id="1000" name="Google Shape;1000;p131">
            <a:extLst xmlns:a="http://schemas.openxmlformats.org/drawingml/2006/main">
              <a:ext uri="{FF2B5EF4-FFF2-40B4-BE49-F238E27FC236}">
                <a16:creationId xmlns:a16="http://schemas.microsoft.com/office/drawing/2014/main" id="{3816C657-E6CB-4BA4-B388-CA568841BC02}"/>
              </a:ext>
            </a:extLst>
          </p:cNvPr>
          <p:cNvSpPr>
            <a:spLocks xmlns:a="http://schemas.openxmlformats.org/drawingml/2006/main" noGrp="1"/>
          </p:cNvSpPr>
          <p:nvPr>
            <p:ph type="body" idx="32"/>
          </p:nvPr>
        </p:nvSpPr>
        <p:spPr>
          <a:xfrm xmlns:a="http://schemas.openxmlformats.org/drawingml/2006/main">
            <a:off x="1220849" y="2318533"/>
            <a:ext cx="648000" cy="418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7500" tIns="0" rIns="67500" bIns="0" anchor="ctr">
            <a:noAutofit/>
          </a:bodyPr>
          <a:lstStyle xmlns:a="http://schemas.openxmlformats.org/drawingml/2006/main">
            <a:lvl1pPr marL="457200" indent="-279400" algn="l">
              <a:lnSpc>
                <a:spcPct val="120000"/>
              </a:lnSpc>
              <a:spcBef>
                <a:spcPts val="0"/>
              </a:spcBef>
              <a:spcAft>
                <a:spcPts val="0"/>
              </a:spcAft>
              <a:buClr>
                <a:schemeClr val="dk1"/>
              </a:buClr>
              <a:buSzPts val="800"/>
              <a:buFont typeface="Helvetica Neue"/>
              <a:buChar char="●"/>
              <a:defRPr sz="800">
                <a:solidFill>
                  <a:schemeClr val="dk1"/>
                </a:solidFill>
              </a:defRPr>
            </a:lvl1pPr>
            <a:lvl2pPr marL="914400" indent="-273050" algn="l">
              <a:lnSpc>
                <a:spcPct val="100000"/>
              </a:lnSpc>
              <a:spcBef>
                <a:spcPts val="0"/>
              </a:spcBef>
              <a:spcAft>
                <a:spcPts val="0"/>
              </a:spcAft>
              <a:buClr>
                <a:srgbClr val="000000"/>
              </a:buClr>
              <a:buSzPts val="700"/>
              <a:buChar char="○"/>
              <a:defRPr sz="2100"/>
            </a:lvl2pPr>
            <a:lvl3pPr marL="1371600" indent="-273050" algn="l">
              <a:lnSpc>
                <a:spcPct val="100000"/>
              </a:lnSpc>
              <a:spcBef>
                <a:spcPts val="0"/>
              </a:spcBef>
              <a:spcAft>
                <a:spcPts val="0"/>
              </a:spcAft>
              <a:buClr>
                <a:srgbClr val="000000"/>
              </a:buClr>
              <a:buSzPts val="700"/>
              <a:buChar char="■"/>
              <a:defRPr sz="2100"/>
            </a:lvl3pPr>
            <a:lvl4pPr marL="1828800" indent="-273050" algn="l">
              <a:lnSpc>
                <a:spcPct val="100000"/>
              </a:lnSpc>
              <a:spcBef>
                <a:spcPts val="0"/>
              </a:spcBef>
              <a:spcAft>
                <a:spcPts val="0"/>
              </a:spcAft>
              <a:buClr>
                <a:srgbClr val="000000"/>
              </a:buClr>
              <a:buSzPts val="700"/>
              <a:buChar char="●"/>
              <a:defRPr sz="2100"/>
            </a:lvl4pPr>
            <a:lvl5pPr marL="2286000" indent="-273050" algn="l">
              <a:lnSpc>
                <a:spcPct val="100000"/>
              </a:lnSpc>
              <a:spcBef>
                <a:spcPts val="0"/>
              </a:spcBef>
              <a:spcAft>
                <a:spcPts val="0"/>
              </a:spcAft>
              <a:buClr>
                <a:srgbClr val="000000"/>
              </a:buClr>
              <a:buSzPts val="700"/>
              <a:buChar char="○"/>
              <a:defRPr sz="2100"/>
            </a:lvl5pPr>
            <a:lvl6pPr marL="2743200" indent="-273050" algn="l">
              <a:lnSpc>
                <a:spcPct val="100000"/>
              </a:lnSpc>
              <a:spcBef>
                <a:spcPts val="0"/>
              </a:spcBef>
              <a:spcAft>
                <a:spcPts val="0"/>
              </a:spcAft>
              <a:buClr>
                <a:srgbClr val="000000"/>
              </a:buClr>
              <a:buSzPts val="700"/>
              <a:buChar char="■"/>
              <a:defRPr sz="2100"/>
            </a:lvl6pPr>
            <a:lvl7pPr marL="3200400" indent="-273050" algn="l">
              <a:lnSpc>
                <a:spcPct val="100000"/>
              </a:lnSpc>
              <a:spcBef>
                <a:spcPts val="0"/>
              </a:spcBef>
              <a:spcAft>
                <a:spcPts val="0"/>
              </a:spcAft>
              <a:buClr>
                <a:srgbClr val="000000"/>
              </a:buClr>
              <a:buSzPts val="700"/>
              <a:buChar char="●"/>
              <a:defRPr sz="2100"/>
            </a:lvl7pPr>
            <a:lvl8pPr marL="3657600" indent="-273050" algn="l">
              <a:lnSpc>
                <a:spcPct val="100000"/>
              </a:lnSpc>
              <a:spcBef>
                <a:spcPts val="0"/>
              </a:spcBef>
              <a:spcAft>
                <a:spcPts val="0"/>
              </a:spcAft>
              <a:buClr>
                <a:srgbClr val="000000"/>
              </a:buClr>
              <a:buSzPts val="700"/>
              <a:buChar char="○"/>
              <a:defRPr sz="2100"/>
            </a:lvl8pPr>
            <a:lvl9pPr marL="4114800" indent="-273050" algn="l">
              <a:lnSpc>
                <a:spcPct val="100000"/>
              </a:lnSpc>
              <a:spcBef>
                <a:spcPts val="0"/>
              </a:spcBef>
              <a:spcAft>
                <a:spcPts val="0"/>
              </a:spcAft>
              <a:buClr>
                <a:srgbClr val="000000"/>
              </a:buClr>
              <a:buSzPts val="700"/>
              <a:buChar char="■"/>
              <a:defRPr sz="2100"/>
            </a:lvl9pPr>
          </a:lstStyle>
          <a:p xmlns:a="http://schemas.openxmlformats.org/drawingml/2006/main"/>
        </p:txBody>
      </p:sp>
      <p:sp>
        <p:nvSpPr>
          <p:cNvPr id="1001" name="Google Shape;1001;p131">
            <a:extLst xmlns:a="http://schemas.openxmlformats.org/drawingml/2006/main">
              <a:ext uri="{FF2B5EF4-FFF2-40B4-BE49-F238E27FC236}">
                <a16:creationId xmlns:a16="http://schemas.microsoft.com/office/drawing/2014/main" id="{B1CF93A6-DC5D-4626-893E-97BE9C5C715E}"/>
              </a:ext>
            </a:extLst>
          </p:cNvPr>
          <p:cNvSpPr>
            <a:spLocks xmlns:a="http://schemas.openxmlformats.org/drawingml/2006/main" noGrp="1"/>
          </p:cNvSpPr>
          <p:nvPr>
            <p:ph type="body" idx="33"/>
          </p:nvPr>
        </p:nvSpPr>
        <p:spPr>
          <a:xfrm xmlns:a="http://schemas.openxmlformats.org/drawingml/2006/main">
            <a:off x="201377" y="2318533"/>
            <a:ext cx="992400" cy="418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7500" tIns="0" rIns="67500" bIns="0" anchor="ctr">
            <a:noAutofit/>
          </a:bodyPr>
          <a:lstStyle xmlns:a="http://schemas.openxmlformats.org/drawingml/2006/main">
            <a:lvl1pPr marL="457200" indent="-279400" algn="l">
              <a:lnSpc>
                <a:spcPct val="120000"/>
              </a:lnSpc>
              <a:spcBef>
                <a:spcPts val="0"/>
              </a:spcBef>
              <a:spcAft>
                <a:spcPts val="0"/>
              </a:spcAft>
              <a:buClr>
                <a:srgbClr val="7F7F7F"/>
              </a:buClr>
              <a:buSzPts val="800"/>
              <a:buFont typeface="Helvetica Neue"/>
              <a:buChar char="●"/>
              <a:defRPr sz="800">
                <a:solidFill>
                  <a:srgbClr val="7F7F7F"/>
                </a:solidFill>
              </a:defRPr>
            </a:lvl1pPr>
            <a:lvl2pPr marL="914400" indent="-273050" algn="l">
              <a:lnSpc>
                <a:spcPct val="100000"/>
              </a:lnSpc>
              <a:spcBef>
                <a:spcPts val="0"/>
              </a:spcBef>
              <a:spcAft>
                <a:spcPts val="0"/>
              </a:spcAft>
              <a:buClr>
                <a:srgbClr val="000000"/>
              </a:buClr>
              <a:buSzPts val="700"/>
              <a:buChar char="○"/>
              <a:defRPr sz="2100"/>
            </a:lvl2pPr>
            <a:lvl3pPr marL="1371600" indent="-273050" algn="l">
              <a:lnSpc>
                <a:spcPct val="100000"/>
              </a:lnSpc>
              <a:spcBef>
                <a:spcPts val="0"/>
              </a:spcBef>
              <a:spcAft>
                <a:spcPts val="0"/>
              </a:spcAft>
              <a:buClr>
                <a:srgbClr val="000000"/>
              </a:buClr>
              <a:buSzPts val="700"/>
              <a:buChar char="■"/>
              <a:defRPr sz="2100"/>
            </a:lvl3pPr>
            <a:lvl4pPr marL="1828800" indent="-273050" algn="l">
              <a:lnSpc>
                <a:spcPct val="100000"/>
              </a:lnSpc>
              <a:spcBef>
                <a:spcPts val="0"/>
              </a:spcBef>
              <a:spcAft>
                <a:spcPts val="0"/>
              </a:spcAft>
              <a:buClr>
                <a:srgbClr val="000000"/>
              </a:buClr>
              <a:buSzPts val="700"/>
              <a:buChar char="●"/>
              <a:defRPr sz="2100"/>
            </a:lvl4pPr>
            <a:lvl5pPr marL="2286000" indent="-273050" algn="l">
              <a:lnSpc>
                <a:spcPct val="100000"/>
              </a:lnSpc>
              <a:spcBef>
                <a:spcPts val="0"/>
              </a:spcBef>
              <a:spcAft>
                <a:spcPts val="0"/>
              </a:spcAft>
              <a:buClr>
                <a:srgbClr val="000000"/>
              </a:buClr>
              <a:buSzPts val="700"/>
              <a:buChar char="○"/>
              <a:defRPr sz="2100"/>
            </a:lvl5pPr>
            <a:lvl6pPr marL="2743200" indent="-273050" algn="l">
              <a:lnSpc>
                <a:spcPct val="100000"/>
              </a:lnSpc>
              <a:spcBef>
                <a:spcPts val="0"/>
              </a:spcBef>
              <a:spcAft>
                <a:spcPts val="0"/>
              </a:spcAft>
              <a:buClr>
                <a:srgbClr val="000000"/>
              </a:buClr>
              <a:buSzPts val="700"/>
              <a:buChar char="■"/>
              <a:defRPr sz="2100"/>
            </a:lvl6pPr>
            <a:lvl7pPr marL="3200400" indent="-273050" algn="l">
              <a:lnSpc>
                <a:spcPct val="100000"/>
              </a:lnSpc>
              <a:spcBef>
                <a:spcPts val="0"/>
              </a:spcBef>
              <a:spcAft>
                <a:spcPts val="0"/>
              </a:spcAft>
              <a:buClr>
                <a:srgbClr val="000000"/>
              </a:buClr>
              <a:buSzPts val="700"/>
              <a:buChar char="●"/>
              <a:defRPr sz="2100"/>
            </a:lvl7pPr>
            <a:lvl8pPr marL="3657600" indent="-273050" algn="l">
              <a:lnSpc>
                <a:spcPct val="100000"/>
              </a:lnSpc>
              <a:spcBef>
                <a:spcPts val="0"/>
              </a:spcBef>
              <a:spcAft>
                <a:spcPts val="0"/>
              </a:spcAft>
              <a:buClr>
                <a:srgbClr val="000000"/>
              </a:buClr>
              <a:buSzPts val="700"/>
              <a:buChar char="○"/>
              <a:defRPr sz="2100"/>
            </a:lvl8pPr>
            <a:lvl9pPr marL="4114800" indent="-273050" algn="l">
              <a:lnSpc>
                <a:spcPct val="100000"/>
              </a:lnSpc>
              <a:spcBef>
                <a:spcPts val="0"/>
              </a:spcBef>
              <a:spcAft>
                <a:spcPts val="0"/>
              </a:spcAft>
              <a:buClr>
                <a:srgbClr val="000000"/>
              </a:buClr>
              <a:buSzPts val="700"/>
              <a:buChar char="■"/>
              <a:defRPr sz="2100"/>
            </a:lvl9pPr>
          </a:lstStyle>
          <a:p xmlns:a="http://schemas.openxmlformats.org/drawingml/2006/main"/>
        </p:txBody>
      </p:sp>
      <p:sp>
        <p:nvSpPr>
          <p:cNvPr id="1002" name="Google Shape;1002;p131">
            <a:extLst xmlns:a="http://schemas.openxmlformats.org/drawingml/2006/main">
              <a:ext uri="{FF2B5EF4-FFF2-40B4-BE49-F238E27FC236}">
                <a16:creationId xmlns:a16="http://schemas.microsoft.com/office/drawing/2014/main" id="{96C32874-E86E-4C0B-ADDF-6FA294EC64AD}"/>
              </a:ext>
            </a:extLst>
          </p:cNvPr>
          <p:cNvSpPr>
            <a:spLocks xmlns:a="http://schemas.openxmlformats.org/drawingml/2006/main" noGrp="1"/>
          </p:cNvSpPr>
          <p:nvPr>
            <p:ph type="body" idx="34"/>
          </p:nvPr>
        </p:nvSpPr>
        <p:spPr>
          <a:xfrm xmlns:a="http://schemas.openxmlformats.org/drawingml/2006/main">
            <a:off x="201377" y="869472"/>
            <a:ext cx="4313400" cy="541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lvl1pPr marL="457200" indent="-279400" algn="l">
              <a:lnSpc>
                <a:spcPct val="120000"/>
              </a:lnSpc>
              <a:spcBef>
                <a:spcPts val="0"/>
              </a:spcBef>
              <a:spcAft>
                <a:spcPts val="0"/>
              </a:spcAft>
              <a:buClr>
                <a:srgbClr val="7F7F7F"/>
              </a:buClr>
              <a:buSzPts val="800"/>
              <a:buFont typeface="Helvetica Neue"/>
              <a:buChar char="●"/>
              <a:defRPr sz="800">
                <a:solidFill>
                  <a:srgbClr val="7F7F7F"/>
                </a:solidFill>
              </a:defRPr>
            </a:lvl1pPr>
            <a:lvl2pPr marL="914400" indent="-273050" algn="l">
              <a:lnSpc>
                <a:spcPct val="100000"/>
              </a:lnSpc>
              <a:spcBef>
                <a:spcPts val="0"/>
              </a:spcBef>
              <a:spcAft>
                <a:spcPts val="0"/>
              </a:spcAft>
              <a:buClr>
                <a:srgbClr val="000000"/>
              </a:buClr>
              <a:buSzPts val="700"/>
              <a:buChar char="○"/>
              <a:defRPr sz="2100"/>
            </a:lvl2pPr>
            <a:lvl3pPr marL="1371600" indent="-273050" algn="l">
              <a:lnSpc>
                <a:spcPct val="100000"/>
              </a:lnSpc>
              <a:spcBef>
                <a:spcPts val="0"/>
              </a:spcBef>
              <a:spcAft>
                <a:spcPts val="0"/>
              </a:spcAft>
              <a:buClr>
                <a:srgbClr val="000000"/>
              </a:buClr>
              <a:buSzPts val="700"/>
              <a:buChar char="■"/>
              <a:defRPr sz="2100"/>
            </a:lvl3pPr>
            <a:lvl4pPr marL="1828800" indent="-273050" algn="l">
              <a:lnSpc>
                <a:spcPct val="100000"/>
              </a:lnSpc>
              <a:spcBef>
                <a:spcPts val="0"/>
              </a:spcBef>
              <a:spcAft>
                <a:spcPts val="0"/>
              </a:spcAft>
              <a:buClr>
                <a:srgbClr val="000000"/>
              </a:buClr>
              <a:buSzPts val="700"/>
              <a:buChar char="●"/>
              <a:defRPr sz="2100"/>
            </a:lvl4pPr>
            <a:lvl5pPr marL="2286000" indent="-273050" algn="l">
              <a:lnSpc>
                <a:spcPct val="100000"/>
              </a:lnSpc>
              <a:spcBef>
                <a:spcPts val="0"/>
              </a:spcBef>
              <a:spcAft>
                <a:spcPts val="0"/>
              </a:spcAft>
              <a:buClr>
                <a:srgbClr val="000000"/>
              </a:buClr>
              <a:buSzPts val="700"/>
              <a:buChar char="○"/>
              <a:defRPr sz="2100"/>
            </a:lvl5pPr>
            <a:lvl6pPr marL="2743200" indent="-273050" algn="l">
              <a:lnSpc>
                <a:spcPct val="100000"/>
              </a:lnSpc>
              <a:spcBef>
                <a:spcPts val="0"/>
              </a:spcBef>
              <a:spcAft>
                <a:spcPts val="0"/>
              </a:spcAft>
              <a:buClr>
                <a:srgbClr val="000000"/>
              </a:buClr>
              <a:buSzPts val="700"/>
              <a:buChar char="■"/>
              <a:defRPr sz="2100"/>
            </a:lvl6pPr>
            <a:lvl7pPr marL="3200400" indent="-273050" algn="l">
              <a:lnSpc>
                <a:spcPct val="100000"/>
              </a:lnSpc>
              <a:spcBef>
                <a:spcPts val="0"/>
              </a:spcBef>
              <a:spcAft>
                <a:spcPts val="0"/>
              </a:spcAft>
              <a:buClr>
                <a:srgbClr val="000000"/>
              </a:buClr>
              <a:buSzPts val="700"/>
              <a:buChar char="●"/>
              <a:defRPr sz="2100"/>
            </a:lvl7pPr>
            <a:lvl8pPr marL="3657600" indent="-273050" algn="l">
              <a:lnSpc>
                <a:spcPct val="100000"/>
              </a:lnSpc>
              <a:spcBef>
                <a:spcPts val="0"/>
              </a:spcBef>
              <a:spcAft>
                <a:spcPts val="0"/>
              </a:spcAft>
              <a:buClr>
                <a:srgbClr val="000000"/>
              </a:buClr>
              <a:buSzPts val="700"/>
              <a:buChar char="○"/>
              <a:defRPr sz="2100"/>
            </a:lvl8pPr>
            <a:lvl9pPr marL="4114800" indent="-273050" algn="l">
              <a:lnSpc>
                <a:spcPct val="100000"/>
              </a:lnSpc>
              <a:spcBef>
                <a:spcPts val="0"/>
              </a:spcBef>
              <a:spcAft>
                <a:spcPts val="0"/>
              </a:spcAft>
              <a:buClr>
                <a:srgbClr val="000000"/>
              </a:buClr>
              <a:buSzPts val="700"/>
              <a:buChar char="■"/>
              <a:defRPr sz="2100"/>
            </a:lvl9pPr>
          </a:lstStyle>
          <a:p xmlns:a="http://schemas.openxmlformats.org/drawingml/2006/main"/>
        </p:txBody>
      </p:sp>
      <p:sp>
        <p:nvSpPr>
          <p:cNvPr id="1003" name="Google Shape;1003;p131">
            <a:extLst xmlns:a="http://schemas.openxmlformats.org/drawingml/2006/main">
              <a:ext uri="{FF2B5EF4-FFF2-40B4-BE49-F238E27FC236}">
                <a16:creationId xmlns:a16="http://schemas.microsoft.com/office/drawing/2014/main" id="{DFF266AD-CD39-4279-B4A6-5072B305433A}"/>
              </a:ext>
            </a:extLst>
          </p:cNvPr>
          <p:cNvSpPr>
            <a:spLocks xmlns:a="http://schemas.openxmlformats.org/drawingml/2006/main" noGrp="1"/>
          </p:cNvSpPr>
          <p:nvPr>
            <p:ph type="pic" idx="35"/>
          </p:nvPr>
        </p:nvSpPr>
        <p:spPr>
          <a:xfrm xmlns:a="http://schemas.openxmlformats.org/drawingml/2006/main">
            <a:off x="4645150" y="228600"/>
            <a:ext cx="4270200" cy="4690800"/>
          </a:xfrm>
          <a:prstGeom xmlns:a="http://schemas.openxmlformats.org/drawingml/2006/main" prst="roundRect">
            <a:avLst>
              <a:gd name="adj" fmla="val 1374"/>
            </a:avLst>
          </a:prstGeom>
          <a:noFill xmlns:a="http://schemas.openxmlformats.org/drawingml/2006/main"/>
          <a:ln xmlns:a="http://schemas.openxmlformats.org/drawingml/2006/main">
            <a:noFill/>
          </a:ln>
        </p:spPr>
      </p:sp>
      <p:sp>
        <p:nvSpPr>
          <p:cNvPr id="1004" name="Google Shape;1004;p131">
            <a:extLst xmlns:a="http://schemas.openxmlformats.org/drawingml/2006/main">
              <a:ext uri="{FF2B5EF4-FFF2-40B4-BE49-F238E27FC236}">
                <a16:creationId xmlns:a16="http://schemas.microsoft.com/office/drawing/2014/main" id="{09FE6F2C-B4D9-450A-A714-7C4291B63F28}"/>
              </a:ext>
            </a:extLst>
          </p:cNvPr>
          <p:cNvSpPr>
            <a:spLocks xmlns:a="http://schemas.openxmlformats.org/drawingml/2006/main" noGrp="1"/>
          </p:cNvSpPr>
          <p:nvPr>
            <p:ph type="body" idx="36"/>
          </p:nvPr>
        </p:nvSpPr>
        <p:spPr>
          <a:xfrm xmlns:a="http://schemas.openxmlformats.org/drawingml/2006/main">
            <a:off x="201377" y="164051"/>
            <a:ext cx="2635800" cy="164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9050" tIns="19050" rIns="19050" bIns="19050" anchor="t">
            <a:spAutoFit/>
          </a:bodyPr>
          <a:lstStyle xmlns:a="http://schemas.openxmlformats.org/drawingml/2006/main">
            <a:lvl1pPr marL="457200" indent="-228600" algn="l">
              <a:lnSpc>
                <a:spcPct val="90000"/>
              </a:lnSpc>
              <a:spcBef>
                <a:spcPts val="400"/>
              </a:spcBef>
              <a:spcAft>
                <a:spcPts val="0"/>
              </a:spcAft>
              <a:buClr>
                <a:schemeClr val="dk2"/>
              </a:buClr>
              <a:buSzPts val="750"/>
              <a:buNone/>
              <a:defRPr sz="750" b="0" i="0" u="none" cap="none">
                <a:solidFill>
                  <a:schemeClr val="dk2"/>
                </a:solidFill>
              </a:defRPr>
            </a:lvl1pPr>
            <a:lvl2pPr marL="914400" indent="-276225" algn="l">
              <a:lnSpc>
                <a:spcPct val="90000"/>
              </a:lnSpc>
              <a:spcBef>
                <a:spcPts val="1200"/>
              </a:spcBef>
              <a:spcAft>
                <a:spcPts val="0"/>
              </a:spcAft>
              <a:buClr>
                <a:schemeClr val="lt1"/>
              </a:buClr>
              <a:buSzPts val="750"/>
              <a:buChar char="○"/>
              <a:defRPr sz="750"/>
            </a:lvl2pPr>
            <a:lvl3pPr marL="1371600" indent="-276225" algn="l">
              <a:lnSpc>
                <a:spcPct val="90000"/>
              </a:lnSpc>
              <a:spcBef>
                <a:spcPts val="1200"/>
              </a:spcBef>
              <a:spcAft>
                <a:spcPts val="0"/>
              </a:spcAft>
              <a:buClr>
                <a:schemeClr val="lt1"/>
              </a:buClr>
              <a:buSzPts val="750"/>
              <a:buChar char="■"/>
              <a:defRPr sz="750"/>
            </a:lvl3pPr>
            <a:lvl4pPr marL="1828800" indent="-276225" algn="l">
              <a:lnSpc>
                <a:spcPct val="90000"/>
              </a:lnSpc>
              <a:spcBef>
                <a:spcPts val="1200"/>
              </a:spcBef>
              <a:spcAft>
                <a:spcPts val="0"/>
              </a:spcAft>
              <a:buClr>
                <a:schemeClr val="lt1"/>
              </a:buClr>
              <a:buSzPts val="750"/>
              <a:buChar char="●"/>
              <a:defRPr sz="750"/>
            </a:lvl4pPr>
            <a:lvl5pPr marL="2286000" indent="-276225" algn="l">
              <a:lnSpc>
                <a:spcPct val="90000"/>
              </a:lnSpc>
              <a:spcBef>
                <a:spcPts val="1200"/>
              </a:spcBef>
              <a:spcAft>
                <a:spcPts val="0"/>
              </a:spcAft>
              <a:buClr>
                <a:schemeClr val="lt1"/>
              </a:buClr>
              <a:buSzPts val="750"/>
              <a:buChar char="○"/>
              <a:defRPr sz="750"/>
            </a:lvl5pPr>
            <a:lvl6pPr marL="2743200" indent="-276225" algn="l">
              <a:lnSpc>
                <a:spcPct val="90000"/>
              </a:lnSpc>
              <a:spcBef>
                <a:spcPts val="1200"/>
              </a:spcBef>
              <a:spcAft>
                <a:spcPts val="0"/>
              </a:spcAft>
              <a:buClr>
                <a:schemeClr val="dk1"/>
              </a:buClr>
              <a:buSzPts val="750"/>
              <a:buChar char="■"/>
              <a:defRPr sz="750"/>
            </a:lvl6pPr>
            <a:lvl7pPr marL="3200400" indent="-276225" algn="l">
              <a:lnSpc>
                <a:spcPct val="90000"/>
              </a:lnSpc>
              <a:spcBef>
                <a:spcPts val="1200"/>
              </a:spcBef>
              <a:spcAft>
                <a:spcPts val="0"/>
              </a:spcAft>
              <a:buClr>
                <a:schemeClr val="dk1"/>
              </a:buClr>
              <a:buSzPts val="750"/>
              <a:buChar char="●"/>
              <a:defRPr sz="750"/>
            </a:lvl7pPr>
            <a:lvl8pPr marL="3657600" indent="-276225" algn="l">
              <a:lnSpc>
                <a:spcPct val="90000"/>
              </a:lnSpc>
              <a:spcBef>
                <a:spcPts val="1200"/>
              </a:spcBef>
              <a:spcAft>
                <a:spcPts val="0"/>
              </a:spcAft>
              <a:buClr>
                <a:schemeClr val="dk1"/>
              </a:buClr>
              <a:buSzPts val="750"/>
              <a:buChar char="○"/>
              <a:defRPr sz="750"/>
            </a:lvl8pPr>
            <a:lvl9pPr marL="4114800" indent="-276225" algn="l">
              <a:lnSpc>
                <a:spcPct val="90000"/>
              </a:lnSpc>
              <a:spcBef>
                <a:spcPts val="1200"/>
              </a:spcBef>
              <a:spcAft>
                <a:spcPts val="1200"/>
              </a:spcAft>
              <a:buClr>
                <a:schemeClr val="dk1"/>
              </a:buClr>
              <a:buSzPts val="750"/>
              <a:buChar char="■"/>
              <a:defRPr sz="750"/>
            </a:lvl9pPr>
          </a:lstStyle>
          <a:p xmlns:a="http://schemas.openxmlformats.org/drawingml/2006/main"/>
        </p:txBody>
      </p:sp>
      <p:sp>
        <p:nvSpPr>
          <p:cNvPr id="1005" name="Google Shape;1005;p131">
            <a:extLst xmlns:a="http://schemas.openxmlformats.org/drawingml/2006/main">
              <a:ext uri="{FF2B5EF4-FFF2-40B4-BE49-F238E27FC236}">
                <a16:creationId xmlns:a16="http://schemas.microsoft.com/office/drawing/2014/main" id="{583D43F7-F0CF-4DED-BC7F-F00001B943AC}"/>
              </a:ext>
            </a:extLst>
          </p:cNvPr>
          <p:cNvSpPr>
            <a:spLocks xmlns:a="http://schemas.openxmlformats.org/drawingml/2006/main" noGrp="1"/>
          </p:cNvSpPr>
          <p:nvPr>
            <p:ph type="title" idx="0"/>
          </p:nvPr>
        </p:nvSpPr>
        <p:spPr>
          <a:xfrm xmlns:a="http://schemas.openxmlformats.org/drawingml/2006/main">
            <a:off x="201377" y="295836"/>
            <a:ext cx="5191800" cy="346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300" tIns="17150" rIns="34300" bIns="17150" anchor="t">
            <a:noAutofit/>
          </a:bodyPr>
          <a:lstStyle xmlns:a="http://schemas.openxmlformats.org/drawingml/2006/main">
            <a:lvl1pPr algn="l">
              <a:lnSpc>
                <a:spcPct val="90000"/>
              </a:lnSpc>
              <a:spcBef>
                <a:spcPts val="0"/>
              </a:spcBef>
              <a:spcAft>
                <a:spcPts val="0"/>
              </a:spcAft>
              <a:buClr>
                <a:schemeClr val="dk1"/>
              </a:buClr>
              <a:buSzPts val="2250"/>
              <a:buFont typeface="Helvetica Neue"/>
              <a:buNone/>
              <a:defRPr sz="2250" b="0">
                <a:solidFill>
                  <a:schemeClr val="dk1"/>
                </a:solidFill>
              </a:defRPr>
            </a:lvl1pPr>
            <a:lvl2pPr>
              <a:spcBef>
                <a:spcPts val="0"/>
              </a:spcBef>
              <a:spcAft>
                <a:spcPts val="0"/>
              </a:spcAft>
              <a:buSzPts val="500"/>
              <a:buNone/>
              <a:defRPr sz="700"/>
            </a:lvl2pPr>
            <a:lvl3pPr>
              <a:spcBef>
                <a:spcPts val="0"/>
              </a:spcBef>
              <a:spcAft>
                <a:spcPts val="0"/>
              </a:spcAft>
              <a:buSzPts val="500"/>
              <a:buNone/>
              <a:defRPr sz="700"/>
            </a:lvl3pPr>
            <a:lvl4pPr>
              <a:spcBef>
                <a:spcPts val="0"/>
              </a:spcBef>
              <a:spcAft>
                <a:spcPts val="0"/>
              </a:spcAft>
              <a:buSzPts val="500"/>
              <a:buNone/>
              <a:defRPr sz="700"/>
            </a:lvl4pPr>
            <a:lvl5pPr>
              <a:spcBef>
                <a:spcPts val="0"/>
              </a:spcBef>
              <a:spcAft>
                <a:spcPts val="0"/>
              </a:spcAft>
              <a:buSzPts val="500"/>
              <a:buNone/>
              <a:defRPr sz="700"/>
            </a:lvl5pPr>
            <a:lvl6pPr>
              <a:spcBef>
                <a:spcPts val="0"/>
              </a:spcBef>
              <a:spcAft>
                <a:spcPts val="0"/>
              </a:spcAft>
              <a:buSzPts val="500"/>
              <a:buNone/>
              <a:defRPr sz="700"/>
            </a:lvl6pPr>
            <a:lvl7pPr>
              <a:spcBef>
                <a:spcPts val="0"/>
              </a:spcBef>
              <a:spcAft>
                <a:spcPts val="0"/>
              </a:spcAft>
              <a:buSzPts val="500"/>
              <a:buNone/>
              <a:defRPr sz="700"/>
            </a:lvl7pPr>
            <a:lvl8pPr>
              <a:spcBef>
                <a:spcPts val="0"/>
              </a:spcBef>
              <a:spcAft>
                <a:spcPts val="0"/>
              </a:spcAft>
              <a:buSzPts val="500"/>
              <a:buNone/>
              <a:defRPr sz="700"/>
            </a:lvl8pPr>
            <a:lvl9pPr>
              <a:spcBef>
                <a:spcPts val="0"/>
              </a:spcBef>
              <a:spcAft>
                <a:spcPts val="0"/>
              </a:spcAft>
              <a:buSzPts val="500"/>
              <a:buNone/>
              <a:defRPr sz="700"/>
            </a:lvl9pPr>
          </a:lstStyle>
          <a:p xmlns:a="http://schemas.openxmlformats.org/drawingml/2006/main"/>
        </p:txBody>
      </p:sp>
      <p:pic>
        <p:nvPicPr>
          <p:cNvPr id="1045" name="Google Shape;1006;p131"/>
          <p:cNvPicPr>
            <a:picLocks xmlns:a="http://schemas.openxmlformats.org/drawingml/2006/main" noChangeAspect="1"/>
          </p:cNvPicPr>
          <p:nvPr/>
        </p:nvPicPr>
        <p:blipFill>
          <a:blip xmlns:r="http://schemas.openxmlformats.org/officeDocument/2006/relationships" xmlns:a="http://schemas.openxmlformats.org/drawingml/2006/main" r:embed="R1e20195b5f5140e5">
            <a:alphaModFix/>
          </a:blip>
          <a:stretch xmlns:a="http://schemas.openxmlformats.org/drawingml/2006/main">
            <a:fillRect l="0" t="0" r="0" b="0"/>
          </a:stretch>
        </p:blipFill>
        <p:spPr>
          <a:xfrm xmlns:a="http://schemas.openxmlformats.org/drawingml/2006/main">
            <a:off x="228600" y="4836074"/>
            <a:ext cx="153925" cy="153925"/>
          </a:xfrm>
          <a:prstGeom xmlns:a="http://schemas.openxmlformats.org/drawingml/2006/main" prst="rect">
            <a:avLst/>
          </a:prstGeom>
          <a:ln xmlns:a="http://schemas.openxmlformats.org/drawingml/2006/main">
            <a:noFill/>
          </a:ln>
        </p:spPr>
      </p:pic>
    </p:spTree>
  </p:cSld>
</p:sldLayout>
</file>

<file path=ppt/slideLayouts/slideLayout130.xml><?xml version="1.0" encoding="utf-8"?>
<p:sldLayout xmlns:p="http://schemas.openxmlformats.org/presentationml/2006/main" matchingName="Data summary 2">
  <p:cSld name="Market Insights - Market Size Forecast_1_1">
    <p:spTree>
      <p:nvGrpSpPr>
        <p:cNvPr id="1" name=""/>
        <p:cNvGrpSpPr/>
        <p:nvPr/>
      </p:nvGrpSpPr>
      <p:grpSpPr>
        <a:xfrm xmlns:a="http://schemas.openxmlformats.org/drawingml/2006/main"/>
      </p:grpSpPr>
      <p:sp>
        <p:nvSpPr>
          <p:cNvPr id="1008" name="Google Shape;1008;p132">
            <a:extLst xmlns:a="http://schemas.openxmlformats.org/drawingml/2006/main">
              <a:ext uri="{FF2B5EF4-FFF2-40B4-BE49-F238E27FC236}">
                <a16:creationId xmlns:a16="http://schemas.microsoft.com/office/drawing/2014/main" id="{B68B020B-BCAE-4359-B8E5-F0612C17D4B7}"/>
              </a:ext>
            </a:extLst>
          </p:cNvPr>
          <p:cNvSpPr>
            <a:spLocks xmlns:a="http://schemas.openxmlformats.org/drawingml/2006/main" noGrp="1"/>
          </p:cNvSpPr>
          <p:nvPr>
            <p:ph type="pic" idx="2"/>
          </p:nvPr>
        </p:nvSpPr>
        <p:spPr>
          <a:xfrm xmlns:a="http://schemas.openxmlformats.org/drawingml/2006/main">
            <a:off x="3172975" y="228600"/>
            <a:ext cx="5742300" cy="4690800"/>
          </a:xfrm>
          <a:prstGeom xmlns:a="http://schemas.openxmlformats.org/drawingml/2006/main" prst="roundRect">
            <a:avLst>
              <a:gd name="adj" fmla="val 1374"/>
            </a:avLst>
          </a:prstGeom>
          <a:noFill xmlns:a="http://schemas.openxmlformats.org/drawingml/2006/main"/>
          <a:ln xmlns:a="http://schemas.openxmlformats.org/drawingml/2006/main">
            <a:noFill/>
          </a:ln>
        </p:spPr>
      </p:sp>
      <p:sp>
        <p:nvSpPr>
          <p:cNvPr id="1009" name="Google Shape;1009;p132">
            <a:extLst xmlns:a="http://schemas.openxmlformats.org/drawingml/2006/main">
              <a:ext uri="{FF2B5EF4-FFF2-40B4-BE49-F238E27FC236}">
                <a16:creationId xmlns:a16="http://schemas.microsoft.com/office/drawing/2014/main" id="{F86957DA-1321-4E4F-8423-D960E4E329F3}"/>
              </a:ext>
            </a:extLst>
          </p:cNvPr>
          <p:cNvSpPr>
            <a:spLocks xmlns:a="http://schemas.openxmlformats.org/drawingml/2006/main" noGrp="1"/>
          </p:cNvSpPr>
          <p:nvPr>
            <p:ph type="body" idx="1"/>
          </p:nvPr>
        </p:nvSpPr>
        <p:spPr>
          <a:xfrm xmlns:a="http://schemas.openxmlformats.org/drawingml/2006/main">
            <a:off x="201377" y="164051"/>
            <a:ext cx="2635800" cy="164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9050" tIns="19050" rIns="19050" bIns="19050" anchor="t">
            <a:spAutoFit/>
          </a:bodyPr>
          <a:lstStyle xmlns:a="http://schemas.openxmlformats.org/drawingml/2006/main">
            <a:lvl1pPr marL="457200" indent="-228600" algn="l">
              <a:lnSpc>
                <a:spcPct val="90000"/>
              </a:lnSpc>
              <a:spcBef>
                <a:spcPts val="400"/>
              </a:spcBef>
              <a:spcAft>
                <a:spcPts val="0"/>
              </a:spcAft>
              <a:buClr>
                <a:schemeClr val="dk2"/>
              </a:buClr>
              <a:buSzPts val="750"/>
              <a:buNone/>
              <a:defRPr sz="750" b="0" i="0" u="none" cap="none">
                <a:solidFill>
                  <a:schemeClr val="dk2"/>
                </a:solidFill>
              </a:defRPr>
            </a:lvl1pPr>
            <a:lvl2pPr marL="914400" indent="-276225" algn="l">
              <a:lnSpc>
                <a:spcPct val="90000"/>
              </a:lnSpc>
              <a:spcBef>
                <a:spcPts val="1200"/>
              </a:spcBef>
              <a:spcAft>
                <a:spcPts val="0"/>
              </a:spcAft>
              <a:buClr>
                <a:schemeClr val="lt1"/>
              </a:buClr>
              <a:buSzPts val="750"/>
              <a:buChar char="○"/>
              <a:defRPr sz="750"/>
            </a:lvl2pPr>
            <a:lvl3pPr marL="1371600" indent="-276225" algn="l">
              <a:lnSpc>
                <a:spcPct val="90000"/>
              </a:lnSpc>
              <a:spcBef>
                <a:spcPts val="1200"/>
              </a:spcBef>
              <a:spcAft>
                <a:spcPts val="0"/>
              </a:spcAft>
              <a:buClr>
                <a:schemeClr val="lt1"/>
              </a:buClr>
              <a:buSzPts val="750"/>
              <a:buChar char="■"/>
              <a:defRPr sz="750"/>
            </a:lvl3pPr>
            <a:lvl4pPr marL="1828800" indent="-276225" algn="l">
              <a:lnSpc>
                <a:spcPct val="90000"/>
              </a:lnSpc>
              <a:spcBef>
                <a:spcPts val="1200"/>
              </a:spcBef>
              <a:spcAft>
                <a:spcPts val="0"/>
              </a:spcAft>
              <a:buClr>
                <a:schemeClr val="lt1"/>
              </a:buClr>
              <a:buSzPts val="750"/>
              <a:buChar char="●"/>
              <a:defRPr sz="750"/>
            </a:lvl4pPr>
            <a:lvl5pPr marL="2286000" indent="-276225" algn="l">
              <a:lnSpc>
                <a:spcPct val="90000"/>
              </a:lnSpc>
              <a:spcBef>
                <a:spcPts val="1200"/>
              </a:spcBef>
              <a:spcAft>
                <a:spcPts val="0"/>
              </a:spcAft>
              <a:buClr>
                <a:schemeClr val="lt1"/>
              </a:buClr>
              <a:buSzPts val="750"/>
              <a:buChar char="○"/>
              <a:defRPr sz="750"/>
            </a:lvl5pPr>
            <a:lvl6pPr marL="2743200" indent="-276225" algn="l">
              <a:lnSpc>
                <a:spcPct val="90000"/>
              </a:lnSpc>
              <a:spcBef>
                <a:spcPts val="1200"/>
              </a:spcBef>
              <a:spcAft>
                <a:spcPts val="0"/>
              </a:spcAft>
              <a:buClr>
                <a:schemeClr val="dk1"/>
              </a:buClr>
              <a:buSzPts val="750"/>
              <a:buChar char="■"/>
              <a:defRPr sz="750"/>
            </a:lvl6pPr>
            <a:lvl7pPr marL="3200400" indent="-276225" algn="l">
              <a:lnSpc>
                <a:spcPct val="90000"/>
              </a:lnSpc>
              <a:spcBef>
                <a:spcPts val="1200"/>
              </a:spcBef>
              <a:spcAft>
                <a:spcPts val="0"/>
              </a:spcAft>
              <a:buClr>
                <a:schemeClr val="dk1"/>
              </a:buClr>
              <a:buSzPts val="750"/>
              <a:buChar char="●"/>
              <a:defRPr sz="750"/>
            </a:lvl7pPr>
            <a:lvl8pPr marL="3657600" indent="-276225" algn="l">
              <a:lnSpc>
                <a:spcPct val="90000"/>
              </a:lnSpc>
              <a:spcBef>
                <a:spcPts val="1200"/>
              </a:spcBef>
              <a:spcAft>
                <a:spcPts val="0"/>
              </a:spcAft>
              <a:buClr>
                <a:schemeClr val="dk1"/>
              </a:buClr>
              <a:buSzPts val="750"/>
              <a:buChar char="○"/>
              <a:defRPr sz="750"/>
            </a:lvl8pPr>
            <a:lvl9pPr marL="4114800" indent="-276225" algn="l">
              <a:lnSpc>
                <a:spcPct val="90000"/>
              </a:lnSpc>
              <a:spcBef>
                <a:spcPts val="1200"/>
              </a:spcBef>
              <a:spcAft>
                <a:spcPts val="1200"/>
              </a:spcAft>
              <a:buClr>
                <a:schemeClr val="dk1"/>
              </a:buClr>
              <a:buSzPts val="750"/>
              <a:buChar char="■"/>
              <a:defRPr sz="750"/>
            </a:lvl9pPr>
          </a:lstStyle>
          <a:p xmlns:a="http://schemas.openxmlformats.org/drawingml/2006/main"/>
        </p:txBody>
      </p:sp>
      <p:sp>
        <p:nvSpPr>
          <p:cNvPr id="1010" name="Google Shape;1010;p132">
            <a:extLst xmlns:a="http://schemas.openxmlformats.org/drawingml/2006/main">
              <a:ext uri="{FF2B5EF4-FFF2-40B4-BE49-F238E27FC236}">
                <a16:creationId xmlns:a16="http://schemas.microsoft.com/office/drawing/2014/main" id="{7D2D9116-7981-4534-9064-16E53FBD89EE}"/>
              </a:ext>
            </a:extLst>
          </p:cNvPr>
          <p:cNvSpPr>
            <a:spLocks xmlns:a="http://schemas.openxmlformats.org/drawingml/2006/main" noGrp="1"/>
          </p:cNvSpPr>
          <p:nvPr>
            <p:ph type="title" idx="0"/>
          </p:nvPr>
        </p:nvSpPr>
        <p:spPr>
          <a:xfrm xmlns:a="http://schemas.openxmlformats.org/drawingml/2006/main">
            <a:off x="201375" y="295825"/>
            <a:ext cx="2834400" cy="346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300" tIns="17150" rIns="34300" bIns="17150" anchor="t">
            <a:noAutofit/>
          </a:bodyPr>
          <a:lstStyle xmlns:a="http://schemas.openxmlformats.org/drawingml/2006/main">
            <a:lvl1pPr algn="l">
              <a:lnSpc>
                <a:spcPct val="90000"/>
              </a:lnSpc>
              <a:spcBef>
                <a:spcPts val="0"/>
              </a:spcBef>
              <a:spcAft>
                <a:spcPts val="0"/>
              </a:spcAft>
              <a:buClr>
                <a:schemeClr val="dk1"/>
              </a:buClr>
              <a:buSzPts val="2250"/>
              <a:buFont typeface="Helvetica Neue"/>
              <a:buNone/>
              <a:defRPr sz="2250" b="0">
                <a:solidFill>
                  <a:schemeClr val="dk1"/>
                </a:solidFill>
              </a:defRPr>
            </a:lvl1pPr>
            <a:lvl2pPr>
              <a:spcBef>
                <a:spcPts val="0"/>
              </a:spcBef>
              <a:spcAft>
                <a:spcPts val="0"/>
              </a:spcAft>
              <a:buSzPts val="500"/>
              <a:buNone/>
              <a:defRPr sz="700"/>
            </a:lvl2pPr>
            <a:lvl3pPr>
              <a:spcBef>
                <a:spcPts val="0"/>
              </a:spcBef>
              <a:spcAft>
                <a:spcPts val="0"/>
              </a:spcAft>
              <a:buSzPts val="500"/>
              <a:buNone/>
              <a:defRPr sz="700"/>
            </a:lvl3pPr>
            <a:lvl4pPr>
              <a:spcBef>
                <a:spcPts val="0"/>
              </a:spcBef>
              <a:spcAft>
                <a:spcPts val="0"/>
              </a:spcAft>
              <a:buSzPts val="500"/>
              <a:buNone/>
              <a:defRPr sz="700"/>
            </a:lvl4pPr>
            <a:lvl5pPr>
              <a:spcBef>
                <a:spcPts val="0"/>
              </a:spcBef>
              <a:spcAft>
                <a:spcPts val="0"/>
              </a:spcAft>
              <a:buSzPts val="500"/>
              <a:buNone/>
              <a:defRPr sz="700"/>
            </a:lvl5pPr>
            <a:lvl6pPr>
              <a:spcBef>
                <a:spcPts val="0"/>
              </a:spcBef>
              <a:spcAft>
                <a:spcPts val="0"/>
              </a:spcAft>
              <a:buSzPts val="500"/>
              <a:buNone/>
              <a:defRPr sz="700"/>
            </a:lvl6pPr>
            <a:lvl7pPr>
              <a:spcBef>
                <a:spcPts val="0"/>
              </a:spcBef>
              <a:spcAft>
                <a:spcPts val="0"/>
              </a:spcAft>
              <a:buSzPts val="500"/>
              <a:buNone/>
              <a:defRPr sz="700"/>
            </a:lvl7pPr>
            <a:lvl8pPr>
              <a:spcBef>
                <a:spcPts val="0"/>
              </a:spcBef>
              <a:spcAft>
                <a:spcPts val="0"/>
              </a:spcAft>
              <a:buSzPts val="500"/>
              <a:buNone/>
              <a:defRPr sz="700"/>
            </a:lvl8pPr>
            <a:lvl9pPr>
              <a:spcBef>
                <a:spcPts val="0"/>
              </a:spcBef>
              <a:spcAft>
                <a:spcPts val="0"/>
              </a:spcAft>
              <a:buSzPts val="500"/>
              <a:buNone/>
              <a:defRPr sz="700"/>
            </a:lvl9pPr>
          </a:lstStyle>
          <a:p xmlns:a="http://schemas.openxmlformats.org/drawingml/2006/main"/>
        </p:txBody>
      </p:sp>
      <p:pic>
        <p:nvPicPr>
          <p:cNvPr id="1015" name="Google Shape;1011;p132"/>
          <p:cNvPicPr>
            <a:picLocks xmlns:a="http://schemas.openxmlformats.org/drawingml/2006/main" noChangeAspect="1"/>
          </p:cNvPicPr>
          <p:nvPr/>
        </p:nvPicPr>
        <p:blipFill>
          <a:blip xmlns:r="http://schemas.openxmlformats.org/officeDocument/2006/relationships" xmlns:a="http://schemas.openxmlformats.org/drawingml/2006/main" r:embed="R291d178b0d8d4335">
            <a:alphaModFix/>
          </a:blip>
          <a:stretch xmlns:a="http://schemas.openxmlformats.org/drawingml/2006/main">
            <a:fillRect l="0" t="0" r="0" b="0"/>
          </a:stretch>
        </p:blipFill>
        <p:spPr>
          <a:xfrm xmlns:a="http://schemas.openxmlformats.org/drawingml/2006/main">
            <a:off x="228600" y="4836074"/>
            <a:ext cx="153925" cy="153925"/>
          </a:xfrm>
          <a:prstGeom xmlns:a="http://schemas.openxmlformats.org/drawingml/2006/main" prst="rect">
            <a:avLst/>
          </a:prstGeom>
          <a:ln xmlns:a="http://schemas.openxmlformats.org/drawingml/2006/main">
            <a:noFill/>
          </a:ln>
        </p:spPr>
      </p:pic>
    </p:spTree>
  </p:cSld>
</p:sldLayout>
</file>

<file path=ppt/slideLayouts/slideLayout131.xml><?xml version="1.0" encoding="utf-8"?>
<p:sldLayout xmlns:p="http://schemas.openxmlformats.org/presentationml/2006/main" matchingName="Data summary 3">
  <p:cSld name="Market Insights - Online Sales_1">
    <p:spTree>
      <p:nvGrpSpPr>
        <p:cNvPr id="1" name=""/>
        <p:cNvGrpSpPr/>
        <p:nvPr/>
      </p:nvGrpSpPr>
      <p:grpSpPr>
        <a:xfrm xmlns:a="http://schemas.openxmlformats.org/drawingml/2006/main"/>
      </p:grpSpPr>
      <p:sp>
        <p:nvSpPr>
          <p:cNvPr id="1013" name="Google Shape;1013;p133">
            <a:extLst xmlns:a="http://schemas.openxmlformats.org/drawingml/2006/main">
              <a:ext uri="{FF2B5EF4-FFF2-40B4-BE49-F238E27FC236}">
                <a16:creationId xmlns:a16="http://schemas.microsoft.com/office/drawing/2014/main" id="{6D7B9EF0-ADC0-4B9A-AA29-6F400C855362}"/>
              </a:ext>
            </a:extLst>
          </p:cNvPr>
          <p:cNvSpPr>
            <a:spLocks xmlns:a="http://schemas.openxmlformats.org/drawingml/2006/main" noGrp="1"/>
          </p:cNvSpPr>
          <p:nvPr/>
        </p:nvSpPr>
        <p:spPr>
          <a:xfrm xmlns:a="http://schemas.openxmlformats.org/drawingml/2006/main">
            <a:off x="220575" y="1278375"/>
            <a:ext cx="2803800" cy="3450000"/>
          </a:xfrm>
          <a:prstGeom xmlns:a="http://schemas.openxmlformats.org/drawingml/2006/main" prst="roundRect">
            <a:avLst>
              <a:gd name="adj" fmla="val 2770"/>
            </a:avLst>
          </a:prstGeom>
          <a:solidFill xmlns:a="http://schemas.openxmlformats.org/drawingml/2006/main">
            <a:srgbClr val="F4F2E6"/>
          </a:solidFill>
          <a:ln xmlns:a="http://schemas.openxmlformats.org/drawingml/2006/main">
            <a:noFill/>
          </a:ln>
        </p:spPr>
        <p:txBody>
          <a:bodyPr xmlns:a="http://schemas.openxmlformats.org/drawingml/2006/main" spcFirstLastPara="1" wrap="square" lIns="19050" tIns="19050" rIns="19050" bIns="1905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FFFFFF"/>
              </a:buClr>
              <a:buSzPts val="1800"/>
              <a:buFont typeface="Helvetica Neue"/>
              <a:buNone/>
            </a:pPr>
            <a:r>
              <a:t/>
            </a:r>
            <a:endParaRPr sz="1800" b="0" i="0" u="none" cap="none">
              <a:solidFill>
                <a:srgbClr val="000000"/>
              </a:solidFill>
              <a:latin typeface="Helvetica Neue"/>
              <a:ea typeface="Helvetica Neue"/>
              <a:cs typeface="Helvetica Neue"/>
            </a:endParaRPr>
          </a:p>
        </p:txBody>
      </p:sp>
      <p:sp>
        <p:nvSpPr>
          <p:cNvPr id="1014" name="Google Shape;1014;p133">
            <a:extLst xmlns:a="http://schemas.openxmlformats.org/drawingml/2006/main">
              <a:ext uri="{FF2B5EF4-FFF2-40B4-BE49-F238E27FC236}">
                <a16:creationId xmlns:a16="http://schemas.microsoft.com/office/drawing/2014/main" id="{2A68CFEB-C33E-41DE-B1E5-E97EE5B478AF}"/>
              </a:ext>
            </a:extLst>
          </p:cNvPr>
          <p:cNvSpPr>
            <a:spLocks xmlns:a="http://schemas.openxmlformats.org/drawingml/2006/main" noGrp="1"/>
          </p:cNvSpPr>
          <p:nvPr>
            <p:ph type="body" idx="1"/>
          </p:nvPr>
        </p:nvSpPr>
        <p:spPr>
          <a:xfrm xmlns:a="http://schemas.openxmlformats.org/drawingml/2006/main">
            <a:off x="329693" y="2930054"/>
            <a:ext cx="2566200" cy="329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lvl1pPr marL="457200" indent="-374650" algn="l">
              <a:lnSpc>
                <a:spcPct val="100000"/>
              </a:lnSpc>
              <a:spcBef>
                <a:spcPts val="0"/>
              </a:spcBef>
              <a:spcAft>
                <a:spcPts val="0"/>
              </a:spcAft>
              <a:buClr>
                <a:schemeClr val="dk1"/>
              </a:buClr>
              <a:buSzPts val="2300"/>
              <a:buFont typeface="Helvetica Neue"/>
              <a:buChar char="●"/>
              <a:defRPr sz="2300">
                <a:solidFill>
                  <a:schemeClr val="dk1"/>
                </a:solidFill>
              </a:defRPr>
            </a:lvl1pPr>
            <a:lvl2pPr marL="914400" indent="-273050" algn="l">
              <a:lnSpc>
                <a:spcPct val="100000"/>
              </a:lnSpc>
              <a:spcBef>
                <a:spcPts val="0"/>
              </a:spcBef>
              <a:spcAft>
                <a:spcPts val="0"/>
              </a:spcAft>
              <a:buClr>
                <a:srgbClr val="000000"/>
              </a:buClr>
              <a:buSzPts val="700"/>
              <a:buChar char="○"/>
              <a:defRPr sz="2100"/>
            </a:lvl2pPr>
            <a:lvl3pPr marL="1371600" indent="-273050" algn="l">
              <a:lnSpc>
                <a:spcPct val="100000"/>
              </a:lnSpc>
              <a:spcBef>
                <a:spcPts val="0"/>
              </a:spcBef>
              <a:spcAft>
                <a:spcPts val="0"/>
              </a:spcAft>
              <a:buClr>
                <a:srgbClr val="000000"/>
              </a:buClr>
              <a:buSzPts val="700"/>
              <a:buChar char="■"/>
              <a:defRPr sz="2100"/>
            </a:lvl3pPr>
            <a:lvl4pPr marL="1828800" indent="-273050" algn="l">
              <a:lnSpc>
                <a:spcPct val="100000"/>
              </a:lnSpc>
              <a:spcBef>
                <a:spcPts val="0"/>
              </a:spcBef>
              <a:spcAft>
                <a:spcPts val="0"/>
              </a:spcAft>
              <a:buClr>
                <a:srgbClr val="000000"/>
              </a:buClr>
              <a:buSzPts val="700"/>
              <a:buChar char="●"/>
              <a:defRPr sz="2100"/>
            </a:lvl4pPr>
            <a:lvl5pPr marL="2286000" indent="-273050" algn="l">
              <a:lnSpc>
                <a:spcPct val="100000"/>
              </a:lnSpc>
              <a:spcBef>
                <a:spcPts val="0"/>
              </a:spcBef>
              <a:spcAft>
                <a:spcPts val="0"/>
              </a:spcAft>
              <a:buClr>
                <a:srgbClr val="000000"/>
              </a:buClr>
              <a:buSzPts val="700"/>
              <a:buChar char="○"/>
              <a:defRPr sz="2100"/>
            </a:lvl5pPr>
            <a:lvl6pPr marL="2743200" indent="-273050" algn="l">
              <a:lnSpc>
                <a:spcPct val="100000"/>
              </a:lnSpc>
              <a:spcBef>
                <a:spcPts val="0"/>
              </a:spcBef>
              <a:spcAft>
                <a:spcPts val="0"/>
              </a:spcAft>
              <a:buClr>
                <a:srgbClr val="000000"/>
              </a:buClr>
              <a:buSzPts val="700"/>
              <a:buChar char="■"/>
              <a:defRPr sz="2100"/>
            </a:lvl6pPr>
            <a:lvl7pPr marL="3200400" indent="-273050" algn="l">
              <a:lnSpc>
                <a:spcPct val="100000"/>
              </a:lnSpc>
              <a:spcBef>
                <a:spcPts val="0"/>
              </a:spcBef>
              <a:spcAft>
                <a:spcPts val="0"/>
              </a:spcAft>
              <a:buClr>
                <a:srgbClr val="000000"/>
              </a:buClr>
              <a:buSzPts val="700"/>
              <a:buChar char="●"/>
              <a:defRPr sz="2100"/>
            </a:lvl7pPr>
            <a:lvl8pPr marL="3657600" indent="-273050" algn="l">
              <a:lnSpc>
                <a:spcPct val="100000"/>
              </a:lnSpc>
              <a:spcBef>
                <a:spcPts val="0"/>
              </a:spcBef>
              <a:spcAft>
                <a:spcPts val="0"/>
              </a:spcAft>
              <a:buClr>
                <a:srgbClr val="000000"/>
              </a:buClr>
              <a:buSzPts val="700"/>
              <a:buChar char="○"/>
              <a:defRPr sz="2100"/>
            </a:lvl8pPr>
            <a:lvl9pPr marL="4114800" indent="-273050" algn="l">
              <a:lnSpc>
                <a:spcPct val="100000"/>
              </a:lnSpc>
              <a:spcBef>
                <a:spcPts val="0"/>
              </a:spcBef>
              <a:spcAft>
                <a:spcPts val="0"/>
              </a:spcAft>
              <a:buClr>
                <a:srgbClr val="000000"/>
              </a:buClr>
              <a:buSzPts val="700"/>
              <a:buChar char="■"/>
              <a:defRPr sz="2100"/>
            </a:lvl9pPr>
          </a:lstStyle>
          <a:p xmlns:a="http://schemas.openxmlformats.org/drawingml/2006/main"/>
        </p:txBody>
      </p:sp>
      <p:sp>
        <p:nvSpPr>
          <p:cNvPr id="1015" name="Google Shape;1015;p133">
            <a:extLst xmlns:a="http://schemas.openxmlformats.org/drawingml/2006/main">
              <a:ext uri="{FF2B5EF4-FFF2-40B4-BE49-F238E27FC236}">
                <a16:creationId xmlns:a16="http://schemas.microsoft.com/office/drawing/2014/main" id="{D3D9DBB2-E9FE-455B-83BA-5DE6E830C8E1}"/>
              </a:ext>
            </a:extLst>
          </p:cNvPr>
          <p:cNvSpPr>
            <a:spLocks xmlns:a="http://schemas.openxmlformats.org/drawingml/2006/main" noGrp="1"/>
          </p:cNvSpPr>
          <p:nvPr>
            <p:ph type="body" idx="2"/>
          </p:nvPr>
        </p:nvSpPr>
        <p:spPr>
          <a:xfrm xmlns:a="http://schemas.openxmlformats.org/drawingml/2006/main">
            <a:off x="330214" y="2717160"/>
            <a:ext cx="2565900" cy="119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lvl1pPr marL="457200" indent="-279400" algn="l">
              <a:lnSpc>
                <a:spcPct val="120000"/>
              </a:lnSpc>
              <a:spcBef>
                <a:spcPts val="0"/>
              </a:spcBef>
              <a:spcAft>
                <a:spcPts val="0"/>
              </a:spcAft>
              <a:buClr>
                <a:srgbClr val="7F7F7F"/>
              </a:buClr>
              <a:buSzPts val="800"/>
              <a:buFont typeface="Helvetica Neue"/>
              <a:buChar char="●"/>
              <a:defRPr sz="800">
                <a:solidFill>
                  <a:srgbClr val="7F7F7F"/>
                </a:solidFill>
              </a:defRPr>
            </a:lvl1pPr>
            <a:lvl2pPr marL="914400" indent="-273050" algn="l">
              <a:lnSpc>
                <a:spcPct val="100000"/>
              </a:lnSpc>
              <a:spcBef>
                <a:spcPts val="0"/>
              </a:spcBef>
              <a:spcAft>
                <a:spcPts val="0"/>
              </a:spcAft>
              <a:buClr>
                <a:srgbClr val="000000"/>
              </a:buClr>
              <a:buSzPts val="700"/>
              <a:buChar char="○"/>
              <a:defRPr sz="2100"/>
            </a:lvl2pPr>
            <a:lvl3pPr marL="1371600" indent="-273050" algn="l">
              <a:lnSpc>
                <a:spcPct val="100000"/>
              </a:lnSpc>
              <a:spcBef>
                <a:spcPts val="0"/>
              </a:spcBef>
              <a:spcAft>
                <a:spcPts val="0"/>
              </a:spcAft>
              <a:buClr>
                <a:srgbClr val="000000"/>
              </a:buClr>
              <a:buSzPts val="700"/>
              <a:buChar char="■"/>
              <a:defRPr sz="2100"/>
            </a:lvl3pPr>
            <a:lvl4pPr marL="1828800" indent="-273050" algn="l">
              <a:lnSpc>
                <a:spcPct val="100000"/>
              </a:lnSpc>
              <a:spcBef>
                <a:spcPts val="0"/>
              </a:spcBef>
              <a:spcAft>
                <a:spcPts val="0"/>
              </a:spcAft>
              <a:buClr>
                <a:srgbClr val="000000"/>
              </a:buClr>
              <a:buSzPts val="700"/>
              <a:buChar char="●"/>
              <a:defRPr sz="2100"/>
            </a:lvl4pPr>
            <a:lvl5pPr marL="2286000" indent="-273050" algn="l">
              <a:lnSpc>
                <a:spcPct val="100000"/>
              </a:lnSpc>
              <a:spcBef>
                <a:spcPts val="0"/>
              </a:spcBef>
              <a:spcAft>
                <a:spcPts val="0"/>
              </a:spcAft>
              <a:buClr>
                <a:srgbClr val="000000"/>
              </a:buClr>
              <a:buSzPts val="700"/>
              <a:buChar char="○"/>
              <a:defRPr sz="2100"/>
            </a:lvl5pPr>
            <a:lvl6pPr marL="2743200" indent="-273050" algn="l">
              <a:lnSpc>
                <a:spcPct val="100000"/>
              </a:lnSpc>
              <a:spcBef>
                <a:spcPts val="0"/>
              </a:spcBef>
              <a:spcAft>
                <a:spcPts val="0"/>
              </a:spcAft>
              <a:buClr>
                <a:srgbClr val="000000"/>
              </a:buClr>
              <a:buSzPts val="700"/>
              <a:buChar char="■"/>
              <a:defRPr sz="2100"/>
            </a:lvl6pPr>
            <a:lvl7pPr marL="3200400" indent="-273050" algn="l">
              <a:lnSpc>
                <a:spcPct val="100000"/>
              </a:lnSpc>
              <a:spcBef>
                <a:spcPts val="0"/>
              </a:spcBef>
              <a:spcAft>
                <a:spcPts val="0"/>
              </a:spcAft>
              <a:buClr>
                <a:srgbClr val="000000"/>
              </a:buClr>
              <a:buSzPts val="700"/>
              <a:buChar char="●"/>
              <a:defRPr sz="2100"/>
            </a:lvl7pPr>
            <a:lvl8pPr marL="3657600" indent="-273050" algn="l">
              <a:lnSpc>
                <a:spcPct val="100000"/>
              </a:lnSpc>
              <a:spcBef>
                <a:spcPts val="0"/>
              </a:spcBef>
              <a:spcAft>
                <a:spcPts val="0"/>
              </a:spcAft>
              <a:buClr>
                <a:srgbClr val="000000"/>
              </a:buClr>
              <a:buSzPts val="700"/>
              <a:buChar char="○"/>
              <a:defRPr sz="2100"/>
            </a:lvl8pPr>
            <a:lvl9pPr marL="4114800" indent="-273050" algn="l">
              <a:lnSpc>
                <a:spcPct val="100000"/>
              </a:lnSpc>
              <a:spcBef>
                <a:spcPts val="0"/>
              </a:spcBef>
              <a:spcAft>
                <a:spcPts val="0"/>
              </a:spcAft>
              <a:buClr>
                <a:srgbClr val="000000"/>
              </a:buClr>
              <a:buSzPts val="700"/>
              <a:buChar char="■"/>
              <a:defRPr sz="2100"/>
            </a:lvl9pPr>
          </a:lstStyle>
          <a:p xmlns:a="http://schemas.openxmlformats.org/drawingml/2006/main"/>
        </p:txBody>
      </p:sp>
      <p:sp>
        <p:nvSpPr>
          <p:cNvPr id="1016" name="Google Shape;1016;p133">
            <a:extLst xmlns:a="http://schemas.openxmlformats.org/drawingml/2006/main">
              <a:ext uri="{FF2B5EF4-FFF2-40B4-BE49-F238E27FC236}">
                <a16:creationId xmlns:a16="http://schemas.microsoft.com/office/drawing/2014/main" id="{9748A41D-BD8D-46D5-9333-EFDA8C67A2DC}"/>
              </a:ext>
            </a:extLst>
          </p:cNvPr>
          <p:cNvSpPr>
            <a:spLocks xmlns:a="http://schemas.openxmlformats.org/drawingml/2006/main" noGrp="1"/>
          </p:cNvSpPr>
          <p:nvPr/>
        </p:nvSpPr>
        <p:spPr>
          <a:xfrm xmlns:a="http://schemas.openxmlformats.org/drawingml/2006/main">
            <a:off x="6119825" y="1278374"/>
            <a:ext cx="2823000" cy="1652700"/>
          </a:xfrm>
          <a:prstGeom xmlns:a="http://schemas.openxmlformats.org/drawingml/2006/main" prst="roundRect">
            <a:avLst>
              <a:gd name="adj" fmla="val 5442"/>
            </a:avLst>
          </a:prstGeom>
          <a:solidFill xmlns:a="http://schemas.openxmlformats.org/drawingml/2006/main">
            <a:srgbClr val="F4F2E6"/>
          </a:solidFill>
          <a:ln xmlns:a="http://schemas.openxmlformats.org/drawingml/2006/main">
            <a:noFill/>
          </a:ln>
        </p:spPr>
        <p:txBody>
          <a:bodyPr xmlns:a="http://schemas.openxmlformats.org/drawingml/2006/main" spcFirstLastPara="1" wrap="square" lIns="19050" tIns="19050" rIns="19050" bIns="1905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FFFFFF"/>
              </a:buClr>
              <a:buSzPts val="1800"/>
              <a:buFont typeface="Helvetica Neue"/>
              <a:buNone/>
            </a:pPr>
            <a:r>
              <a:t/>
            </a:r>
            <a:endParaRPr sz="1800" b="0" i="0" u="none" cap="none">
              <a:solidFill>
                <a:srgbClr val="000000"/>
              </a:solidFill>
              <a:latin typeface="Helvetica Neue"/>
              <a:ea typeface="Helvetica Neue"/>
              <a:cs typeface="Helvetica Neue"/>
            </a:endParaRPr>
          </a:p>
        </p:txBody>
      </p:sp>
      <p:sp>
        <p:nvSpPr>
          <p:cNvPr id="1017" name="Google Shape;1017;p133">
            <a:extLst xmlns:a="http://schemas.openxmlformats.org/drawingml/2006/main">
              <a:ext uri="{FF2B5EF4-FFF2-40B4-BE49-F238E27FC236}">
                <a16:creationId xmlns:a16="http://schemas.microsoft.com/office/drawing/2014/main" id="{30474295-C2A0-498A-873E-02963D729C82}"/>
              </a:ext>
            </a:extLst>
          </p:cNvPr>
          <p:cNvSpPr>
            <a:spLocks xmlns:a="http://schemas.openxmlformats.org/drawingml/2006/main" noGrp="1"/>
          </p:cNvSpPr>
          <p:nvPr>
            <p:ph type="body" idx="3"/>
          </p:nvPr>
        </p:nvSpPr>
        <p:spPr>
          <a:xfrm xmlns:a="http://schemas.openxmlformats.org/drawingml/2006/main">
            <a:off x="6248144" y="2797301"/>
            <a:ext cx="2566200" cy="329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b">
            <a:spAutoFit/>
          </a:bodyPr>
          <a:lstStyle xmlns:a="http://schemas.openxmlformats.org/drawingml/2006/main">
            <a:lvl1pPr marL="457200" indent="-374650" algn="l">
              <a:lnSpc>
                <a:spcPct val="100000"/>
              </a:lnSpc>
              <a:spcBef>
                <a:spcPts val="0"/>
              </a:spcBef>
              <a:spcAft>
                <a:spcPts val="0"/>
              </a:spcAft>
              <a:buClr>
                <a:schemeClr val="dk1"/>
              </a:buClr>
              <a:buSzPts val="2300"/>
              <a:buFont typeface="Helvetica Neue"/>
              <a:buChar char="●"/>
              <a:defRPr sz="2300">
                <a:solidFill>
                  <a:schemeClr val="dk1"/>
                </a:solidFill>
              </a:defRPr>
            </a:lvl1pPr>
            <a:lvl2pPr marL="914400" indent="-273050" algn="l">
              <a:lnSpc>
                <a:spcPct val="100000"/>
              </a:lnSpc>
              <a:spcBef>
                <a:spcPts val="0"/>
              </a:spcBef>
              <a:spcAft>
                <a:spcPts val="0"/>
              </a:spcAft>
              <a:buClr>
                <a:srgbClr val="000000"/>
              </a:buClr>
              <a:buSzPts val="700"/>
              <a:buChar char="○"/>
              <a:defRPr sz="2100"/>
            </a:lvl2pPr>
            <a:lvl3pPr marL="1371600" indent="-273050" algn="l">
              <a:lnSpc>
                <a:spcPct val="100000"/>
              </a:lnSpc>
              <a:spcBef>
                <a:spcPts val="0"/>
              </a:spcBef>
              <a:spcAft>
                <a:spcPts val="0"/>
              </a:spcAft>
              <a:buClr>
                <a:srgbClr val="000000"/>
              </a:buClr>
              <a:buSzPts val="700"/>
              <a:buChar char="■"/>
              <a:defRPr sz="2100"/>
            </a:lvl3pPr>
            <a:lvl4pPr marL="1828800" indent="-273050" algn="l">
              <a:lnSpc>
                <a:spcPct val="100000"/>
              </a:lnSpc>
              <a:spcBef>
                <a:spcPts val="0"/>
              </a:spcBef>
              <a:spcAft>
                <a:spcPts val="0"/>
              </a:spcAft>
              <a:buClr>
                <a:srgbClr val="000000"/>
              </a:buClr>
              <a:buSzPts val="700"/>
              <a:buChar char="●"/>
              <a:defRPr sz="2100"/>
            </a:lvl4pPr>
            <a:lvl5pPr marL="2286000" indent="-273050" algn="l">
              <a:lnSpc>
                <a:spcPct val="100000"/>
              </a:lnSpc>
              <a:spcBef>
                <a:spcPts val="0"/>
              </a:spcBef>
              <a:spcAft>
                <a:spcPts val="0"/>
              </a:spcAft>
              <a:buClr>
                <a:srgbClr val="000000"/>
              </a:buClr>
              <a:buSzPts val="700"/>
              <a:buChar char="○"/>
              <a:defRPr sz="2100"/>
            </a:lvl5pPr>
            <a:lvl6pPr marL="2743200" indent="-273050" algn="l">
              <a:lnSpc>
                <a:spcPct val="100000"/>
              </a:lnSpc>
              <a:spcBef>
                <a:spcPts val="0"/>
              </a:spcBef>
              <a:spcAft>
                <a:spcPts val="0"/>
              </a:spcAft>
              <a:buClr>
                <a:srgbClr val="000000"/>
              </a:buClr>
              <a:buSzPts val="700"/>
              <a:buChar char="■"/>
              <a:defRPr sz="2100"/>
            </a:lvl6pPr>
            <a:lvl7pPr marL="3200400" indent="-273050" algn="l">
              <a:lnSpc>
                <a:spcPct val="100000"/>
              </a:lnSpc>
              <a:spcBef>
                <a:spcPts val="0"/>
              </a:spcBef>
              <a:spcAft>
                <a:spcPts val="0"/>
              </a:spcAft>
              <a:buClr>
                <a:srgbClr val="000000"/>
              </a:buClr>
              <a:buSzPts val="700"/>
              <a:buChar char="●"/>
              <a:defRPr sz="2100"/>
            </a:lvl7pPr>
            <a:lvl8pPr marL="3657600" indent="-273050" algn="l">
              <a:lnSpc>
                <a:spcPct val="100000"/>
              </a:lnSpc>
              <a:spcBef>
                <a:spcPts val="0"/>
              </a:spcBef>
              <a:spcAft>
                <a:spcPts val="0"/>
              </a:spcAft>
              <a:buClr>
                <a:srgbClr val="000000"/>
              </a:buClr>
              <a:buSzPts val="700"/>
              <a:buChar char="○"/>
              <a:defRPr sz="2100"/>
            </a:lvl8pPr>
            <a:lvl9pPr marL="4114800" indent="-273050" algn="l">
              <a:lnSpc>
                <a:spcPct val="100000"/>
              </a:lnSpc>
              <a:spcBef>
                <a:spcPts val="0"/>
              </a:spcBef>
              <a:spcAft>
                <a:spcPts val="0"/>
              </a:spcAft>
              <a:buClr>
                <a:srgbClr val="000000"/>
              </a:buClr>
              <a:buSzPts val="700"/>
              <a:buChar char="■"/>
              <a:defRPr sz="2100"/>
            </a:lvl9pPr>
          </a:lstStyle>
          <a:p xmlns:a="http://schemas.openxmlformats.org/drawingml/2006/main"/>
        </p:txBody>
      </p:sp>
      <p:sp>
        <p:nvSpPr>
          <p:cNvPr id="1018" name="Google Shape;1018;p133">
            <a:extLst xmlns:a="http://schemas.openxmlformats.org/drawingml/2006/main">
              <a:ext uri="{FF2B5EF4-FFF2-40B4-BE49-F238E27FC236}">
                <a16:creationId xmlns:a16="http://schemas.microsoft.com/office/drawing/2014/main" id="{2C06BE1A-70FA-49CC-BCEE-3DD4C3DDE36D}"/>
              </a:ext>
            </a:extLst>
          </p:cNvPr>
          <p:cNvSpPr>
            <a:spLocks xmlns:a="http://schemas.openxmlformats.org/drawingml/2006/main" noGrp="1"/>
          </p:cNvSpPr>
          <p:nvPr>
            <p:ph type="body" idx="4"/>
          </p:nvPr>
        </p:nvSpPr>
        <p:spPr>
          <a:xfrm xmlns:a="http://schemas.openxmlformats.org/drawingml/2006/main">
            <a:off x="6248671" y="1449468"/>
            <a:ext cx="2565900" cy="12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lvl1pPr marL="457200" indent="-279400" algn="l">
              <a:lnSpc>
                <a:spcPct val="120000"/>
              </a:lnSpc>
              <a:spcBef>
                <a:spcPts val="0"/>
              </a:spcBef>
              <a:spcAft>
                <a:spcPts val="0"/>
              </a:spcAft>
              <a:buClr>
                <a:srgbClr val="7F7F7F"/>
              </a:buClr>
              <a:buSzPts val="800"/>
              <a:buFont typeface="Helvetica Neue"/>
              <a:buChar char="●"/>
              <a:defRPr sz="800">
                <a:solidFill>
                  <a:srgbClr val="7F7F7F"/>
                </a:solidFill>
              </a:defRPr>
            </a:lvl1pPr>
            <a:lvl2pPr marL="914400" indent="-273050" algn="l">
              <a:lnSpc>
                <a:spcPct val="100000"/>
              </a:lnSpc>
              <a:spcBef>
                <a:spcPts val="0"/>
              </a:spcBef>
              <a:spcAft>
                <a:spcPts val="0"/>
              </a:spcAft>
              <a:buClr>
                <a:srgbClr val="000000"/>
              </a:buClr>
              <a:buSzPts val="700"/>
              <a:buChar char="○"/>
              <a:defRPr sz="2100"/>
            </a:lvl2pPr>
            <a:lvl3pPr marL="1371600" indent="-273050" algn="l">
              <a:lnSpc>
                <a:spcPct val="100000"/>
              </a:lnSpc>
              <a:spcBef>
                <a:spcPts val="0"/>
              </a:spcBef>
              <a:spcAft>
                <a:spcPts val="0"/>
              </a:spcAft>
              <a:buClr>
                <a:srgbClr val="000000"/>
              </a:buClr>
              <a:buSzPts val="700"/>
              <a:buChar char="■"/>
              <a:defRPr sz="2100"/>
            </a:lvl3pPr>
            <a:lvl4pPr marL="1828800" indent="-273050" algn="l">
              <a:lnSpc>
                <a:spcPct val="100000"/>
              </a:lnSpc>
              <a:spcBef>
                <a:spcPts val="0"/>
              </a:spcBef>
              <a:spcAft>
                <a:spcPts val="0"/>
              </a:spcAft>
              <a:buClr>
                <a:srgbClr val="000000"/>
              </a:buClr>
              <a:buSzPts val="700"/>
              <a:buChar char="●"/>
              <a:defRPr sz="2100"/>
            </a:lvl4pPr>
            <a:lvl5pPr marL="2286000" indent="-273050" algn="l">
              <a:lnSpc>
                <a:spcPct val="100000"/>
              </a:lnSpc>
              <a:spcBef>
                <a:spcPts val="0"/>
              </a:spcBef>
              <a:spcAft>
                <a:spcPts val="0"/>
              </a:spcAft>
              <a:buClr>
                <a:srgbClr val="000000"/>
              </a:buClr>
              <a:buSzPts val="700"/>
              <a:buChar char="○"/>
              <a:defRPr sz="2100"/>
            </a:lvl5pPr>
            <a:lvl6pPr marL="2743200" indent="-273050" algn="l">
              <a:lnSpc>
                <a:spcPct val="100000"/>
              </a:lnSpc>
              <a:spcBef>
                <a:spcPts val="0"/>
              </a:spcBef>
              <a:spcAft>
                <a:spcPts val="0"/>
              </a:spcAft>
              <a:buClr>
                <a:srgbClr val="000000"/>
              </a:buClr>
              <a:buSzPts val="700"/>
              <a:buChar char="■"/>
              <a:defRPr sz="2100"/>
            </a:lvl6pPr>
            <a:lvl7pPr marL="3200400" indent="-273050" algn="l">
              <a:lnSpc>
                <a:spcPct val="100000"/>
              </a:lnSpc>
              <a:spcBef>
                <a:spcPts val="0"/>
              </a:spcBef>
              <a:spcAft>
                <a:spcPts val="0"/>
              </a:spcAft>
              <a:buClr>
                <a:srgbClr val="000000"/>
              </a:buClr>
              <a:buSzPts val="700"/>
              <a:buChar char="●"/>
              <a:defRPr sz="2100"/>
            </a:lvl7pPr>
            <a:lvl8pPr marL="3657600" indent="-273050" algn="l">
              <a:lnSpc>
                <a:spcPct val="100000"/>
              </a:lnSpc>
              <a:spcBef>
                <a:spcPts val="0"/>
              </a:spcBef>
              <a:spcAft>
                <a:spcPts val="0"/>
              </a:spcAft>
              <a:buClr>
                <a:srgbClr val="000000"/>
              </a:buClr>
              <a:buSzPts val="700"/>
              <a:buChar char="○"/>
              <a:defRPr sz="2100"/>
            </a:lvl8pPr>
            <a:lvl9pPr marL="4114800" indent="-273050" algn="l">
              <a:lnSpc>
                <a:spcPct val="100000"/>
              </a:lnSpc>
              <a:spcBef>
                <a:spcPts val="0"/>
              </a:spcBef>
              <a:spcAft>
                <a:spcPts val="0"/>
              </a:spcAft>
              <a:buClr>
                <a:srgbClr val="000000"/>
              </a:buClr>
              <a:buSzPts val="700"/>
              <a:buChar char="■"/>
              <a:defRPr sz="2100"/>
            </a:lvl9pPr>
          </a:lstStyle>
          <a:p xmlns:a="http://schemas.openxmlformats.org/drawingml/2006/main"/>
        </p:txBody>
      </p:sp>
      <p:sp>
        <p:nvSpPr>
          <p:cNvPr id="1019" name="Google Shape;1019;p133">
            <a:extLst xmlns:a="http://schemas.openxmlformats.org/drawingml/2006/main">
              <a:ext uri="{FF2B5EF4-FFF2-40B4-BE49-F238E27FC236}">
                <a16:creationId xmlns:a16="http://schemas.microsoft.com/office/drawing/2014/main" id="{7D1F02D2-1CC9-4A02-8E6A-3A2851BBCA95}"/>
              </a:ext>
            </a:extLst>
          </p:cNvPr>
          <p:cNvSpPr>
            <a:spLocks xmlns:a="http://schemas.openxmlformats.org/drawingml/2006/main" noGrp="1"/>
          </p:cNvSpPr>
          <p:nvPr>
            <p:ph type="pic" idx="5"/>
          </p:nvPr>
        </p:nvSpPr>
        <p:spPr>
          <a:xfrm xmlns:a="http://schemas.openxmlformats.org/drawingml/2006/main">
            <a:off x="6119625" y="3060675"/>
            <a:ext cx="2823000" cy="1667700"/>
          </a:xfrm>
          <a:prstGeom xmlns:a="http://schemas.openxmlformats.org/drawingml/2006/main" prst="roundRect">
            <a:avLst>
              <a:gd name="adj" fmla="val 5428"/>
            </a:avLst>
          </a:prstGeom>
          <a:noFill xmlns:a="http://schemas.openxmlformats.org/drawingml/2006/main"/>
          <a:ln xmlns:a="http://schemas.openxmlformats.org/drawingml/2006/main">
            <a:noFill/>
          </a:ln>
        </p:spPr>
      </p:sp>
      <p:sp>
        <p:nvSpPr>
          <p:cNvPr id="1020" name="Google Shape;1020;p133">
            <a:extLst xmlns:a="http://schemas.openxmlformats.org/drawingml/2006/main">
              <a:ext uri="{FF2B5EF4-FFF2-40B4-BE49-F238E27FC236}">
                <a16:creationId xmlns:a16="http://schemas.microsoft.com/office/drawing/2014/main" id="{17675CF3-92E4-43CA-87E8-8649AA8F773C}"/>
              </a:ext>
            </a:extLst>
          </p:cNvPr>
          <p:cNvSpPr>
            <a:spLocks xmlns:a="http://schemas.openxmlformats.org/drawingml/2006/main" noGrp="1"/>
          </p:cNvSpPr>
          <p:nvPr>
            <p:ph type="body" idx="6"/>
          </p:nvPr>
        </p:nvSpPr>
        <p:spPr>
          <a:xfrm xmlns:a="http://schemas.openxmlformats.org/drawingml/2006/main">
            <a:off x="329484" y="1967938"/>
            <a:ext cx="2566200" cy="197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lvl1pPr marL="457200" indent="-317500" algn="l">
              <a:lnSpc>
                <a:spcPct val="100000"/>
              </a:lnSpc>
              <a:spcBef>
                <a:spcPts val="0"/>
              </a:spcBef>
              <a:spcAft>
                <a:spcPts val="0"/>
              </a:spcAft>
              <a:buClr>
                <a:schemeClr val="dk1"/>
              </a:buClr>
              <a:buSzPts val="1400"/>
              <a:buFont typeface="Helvetica Neue"/>
              <a:buChar char="●"/>
              <a:defRPr sz="1400">
                <a:solidFill>
                  <a:schemeClr val="dk1"/>
                </a:solidFill>
              </a:defRPr>
            </a:lvl1pPr>
            <a:lvl2pPr marL="914400" indent="-273050" algn="l">
              <a:lnSpc>
                <a:spcPct val="100000"/>
              </a:lnSpc>
              <a:spcBef>
                <a:spcPts val="0"/>
              </a:spcBef>
              <a:spcAft>
                <a:spcPts val="0"/>
              </a:spcAft>
              <a:buClr>
                <a:srgbClr val="000000"/>
              </a:buClr>
              <a:buSzPts val="700"/>
              <a:buChar char="○"/>
              <a:defRPr sz="2100"/>
            </a:lvl2pPr>
            <a:lvl3pPr marL="1371600" indent="-273050" algn="l">
              <a:lnSpc>
                <a:spcPct val="100000"/>
              </a:lnSpc>
              <a:spcBef>
                <a:spcPts val="0"/>
              </a:spcBef>
              <a:spcAft>
                <a:spcPts val="0"/>
              </a:spcAft>
              <a:buClr>
                <a:srgbClr val="000000"/>
              </a:buClr>
              <a:buSzPts val="700"/>
              <a:buChar char="■"/>
              <a:defRPr sz="2100"/>
            </a:lvl3pPr>
            <a:lvl4pPr marL="1828800" indent="-273050" algn="l">
              <a:lnSpc>
                <a:spcPct val="100000"/>
              </a:lnSpc>
              <a:spcBef>
                <a:spcPts val="0"/>
              </a:spcBef>
              <a:spcAft>
                <a:spcPts val="0"/>
              </a:spcAft>
              <a:buClr>
                <a:srgbClr val="000000"/>
              </a:buClr>
              <a:buSzPts val="700"/>
              <a:buChar char="●"/>
              <a:defRPr sz="2100"/>
            </a:lvl4pPr>
            <a:lvl5pPr marL="2286000" indent="-273050" algn="l">
              <a:lnSpc>
                <a:spcPct val="100000"/>
              </a:lnSpc>
              <a:spcBef>
                <a:spcPts val="0"/>
              </a:spcBef>
              <a:spcAft>
                <a:spcPts val="0"/>
              </a:spcAft>
              <a:buClr>
                <a:srgbClr val="000000"/>
              </a:buClr>
              <a:buSzPts val="700"/>
              <a:buChar char="○"/>
              <a:defRPr sz="2100"/>
            </a:lvl5pPr>
            <a:lvl6pPr marL="2743200" indent="-273050" algn="l">
              <a:lnSpc>
                <a:spcPct val="100000"/>
              </a:lnSpc>
              <a:spcBef>
                <a:spcPts val="0"/>
              </a:spcBef>
              <a:spcAft>
                <a:spcPts val="0"/>
              </a:spcAft>
              <a:buClr>
                <a:srgbClr val="000000"/>
              </a:buClr>
              <a:buSzPts val="700"/>
              <a:buChar char="■"/>
              <a:defRPr sz="2100"/>
            </a:lvl6pPr>
            <a:lvl7pPr marL="3200400" indent="-273050" algn="l">
              <a:lnSpc>
                <a:spcPct val="100000"/>
              </a:lnSpc>
              <a:spcBef>
                <a:spcPts val="0"/>
              </a:spcBef>
              <a:spcAft>
                <a:spcPts val="0"/>
              </a:spcAft>
              <a:buClr>
                <a:srgbClr val="000000"/>
              </a:buClr>
              <a:buSzPts val="700"/>
              <a:buChar char="●"/>
              <a:defRPr sz="2100"/>
            </a:lvl7pPr>
            <a:lvl8pPr marL="3657600" indent="-273050" algn="l">
              <a:lnSpc>
                <a:spcPct val="100000"/>
              </a:lnSpc>
              <a:spcBef>
                <a:spcPts val="0"/>
              </a:spcBef>
              <a:spcAft>
                <a:spcPts val="0"/>
              </a:spcAft>
              <a:buClr>
                <a:srgbClr val="000000"/>
              </a:buClr>
              <a:buSzPts val="700"/>
              <a:buChar char="○"/>
              <a:defRPr sz="2100"/>
            </a:lvl8pPr>
            <a:lvl9pPr marL="4114800" indent="-273050" algn="l">
              <a:lnSpc>
                <a:spcPct val="100000"/>
              </a:lnSpc>
              <a:spcBef>
                <a:spcPts val="0"/>
              </a:spcBef>
              <a:spcAft>
                <a:spcPts val="0"/>
              </a:spcAft>
              <a:buClr>
                <a:srgbClr val="000000"/>
              </a:buClr>
              <a:buSzPts val="700"/>
              <a:buChar char="■"/>
              <a:defRPr sz="2100"/>
            </a:lvl9pPr>
          </a:lstStyle>
          <a:p xmlns:a="http://schemas.openxmlformats.org/drawingml/2006/main"/>
        </p:txBody>
      </p:sp>
      <p:sp>
        <p:nvSpPr>
          <p:cNvPr id="1021" name="Google Shape;1021;p133">
            <a:extLst xmlns:a="http://schemas.openxmlformats.org/drawingml/2006/main">
              <a:ext uri="{FF2B5EF4-FFF2-40B4-BE49-F238E27FC236}">
                <a16:creationId xmlns:a16="http://schemas.microsoft.com/office/drawing/2014/main" id="{3564CDE6-666D-4592-AFDD-CA94AB68F905}"/>
              </a:ext>
            </a:extLst>
          </p:cNvPr>
          <p:cNvSpPr>
            <a:spLocks xmlns:a="http://schemas.openxmlformats.org/drawingml/2006/main" noGrp="1"/>
          </p:cNvSpPr>
          <p:nvPr>
            <p:ph type="body" idx="7"/>
          </p:nvPr>
        </p:nvSpPr>
        <p:spPr>
          <a:xfrm xmlns:a="http://schemas.openxmlformats.org/drawingml/2006/main">
            <a:off x="329693" y="3590445"/>
            <a:ext cx="2566200" cy="329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lvl1pPr marL="457200" indent="-374650" algn="l">
              <a:lnSpc>
                <a:spcPct val="100000"/>
              </a:lnSpc>
              <a:spcBef>
                <a:spcPts val="0"/>
              </a:spcBef>
              <a:spcAft>
                <a:spcPts val="0"/>
              </a:spcAft>
              <a:buClr>
                <a:schemeClr val="dk1"/>
              </a:buClr>
              <a:buSzPts val="2300"/>
              <a:buFont typeface="Helvetica Neue"/>
              <a:buChar char="●"/>
              <a:defRPr sz="2300">
                <a:solidFill>
                  <a:schemeClr val="dk1"/>
                </a:solidFill>
              </a:defRPr>
            </a:lvl1pPr>
            <a:lvl2pPr marL="914400" indent="-273050" algn="l">
              <a:lnSpc>
                <a:spcPct val="100000"/>
              </a:lnSpc>
              <a:spcBef>
                <a:spcPts val="0"/>
              </a:spcBef>
              <a:spcAft>
                <a:spcPts val="0"/>
              </a:spcAft>
              <a:buClr>
                <a:srgbClr val="000000"/>
              </a:buClr>
              <a:buSzPts val="700"/>
              <a:buChar char="○"/>
              <a:defRPr sz="2100"/>
            </a:lvl2pPr>
            <a:lvl3pPr marL="1371600" indent="-273050" algn="l">
              <a:lnSpc>
                <a:spcPct val="100000"/>
              </a:lnSpc>
              <a:spcBef>
                <a:spcPts val="0"/>
              </a:spcBef>
              <a:spcAft>
                <a:spcPts val="0"/>
              </a:spcAft>
              <a:buClr>
                <a:srgbClr val="000000"/>
              </a:buClr>
              <a:buSzPts val="700"/>
              <a:buChar char="■"/>
              <a:defRPr sz="2100"/>
            </a:lvl3pPr>
            <a:lvl4pPr marL="1828800" indent="-273050" algn="l">
              <a:lnSpc>
                <a:spcPct val="100000"/>
              </a:lnSpc>
              <a:spcBef>
                <a:spcPts val="0"/>
              </a:spcBef>
              <a:spcAft>
                <a:spcPts val="0"/>
              </a:spcAft>
              <a:buClr>
                <a:srgbClr val="000000"/>
              </a:buClr>
              <a:buSzPts val="700"/>
              <a:buChar char="●"/>
              <a:defRPr sz="2100"/>
            </a:lvl4pPr>
            <a:lvl5pPr marL="2286000" indent="-273050" algn="l">
              <a:lnSpc>
                <a:spcPct val="100000"/>
              </a:lnSpc>
              <a:spcBef>
                <a:spcPts val="0"/>
              </a:spcBef>
              <a:spcAft>
                <a:spcPts val="0"/>
              </a:spcAft>
              <a:buClr>
                <a:srgbClr val="000000"/>
              </a:buClr>
              <a:buSzPts val="700"/>
              <a:buChar char="○"/>
              <a:defRPr sz="2100"/>
            </a:lvl5pPr>
            <a:lvl6pPr marL="2743200" indent="-273050" algn="l">
              <a:lnSpc>
                <a:spcPct val="100000"/>
              </a:lnSpc>
              <a:spcBef>
                <a:spcPts val="0"/>
              </a:spcBef>
              <a:spcAft>
                <a:spcPts val="0"/>
              </a:spcAft>
              <a:buClr>
                <a:srgbClr val="000000"/>
              </a:buClr>
              <a:buSzPts val="700"/>
              <a:buChar char="■"/>
              <a:defRPr sz="2100"/>
            </a:lvl6pPr>
            <a:lvl7pPr marL="3200400" indent="-273050" algn="l">
              <a:lnSpc>
                <a:spcPct val="100000"/>
              </a:lnSpc>
              <a:spcBef>
                <a:spcPts val="0"/>
              </a:spcBef>
              <a:spcAft>
                <a:spcPts val="0"/>
              </a:spcAft>
              <a:buClr>
                <a:srgbClr val="000000"/>
              </a:buClr>
              <a:buSzPts val="700"/>
              <a:buChar char="●"/>
              <a:defRPr sz="2100"/>
            </a:lvl7pPr>
            <a:lvl8pPr marL="3657600" indent="-273050" algn="l">
              <a:lnSpc>
                <a:spcPct val="100000"/>
              </a:lnSpc>
              <a:spcBef>
                <a:spcPts val="0"/>
              </a:spcBef>
              <a:spcAft>
                <a:spcPts val="0"/>
              </a:spcAft>
              <a:buClr>
                <a:srgbClr val="000000"/>
              </a:buClr>
              <a:buSzPts val="700"/>
              <a:buChar char="○"/>
              <a:defRPr sz="2100"/>
            </a:lvl8pPr>
            <a:lvl9pPr marL="4114800" indent="-273050" algn="l">
              <a:lnSpc>
                <a:spcPct val="100000"/>
              </a:lnSpc>
              <a:spcBef>
                <a:spcPts val="0"/>
              </a:spcBef>
              <a:spcAft>
                <a:spcPts val="0"/>
              </a:spcAft>
              <a:buClr>
                <a:srgbClr val="000000"/>
              </a:buClr>
              <a:buSzPts val="700"/>
              <a:buChar char="■"/>
              <a:defRPr sz="2100"/>
            </a:lvl9pPr>
          </a:lstStyle>
          <a:p xmlns:a="http://schemas.openxmlformats.org/drawingml/2006/main"/>
        </p:txBody>
      </p:sp>
      <p:sp>
        <p:nvSpPr>
          <p:cNvPr id="1022" name="Google Shape;1022;p133">
            <a:extLst xmlns:a="http://schemas.openxmlformats.org/drawingml/2006/main">
              <a:ext uri="{FF2B5EF4-FFF2-40B4-BE49-F238E27FC236}">
                <a16:creationId xmlns:a16="http://schemas.microsoft.com/office/drawing/2014/main" id="{B71830E6-2A89-4E3B-B47C-E599FC6A4F4F}"/>
              </a:ext>
            </a:extLst>
          </p:cNvPr>
          <p:cNvSpPr>
            <a:spLocks xmlns:a="http://schemas.openxmlformats.org/drawingml/2006/main" noGrp="1"/>
          </p:cNvSpPr>
          <p:nvPr>
            <p:ph type="body" idx="8"/>
          </p:nvPr>
        </p:nvSpPr>
        <p:spPr>
          <a:xfrm xmlns:a="http://schemas.openxmlformats.org/drawingml/2006/main">
            <a:off x="330214" y="3377551"/>
            <a:ext cx="2565900" cy="119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lvl1pPr marL="457200" indent="-279400" algn="l">
              <a:lnSpc>
                <a:spcPct val="120000"/>
              </a:lnSpc>
              <a:spcBef>
                <a:spcPts val="0"/>
              </a:spcBef>
              <a:spcAft>
                <a:spcPts val="0"/>
              </a:spcAft>
              <a:buClr>
                <a:srgbClr val="7F7F7F"/>
              </a:buClr>
              <a:buSzPts val="800"/>
              <a:buFont typeface="Helvetica Neue"/>
              <a:buChar char="●"/>
              <a:defRPr sz="800">
                <a:solidFill>
                  <a:srgbClr val="7F7F7F"/>
                </a:solidFill>
              </a:defRPr>
            </a:lvl1pPr>
            <a:lvl2pPr marL="914400" indent="-273050" algn="l">
              <a:lnSpc>
                <a:spcPct val="100000"/>
              </a:lnSpc>
              <a:spcBef>
                <a:spcPts val="0"/>
              </a:spcBef>
              <a:spcAft>
                <a:spcPts val="0"/>
              </a:spcAft>
              <a:buClr>
                <a:srgbClr val="000000"/>
              </a:buClr>
              <a:buSzPts val="700"/>
              <a:buChar char="○"/>
              <a:defRPr sz="2100"/>
            </a:lvl2pPr>
            <a:lvl3pPr marL="1371600" indent="-273050" algn="l">
              <a:lnSpc>
                <a:spcPct val="100000"/>
              </a:lnSpc>
              <a:spcBef>
                <a:spcPts val="0"/>
              </a:spcBef>
              <a:spcAft>
                <a:spcPts val="0"/>
              </a:spcAft>
              <a:buClr>
                <a:srgbClr val="000000"/>
              </a:buClr>
              <a:buSzPts val="700"/>
              <a:buChar char="■"/>
              <a:defRPr sz="2100"/>
            </a:lvl3pPr>
            <a:lvl4pPr marL="1828800" indent="-273050" algn="l">
              <a:lnSpc>
                <a:spcPct val="100000"/>
              </a:lnSpc>
              <a:spcBef>
                <a:spcPts val="0"/>
              </a:spcBef>
              <a:spcAft>
                <a:spcPts val="0"/>
              </a:spcAft>
              <a:buClr>
                <a:srgbClr val="000000"/>
              </a:buClr>
              <a:buSzPts val="700"/>
              <a:buChar char="●"/>
              <a:defRPr sz="2100"/>
            </a:lvl4pPr>
            <a:lvl5pPr marL="2286000" indent="-273050" algn="l">
              <a:lnSpc>
                <a:spcPct val="100000"/>
              </a:lnSpc>
              <a:spcBef>
                <a:spcPts val="0"/>
              </a:spcBef>
              <a:spcAft>
                <a:spcPts val="0"/>
              </a:spcAft>
              <a:buClr>
                <a:srgbClr val="000000"/>
              </a:buClr>
              <a:buSzPts val="700"/>
              <a:buChar char="○"/>
              <a:defRPr sz="2100"/>
            </a:lvl5pPr>
            <a:lvl6pPr marL="2743200" indent="-273050" algn="l">
              <a:lnSpc>
                <a:spcPct val="100000"/>
              </a:lnSpc>
              <a:spcBef>
                <a:spcPts val="0"/>
              </a:spcBef>
              <a:spcAft>
                <a:spcPts val="0"/>
              </a:spcAft>
              <a:buClr>
                <a:srgbClr val="000000"/>
              </a:buClr>
              <a:buSzPts val="700"/>
              <a:buChar char="■"/>
              <a:defRPr sz="2100"/>
            </a:lvl6pPr>
            <a:lvl7pPr marL="3200400" indent="-273050" algn="l">
              <a:lnSpc>
                <a:spcPct val="100000"/>
              </a:lnSpc>
              <a:spcBef>
                <a:spcPts val="0"/>
              </a:spcBef>
              <a:spcAft>
                <a:spcPts val="0"/>
              </a:spcAft>
              <a:buClr>
                <a:srgbClr val="000000"/>
              </a:buClr>
              <a:buSzPts val="700"/>
              <a:buChar char="●"/>
              <a:defRPr sz="2100"/>
            </a:lvl7pPr>
            <a:lvl8pPr marL="3657600" indent="-273050" algn="l">
              <a:lnSpc>
                <a:spcPct val="100000"/>
              </a:lnSpc>
              <a:spcBef>
                <a:spcPts val="0"/>
              </a:spcBef>
              <a:spcAft>
                <a:spcPts val="0"/>
              </a:spcAft>
              <a:buClr>
                <a:srgbClr val="000000"/>
              </a:buClr>
              <a:buSzPts val="700"/>
              <a:buChar char="○"/>
              <a:defRPr sz="2100"/>
            </a:lvl8pPr>
            <a:lvl9pPr marL="4114800" indent="-273050" algn="l">
              <a:lnSpc>
                <a:spcPct val="100000"/>
              </a:lnSpc>
              <a:spcBef>
                <a:spcPts val="0"/>
              </a:spcBef>
              <a:spcAft>
                <a:spcPts val="0"/>
              </a:spcAft>
              <a:buClr>
                <a:srgbClr val="000000"/>
              </a:buClr>
              <a:buSzPts val="700"/>
              <a:buChar char="■"/>
              <a:defRPr sz="2100"/>
            </a:lvl9pPr>
          </a:lstStyle>
          <a:p xmlns:a="http://schemas.openxmlformats.org/drawingml/2006/main"/>
        </p:txBody>
      </p:sp>
      <p:sp>
        <p:nvSpPr>
          <p:cNvPr id="1023" name="Google Shape;1023;p133">
            <a:extLst xmlns:a="http://schemas.openxmlformats.org/drawingml/2006/main">
              <a:ext uri="{FF2B5EF4-FFF2-40B4-BE49-F238E27FC236}">
                <a16:creationId xmlns:a16="http://schemas.microsoft.com/office/drawing/2014/main" id="{7C4CA3E9-287A-4A73-87CF-AE84F7DFCB83}"/>
              </a:ext>
            </a:extLst>
          </p:cNvPr>
          <p:cNvSpPr>
            <a:spLocks xmlns:a="http://schemas.openxmlformats.org/drawingml/2006/main" noGrp="1"/>
          </p:cNvSpPr>
          <p:nvPr>
            <p:ph type="body" idx="9"/>
          </p:nvPr>
        </p:nvSpPr>
        <p:spPr>
          <a:xfrm xmlns:a="http://schemas.openxmlformats.org/drawingml/2006/main">
            <a:off x="329487" y="4674108"/>
            <a:ext cx="2565900" cy="12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b">
            <a:spAutoFit/>
          </a:bodyPr>
          <a:lstStyle xmlns:a="http://schemas.openxmlformats.org/drawingml/2006/main">
            <a:lvl1pPr marL="457200" indent="-276225" algn="l">
              <a:lnSpc>
                <a:spcPct val="120000"/>
              </a:lnSpc>
              <a:spcBef>
                <a:spcPts val="0"/>
              </a:spcBef>
              <a:spcAft>
                <a:spcPts val="0"/>
              </a:spcAft>
              <a:buClr>
                <a:srgbClr val="7F7F7F"/>
              </a:buClr>
              <a:buSzPts val="750"/>
              <a:buFont typeface="Helvetica Neue"/>
              <a:buChar char="●"/>
              <a:defRPr sz="750">
                <a:solidFill>
                  <a:srgbClr val="7F7F7F"/>
                </a:solidFill>
              </a:defRPr>
            </a:lvl1pPr>
            <a:lvl2pPr marL="914400" indent="-273050" algn="l">
              <a:lnSpc>
                <a:spcPct val="100000"/>
              </a:lnSpc>
              <a:spcBef>
                <a:spcPts val="0"/>
              </a:spcBef>
              <a:spcAft>
                <a:spcPts val="0"/>
              </a:spcAft>
              <a:buClr>
                <a:srgbClr val="000000"/>
              </a:buClr>
              <a:buSzPts val="700"/>
              <a:buChar char="○"/>
              <a:defRPr sz="2100"/>
            </a:lvl2pPr>
            <a:lvl3pPr marL="1371600" indent="-273050" algn="l">
              <a:lnSpc>
                <a:spcPct val="100000"/>
              </a:lnSpc>
              <a:spcBef>
                <a:spcPts val="0"/>
              </a:spcBef>
              <a:spcAft>
                <a:spcPts val="0"/>
              </a:spcAft>
              <a:buClr>
                <a:srgbClr val="000000"/>
              </a:buClr>
              <a:buSzPts val="700"/>
              <a:buChar char="■"/>
              <a:defRPr sz="2100"/>
            </a:lvl3pPr>
            <a:lvl4pPr marL="1828800" indent="-273050" algn="l">
              <a:lnSpc>
                <a:spcPct val="100000"/>
              </a:lnSpc>
              <a:spcBef>
                <a:spcPts val="0"/>
              </a:spcBef>
              <a:spcAft>
                <a:spcPts val="0"/>
              </a:spcAft>
              <a:buClr>
                <a:srgbClr val="000000"/>
              </a:buClr>
              <a:buSzPts val="700"/>
              <a:buChar char="●"/>
              <a:defRPr sz="2100"/>
            </a:lvl4pPr>
            <a:lvl5pPr marL="2286000" indent="-273050" algn="l">
              <a:lnSpc>
                <a:spcPct val="100000"/>
              </a:lnSpc>
              <a:spcBef>
                <a:spcPts val="0"/>
              </a:spcBef>
              <a:spcAft>
                <a:spcPts val="0"/>
              </a:spcAft>
              <a:buClr>
                <a:srgbClr val="000000"/>
              </a:buClr>
              <a:buSzPts val="700"/>
              <a:buChar char="○"/>
              <a:defRPr sz="2100"/>
            </a:lvl5pPr>
            <a:lvl6pPr marL="2743200" indent="-273050" algn="l">
              <a:lnSpc>
                <a:spcPct val="100000"/>
              </a:lnSpc>
              <a:spcBef>
                <a:spcPts val="0"/>
              </a:spcBef>
              <a:spcAft>
                <a:spcPts val="0"/>
              </a:spcAft>
              <a:buClr>
                <a:srgbClr val="000000"/>
              </a:buClr>
              <a:buSzPts val="700"/>
              <a:buChar char="■"/>
              <a:defRPr sz="2100"/>
            </a:lvl6pPr>
            <a:lvl7pPr marL="3200400" indent="-273050" algn="l">
              <a:lnSpc>
                <a:spcPct val="100000"/>
              </a:lnSpc>
              <a:spcBef>
                <a:spcPts val="0"/>
              </a:spcBef>
              <a:spcAft>
                <a:spcPts val="0"/>
              </a:spcAft>
              <a:buClr>
                <a:srgbClr val="000000"/>
              </a:buClr>
              <a:buSzPts val="700"/>
              <a:buChar char="●"/>
              <a:defRPr sz="2100"/>
            </a:lvl7pPr>
            <a:lvl8pPr marL="3657600" indent="-273050" algn="l">
              <a:lnSpc>
                <a:spcPct val="100000"/>
              </a:lnSpc>
              <a:spcBef>
                <a:spcPts val="0"/>
              </a:spcBef>
              <a:spcAft>
                <a:spcPts val="0"/>
              </a:spcAft>
              <a:buClr>
                <a:srgbClr val="000000"/>
              </a:buClr>
              <a:buSzPts val="700"/>
              <a:buChar char="○"/>
              <a:defRPr sz="2100"/>
            </a:lvl8pPr>
            <a:lvl9pPr marL="4114800" indent="-273050" algn="l">
              <a:lnSpc>
                <a:spcPct val="100000"/>
              </a:lnSpc>
              <a:spcBef>
                <a:spcPts val="0"/>
              </a:spcBef>
              <a:spcAft>
                <a:spcPts val="0"/>
              </a:spcAft>
              <a:buClr>
                <a:srgbClr val="000000"/>
              </a:buClr>
              <a:buSzPts val="700"/>
              <a:buChar char="■"/>
              <a:defRPr sz="2100"/>
            </a:lvl9pPr>
          </a:lstStyle>
          <a:p xmlns:a="http://schemas.openxmlformats.org/drawingml/2006/main"/>
        </p:txBody>
      </p:sp>
      <p:sp>
        <p:nvSpPr>
          <p:cNvPr id="1024" name="Google Shape;1024;p133">
            <a:extLst xmlns:a="http://schemas.openxmlformats.org/drawingml/2006/main">
              <a:ext uri="{FF2B5EF4-FFF2-40B4-BE49-F238E27FC236}">
                <a16:creationId xmlns:a16="http://schemas.microsoft.com/office/drawing/2014/main" id="{E388EBA1-B563-492F-A871-60B326D044D5}"/>
              </a:ext>
            </a:extLst>
          </p:cNvPr>
          <p:cNvSpPr>
            <a:spLocks xmlns:a="http://schemas.openxmlformats.org/drawingml/2006/main" noGrp="1"/>
          </p:cNvSpPr>
          <p:nvPr>
            <p:ph type="pic" idx="13"/>
          </p:nvPr>
        </p:nvSpPr>
        <p:spPr>
          <a:xfrm xmlns:a="http://schemas.openxmlformats.org/drawingml/2006/main">
            <a:off x="3170100" y="1278375"/>
            <a:ext cx="2803800" cy="3450000"/>
          </a:xfrm>
          <a:prstGeom xmlns:a="http://schemas.openxmlformats.org/drawingml/2006/main" prst="roundRect">
            <a:avLst>
              <a:gd name="adj" fmla="val 1542"/>
            </a:avLst>
          </a:prstGeom>
          <a:noFill xmlns:a="http://schemas.openxmlformats.org/drawingml/2006/main"/>
          <a:ln xmlns:a="http://schemas.openxmlformats.org/drawingml/2006/main">
            <a:noFill/>
          </a:ln>
        </p:spPr>
      </p:sp>
      <p:sp>
        <p:nvSpPr>
          <p:cNvPr id="1025" name="Google Shape;1025;p133">
            <a:extLst xmlns:a="http://schemas.openxmlformats.org/drawingml/2006/main">
              <a:ext uri="{FF2B5EF4-FFF2-40B4-BE49-F238E27FC236}">
                <a16:creationId xmlns:a16="http://schemas.microsoft.com/office/drawing/2014/main" id="{FBA99FA9-523F-4998-9B02-90157D96DC28}"/>
              </a:ext>
            </a:extLst>
          </p:cNvPr>
          <p:cNvSpPr>
            <a:spLocks xmlns:a="http://schemas.openxmlformats.org/drawingml/2006/main" noGrp="1"/>
          </p:cNvSpPr>
          <p:nvPr>
            <p:ph type="body" idx="14"/>
          </p:nvPr>
        </p:nvSpPr>
        <p:spPr>
          <a:xfrm xmlns:a="http://schemas.openxmlformats.org/drawingml/2006/main">
            <a:off x="201380" y="164050"/>
            <a:ext cx="5368200" cy="164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9050" tIns="19050" rIns="19050" bIns="19050" anchor="t">
            <a:spAutoFit/>
          </a:bodyPr>
          <a:lstStyle xmlns:a="http://schemas.openxmlformats.org/drawingml/2006/main">
            <a:lvl1pPr marL="457200" indent="-228600" algn="l">
              <a:lnSpc>
                <a:spcPct val="90000"/>
              </a:lnSpc>
              <a:spcBef>
                <a:spcPts val="400"/>
              </a:spcBef>
              <a:spcAft>
                <a:spcPts val="0"/>
              </a:spcAft>
              <a:buClr>
                <a:schemeClr val="dk2"/>
              </a:buClr>
              <a:buSzPts val="750"/>
              <a:buNone/>
              <a:defRPr sz="750" b="0" i="0" u="none" cap="none">
                <a:solidFill>
                  <a:schemeClr val="dk2"/>
                </a:solidFill>
              </a:defRPr>
            </a:lvl1pPr>
            <a:lvl2pPr marL="914400" indent="-276225" algn="l">
              <a:lnSpc>
                <a:spcPct val="90000"/>
              </a:lnSpc>
              <a:spcBef>
                <a:spcPts val="1200"/>
              </a:spcBef>
              <a:spcAft>
                <a:spcPts val="0"/>
              </a:spcAft>
              <a:buClr>
                <a:schemeClr val="lt1"/>
              </a:buClr>
              <a:buSzPts val="750"/>
              <a:buChar char="○"/>
              <a:defRPr sz="750"/>
            </a:lvl2pPr>
            <a:lvl3pPr marL="1371600" indent="-276225" algn="l">
              <a:lnSpc>
                <a:spcPct val="90000"/>
              </a:lnSpc>
              <a:spcBef>
                <a:spcPts val="1200"/>
              </a:spcBef>
              <a:spcAft>
                <a:spcPts val="0"/>
              </a:spcAft>
              <a:buClr>
                <a:schemeClr val="lt1"/>
              </a:buClr>
              <a:buSzPts val="750"/>
              <a:buChar char="■"/>
              <a:defRPr sz="750"/>
            </a:lvl3pPr>
            <a:lvl4pPr marL="1828800" indent="-276225" algn="l">
              <a:lnSpc>
                <a:spcPct val="90000"/>
              </a:lnSpc>
              <a:spcBef>
                <a:spcPts val="1200"/>
              </a:spcBef>
              <a:spcAft>
                <a:spcPts val="0"/>
              </a:spcAft>
              <a:buClr>
                <a:schemeClr val="lt1"/>
              </a:buClr>
              <a:buSzPts val="750"/>
              <a:buChar char="●"/>
              <a:defRPr sz="750"/>
            </a:lvl4pPr>
            <a:lvl5pPr marL="2286000" indent="-276225" algn="l">
              <a:lnSpc>
                <a:spcPct val="90000"/>
              </a:lnSpc>
              <a:spcBef>
                <a:spcPts val="1200"/>
              </a:spcBef>
              <a:spcAft>
                <a:spcPts val="0"/>
              </a:spcAft>
              <a:buClr>
                <a:schemeClr val="lt1"/>
              </a:buClr>
              <a:buSzPts val="750"/>
              <a:buChar char="○"/>
              <a:defRPr sz="750"/>
            </a:lvl5pPr>
            <a:lvl6pPr marL="2743200" indent="-276225" algn="l">
              <a:lnSpc>
                <a:spcPct val="90000"/>
              </a:lnSpc>
              <a:spcBef>
                <a:spcPts val="1200"/>
              </a:spcBef>
              <a:spcAft>
                <a:spcPts val="0"/>
              </a:spcAft>
              <a:buClr>
                <a:schemeClr val="dk1"/>
              </a:buClr>
              <a:buSzPts val="750"/>
              <a:buChar char="■"/>
              <a:defRPr sz="750"/>
            </a:lvl6pPr>
            <a:lvl7pPr marL="3200400" indent="-276225" algn="l">
              <a:lnSpc>
                <a:spcPct val="90000"/>
              </a:lnSpc>
              <a:spcBef>
                <a:spcPts val="1200"/>
              </a:spcBef>
              <a:spcAft>
                <a:spcPts val="0"/>
              </a:spcAft>
              <a:buClr>
                <a:schemeClr val="dk1"/>
              </a:buClr>
              <a:buSzPts val="750"/>
              <a:buChar char="●"/>
              <a:defRPr sz="750"/>
            </a:lvl7pPr>
            <a:lvl8pPr marL="3657600" indent="-276225" algn="l">
              <a:lnSpc>
                <a:spcPct val="90000"/>
              </a:lnSpc>
              <a:spcBef>
                <a:spcPts val="1200"/>
              </a:spcBef>
              <a:spcAft>
                <a:spcPts val="0"/>
              </a:spcAft>
              <a:buClr>
                <a:schemeClr val="dk1"/>
              </a:buClr>
              <a:buSzPts val="750"/>
              <a:buChar char="○"/>
              <a:defRPr sz="750"/>
            </a:lvl8pPr>
            <a:lvl9pPr marL="4114800" indent="-276225" algn="l">
              <a:lnSpc>
                <a:spcPct val="90000"/>
              </a:lnSpc>
              <a:spcBef>
                <a:spcPts val="1200"/>
              </a:spcBef>
              <a:spcAft>
                <a:spcPts val="1200"/>
              </a:spcAft>
              <a:buClr>
                <a:schemeClr val="dk1"/>
              </a:buClr>
              <a:buSzPts val="750"/>
              <a:buChar char="■"/>
              <a:defRPr sz="750"/>
            </a:lvl9pPr>
          </a:lstStyle>
          <a:p xmlns:a="http://schemas.openxmlformats.org/drawingml/2006/main"/>
        </p:txBody>
      </p:sp>
      <p:sp>
        <p:nvSpPr>
          <p:cNvPr id="1026" name="Google Shape;1026;p133">
            <a:extLst xmlns:a="http://schemas.openxmlformats.org/drawingml/2006/main">
              <a:ext uri="{FF2B5EF4-FFF2-40B4-BE49-F238E27FC236}">
                <a16:creationId xmlns:a16="http://schemas.microsoft.com/office/drawing/2014/main" id="{F3B23147-64B7-4CDB-AE1F-755B875E8E72}"/>
              </a:ext>
            </a:extLst>
          </p:cNvPr>
          <p:cNvSpPr>
            <a:spLocks xmlns:a="http://schemas.openxmlformats.org/drawingml/2006/main" noGrp="1"/>
          </p:cNvSpPr>
          <p:nvPr>
            <p:ph type="title" idx="0"/>
          </p:nvPr>
        </p:nvSpPr>
        <p:spPr>
          <a:xfrm xmlns:a="http://schemas.openxmlformats.org/drawingml/2006/main">
            <a:off x="201375" y="295825"/>
            <a:ext cx="5772600" cy="346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300" tIns="17150" rIns="34300" bIns="17150" anchor="t">
            <a:noAutofit/>
          </a:bodyPr>
          <a:lstStyle xmlns:a="http://schemas.openxmlformats.org/drawingml/2006/main">
            <a:lvl1pPr algn="l">
              <a:lnSpc>
                <a:spcPct val="90000"/>
              </a:lnSpc>
              <a:spcBef>
                <a:spcPts val="0"/>
              </a:spcBef>
              <a:spcAft>
                <a:spcPts val="0"/>
              </a:spcAft>
              <a:buClr>
                <a:schemeClr val="dk1"/>
              </a:buClr>
              <a:buSzPts val="2250"/>
              <a:buFont typeface="Helvetica Neue"/>
              <a:buNone/>
              <a:defRPr sz="2250" b="0">
                <a:solidFill>
                  <a:schemeClr val="dk1"/>
                </a:solidFill>
              </a:defRPr>
            </a:lvl1pPr>
            <a:lvl2pPr>
              <a:spcBef>
                <a:spcPts val="0"/>
              </a:spcBef>
              <a:spcAft>
                <a:spcPts val="0"/>
              </a:spcAft>
              <a:buSzPts val="500"/>
              <a:buNone/>
              <a:defRPr sz="700"/>
            </a:lvl2pPr>
            <a:lvl3pPr>
              <a:spcBef>
                <a:spcPts val="0"/>
              </a:spcBef>
              <a:spcAft>
                <a:spcPts val="0"/>
              </a:spcAft>
              <a:buSzPts val="500"/>
              <a:buNone/>
              <a:defRPr sz="700"/>
            </a:lvl3pPr>
            <a:lvl4pPr>
              <a:spcBef>
                <a:spcPts val="0"/>
              </a:spcBef>
              <a:spcAft>
                <a:spcPts val="0"/>
              </a:spcAft>
              <a:buSzPts val="500"/>
              <a:buNone/>
              <a:defRPr sz="700"/>
            </a:lvl4pPr>
            <a:lvl5pPr>
              <a:spcBef>
                <a:spcPts val="0"/>
              </a:spcBef>
              <a:spcAft>
                <a:spcPts val="0"/>
              </a:spcAft>
              <a:buSzPts val="500"/>
              <a:buNone/>
              <a:defRPr sz="700"/>
            </a:lvl5pPr>
            <a:lvl6pPr>
              <a:spcBef>
                <a:spcPts val="0"/>
              </a:spcBef>
              <a:spcAft>
                <a:spcPts val="0"/>
              </a:spcAft>
              <a:buSzPts val="500"/>
              <a:buNone/>
              <a:defRPr sz="700"/>
            </a:lvl6pPr>
            <a:lvl7pPr>
              <a:spcBef>
                <a:spcPts val="0"/>
              </a:spcBef>
              <a:spcAft>
                <a:spcPts val="0"/>
              </a:spcAft>
              <a:buSzPts val="500"/>
              <a:buNone/>
              <a:defRPr sz="700"/>
            </a:lvl7pPr>
            <a:lvl8pPr>
              <a:spcBef>
                <a:spcPts val="0"/>
              </a:spcBef>
              <a:spcAft>
                <a:spcPts val="0"/>
              </a:spcAft>
              <a:buSzPts val="500"/>
              <a:buNone/>
              <a:defRPr sz="700"/>
            </a:lvl8pPr>
            <a:lvl9pPr>
              <a:spcBef>
                <a:spcPts val="0"/>
              </a:spcBef>
              <a:spcAft>
                <a:spcPts val="0"/>
              </a:spcAft>
              <a:buSzPts val="500"/>
              <a:buNone/>
              <a:defRPr sz="700"/>
            </a:lvl9pPr>
          </a:lstStyle>
          <a:p xmlns:a="http://schemas.openxmlformats.org/drawingml/2006/main"/>
        </p:txBody>
      </p:sp>
      <p:pic>
        <p:nvPicPr>
          <p:cNvPr id="1042" name="Google Shape;1027;p133"/>
          <p:cNvPicPr>
            <a:picLocks xmlns:a="http://schemas.openxmlformats.org/drawingml/2006/main" noChangeAspect="1"/>
          </p:cNvPicPr>
          <p:nvPr/>
        </p:nvPicPr>
        <p:blipFill>
          <a:blip xmlns:r="http://schemas.openxmlformats.org/officeDocument/2006/relationships" xmlns:a="http://schemas.openxmlformats.org/drawingml/2006/main" r:embed="Rf6ff15e0987a4e31">
            <a:alphaModFix/>
          </a:blip>
          <a:stretch xmlns:a="http://schemas.openxmlformats.org/drawingml/2006/main">
            <a:fillRect l="0" t="0" r="0" b="0"/>
          </a:stretch>
        </p:blipFill>
        <p:spPr>
          <a:xfrm xmlns:a="http://schemas.openxmlformats.org/drawingml/2006/main">
            <a:off x="228600" y="4836074"/>
            <a:ext cx="153925" cy="153925"/>
          </a:xfrm>
          <a:prstGeom xmlns:a="http://schemas.openxmlformats.org/drawingml/2006/main" prst="rect">
            <a:avLst/>
          </a:prstGeom>
          <a:ln xmlns:a="http://schemas.openxmlformats.org/drawingml/2006/main">
            <a:noFill/>
          </a:ln>
        </p:spPr>
      </p:pic>
    </p:spTree>
  </p:cSld>
</p:sldLayout>
</file>

<file path=ppt/slideLayouts/slideLayout132.xml><?xml version="1.0" encoding="utf-8"?>
<p:sldLayout xmlns:p="http://schemas.openxmlformats.org/presentationml/2006/main" matchingName="Data summary 4">
  <p:cSld name="Audience - Summary_1">
    <p:spTree>
      <p:nvGrpSpPr>
        <p:cNvPr id="1" name=""/>
        <p:cNvGrpSpPr/>
        <p:nvPr/>
      </p:nvGrpSpPr>
      <p:grpSpPr>
        <a:xfrm xmlns:a="http://schemas.openxmlformats.org/drawingml/2006/main"/>
      </p:grpSpPr>
      <p:sp>
        <p:nvSpPr>
          <p:cNvPr id="1029" name="Google Shape;1029;p134">
            <a:extLst xmlns:a="http://schemas.openxmlformats.org/drawingml/2006/main">
              <a:ext uri="{FF2B5EF4-FFF2-40B4-BE49-F238E27FC236}">
                <a16:creationId xmlns:a16="http://schemas.microsoft.com/office/drawing/2014/main" id="{9C1D85BD-E051-4BEA-8628-7086E734F55D}"/>
              </a:ext>
            </a:extLst>
          </p:cNvPr>
          <p:cNvSpPr>
            <a:spLocks xmlns:a="http://schemas.openxmlformats.org/drawingml/2006/main" noGrp="1"/>
          </p:cNvSpPr>
          <p:nvPr/>
        </p:nvSpPr>
        <p:spPr>
          <a:xfrm xmlns:a="http://schemas.openxmlformats.org/drawingml/2006/main">
            <a:off x="201375" y="3295975"/>
            <a:ext cx="2823000" cy="1432500"/>
          </a:xfrm>
          <a:prstGeom xmlns:a="http://schemas.openxmlformats.org/drawingml/2006/main" prst="roundRect">
            <a:avLst>
              <a:gd name="adj" fmla="val 5442"/>
            </a:avLst>
          </a:prstGeom>
          <a:gradFill xmlns:a="http://schemas.openxmlformats.org/drawingml/2006/main">
            <a:gsLst>
              <a:gs pos="0">
                <a:srgbClr val="F4F2E6">
                  <a:alpha val="4310"/>
                </a:srgbClr>
              </a:gs>
              <a:gs pos="50000">
                <a:srgbClr val="F4F2E6">
                  <a:alpha val="4310"/>
                </a:srgbClr>
              </a:gs>
              <a:gs pos="100000">
                <a:schemeClr val="accent3">
                  <a:alpha val="4310"/>
                </a:schemeClr>
              </a:gs>
            </a:gsLst>
            <a:lin ang="5400012" scaled="0"/>
          </a:gradFill>
          <a:ln xmlns:a="http://schemas.openxmlformats.org/drawingml/2006/main">
            <a:noFill/>
          </a:ln>
        </p:spPr>
        <p:txBody>
          <a:bodyPr xmlns:a="http://schemas.openxmlformats.org/drawingml/2006/main" spcFirstLastPara="1" wrap="square" lIns="19050" tIns="19050" rIns="19050" bIns="1905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FFFFFF"/>
              </a:buClr>
              <a:buSzPts val="1800"/>
              <a:buFont typeface="Helvetica Neue"/>
              <a:buNone/>
            </a:pPr>
            <a:r>
              <a:t/>
            </a:r>
            <a:endParaRPr sz="1800" b="0" i="0" u="none" cap="none">
              <a:solidFill>
                <a:srgbClr val="000000"/>
              </a:solidFill>
              <a:latin typeface="Helvetica Neue"/>
              <a:ea typeface="Helvetica Neue"/>
              <a:cs typeface="Helvetica Neue"/>
            </a:endParaRPr>
          </a:p>
        </p:txBody>
      </p:sp>
      <p:sp>
        <p:nvSpPr>
          <p:cNvPr id="1030" name="Google Shape;1030;p134">
            <a:extLst xmlns:a="http://schemas.openxmlformats.org/drawingml/2006/main">
              <a:ext uri="{FF2B5EF4-FFF2-40B4-BE49-F238E27FC236}">
                <a16:creationId xmlns:a16="http://schemas.microsoft.com/office/drawing/2014/main" id="{B7CD6434-38B1-44E5-ACC5-A49389E709AC}"/>
              </a:ext>
            </a:extLst>
          </p:cNvPr>
          <p:cNvSpPr>
            <a:spLocks xmlns:a="http://schemas.openxmlformats.org/drawingml/2006/main" noGrp="1"/>
          </p:cNvSpPr>
          <p:nvPr>
            <p:ph type="body" idx="1"/>
          </p:nvPr>
        </p:nvSpPr>
        <p:spPr>
          <a:xfrm xmlns:a="http://schemas.openxmlformats.org/drawingml/2006/main">
            <a:off x="329695" y="3580592"/>
            <a:ext cx="2566500" cy="57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lvl1pPr marL="457200" indent="-469900" algn="l">
              <a:lnSpc>
                <a:spcPct val="100000"/>
              </a:lnSpc>
              <a:spcBef>
                <a:spcPts val="0"/>
              </a:spcBef>
              <a:spcAft>
                <a:spcPts val="0"/>
              </a:spcAft>
              <a:buClr>
                <a:schemeClr val="dk1"/>
              </a:buClr>
              <a:buSzPts val="3800"/>
              <a:buFont typeface="Helvetica Neue"/>
              <a:buChar char="●"/>
              <a:defRPr sz="3800">
                <a:solidFill>
                  <a:schemeClr val="dk1"/>
                </a:solidFill>
              </a:defRPr>
            </a:lvl1pPr>
            <a:lvl2pPr marL="914400" indent="-273050" algn="l">
              <a:lnSpc>
                <a:spcPct val="100000"/>
              </a:lnSpc>
              <a:spcBef>
                <a:spcPts val="0"/>
              </a:spcBef>
              <a:spcAft>
                <a:spcPts val="0"/>
              </a:spcAft>
              <a:buClr>
                <a:srgbClr val="000000"/>
              </a:buClr>
              <a:buSzPts val="700"/>
              <a:buChar char="○"/>
              <a:defRPr sz="2100"/>
            </a:lvl2pPr>
            <a:lvl3pPr marL="1371600" indent="-273050" algn="l">
              <a:lnSpc>
                <a:spcPct val="100000"/>
              </a:lnSpc>
              <a:spcBef>
                <a:spcPts val="0"/>
              </a:spcBef>
              <a:spcAft>
                <a:spcPts val="0"/>
              </a:spcAft>
              <a:buClr>
                <a:srgbClr val="000000"/>
              </a:buClr>
              <a:buSzPts val="700"/>
              <a:buChar char="■"/>
              <a:defRPr sz="2100"/>
            </a:lvl3pPr>
            <a:lvl4pPr marL="1828800" indent="-273050" algn="l">
              <a:lnSpc>
                <a:spcPct val="100000"/>
              </a:lnSpc>
              <a:spcBef>
                <a:spcPts val="0"/>
              </a:spcBef>
              <a:spcAft>
                <a:spcPts val="0"/>
              </a:spcAft>
              <a:buClr>
                <a:srgbClr val="000000"/>
              </a:buClr>
              <a:buSzPts val="700"/>
              <a:buChar char="●"/>
              <a:defRPr sz="2100"/>
            </a:lvl4pPr>
            <a:lvl5pPr marL="2286000" indent="-273050" algn="l">
              <a:lnSpc>
                <a:spcPct val="100000"/>
              </a:lnSpc>
              <a:spcBef>
                <a:spcPts val="0"/>
              </a:spcBef>
              <a:spcAft>
                <a:spcPts val="0"/>
              </a:spcAft>
              <a:buClr>
                <a:srgbClr val="000000"/>
              </a:buClr>
              <a:buSzPts val="700"/>
              <a:buChar char="○"/>
              <a:defRPr sz="2100"/>
            </a:lvl5pPr>
            <a:lvl6pPr marL="2743200" indent="-273050" algn="l">
              <a:lnSpc>
                <a:spcPct val="100000"/>
              </a:lnSpc>
              <a:spcBef>
                <a:spcPts val="0"/>
              </a:spcBef>
              <a:spcAft>
                <a:spcPts val="0"/>
              </a:spcAft>
              <a:buClr>
                <a:srgbClr val="000000"/>
              </a:buClr>
              <a:buSzPts val="700"/>
              <a:buChar char="■"/>
              <a:defRPr sz="2100"/>
            </a:lvl6pPr>
            <a:lvl7pPr marL="3200400" indent="-273050" algn="l">
              <a:lnSpc>
                <a:spcPct val="100000"/>
              </a:lnSpc>
              <a:spcBef>
                <a:spcPts val="0"/>
              </a:spcBef>
              <a:spcAft>
                <a:spcPts val="0"/>
              </a:spcAft>
              <a:buClr>
                <a:srgbClr val="000000"/>
              </a:buClr>
              <a:buSzPts val="700"/>
              <a:buChar char="●"/>
              <a:defRPr sz="2100"/>
            </a:lvl7pPr>
            <a:lvl8pPr marL="3657600" indent="-273050" algn="l">
              <a:lnSpc>
                <a:spcPct val="100000"/>
              </a:lnSpc>
              <a:spcBef>
                <a:spcPts val="0"/>
              </a:spcBef>
              <a:spcAft>
                <a:spcPts val="0"/>
              </a:spcAft>
              <a:buClr>
                <a:srgbClr val="000000"/>
              </a:buClr>
              <a:buSzPts val="700"/>
              <a:buChar char="○"/>
              <a:defRPr sz="2100"/>
            </a:lvl8pPr>
            <a:lvl9pPr marL="4114800" indent="-273050" algn="l">
              <a:lnSpc>
                <a:spcPct val="100000"/>
              </a:lnSpc>
              <a:spcBef>
                <a:spcPts val="0"/>
              </a:spcBef>
              <a:spcAft>
                <a:spcPts val="0"/>
              </a:spcAft>
              <a:buClr>
                <a:srgbClr val="000000"/>
              </a:buClr>
              <a:buSzPts val="700"/>
              <a:buChar char="■"/>
              <a:defRPr sz="2100"/>
            </a:lvl9pPr>
          </a:lstStyle>
          <a:p xmlns:a="http://schemas.openxmlformats.org/drawingml/2006/main"/>
        </p:txBody>
      </p:sp>
      <p:sp>
        <p:nvSpPr>
          <p:cNvPr id="1031" name="Google Shape;1031;p134">
            <a:extLst xmlns:a="http://schemas.openxmlformats.org/drawingml/2006/main">
              <a:ext uri="{FF2B5EF4-FFF2-40B4-BE49-F238E27FC236}">
                <a16:creationId xmlns:a16="http://schemas.microsoft.com/office/drawing/2014/main" id="{97D27E9C-092B-417C-9D34-EB74B01604D1}"/>
              </a:ext>
            </a:extLst>
          </p:cNvPr>
          <p:cNvSpPr>
            <a:spLocks xmlns:a="http://schemas.openxmlformats.org/drawingml/2006/main" noGrp="1"/>
          </p:cNvSpPr>
          <p:nvPr>
            <p:ph type="body" idx="2"/>
          </p:nvPr>
        </p:nvSpPr>
        <p:spPr>
          <a:xfrm xmlns:a="http://schemas.openxmlformats.org/drawingml/2006/main">
            <a:off x="330216" y="3437255"/>
            <a:ext cx="2565900" cy="12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lvl1pPr marL="457200" indent="-279400" algn="l">
              <a:lnSpc>
                <a:spcPct val="120000"/>
              </a:lnSpc>
              <a:spcBef>
                <a:spcPts val="0"/>
              </a:spcBef>
              <a:spcAft>
                <a:spcPts val="0"/>
              </a:spcAft>
              <a:buClr>
                <a:srgbClr val="7F7F7F"/>
              </a:buClr>
              <a:buSzPts val="800"/>
              <a:buFont typeface="Helvetica Neue"/>
              <a:buChar char="●"/>
              <a:defRPr sz="800">
                <a:solidFill>
                  <a:srgbClr val="7F7F7F"/>
                </a:solidFill>
              </a:defRPr>
            </a:lvl1pPr>
            <a:lvl2pPr marL="914400" indent="-273050" algn="l">
              <a:lnSpc>
                <a:spcPct val="100000"/>
              </a:lnSpc>
              <a:spcBef>
                <a:spcPts val="0"/>
              </a:spcBef>
              <a:spcAft>
                <a:spcPts val="0"/>
              </a:spcAft>
              <a:buClr>
                <a:srgbClr val="000000"/>
              </a:buClr>
              <a:buSzPts val="700"/>
              <a:buChar char="○"/>
              <a:defRPr sz="2100"/>
            </a:lvl2pPr>
            <a:lvl3pPr marL="1371600" indent="-273050" algn="l">
              <a:lnSpc>
                <a:spcPct val="100000"/>
              </a:lnSpc>
              <a:spcBef>
                <a:spcPts val="0"/>
              </a:spcBef>
              <a:spcAft>
                <a:spcPts val="0"/>
              </a:spcAft>
              <a:buClr>
                <a:srgbClr val="000000"/>
              </a:buClr>
              <a:buSzPts val="700"/>
              <a:buChar char="■"/>
              <a:defRPr sz="2100"/>
            </a:lvl3pPr>
            <a:lvl4pPr marL="1828800" indent="-273050" algn="l">
              <a:lnSpc>
                <a:spcPct val="100000"/>
              </a:lnSpc>
              <a:spcBef>
                <a:spcPts val="0"/>
              </a:spcBef>
              <a:spcAft>
                <a:spcPts val="0"/>
              </a:spcAft>
              <a:buClr>
                <a:srgbClr val="000000"/>
              </a:buClr>
              <a:buSzPts val="700"/>
              <a:buChar char="●"/>
              <a:defRPr sz="2100"/>
            </a:lvl4pPr>
            <a:lvl5pPr marL="2286000" indent="-273050" algn="l">
              <a:lnSpc>
                <a:spcPct val="100000"/>
              </a:lnSpc>
              <a:spcBef>
                <a:spcPts val="0"/>
              </a:spcBef>
              <a:spcAft>
                <a:spcPts val="0"/>
              </a:spcAft>
              <a:buClr>
                <a:srgbClr val="000000"/>
              </a:buClr>
              <a:buSzPts val="700"/>
              <a:buChar char="○"/>
              <a:defRPr sz="2100"/>
            </a:lvl5pPr>
            <a:lvl6pPr marL="2743200" indent="-273050" algn="l">
              <a:lnSpc>
                <a:spcPct val="100000"/>
              </a:lnSpc>
              <a:spcBef>
                <a:spcPts val="0"/>
              </a:spcBef>
              <a:spcAft>
                <a:spcPts val="0"/>
              </a:spcAft>
              <a:buClr>
                <a:srgbClr val="000000"/>
              </a:buClr>
              <a:buSzPts val="700"/>
              <a:buChar char="■"/>
              <a:defRPr sz="2100"/>
            </a:lvl6pPr>
            <a:lvl7pPr marL="3200400" indent="-273050" algn="l">
              <a:lnSpc>
                <a:spcPct val="100000"/>
              </a:lnSpc>
              <a:spcBef>
                <a:spcPts val="0"/>
              </a:spcBef>
              <a:spcAft>
                <a:spcPts val="0"/>
              </a:spcAft>
              <a:buClr>
                <a:srgbClr val="000000"/>
              </a:buClr>
              <a:buSzPts val="700"/>
              <a:buChar char="●"/>
              <a:defRPr sz="2100"/>
            </a:lvl7pPr>
            <a:lvl8pPr marL="3657600" indent="-273050" algn="l">
              <a:lnSpc>
                <a:spcPct val="100000"/>
              </a:lnSpc>
              <a:spcBef>
                <a:spcPts val="0"/>
              </a:spcBef>
              <a:spcAft>
                <a:spcPts val="0"/>
              </a:spcAft>
              <a:buClr>
                <a:srgbClr val="000000"/>
              </a:buClr>
              <a:buSzPts val="700"/>
              <a:buChar char="○"/>
              <a:defRPr sz="2100"/>
            </a:lvl8pPr>
            <a:lvl9pPr marL="4114800" indent="-273050" algn="l">
              <a:lnSpc>
                <a:spcPct val="100000"/>
              </a:lnSpc>
              <a:spcBef>
                <a:spcPts val="0"/>
              </a:spcBef>
              <a:spcAft>
                <a:spcPts val="0"/>
              </a:spcAft>
              <a:buClr>
                <a:srgbClr val="000000"/>
              </a:buClr>
              <a:buSzPts val="700"/>
              <a:buChar char="■"/>
              <a:defRPr sz="2100"/>
            </a:lvl9pPr>
          </a:lstStyle>
          <a:p xmlns:a="http://schemas.openxmlformats.org/drawingml/2006/main"/>
        </p:txBody>
      </p:sp>
      <p:sp>
        <p:nvSpPr>
          <p:cNvPr id="1032" name="Google Shape;1032;p134">
            <a:extLst xmlns:a="http://schemas.openxmlformats.org/drawingml/2006/main">
              <a:ext uri="{FF2B5EF4-FFF2-40B4-BE49-F238E27FC236}">
                <a16:creationId xmlns:a16="http://schemas.microsoft.com/office/drawing/2014/main" id="{5E469D7C-88C4-46E1-935E-028C76752DEE}"/>
              </a:ext>
            </a:extLst>
          </p:cNvPr>
          <p:cNvSpPr>
            <a:spLocks xmlns:a="http://schemas.openxmlformats.org/drawingml/2006/main" noGrp="1"/>
          </p:cNvSpPr>
          <p:nvPr>
            <p:ph type="body" idx="3"/>
          </p:nvPr>
        </p:nvSpPr>
        <p:spPr>
          <a:xfrm xmlns:a="http://schemas.openxmlformats.org/drawingml/2006/main">
            <a:off x="329487" y="4521708"/>
            <a:ext cx="2565900" cy="12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b">
            <a:spAutoFit/>
          </a:bodyPr>
          <a:lstStyle xmlns:a="http://schemas.openxmlformats.org/drawingml/2006/main">
            <a:lvl1pPr marL="457200" indent="-279400" algn="l">
              <a:lnSpc>
                <a:spcPct val="120000"/>
              </a:lnSpc>
              <a:spcBef>
                <a:spcPts val="0"/>
              </a:spcBef>
              <a:spcAft>
                <a:spcPts val="0"/>
              </a:spcAft>
              <a:buClr>
                <a:srgbClr val="7F7F7F"/>
              </a:buClr>
              <a:buSzPts val="800"/>
              <a:buFont typeface="Helvetica Neue"/>
              <a:buChar char="●"/>
              <a:defRPr sz="800">
                <a:solidFill>
                  <a:srgbClr val="7F7F7F"/>
                </a:solidFill>
              </a:defRPr>
            </a:lvl1pPr>
            <a:lvl2pPr marL="914400" indent="-273050" algn="l">
              <a:lnSpc>
                <a:spcPct val="100000"/>
              </a:lnSpc>
              <a:spcBef>
                <a:spcPts val="0"/>
              </a:spcBef>
              <a:spcAft>
                <a:spcPts val="0"/>
              </a:spcAft>
              <a:buClr>
                <a:srgbClr val="000000"/>
              </a:buClr>
              <a:buSzPts val="700"/>
              <a:buChar char="○"/>
              <a:defRPr sz="2100"/>
            </a:lvl2pPr>
            <a:lvl3pPr marL="1371600" indent="-273050" algn="l">
              <a:lnSpc>
                <a:spcPct val="100000"/>
              </a:lnSpc>
              <a:spcBef>
                <a:spcPts val="0"/>
              </a:spcBef>
              <a:spcAft>
                <a:spcPts val="0"/>
              </a:spcAft>
              <a:buClr>
                <a:srgbClr val="000000"/>
              </a:buClr>
              <a:buSzPts val="700"/>
              <a:buChar char="■"/>
              <a:defRPr sz="2100"/>
            </a:lvl3pPr>
            <a:lvl4pPr marL="1828800" indent="-273050" algn="l">
              <a:lnSpc>
                <a:spcPct val="100000"/>
              </a:lnSpc>
              <a:spcBef>
                <a:spcPts val="0"/>
              </a:spcBef>
              <a:spcAft>
                <a:spcPts val="0"/>
              </a:spcAft>
              <a:buClr>
                <a:srgbClr val="000000"/>
              </a:buClr>
              <a:buSzPts val="700"/>
              <a:buChar char="●"/>
              <a:defRPr sz="2100"/>
            </a:lvl4pPr>
            <a:lvl5pPr marL="2286000" indent="-273050" algn="l">
              <a:lnSpc>
                <a:spcPct val="100000"/>
              </a:lnSpc>
              <a:spcBef>
                <a:spcPts val="0"/>
              </a:spcBef>
              <a:spcAft>
                <a:spcPts val="0"/>
              </a:spcAft>
              <a:buClr>
                <a:srgbClr val="000000"/>
              </a:buClr>
              <a:buSzPts val="700"/>
              <a:buChar char="○"/>
              <a:defRPr sz="2100"/>
            </a:lvl5pPr>
            <a:lvl6pPr marL="2743200" indent="-273050" algn="l">
              <a:lnSpc>
                <a:spcPct val="100000"/>
              </a:lnSpc>
              <a:spcBef>
                <a:spcPts val="0"/>
              </a:spcBef>
              <a:spcAft>
                <a:spcPts val="0"/>
              </a:spcAft>
              <a:buClr>
                <a:srgbClr val="000000"/>
              </a:buClr>
              <a:buSzPts val="700"/>
              <a:buChar char="■"/>
              <a:defRPr sz="2100"/>
            </a:lvl6pPr>
            <a:lvl7pPr marL="3200400" indent="-273050" algn="l">
              <a:lnSpc>
                <a:spcPct val="100000"/>
              </a:lnSpc>
              <a:spcBef>
                <a:spcPts val="0"/>
              </a:spcBef>
              <a:spcAft>
                <a:spcPts val="0"/>
              </a:spcAft>
              <a:buClr>
                <a:srgbClr val="000000"/>
              </a:buClr>
              <a:buSzPts val="700"/>
              <a:buChar char="●"/>
              <a:defRPr sz="2100"/>
            </a:lvl7pPr>
            <a:lvl8pPr marL="3657600" indent="-273050" algn="l">
              <a:lnSpc>
                <a:spcPct val="100000"/>
              </a:lnSpc>
              <a:spcBef>
                <a:spcPts val="0"/>
              </a:spcBef>
              <a:spcAft>
                <a:spcPts val="0"/>
              </a:spcAft>
              <a:buClr>
                <a:srgbClr val="000000"/>
              </a:buClr>
              <a:buSzPts val="700"/>
              <a:buChar char="○"/>
              <a:defRPr sz="2100"/>
            </a:lvl8pPr>
            <a:lvl9pPr marL="4114800" indent="-273050" algn="l">
              <a:lnSpc>
                <a:spcPct val="100000"/>
              </a:lnSpc>
              <a:spcBef>
                <a:spcPts val="0"/>
              </a:spcBef>
              <a:spcAft>
                <a:spcPts val="0"/>
              </a:spcAft>
              <a:buClr>
                <a:srgbClr val="000000"/>
              </a:buClr>
              <a:buSzPts val="700"/>
              <a:buChar char="■"/>
              <a:defRPr sz="2100"/>
            </a:lvl9pPr>
          </a:lstStyle>
          <a:p xmlns:a="http://schemas.openxmlformats.org/drawingml/2006/main"/>
        </p:txBody>
      </p:sp>
      <p:sp>
        <p:nvSpPr>
          <p:cNvPr id="1033" name="Google Shape;1033;p134">
            <a:extLst xmlns:a="http://schemas.openxmlformats.org/drawingml/2006/main">
              <a:ext uri="{FF2B5EF4-FFF2-40B4-BE49-F238E27FC236}">
                <a16:creationId xmlns:a16="http://schemas.microsoft.com/office/drawing/2014/main" id="{9CF614A5-A71F-4194-A7D0-8D58938A70D5}"/>
              </a:ext>
            </a:extLst>
          </p:cNvPr>
          <p:cNvSpPr>
            <a:spLocks xmlns:a="http://schemas.openxmlformats.org/drawingml/2006/main" noGrp="1"/>
          </p:cNvSpPr>
          <p:nvPr/>
        </p:nvSpPr>
        <p:spPr>
          <a:xfrm xmlns:a="http://schemas.openxmlformats.org/drawingml/2006/main">
            <a:off x="3160500" y="3295975"/>
            <a:ext cx="2823000" cy="1432500"/>
          </a:xfrm>
          <a:prstGeom xmlns:a="http://schemas.openxmlformats.org/drawingml/2006/main" prst="roundRect">
            <a:avLst>
              <a:gd name="adj" fmla="val 5442"/>
            </a:avLst>
          </a:prstGeom>
          <a:gradFill xmlns:a="http://schemas.openxmlformats.org/drawingml/2006/main">
            <a:gsLst>
              <a:gs pos="0">
                <a:srgbClr val="F4F2E6">
                  <a:alpha val="4310"/>
                </a:srgbClr>
              </a:gs>
              <a:gs pos="50000">
                <a:srgbClr val="F4F2E6">
                  <a:alpha val="4310"/>
                </a:srgbClr>
              </a:gs>
              <a:gs pos="100000">
                <a:schemeClr val="accent3">
                  <a:alpha val="4310"/>
                </a:schemeClr>
              </a:gs>
            </a:gsLst>
            <a:lin ang="5400012" scaled="0"/>
          </a:gradFill>
          <a:ln xmlns:a="http://schemas.openxmlformats.org/drawingml/2006/main">
            <a:noFill/>
          </a:ln>
        </p:spPr>
        <p:txBody>
          <a:bodyPr xmlns:a="http://schemas.openxmlformats.org/drawingml/2006/main" spcFirstLastPara="1" wrap="square" lIns="19050" tIns="19050" rIns="19050" bIns="1905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FFFFFF"/>
              </a:buClr>
              <a:buSzPts val="1800"/>
              <a:buFont typeface="Helvetica Neue"/>
              <a:buNone/>
            </a:pPr>
            <a:r>
              <a:t/>
            </a:r>
            <a:endParaRPr sz="1800" b="0" i="0" u="none" cap="none">
              <a:solidFill>
                <a:srgbClr val="000000"/>
              </a:solidFill>
              <a:latin typeface="Helvetica Neue"/>
              <a:ea typeface="Helvetica Neue"/>
              <a:cs typeface="Helvetica Neue"/>
            </a:endParaRPr>
          </a:p>
        </p:txBody>
      </p:sp>
      <p:sp>
        <p:nvSpPr>
          <p:cNvPr id="1034" name="Google Shape;1034;p134">
            <a:extLst xmlns:a="http://schemas.openxmlformats.org/drawingml/2006/main">
              <a:ext uri="{FF2B5EF4-FFF2-40B4-BE49-F238E27FC236}">
                <a16:creationId xmlns:a16="http://schemas.microsoft.com/office/drawing/2014/main" id="{E51768F5-F2D5-4944-929A-882A77EA1691}"/>
              </a:ext>
            </a:extLst>
          </p:cNvPr>
          <p:cNvSpPr>
            <a:spLocks xmlns:a="http://schemas.openxmlformats.org/drawingml/2006/main" noGrp="1"/>
          </p:cNvSpPr>
          <p:nvPr>
            <p:ph type="body" idx="4"/>
          </p:nvPr>
        </p:nvSpPr>
        <p:spPr>
          <a:xfrm xmlns:a="http://schemas.openxmlformats.org/drawingml/2006/main">
            <a:off x="3288818" y="3580592"/>
            <a:ext cx="2566500" cy="57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lvl1pPr marL="457200" indent="-469900" algn="l">
              <a:lnSpc>
                <a:spcPct val="100000"/>
              </a:lnSpc>
              <a:spcBef>
                <a:spcPts val="0"/>
              </a:spcBef>
              <a:spcAft>
                <a:spcPts val="0"/>
              </a:spcAft>
              <a:buClr>
                <a:schemeClr val="dk1"/>
              </a:buClr>
              <a:buSzPts val="3800"/>
              <a:buFont typeface="Helvetica Neue"/>
              <a:buChar char="●"/>
              <a:defRPr sz="3800">
                <a:solidFill>
                  <a:schemeClr val="dk1"/>
                </a:solidFill>
              </a:defRPr>
            </a:lvl1pPr>
            <a:lvl2pPr marL="914400" indent="-273050" algn="l">
              <a:lnSpc>
                <a:spcPct val="100000"/>
              </a:lnSpc>
              <a:spcBef>
                <a:spcPts val="0"/>
              </a:spcBef>
              <a:spcAft>
                <a:spcPts val="0"/>
              </a:spcAft>
              <a:buClr>
                <a:srgbClr val="000000"/>
              </a:buClr>
              <a:buSzPts val="700"/>
              <a:buChar char="○"/>
              <a:defRPr sz="2100"/>
            </a:lvl2pPr>
            <a:lvl3pPr marL="1371600" indent="-273050" algn="l">
              <a:lnSpc>
                <a:spcPct val="100000"/>
              </a:lnSpc>
              <a:spcBef>
                <a:spcPts val="0"/>
              </a:spcBef>
              <a:spcAft>
                <a:spcPts val="0"/>
              </a:spcAft>
              <a:buClr>
                <a:srgbClr val="000000"/>
              </a:buClr>
              <a:buSzPts val="700"/>
              <a:buChar char="■"/>
              <a:defRPr sz="2100"/>
            </a:lvl3pPr>
            <a:lvl4pPr marL="1828800" indent="-273050" algn="l">
              <a:lnSpc>
                <a:spcPct val="100000"/>
              </a:lnSpc>
              <a:spcBef>
                <a:spcPts val="0"/>
              </a:spcBef>
              <a:spcAft>
                <a:spcPts val="0"/>
              </a:spcAft>
              <a:buClr>
                <a:srgbClr val="000000"/>
              </a:buClr>
              <a:buSzPts val="700"/>
              <a:buChar char="●"/>
              <a:defRPr sz="2100"/>
            </a:lvl4pPr>
            <a:lvl5pPr marL="2286000" indent="-273050" algn="l">
              <a:lnSpc>
                <a:spcPct val="100000"/>
              </a:lnSpc>
              <a:spcBef>
                <a:spcPts val="0"/>
              </a:spcBef>
              <a:spcAft>
                <a:spcPts val="0"/>
              </a:spcAft>
              <a:buClr>
                <a:srgbClr val="000000"/>
              </a:buClr>
              <a:buSzPts val="700"/>
              <a:buChar char="○"/>
              <a:defRPr sz="2100"/>
            </a:lvl5pPr>
            <a:lvl6pPr marL="2743200" indent="-273050" algn="l">
              <a:lnSpc>
                <a:spcPct val="100000"/>
              </a:lnSpc>
              <a:spcBef>
                <a:spcPts val="0"/>
              </a:spcBef>
              <a:spcAft>
                <a:spcPts val="0"/>
              </a:spcAft>
              <a:buClr>
                <a:srgbClr val="000000"/>
              </a:buClr>
              <a:buSzPts val="700"/>
              <a:buChar char="■"/>
              <a:defRPr sz="2100"/>
            </a:lvl6pPr>
            <a:lvl7pPr marL="3200400" indent="-273050" algn="l">
              <a:lnSpc>
                <a:spcPct val="100000"/>
              </a:lnSpc>
              <a:spcBef>
                <a:spcPts val="0"/>
              </a:spcBef>
              <a:spcAft>
                <a:spcPts val="0"/>
              </a:spcAft>
              <a:buClr>
                <a:srgbClr val="000000"/>
              </a:buClr>
              <a:buSzPts val="700"/>
              <a:buChar char="●"/>
              <a:defRPr sz="2100"/>
            </a:lvl7pPr>
            <a:lvl8pPr marL="3657600" indent="-273050" algn="l">
              <a:lnSpc>
                <a:spcPct val="100000"/>
              </a:lnSpc>
              <a:spcBef>
                <a:spcPts val="0"/>
              </a:spcBef>
              <a:spcAft>
                <a:spcPts val="0"/>
              </a:spcAft>
              <a:buClr>
                <a:srgbClr val="000000"/>
              </a:buClr>
              <a:buSzPts val="700"/>
              <a:buChar char="○"/>
              <a:defRPr sz="2100"/>
            </a:lvl8pPr>
            <a:lvl9pPr marL="4114800" indent="-273050" algn="l">
              <a:lnSpc>
                <a:spcPct val="100000"/>
              </a:lnSpc>
              <a:spcBef>
                <a:spcPts val="0"/>
              </a:spcBef>
              <a:spcAft>
                <a:spcPts val="0"/>
              </a:spcAft>
              <a:buClr>
                <a:srgbClr val="000000"/>
              </a:buClr>
              <a:buSzPts val="700"/>
              <a:buChar char="■"/>
              <a:defRPr sz="2100"/>
            </a:lvl9pPr>
          </a:lstStyle>
          <a:p xmlns:a="http://schemas.openxmlformats.org/drawingml/2006/main"/>
        </p:txBody>
      </p:sp>
      <p:sp>
        <p:nvSpPr>
          <p:cNvPr id="1035" name="Google Shape;1035;p134">
            <a:extLst xmlns:a="http://schemas.openxmlformats.org/drawingml/2006/main">
              <a:ext uri="{FF2B5EF4-FFF2-40B4-BE49-F238E27FC236}">
                <a16:creationId xmlns:a16="http://schemas.microsoft.com/office/drawing/2014/main" id="{0C4E6A65-69DC-4584-A129-977CECDEBFE0}"/>
              </a:ext>
            </a:extLst>
          </p:cNvPr>
          <p:cNvSpPr>
            <a:spLocks xmlns:a="http://schemas.openxmlformats.org/drawingml/2006/main" noGrp="1"/>
          </p:cNvSpPr>
          <p:nvPr>
            <p:ph type="body" idx="5"/>
          </p:nvPr>
        </p:nvSpPr>
        <p:spPr>
          <a:xfrm xmlns:a="http://schemas.openxmlformats.org/drawingml/2006/main">
            <a:off x="3289339" y="3437255"/>
            <a:ext cx="2565900" cy="12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lvl1pPr marL="457200" indent="-279400" algn="l">
              <a:lnSpc>
                <a:spcPct val="120000"/>
              </a:lnSpc>
              <a:spcBef>
                <a:spcPts val="0"/>
              </a:spcBef>
              <a:spcAft>
                <a:spcPts val="0"/>
              </a:spcAft>
              <a:buClr>
                <a:srgbClr val="7F7F7F"/>
              </a:buClr>
              <a:buSzPts val="800"/>
              <a:buFont typeface="Helvetica Neue"/>
              <a:buChar char="●"/>
              <a:defRPr sz="800">
                <a:solidFill>
                  <a:srgbClr val="7F7F7F"/>
                </a:solidFill>
              </a:defRPr>
            </a:lvl1pPr>
            <a:lvl2pPr marL="914400" indent="-273050" algn="l">
              <a:lnSpc>
                <a:spcPct val="100000"/>
              </a:lnSpc>
              <a:spcBef>
                <a:spcPts val="0"/>
              </a:spcBef>
              <a:spcAft>
                <a:spcPts val="0"/>
              </a:spcAft>
              <a:buClr>
                <a:srgbClr val="000000"/>
              </a:buClr>
              <a:buSzPts val="700"/>
              <a:buChar char="○"/>
              <a:defRPr sz="2100"/>
            </a:lvl2pPr>
            <a:lvl3pPr marL="1371600" indent="-273050" algn="l">
              <a:lnSpc>
                <a:spcPct val="100000"/>
              </a:lnSpc>
              <a:spcBef>
                <a:spcPts val="0"/>
              </a:spcBef>
              <a:spcAft>
                <a:spcPts val="0"/>
              </a:spcAft>
              <a:buClr>
                <a:srgbClr val="000000"/>
              </a:buClr>
              <a:buSzPts val="700"/>
              <a:buChar char="■"/>
              <a:defRPr sz="2100"/>
            </a:lvl3pPr>
            <a:lvl4pPr marL="1828800" indent="-273050" algn="l">
              <a:lnSpc>
                <a:spcPct val="100000"/>
              </a:lnSpc>
              <a:spcBef>
                <a:spcPts val="0"/>
              </a:spcBef>
              <a:spcAft>
                <a:spcPts val="0"/>
              </a:spcAft>
              <a:buClr>
                <a:srgbClr val="000000"/>
              </a:buClr>
              <a:buSzPts val="700"/>
              <a:buChar char="●"/>
              <a:defRPr sz="2100"/>
            </a:lvl4pPr>
            <a:lvl5pPr marL="2286000" indent="-273050" algn="l">
              <a:lnSpc>
                <a:spcPct val="100000"/>
              </a:lnSpc>
              <a:spcBef>
                <a:spcPts val="0"/>
              </a:spcBef>
              <a:spcAft>
                <a:spcPts val="0"/>
              </a:spcAft>
              <a:buClr>
                <a:srgbClr val="000000"/>
              </a:buClr>
              <a:buSzPts val="700"/>
              <a:buChar char="○"/>
              <a:defRPr sz="2100"/>
            </a:lvl5pPr>
            <a:lvl6pPr marL="2743200" indent="-273050" algn="l">
              <a:lnSpc>
                <a:spcPct val="100000"/>
              </a:lnSpc>
              <a:spcBef>
                <a:spcPts val="0"/>
              </a:spcBef>
              <a:spcAft>
                <a:spcPts val="0"/>
              </a:spcAft>
              <a:buClr>
                <a:srgbClr val="000000"/>
              </a:buClr>
              <a:buSzPts val="700"/>
              <a:buChar char="■"/>
              <a:defRPr sz="2100"/>
            </a:lvl6pPr>
            <a:lvl7pPr marL="3200400" indent="-273050" algn="l">
              <a:lnSpc>
                <a:spcPct val="100000"/>
              </a:lnSpc>
              <a:spcBef>
                <a:spcPts val="0"/>
              </a:spcBef>
              <a:spcAft>
                <a:spcPts val="0"/>
              </a:spcAft>
              <a:buClr>
                <a:srgbClr val="000000"/>
              </a:buClr>
              <a:buSzPts val="700"/>
              <a:buChar char="●"/>
              <a:defRPr sz="2100"/>
            </a:lvl7pPr>
            <a:lvl8pPr marL="3657600" indent="-273050" algn="l">
              <a:lnSpc>
                <a:spcPct val="100000"/>
              </a:lnSpc>
              <a:spcBef>
                <a:spcPts val="0"/>
              </a:spcBef>
              <a:spcAft>
                <a:spcPts val="0"/>
              </a:spcAft>
              <a:buClr>
                <a:srgbClr val="000000"/>
              </a:buClr>
              <a:buSzPts val="700"/>
              <a:buChar char="○"/>
              <a:defRPr sz="2100"/>
            </a:lvl8pPr>
            <a:lvl9pPr marL="4114800" indent="-273050" algn="l">
              <a:lnSpc>
                <a:spcPct val="100000"/>
              </a:lnSpc>
              <a:spcBef>
                <a:spcPts val="0"/>
              </a:spcBef>
              <a:spcAft>
                <a:spcPts val="0"/>
              </a:spcAft>
              <a:buClr>
                <a:srgbClr val="000000"/>
              </a:buClr>
              <a:buSzPts val="700"/>
              <a:buChar char="■"/>
              <a:defRPr sz="2100"/>
            </a:lvl9pPr>
          </a:lstStyle>
          <a:p xmlns:a="http://schemas.openxmlformats.org/drawingml/2006/main"/>
        </p:txBody>
      </p:sp>
      <p:sp>
        <p:nvSpPr>
          <p:cNvPr id="1036" name="Google Shape;1036;p134">
            <a:extLst xmlns:a="http://schemas.openxmlformats.org/drawingml/2006/main">
              <a:ext uri="{FF2B5EF4-FFF2-40B4-BE49-F238E27FC236}">
                <a16:creationId xmlns:a16="http://schemas.microsoft.com/office/drawing/2014/main" id="{2D8FF1C9-9765-4876-90AF-EF4F80CB706E}"/>
              </a:ext>
            </a:extLst>
          </p:cNvPr>
          <p:cNvSpPr>
            <a:spLocks xmlns:a="http://schemas.openxmlformats.org/drawingml/2006/main" noGrp="1"/>
          </p:cNvSpPr>
          <p:nvPr>
            <p:ph type="body" idx="6"/>
          </p:nvPr>
        </p:nvSpPr>
        <p:spPr>
          <a:xfrm xmlns:a="http://schemas.openxmlformats.org/drawingml/2006/main">
            <a:off x="3288609" y="4383209"/>
            <a:ext cx="2565900" cy="264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b">
            <a:spAutoFit/>
          </a:bodyPr>
          <a:lstStyle xmlns:a="http://schemas.openxmlformats.org/drawingml/2006/main">
            <a:lvl1pPr marL="457200" indent="-279400" algn="l">
              <a:lnSpc>
                <a:spcPct val="120000"/>
              </a:lnSpc>
              <a:spcBef>
                <a:spcPts val="0"/>
              </a:spcBef>
              <a:spcAft>
                <a:spcPts val="0"/>
              </a:spcAft>
              <a:buClr>
                <a:srgbClr val="7F7F7F"/>
              </a:buClr>
              <a:buSzPts val="800"/>
              <a:buFont typeface="Helvetica Neue"/>
              <a:buChar char="●"/>
              <a:defRPr sz="800">
                <a:solidFill>
                  <a:srgbClr val="7F7F7F"/>
                </a:solidFill>
              </a:defRPr>
            </a:lvl1pPr>
            <a:lvl2pPr marL="914400" indent="-273050" algn="l">
              <a:lnSpc>
                <a:spcPct val="100000"/>
              </a:lnSpc>
              <a:spcBef>
                <a:spcPts val="0"/>
              </a:spcBef>
              <a:spcAft>
                <a:spcPts val="0"/>
              </a:spcAft>
              <a:buClr>
                <a:srgbClr val="000000"/>
              </a:buClr>
              <a:buSzPts val="700"/>
              <a:buChar char="○"/>
              <a:defRPr sz="2100"/>
            </a:lvl2pPr>
            <a:lvl3pPr marL="1371600" indent="-273050" algn="l">
              <a:lnSpc>
                <a:spcPct val="100000"/>
              </a:lnSpc>
              <a:spcBef>
                <a:spcPts val="0"/>
              </a:spcBef>
              <a:spcAft>
                <a:spcPts val="0"/>
              </a:spcAft>
              <a:buClr>
                <a:srgbClr val="000000"/>
              </a:buClr>
              <a:buSzPts val="700"/>
              <a:buChar char="■"/>
              <a:defRPr sz="2100"/>
            </a:lvl3pPr>
            <a:lvl4pPr marL="1828800" indent="-273050" algn="l">
              <a:lnSpc>
                <a:spcPct val="100000"/>
              </a:lnSpc>
              <a:spcBef>
                <a:spcPts val="0"/>
              </a:spcBef>
              <a:spcAft>
                <a:spcPts val="0"/>
              </a:spcAft>
              <a:buClr>
                <a:srgbClr val="000000"/>
              </a:buClr>
              <a:buSzPts val="700"/>
              <a:buChar char="●"/>
              <a:defRPr sz="2100"/>
            </a:lvl4pPr>
            <a:lvl5pPr marL="2286000" indent="-273050" algn="l">
              <a:lnSpc>
                <a:spcPct val="100000"/>
              </a:lnSpc>
              <a:spcBef>
                <a:spcPts val="0"/>
              </a:spcBef>
              <a:spcAft>
                <a:spcPts val="0"/>
              </a:spcAft>
              <a:buClr>
                <a:srgbClr val="000000"/>
              </a:buClr>
              <a:buSzPts val="700"/>
              <a:buChar char="○"/>
              <a:defRPr sz="2100"/>
            </a:lvl5pPr>
            <a:lvl6pPr marL="2743200" indent="-273050" algn="l">
              <a:lnSpc>
                <a:spcPct val="100000"/>
              </a:lnSpc>
              <a:spcBef>
                <a:spcPts val="0"/>
              </a:spcBef>
              <a:spcAft>
                <a:spcPts val="0"/>
              </a:spcAft>
              <a:buClr>
                <a:srgbClr val="000000"/>
              </a:buClr>
              <a:buSzPts val="700"/>
              <a:buChar char="■"/>
              <a:defRPr sz="2100"/>
            </a:lvl6pPr>
            <a:lvl7pPr marL="3200400" indent="-273050" algn="l">
              <a:lnSpc>
                <a:spcPct val="100000"/>
              </a:lnSpc>
              <a:spcBef>
                <a:spcPts val="0"/>
              </a:spcBef>
              <a:spcAft>
                <a:spcPts val="0"/>
              </a:spcAft>
              <a:buClr>
                <a:srgbClr val="000000"/>
              </a:buClr>
              <a:buSzPts val="700"/>
              <a:buChar char="●"/>
              <a:defRPr sz="2100"/>
            </a:lvl7pPr>
            <a:lvl8pPr marL="3657600" indent="-273050" algn="l">
              <a:lnSpc>
                <a:spcPct val="100000"/>
              </a:lnSpc>
              <a:spcBef>
                <a:spcPts val="0"/>
              </a:spcBef>
              <a:spcAft>
                <a:spcPts val="0"/>
              </a:spcAft>
              <a:buClr>
                <a:srgbClr val="000000"/>
              </a:buClr>
              <a:buSzPts val="700"/>
              <a:buChar char="○"/>
              <a:defRPr sz="2100"/>
            </a:lvl8pPr>
            <a:lvl9pPr marL="4114800" indent="-273050" algn="l">
              <a:lnSpc>
                <a:spcPct val="100000"/>
              </a:lnSpc>
              <a:spcBef>
                <a:spcPts val="0"/>
              </a:spcBef>
              <a:spcAft>
                <a:spcPts val="0"/>
              </a:spcAft>
              <a:buClr>
                <a:srgbClr val="000000"/>
              </a:buClr>
              <a:buSzPts val="700"/>
              <a:buChar char="■"/>
              <a:defRPr sz="2100"/>
            </a:lvl9pPr>
          </a:lstStyle>
          <a:p xmlns:a="http://schemas.openxmlformats.org/drawingml/2006/main"/>
        </p:txBody>
      </p:sp>
      <p:sp>
        <p:nvSpPr>
          <p:cNvPr id="1037" name="Google Shape;1037;p134">
            <a:extLst xmlns:a="http://schemas.openxmlformats.org/drawingml/2006/main">
              <a:ext uri="{FF2B5EF4-FFF2-40B4-BE49-F238E27FC236}">
                <a16:creationId xmlns:a16="http://schemas.microsoft.com/office/drawing/2014/main" id="{6A54D800-AC9C-4B8A-AD02-735093085684}"/>
              </a:ext>
            </a:extLst>
          </p:cNvPr>
          <p:cNvSpPr>
            <a:spLocks xmlns:a="http://schemas.openxmlformats.org/drawingml/2006/main" noGrp="1"/>
          </p:cNvSpPr>
          <p:nvPr/>
        </p:nvSpPr>
        <p:spPr>
          <a:xfrm xmlns:a="http://schemas.openxmlformats.org/drawingml/2006/main">
            <a:off x="6119625" y="3295975"/>
            <a:ext cx="2823000" cy="1432500"/>
          </a:xfrm>
          <a:prstGeom xmlns:a="http://schemas.openxmlformats.org/drawingml/2006/main" prst="roundRect">
            <a:avLst>
              <a:gd name="adj" fmla="val 5442"/>
            </a:avLst>
          </a:prstGeom>
          <a:gradFill xmlns:a="http://schemas.openxmlformats.org/drawingml/2006/main">
            <a:gsLst>
              <a:gs pos="0">
                <a:srgbClr val="F4F2E6">
                  <a:alpha val="4310"/>
                </a:srgbClr>
              </a:gs>
              <a:gs pos="50000">
                <a:srgbClr val="F4F2E6">
                  <a:alpha val="4310"/>
                </a:srgbClr>
              </a:gs>
              <a:gs pos="100000">
                <a:schemeClr val="accent3">
                  <a:alpha val="4310"/>
                </a:schemeClr>
              </a:gs>
            </a:gsLst>
            <a:lin ang="5400012" scaled="0"/>
          </a:gradFill>
          <a:ln xmlns:a="http://schemas.openxmlformats.org/drawingml/2006/main">
            <a:noFill/>
          </a:ln>
        </p:spPr>
        <p:txBody>
          <a:bodyPr xmlns:a="http://schemas.openxmlformats.org/drawingml/2006/main" spcFirstLastPara="1" wrap="square" lIns="19050" tIns="19050" rIns="19050" bIns="1905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FFFFFF"/>
              </a:buClr>
              <a:buSzPts val="1800"/>
              <a:buFont typeface="Helvetica Neue"/>
              <a:buNone/>
            </a:pPr>
            <a:r>
              <a:t/>
            </a:r>
            <a:endParaRPr sz="1800" b="0" i="0" u="none" cap="none">
              <a:solidFill>
                <a:srgbClr val="000000"/>
              </a:solidFill>
              <a:latin typeface="Helvetica Neue"/>
              <a:ea typeface="Helvetica Neue"/>
              <a:cs typeface="Helvetica Neue"/>
            </a:endParaRPr>
          </a:p>
        </p:txBody>
      </p:sp>
      <p:sp>
        <p:nvSpPr>
          <p:cNvPr id="1038" name="Google Shape;1038;p134">
            <a:extLst xmlns:a="http://schemas.openxmlformats.org/drawingml/2006/main">
              <a:ext uri="{FF2B5EF4-FFF2-40B4-BE49-F238E27FC236}">
                <a16:creationId xmlns:a16="http://schemas.microsoft.com/office/drawing/2014/main" id="{A04D31E0-32A4-443C-8386-33B2B588A85A}"/>
              </a:ext>
            </a:extLst>
          </p:cNvPr>
          <p:cNvSpPr>
            <a:spLocks xmlns:a="http://schemas.openxmlformats.org/drawingml/2006/main" noGrp="1"/>
          </p:cNvSpPr>
          <p:nvPr>
            <p:ph type="body" idx="7"/>
          </p:nvPr>
        </p:nvSpPr>
        <p:spPr>
          <a:xfrm xmlns:a="http://schemas.openxmlformats.org/drawingml/2006/main">
            <a:off x="6247940" y="3580592"/>
            <a:ext cx="2566500" cy="57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lvl1pPr marL="457200" indent="-469900" algn="l">
              <a:lnSpc>
                <a:spcPct val="100000"/>
              </a:lnSpc>
              <a:spcBef>
                <a:spcPts val="0"/>
              </a:spcBef>
              <a:spcAft>
                <a:spcPts val="0"/>
              </a:spcAft>
              <a:buClr>
                <a:schemeClr val="dk1"/>
              </a:buClr>
              <a:buSzPts val="3800"/>
              <a:buFont typeface="Helvetica Neue"/>
              <a:buChar char="●"/>
              <a:defRPr sz="3800">
                <a:solidFill>
                  <a:schemeClr val="dk1"/>
                </a:solidFill>
              </a:defRPr>
            </a:lvl1pPr>
            <a:lvl2pPr marL="914400" indent="-273050" algn="l">
              <a:lnSpc>
                <a:spcPct val="100000"/>
              </a:lnSpc>
              <a:spcBef>
                <a:spcPts val="0"/>
              </a:spcBef>
              <a:spcAft>
                <a:spcPts val="0"/>
              </a:spcAft>
              <a:buClr>
                <a:srgbClr val="000000"/>
              </a:buClr>
              <a:buSzPts val="700"/>
              <a:buChar char="○"/>
              <a:defRPr sz="2100"/>
            </a:lvl2pPr>
            <a:lvl3pPr marL="1371600" indent="-273050" algn="l">
              <a:lnSpc>
                <a:spcPct val="100000"/>
              </a:lnSpc>
              <a:spcBef>
                <a:spcPts val="0"/>
              </a:spcBef>
              <a:spcAft>
                <a:spcPts val="0"/>
              </a:spcAft>
              <a:buClr>
                <a:srgbClr val="000000"/>
              </a:buClr>
              <a:buSzPts val="700"/>
              <a:buChar char="■"/>
              <a:defRPr sz="2100"/>
            </a:lvl3pPr>
            <a:lvl4pPr marL="1828800" indent="-273050" algn="l">
              <a:lnSpc>
                <a:spcPct val="100000"/>
              </a:lnSpc>
              <a:spcBef>
                <a:spcPts val="0"/>
              </a:spcBef>
              <a:spcAft>
                <a:spcPts val="0"/>
              </a:spcAft>
              <a:buClr>
                <a:srgbClr val="000000"/>
              </a:buClr>
              <a:buSzPts val="700"/>
              <a:buChar char="●"/>
              <a:defRPr sz="2100"/>
            </a:lvl4pPr>
            <a:lvl5pPr marL="2286000" indent="-273050" algn="l">
              <a:lnSpc>
                <a:spcPct val="100000"/>
              </a:lnSpc>
              <a:spcBef>
                <a:spcPts val="0"/>
              </a:spcBef>
              <a:spcAft>
                <a:spcPts val="0"/>
              </a:spcAft>
              <a:buClr>
                <a:srgbClr val="000000"/>
              </a:buClr>
              <a:buSzPts val="700"/>
              <a:buChar char="○"/>
              <a:defRPr sz="2100"/>
            </a:lvl5pPr>
            <a:lvl6pPr marL="2743200" indent="-273050" algn="l">
              <a:lnSpc>
                <a:spcPct val="100000"/>
              </a:lnSpc>
              <a:spcBef>
                <a:spcPts val="0"/>
              </a:spcBef>
              <a:spcAft>
                <a:spcPts val="0"/>
              </a:spcAft>
              <a:buClr>
                <a:srgbClr val="000000"/>
              </a:buClr>
              <a:buSzPts val="700"/>
              <a:buChar char="■"/>
              <a:defRPr sz="2100"/>
            </a:lvl6pPr>
            <a:lvl7pPr marL="3200400" indent="-273050" algn="l">
              <a:lnSpc>
                <a:spcPct val="100000"/>
              </a:lnSpc>
              <a:spcBef>
                <a:spcPts val="0"/>
              </a:spcBef>
              <a:spcAft>
                <a:spcPts val="0"/>
              </a:spcAft>
              <a:buClr>
                <a:srgbClr val="000000"/>
              </a:buClr>
              <a:buSzPts val="700"/>
              <a:buChar char="●"/>
              <a:defRPr sz="2100"/>
            </a:lvl7pPr>
            <a:lvl8pPr marL="3657600" indent="-273050" algn="l">
              <a:lnSpc>
                <a:spcPct val="100000"/>
              </a:lnSpc>
              <a:spcBef>
                <a:spcPts val="0"/>
              </a:spcBef>
              <a:spcAft>
                <a:spcPts val="0"/>
              </a:spcAft>
              <a:buClr>
                <a:srgbClr val="000000"/>
              </a:buClr>
              <a:buSzPts val="700"/>
              <a:buChar char="○"/>
              <a:defRPr sz="2100"/>
            </a:lvl8pPr>
            <a:lvl9pPr marL="4114800" indent="-273050" algn="l">
              <a:lnSpc>
                <a:spcPct val="100000"/>
              </a:lnSpc>
              <a:spcBef>
                <a:spcPts val="0"/>
              </a:spcBef>
              <a:spcAft>
                <a:spcPts val="0"/>
              </a:spcAft>
              <a:buClr>
                <a:srgbClr val="000000"/>
              </a:buClr>
              <a:buSzPts val="700"/>
              <a:buChar char="■"/>
              <a:defRPr sz="2100"/>
            </a:lvl9pPr>
          </a:lstStyle>
          <a:p xmlns:a="http://schemas.openxmlformats.org/drawingml/2006/main"/>
        </p:txBody>
      </p:sp>
      <p:sp>
        <p:nvSpPr>
          <p:cNvPr id="1039" name="Google Shape;1039;p134">
            <a:extLst xmlns:a="http://schemas.openxmlformats.org/drawingml/2006/main">
              <a:ext uri="{FF2B5EF4-FFF2-40B4-BE49-F238E27FC236}">
                <a16:creationId xmlns:a16="http://schemas.microsoft.com/office/drawing/2014/main" id="{173E6EAA-FA50-4A40-BBE9-B78BCA53DBB5}"/>
              </a:ext>
            </a:extLst>
          </p:cNvPr>
          <p:cNvSpPr>
            <a:spLocks xmlns:a="http://schemas.openxmlformats.org/drawingml/2006/main" noGrp="1"/>
          </p:cNvSpPr>
          <p:nvPr>
            <p:ph type="body" idx="8"/>
          </p:nvPr>
        </p:nvSpPr>
        <p:spPr>
          <a:xfrm xmlns:a="http://schemas.openxmlformats.org/drawingml/2006/main">
            <a:off x="6248462" y="3437255"/>
            <a:ext cx="2565900" cy="12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lvl1pPr marL="457200" indent="-279400" algn="l">
              <a:lnSpc>
                <a:spcPct val="120000"/>
              </a:lnSpc>
              <a:spcBef>
                <a:spcPts val="0"/>
              </a:spcBef>
              <a:spcAft>
                <a:spcPts val="0"/>
              </a:spcAft>
              <a:buClr>
                <a:srgbClr val="7F7F7F"/>
              </a:buClr>
              <a:buSzPts val="800"/>
              <a:buFont typeface="Helvetica Neue"/>
              <a:buChar char="●"/>
              <a:defRPr sz="800">
                <a:solidFill>
                  <a:srgbClr val="7F7F7F"/>
                </a:solidFill>
              </a:defRPr>
            </a:lvl1pPr>
            <a:lvl2pPr marL="914400" indent="-273050" algn="l">
              <a:lnSpc>
                <a:spcPct val="100000"/>
              </a:lnSpc>
              <a:spcBef>
                <a:spcPts val="0"/>
              </a:spcBef>
              <a:spcAft>
                <a:spcPts val="0"/>
              </a:spcAft>
              <a:buClr>
                <a:srgbClr val="000000"/>
              </a:buClr>
              <a:buSzPts val="700"/>
              <a:buChar char="○"/>
              <a:defRPr sz="2100"/>
            </a:lvl2pPr>
            <a:lvl3pPr marL="1371600" indent="-273050" algn="l">
              <a:lnSpc>
                <a:spcPct val="100000"/>
              </a:lnSpc>
              <a:spcBef>
                <a:spcPts val="0"/>
              </a:spcBef>
              <a:spcAft>
                <a:spcPts val="0"/>
              </a:spcAft>
              <a:buClr>
                <a:srgbClr val="000000"/>
              </a:buClr>
              <a:buSzPts val="700"/>
              <a:buChar char="■"/>
              <a:defRPr sz="2100"/>
            </a:lvl3pPr>
            <a:lvl4pPr marL="1828800" indent="-273050" algn="l">
              <a:lnSpc>
                <a:spcPct val="100000"/>
              </a:lnSpc>
              <a:spcBef>
                <a:spcPts val="0"/>
              </a:spcBef>
              <a:spcAft>
                <a:spcPts val="0"/>
              </a:spcAft>
              <a:buClr>
                <a:srgbClr val="000000"/>
              </a:buClr>
              <a:buSzPts val="700"/>
              <a:buChar char="●"/>
              <a:defRPr sz="2100"/>
            </a:lvl4pPr>
            <a:lvl5pPr marL="2286000" indent="-273050" algn="l">
              <a:lnSpc>
                <a:spcPct val="100000"/>
              </a:lnSpc>
              <a:spcBef>
                <a:spcPts val="0"/>
              </a:spcBef>
              <a:spcAft>
                <a:spcPts val="0"/>
              </a:spcAft>
              <a:buClr>
                <a:srgbClr val="000000"/>
              </a:buClr>
              <a:buSzPts val="700"/>
              <a:buChar char="○"/>
              <a:defRPr sz="2100"/>
            </a:lvl5pPr>
            <a:lvl6pPr marL="2743200" indent="-273050" algn="l">
              <a:lnSpc>
                <a:spcPct val="100000"/>
              </a:lnSpc>
              <a:spcBef>
                <a:spcPts val="0"/>
              </a:spcBef>
              <a:spcAft>
                <a:spcPts val="0"/>
              </a:spcAft>
              <a:buClr>
                <a:srgbClr val="000000"/>
              </a:buClr>
              <a:buSzPts val="700"/>
              <a:buChar char="■"/>
              <a:defRPr sz="2100"/>
            </a:lvl6pPr>
            <a:lvl7pPr marL="3200400" indent="-273050" algn="l">
              <a:lnSpc>
                <a:spcPct val="100000"/>
              </a:lnSpc>
              <a:spcBef>
                <a:spcPts val="0"/>
              </a:spcBef>
              <a:spcAft>
                <a:spcPts val="0"/>
              </a:spcAft>
              <a:buClr>
                <a:srgbClr val="000000"/>
              </a:buClr>
              <a:buSzPts val="700"/>
              <a:buChar char="●"/>
              <a:defRPr sz="2100"/>
            </a:lvl7pPr>
            <a:lvl8pPr marL="3657600" indent="-273050" algn="l">
              <a:lnSpc>
                <a:spcPct val="100000"/>
              </a:lnSpc>
              <a:spcBef>
                <a:spcPts val="0"/>
              </a:spcBef>
              <a:spcAft>
                <a:spcPts val="0"/>
              </a:spcAft>
              <a:buClr>
                <a:srgbClr val="000000"/>
              </a:buClr>
              <a:buSzPts val="700"/>
              <a:buChar char="○"/>
              <a:defRPr sz="2100"/>
            </a:lvl8pPr>
            <a:lvl9pPr marL="4114800" indent="-273050" algn="l">
              <a:lnSpc>
                <a:spcPct val="100000"/>
              </a:lnSpc>
              <a:spcBef>
                <a:spcPts val="0"/>
              </a:spcBef>
              <a:spcAft>
                <a:spcPts val="0"/>
              </a:spcAft>
              <a:buClr>
                <a:srgbClr val="000000"/>
              </a:buClr>
              <a:buSzPts val="700"/>
              <a:buChar char="■"/>
              <a:defRPr sz="2100"/>
            </a:lvl9pPr>
          </a:lstStyle>
          <a:p xmlns:a="http://schemas.openxmlformats.org/drawingml/2006/main"/>
        </p:txBody>
      </p:sp>
      <p:sp>
        <p:nvSpPr>
          <p:cNvPr id="1040" name="Google Shape;1040;p134">
            <a:extLst xmlns:a="http://schemas.openxmlformats.org/drawingml/2006/main">
              <a:ext uri="{FF2B5EF4-FFF2-40B4-BE49-F238E27FC236}">
                <a16:creationId xmlns:a16="http://schemas.microsoft.com/office/drawing/2014/main" id="{5C383CCB-4B46-4A37-BFAC-C194F61F5AAF}"/>
              </a:ext>
            </a:extLst>
          </p:cNvPr>
          <p:cNvSpPr>
            <a:spLocks xmlns:a="http://schemas.openxmlformats.org/drawingml/2006/main" noGrp="1"/>
          </p:cNvSpPr>
          <p:nvPr>
            <p:ph type="body" idx="9"/>
          </p:nvPr>
        </p:nvSpPr>
        <p:spPr>
          <a:xfrm xmlns:a="http://schemas.openxmlformats.org/drawingml/2006/main">
            <a:off x="6247732" y="4383209"/>
            <a:ext cx="2565900" cy="264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b">
            <a:spAutoFit/>
          </a:bodyPr>
          <a:lstStyle xmlns:a="http://schemas.openxmlformats.org/drawingml/2006/main">
            <a:lvl1pPr marL="457200" indent="-279400" algn="l">
              <a:lnSpc>
                <a:spcPct val="120000"/>
              </a:lnSpc>
              <a:spcBef>
                <a:spcPts val="0"/>
              </a:spcBef>
              <a:spcAft>
                <a:spcPts val="0"/>
              </a:spcAft>
              <a:buClr>
                <a:srgbClr val="7F7F7F"/>
              </a:buClr>
              <a:buSzPts val="800"/>
              <a:buFont typeface="Helvetica Neue"/>
              <a:buChar char="●"/>
              <a:defRPr sz="800">
                <a:solidFill>
                  <a:srgbClr val="7F7F7F"/>
                </a:solidFill>
              </a:defRPr>
            </a:lvl1pPr>
            <a:lvl2pPr marL="914400" indent="-273050" algn="l">
              <a:lnSpc>
                <a:spcPct val="100000"/>
              </a:lnSpc>
              <a:spcBef>
                <a:spcPts val="0"/>
              </a:spcBef>
              <a:spcAft>
                <a:spcPts val="0"/>
              </a:spcAft>
              <a:buClr>
                <a:srgbClr val="000000"/>
              </a:buClr>
              <a:buSzPts val="700"/>
              <a:buChar char="○"/>
              <a:defRPr sz="2100"/>
            </a:lvl2pPr>
            <a:lvl3pPr marL="1371600" indent="-273050" algn="l">
              <a:lnSpc>
                <a:spcPct val="100000"/>
              </a:lnSpc>
              <a:spcBef>
                <a:spcPts val="0"/>
              </a:spcBef>
              <a:spcAft>
                <a:spcPts val="0"/>
              </a:spcAft>
              <a:buClr>
                <a:srgbClr val="000000"/>
              </a:buClr>
              <a:buSzPts val="700"/>
              <a:buChar char="■"/>
              <a:defRPr sz="2100"/>
            </a:lvl3pPr>
            <a:lvl4pPr marL="1828800" indent="-273050" algn="l">
              <a:lnSpc>
                <a:spcPct val="100000"/>
              </a:lnSpc>
              <a:spcBef>
                <a:spcPts val="0"/>
              </a:spcBef>
              <a:spcAft>
                <a:spcPts val="0"/>
              </a:spcAft>
              <a:buClr>
                <a:srgbClr val="000000"/>
              </a:buClr>
              <a:buSzPts val="700"/>
              <a:buChar char="●"/>
              <a:defRPr sz="2100"/>
            </a:lvl4pPr>
            <a:lvl5pPr marL="2286000" indent="-273050" algn="l">
              <a:lnSpc>
                <a:spcPct val="100000"/>
              </a:lnSpc>
              <a:spcBef>
                <a:spcPts val="0"/>
              </a:spcBef>
              <a:spcAft>
                <a:spcPts val="0"/>
              </a:spcAft>
              <a:buClr>
                <a:srgbClr val="000000"/>
              </a:buClr>
              <a:buSzPts val="700"/>
              <a:buChar char="○"/>
              <a:defRPr sz="2100"/>
            </a:lvl5pPr>
            <a:lvl6pPr marL="2743200" indent="-273050" algn="l">
              <a:lnSpc>
                <a:spcPct val="100000"/>
              </a:lnSpc>
              <a:spcBef>
                <a:spcPts val="0"/>
              </a:spcBef>
              <a:spcAft>
                <a:spcPts val="0"/>
              </a:spcAft>
              <a:buClr>
                <a:srgbClr val="000000"/>
              </a:buClr>
              <a:buSzPts val="700"/>
              <a:buChar char="■"/>
              <a:defRPr sz="2100"/>
            </a:lvl6pPr>
            <a:lvl7pPr marL="3200400" indent="-273050" algn="l">
              <a:lnSpc>
                <a:spcPct val="100000"/>
              </a:lnSpc>
              <a:spcBef>
                <a:spcPts val="0"/>
              </a:spcBef>
              <a:spcAft>
                <a:spcPts val="0"/>
              </a:spcAft>
              <a:buClr>
                <a:srgbClr val="000000"/>
              </a:buClr>
              <a:buSzPts val="700"/>
              <a:buChar char="●"/>
              <a:defRPr sz="2100"/>
            </a:lvl7pPr>
            <a:lvl8pPr marL="3657600" indent="-273050" algn="l">
              <a:lnSpc>
                <a:spcPct val="100000"/>
              </a:lnSpc>
              <a:spcBef>
                <a:spcPts val="0"/>
              </a:spcBef>
              <a:spcAft>
                <a:spcPts val="0"/>
              </a:spcAft>
              <a:buClr>
                <a:srgbClr val="000000"/>
              </a:buClr>
              <a:buSzPts val="700"/>
              <a:buChar char="○"/>
              <a:defRPr sz="2100"/>
            </a:lvl8pPr>
            <a:lvl9pPr marL="4114800" indent="-273050" algn="l">
              <a:lnSpc>
                <a:spcPct val="100000"/>
              </a:lnSpc>
              <a:spcBef>
                <a:spcPts val="0"/>
              </a:spcBef>
              <a:spcAft>
                <a:spcPts val="0"/>
              </a:spcAft>
              <a:buClr>
                <a:srgbClr val="000000"/>
              </a:buClr>
              <a:buSzPts val="700"/>
              <a:buChar char="■"/>
              <a:defRPr sz="2100"/>
            </a:lvl9pPr>
          </a:lstStyle>
          <a:p xmlns:a="http://schemas.openxmlformats.org/drawingml/2006/main"/>
        </p:txBody>
      </p:sp>
      <p:sp>
        <p:nvSpPr>
          <p:cNvPr id="1041" name="Google Shape;1041;p134">
            <a:extLst xmlns:a="http://schemas.openxmlformats.org/drawingml/2006/main">
              <a:ext uri="{FF2B5EF4-FFF2-40B4-BE49-F238E27FC236}">
                <a16:creationId xmlns:a16="http://schemas.microsoft.com/office/drawing/2014/main" id="{E14415D0-955D-4FE9-8ED9-F52DABB573F6}"/>
              </a:ext>
            </a:extLst>
          </p:cNvPr>
          <p:cNvSpPr>
            <a:spLocks xmlns:a="http://schemas.openxmlformats.org/drawingml/2006/main" noGrp="1"/>
          </p:cNvSpPr>
          <p:nvPr>
            <p:ph type="body" idx="13"/>
          </p:nvPr>
        </p:nvSpPr>
        <p:spPr>
          <a:xfrm xmlns:a="http://schemas.openxmlformats.org/drawingml/2006/main">
            <a:off x="201380" y="164050"/>
            <a:ext cx="5368200" cy="164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9050" tIns="19050" rIns="19050" bIns="19050" anchor="t">
            <a:spAutoFit/>
          </a:bodyPr>
          <a:lstStyle xmlns:a="http://schemas.openxmlformats.org/drawingml/2006/main">
            <a:lvl1pPr marL="457200" indent="-228600" algn="l">
              <a:lnSpc>
                <a:spcPct val="90000"/>
              </a:lnSpc>
              <a:spcBef>
                <a:spcPts val="400"/>
              </a:spcBef>
              <a:spcAft>
                <a:spcPts val="0"/>
              </a:spcAft>
              <a:buClr>
                <a:schemeClr val="dk2"/>
              </a:buClr>
              <a:buSzPts val="750"/>
              <a:buNone/>
              <a:defRPr sz="750" b="0" i="0" u="none" cap="none">
                <a:solidFill>
                  <a:schemeClr val="dk2"/>
                </a:solidFill>
              </a:defRPr>
            </a:lvl1pPr>
            <a:lvl2pPr marL="914400" indent="-276225" algn="l">
              <a:lnSpc>
                <a:spcPct val="90000"/>
              </a:lnSpc>
              <a:spcBef>
                <a:spcPts val="1200"/>
              </a:spcBef>
              <a:spcAft>
                <a:spcPts val="0"/>
              </a:spcAft>
              <a:buClr>
                <a:schemeClr val="lt1"/>
              </a:buClr>
              <a:buSzPts val="750"/>
              <a:buChar char="○"/>
              <a:defRPr sz="750"/>
            </a:lvl2pPr>
            <a:lvl3pPr marL="1371600" indent="-276225" algn="l">
              <a:lnSpc>
                <a:spcPct val="90000"/>
              </a:lnSpc>
              <a:spcBef>
                <a:spcPts val="1200"/>
              </a:spcBef>
              <a:spcAft>
                <a:spcPts val="0"/>
              </a:spcAft>
              <a:buClr>
                <a:schemeClr val="lt1"/>
              </a:buClr>
              <a:buSzPts val="750"/>
              <a:buChar char="■"/>
              <a:defRPr sz="750"/>
            </a:lvl3pPr>
            <a:lvl4pPr marL="1828800" indent="-276225" algn="l">
              <a:lnSpc>
                <a:spcPct val="90000"/>
              </a:lnSpc>
              <a:spcBef>
                <a:spcPts val="1200"/>
              </a:spcBef>
              <a:spcAft>
                <a:spcPts val="0"/>
              </a:spcAft>
              <a:buClr>
                <a:schemeClr val="lt1"/>
              </a:buClr>
              <a:buSzPts val="750"/>
              <a:buChar char="●"/>
              <a:defRPr sz="750"/>
            </a:lvl4pPr>
            <a:lvl5pPr marL="2286000" indent="-276225" algn="l">
              <a:lnSpc>
                <a:spcPct val="90000"/>
              </a:lnSpc>
              <a:spcBef>
                <a:spcPts val="1200"/>
              </a:spcBef>
              <a:spcAft>
                <a:spcPts val="0"/>
              </a:spcAft>
              <a:buClr>
                <a:schemeClr val="lt1"/>
              </a:buClr>
              <a:buSzPts val="750"/>
              <a:buChar char="○"/>
              <a:defRPr sz="750"/>
            </a:lvl5pPr>
            <a:lvl6pPr marL="2743200" indent="-276225" algn="l">
              <a:lnSpc>
                <a:spcPct val="90000"/>
              </a:lnSpc>
              <a:spcBef>
                <a:spcPts val="1200"/>
              </a:spcBef>
              <a:spcAft>
                <a:spcPts val="0"/>
              </a:spcAft>
              <a:buClr>
                <a:schemeClr val="dk1"/>
              </a:buClr>
              <a:buSzPts val="750"/>
              <a:buChar char="■"/>
              <a:defRPr sz="750"/>
            </a:lvl6pPr>
            <a:lvl7pPr marL="3200400" indent="-276225" algn="l">
              <a:lnSpc>
                <a:spcPct val="90000"/>
              </a:lnSpc>
              <a:spcBef>
                <a:spcPts val="1200"/>
              </a:spcBef>
              <a:spcAft>
                <a:spcPts val="0"/>
              </a:spcAft>
              <a:buClr>
                <a:schemeClr val="dk1"/>
              </a:buClr>
              <a:buSzPts val="750"/>
              <a:buChar char="●"/>
              <a:defRPr sz="750"/>
            </a:lvl7pPr>
            <a:lvl8pPr marL="3657600" indent="-276225" algn="l">
              <a:lnSpc>
                <a:spcPct val="90000"/>
              </a:lnSpc>
              <a:spcBef>
                <a:spcPts val="1200"/>
              </a:spcBef>
              <a:spcAft>
                <a:spcPts val="0"/>
              </a:spcAft>
              <a:buClr>
                <a:schemeClr val="dk1"/>
              </a:buClr>
              <a:buSzPts val="750"/>
              <a:buChar char="○"/>
              <a:defRPr sz="750"/>
            </a:lvl8pPr>
            <a:lvl9pPr marL="4114800" indent="-276225" algn="l">
              <a:lnSpc>
                <a:spcPct val="90000"/>
              </a:lnSpc>
              <a:spcBef>
                <a:spcPts val="1200"/>
              </a:spcBef>
              <a:spcAft>
                <a:spcPts val="1200"/>
              </a:spcAft>
              <a:buClr>
                <a:schemeClr val="dk1"/>
              </a:buClr>
              <a:buSzPts val="750"/>
              <a:buChar char="■"/>
              <a:defRPr sz="750"/>
            </a:lvl9pPr>
          </a:lstStyle>
          <a:p xmlns:a="http://schemas.openxmlformats.org/drawingml/2006/main"/>
        </p:txBody>
      </p:sp>
      <p:sp>
        <p:nvSpPr>
          <p:cNvPr id="1042" name="Google Shape;1042;p134">
            <a:extLst xmlns:a="http://schemas.openxmlformats.org/drawingml/2006/main">
              <a:ext uri="{FF2B5EF4-FFF2-40B4-BE49-F238E27FC236}">
                <a16:creationId xmlns:a16="http://schemas.microsoft.com/office/drawing/2014/main" id="{F179FABB-7623-4A79-80BB-4FAEF4FCAEB8}"/>
              </a:ext>
            </a:extLst>
          </p:cNvPr>
          <p:cNvSpPr>
            <a:spLocks xmlns:a="http://schemas.openxmlformats.org/drawingml/2006/main" noGrp="1"/>
          </p:cNvSpPr>
          <p:nvPr>
            <p:ph type="title" idx="0"/>
          </p:nvPr>
        </p:nvSpPr>
        <p:spPr>
          <a:xfrm xmlns:a="http://schemas.openxmlformats.org/drawingml/2006/main">
            <a:off x="201375" y="295825"/>
            <a:ext cx="5772600" cy="346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300" tIns="17150" rIns="34300" bIns="17150" anchor="t">
            <a:noAutofit/>
          </a:bodyPr>
          <a:lstStyle xmlns:a="http://schemas.openxmlformats.org/drawingml/2006/main">
            <a:lvl1pPr algn="l">
              <a:lnSpc>
                <a:spcPct val="90000"/>
              </a:lnSpc>
              <a:spcBef>
                <a:spcPts val="0"/>
              </a:spcBef>
              <a:spcAft>
                <a:spcPts val="0"/>
              </a:spcAft>
              <a:buClr>
                <a:schemeClr val="dk1"/>
              </a:buClr>
              <a:buSzPts val="2250"/>
              <a:buFont typeface="Helvetica Neue"/>
              <a:buNone/>
              <a:defRPr sz="2250" b="0">
                <a:solidFill>
                  <a:schemeClr val="dk1"/>
                </a:solidFill>
              </a:defRPr>
            </a:lvl1pPr>
            <a:lvl2pPr>
              <a:spcBef>
                <a:spcPts val="0"/>
              </a:spcBef>
              <a:spcAft>
                <a:spcPts val="0"/>
              </a:spcAft>
              <a:buSzPts val="500"/>
              <a:buNone/>
              <a:defRPr sz="700"/>
            </a:lvl2pPr>
            <a:lvl3pPr>
              <a:spcBef>
                <a:spcPts val="0"/>
              </a:spcBef>
              <a:spcAft>
                <a:spcPts val="0"/>
              </a:spcAft>
              <a:buSzPts val="500"/>
              <a:buNone/>
              <a:defRPr sz="700"/>
            </a:lvl3pPr>
            <a:lvl4pPr>
              <a:spcBef>
                <a:spcPts val="0"/>
              </a:spcBef>
              <a:spcAft>
                <a:spcPts val="0"/>
              </a:spcAft>
              <a:buSzPts val="500"/>
              <a:buNone/>
              <a:defRPr sz="700"/>
            </a:lvl4pPr>
            <a:lvl5pPr>
              <a:spcBef>
                <a:spcPts val="0"/>
              </a:spcBef>
              <a:spcAft>
                <a:spcPts val="0"/>
              </a:spcAft>
              <a:buSzPts val="500"/>
              <a:buNone/>
              <a:defRPr sz="700"/>
            </a:lvl5pPr>
            <a:lvl6pPr>
              <a:spcBef>
                <a:spcPts val="0"/>
              </a:spcBef>
              <a:spcAft>
                <a:spcPts val="0"/>
              </a:spcAft>
              <a:buSzPts val="500"/>
              <a:buNone/>
              <a:defRPr sz="700"/>
            </a:lvl6pPr>
            <a:lvl7pPr>
              <a:spcBef>
                <a:spcPts val="0"/>
              </a:spcBef>
              <a:spcAft>
                <a:spcPts val="0"/>
              </a:spcAft>
              <a:buSzPts val="500"/>
              <a:buNone/>
              <a:defRPr sz="700"/>
            </a:lvl7pPr>
            <a:lvl8pPr>
              <a:spcBef>
                <a:spcPts val="0"/>
              </a:spcBef>
              <a:spcAft>
                <a:spcPts val="0"/>
              </a:spcAft>
              <a:buSzPts val="500"/>
              <a:buNone/>
              <a:defRPr sz="700"/>
            </a:lvl8pPr>
            <a:lvl9pPr>
              <a:spcBef>
                <a:spcPts val="0"/>
              </a:spcBef>
              <a:spcAft>
                <a:spcPts val="0"/>
              </a:spcAft>
              <a:buSzPts val="500"/>
              <a:buNone/>
              <a:defRPr sz="700"/>
            </a:lvl9pPr>
          </a:lstStyle>
          <a:p xmlns:a="http://schemas.openxmlformats.org/drawingml/2006/main"/>
        </p:txBody>
      </p:sp>
      <p:pic>
        <p:nvPicPr>
          <p:cNvPr id="1058" name="Google Shape;1043;p134"/>
          <p:cNvPicPr>
            <a:picLocks xmlns:a="http://schemas.openxmlformats.org/drawingml/2006/main" noChangeAspect="1"/>
          </p:cNvPicPr>
          <p:nvPr/>
        </p:nvPicPr>
        <p:blipFill>
          <a:blip xmlns:r="http://schemas.openxmlformats.org/officeDocument/2006/relationships" xmlns:a="http://schemas.openxmlformats.org/drawingml/2006/main" r:embed="R689d7c0402a441d2">
            <a:alphaModFix/>
          </a:blip>
          <a:stretch xmlns:a="http://schemas.openxmlformats.org/drawingml/2006/main">
            <a:fillRect l="0" t="0" r="0" b="0"/>
          </a:stretch>
        </p:blipFill>
        <p:spPr>
          <a:xfrm xmlns:a="http://schemas.openxmlformats.org/drawingml/2006/main">
            <a:off x="228600" y="4836074"/>
            <a:ext cx="153925" cy="153925"/>
          </a:xfrm>
          <a:prstGeom xmlns:a="http://schemas.openxmlformats.org/drawingml/2006/main" prst="rect">
            <a:avLst/>
          </a:prstGeom>
          <a:ln xmlns:a="http://schemas.openxmlformats.org/drawingml/2006/main">
            <a:noFill/>
          </a:ln>
        </p:spPr>
      </p:pic>
    </p:spTree>
  </p:cSld>
</p:sldLayout>
</file>

<file path=ppt/slideLayouts/slideLayout133.xml><?xml version="1.0" encoding="utf-8"?>
<p:sldLayout xmlns:p="http://schemas.openxmlformats.org/presentationml/2006/main" matchingName="Data summary 5">
  <p:cSld name="Title 1 – Light_1_1">
    <p:spTree>
      <p:nvGrpSpPr>
        <p:cNvPr id="1" name=""/>
        <p:cNvGrpSpPr/>
        <p:nvPr/>
      </p:nvGrpSpPr>
      <p:grpSpPr>
        <a:xfrm xmlns:a="http://schemas.openxmlformats.org/drawingml/2006/main"/>
      </p:grpSpPr>
      <p:sp>
        <p:nvSpPr>
          <p:cNvPr id="1045" name="Google Shape;1045;p135">
            <a:extLst xmlns:a="http://schemas.openxmlformats.org/drawingml/2006/main">
              <a:ext uri="{FF2B5EF4-FFF2-40B4-BE49-F238E27FC236}">
                <a16:creationId xmlns:a16="http://schemas.microsoft.com/office/drawing/2014/main" id="{8E89416C-2F9B-440A-BD98-B831C07CAAE2}"/>
              </a:ext>
            </a:extLst>
          </p:cNvPr>
          <p:cNvSpPr>
            <a:spLocks xmlns:a="http://schemas.openxmlformats.org/drawingml/2006/main" noGrp="1"/>
          </p:cNvSpPr>
          <p:nvPr>
            <p:ph type="body" idx="1"/>
          </p:nvPr>
        </p:nvSpPr>
        <p:spPr>
          <a:xfrm xmlns:a="http://schemas.openxmlformats.org/drawingml/2006/main">
            <a:off x="228600" y="1746286"/>
            <a:ext cx="2807100" cy="2991000"/>
          </a:xfrm>
          <a:prstGeom xmlns:a="http://schemas.openxmlformats.org/drawingml/2006/main" prst="roundRect">
            <a:avLst>
              <a:gd name="adj" fmla="val 2728"/>
            </a:avLst>
          </a:prstGeom>
          <a:solidFill xmlns:a="http://schemas.openxmlformats.org/drawingml/2006/main">
            <a:srgbClr val="F4F2E6"/>
          </a:solidFill>
          <a:ln xmlns:a="http://schemas.openxmlformats.org/drawingml/2006/main">
            <a:noFill/>
          </a:ln>
        </p:spPr>
        <p:txBody>
          <a:bodyPr xmlns:a="http://schemas.openxmlformats.org/drawingml/2006/main" spcFirstLastPara="1" wrap="square" lIns="34300" tIns="109725" rIns="34300" bIns="17150" anchor="t">
            <a:normAutofit/>
          </a:bodyPr>
          <a:lstStyle xmlns:a="http://schemas.openxmlformats.org/drawingml/2006/main">
            <a:lvl1pPr marL="457200" indent="-228600">
              <a:lnSpc>
                <a:spcPct val="90000"/>
              </a:lnSpc>
              <a:spcBef>
                <a:spcPts val="400"/>
              </a:spcBef>
              <a:spcAft>
                <a:spcPts val="0"/>
              </a:spcAft>
              <a:buClr>
                <a:srgbClr val="F4F2E6"/>
              </a:buClr>
              <a:buSzPts val="1200"/>
              <a:buFont typeface="Arial"/>
              <a:buNone/>
              <a:defRPr sz="1200">
                <a:solidFill>
                  <a:srgbClr val="F4F2E6"/>
                </a:solidFill>
              </a:defRPr>
            </a:lvl1pPr>
            <a:lvl2pPr marL="914400" indent="-304800">
              <a:lnSpc>
                <a:spcPct val="90000"/>
              </a:lnSpc>
              <a:spcBef>
                <a:spcPts val="1200"/>
              </a:spcBef>
              <a:spcAft>
                <a:spcPts val="0"/>
              </a:spcAft>
              <a:buClr>
                <a:srgbClr val="F4F2E6"/>
              </a:buClr>
              <a:buSzPts val="1200"/>
              <a:buChar char="○"/>
              <a:defRPr sz="1200">
                <a:solidFill>
                  <a:srgbClr val="F4F2E6"/>
                </a:solidFill>
              </a:defRPr>
            </a:lvl2pPr>
            <a:lvl3pPr marL="1371600" indent="-304800">
              <a:lnSpc>
                <a:spcPct val="90000"/>
              </a:lnSpc>
              <a:spcBef>
                <a:spcPts val="1200"/>
              </a:spcBef>
              <a:spcAft>
                <a:spcPts val="0"/>
              </a:spcAft>
              <a:buClr>
                <a:srgbClr val="F4F2E6"/>
              </a:buClr>
              <a:buSzPts val="1200"/>
              <a:buChar char="■"/>
              <a:defRPr sz="1200">
                <a:solidFill>
                  <a:srgbClr val="F4F2E6"/>
                </a:solidFill>
              </a:defRPr>
            </a:lvl3pPr>
            <a:lvl4pPr marL="1828800" indent="-304800">
              <a:lnSpc>
                <a:spcPct val="90000"/>
              </a:lnSpc>
              <a:spcBef>
                <a:spcPts val="1200"/>
              </a:spcBef>
              <a:spcAft>
                <a:spcPts val="0"/>
              </a:spcAft>
              <a:buClr>
                <a:srgbClr val="F4F2E6"/>
              </a:buClr>
              <a:buSzPts val="1200"/>
              <a:buChar char="●"/>
              <a:defRPr sz="1200">
                <a:solidFill>
                  <a:srgbClr val="F4F2E6"/>
                </a:solidFill>
              </a:defRPr>
            </a:lvl4pPr>
            <a:lvl5pPr marL="2286000" indent="-304800">
              <a:lnSpc>
                <a:spcPct val="90000"/>
              </a:lnSpc>
              <a:spcBef>
                <a:spcPts val="1200"/>
              </a:spcBef>
              <a:spcAft>
                <a:spcPts val="0"/>
              </a:spcAft>
              <a:buClr>
                <a:srgbClr val="F4F2E6"/>
              </a:buClr>
              <a:buSzPts val="1200"/>
              <a:buChar char="○"/>
              <a:defRPr sz="1200">
                <a:solidFill>
                  <a:srgbClr val="F4F2E6"/>
                </a:solidFill>
              </a:defRPr>
            </a:lvl5pPr>
            <a:lvl6pPr marL="2743200" indent="-304800">
              <a:lnSpc>
                <a:spcPct val="90000"/>
              </a:lnSpc>
              <a:spcBef>
                <a:spcPts val="1200"/>
              </a:spcBef>
              <a:spcAft>
                <a:spcPts val="0"/>
              </a:spcAft>
              <a:buClr>
                <a:srgbClr val="F4F2E6"/>
              </a:buClr>
              <a:buSzPts val="1200"/>
              <a:buChar char="■"/>
              <a:defRPr sz="1200">
                <a:solidFill>
                  <a:srgbClr val="F4F2E6"/>
                </a:solidFill>
              </a:defRPr>
            </a:lvl6pPr>
            <a:lvl7pPr marL="3200400" indent="-304800">
              <a:lnSpc>
                <a:spcPct val="90000"/>
              </a:lnSpc>
              <a:spcBef>
                <a:spcPts val="1200"/>
              </a:spcBef>
              <a:spcAft>
                <a:spcPts val="0"/>
              </a:spcAft>
              <a:buClr>
                <a:srgbClr val="F4F2E6"/>
              </a:buClr>
              <a:buSzPts val="1200"/>
              <a:buChar char="●"/>
              <a:defRPr sz="1200">
                <a:solidFill>
                  <a:srgbClr val="F4F2E6"/>
                </a:solidFill>
              </a:defRPr>
            </a:lvl7pPr>
            <a:lvl8pPr marL="3657600" indent="-304800">
              <a:lnSpc>
                <a:spcPct val="90000"/>
              </a:lnSpc>
              <a:spcBef>
                <a:spcPts val="1200"/>
              </a:spcBef>
              <a:spcAft>
                <a:spcPts val="0"/>
              </a:spcAft>
              <a:buClr>
                <a:srgbClr val="F4F2E6"/>
              </a:buClr>
              <a:buSzPts val="1200"/>
              <a:buChar char="○"/>
              <a:defRPr sz="1200">
                <a:solidFill>
                  <a:srgbClr val="F4F2E6"/>
                </a:solidFill>
              </a:defRPr>
            </a:lvl8pPr>
            <a:lvl9pPr marL="4114800" indent="-304800">
              <a:lnSpc>
                <a:spcPct val="90000"/>
              </a:lnSpc>
              <a:spcBef>
                <a:spcPts val="1200"/>
              </a:spcBef>
              <a:spcAft>
                <a:spcPts val="1200"/>
              </a:spcAft>
              <a:buClr>
                <a:srgbClr val="F4F2E6"/>
              </a:buClr>
              <a:buSzPts val="1200"/>
              <a:buChar char="■"/>
              <a:defRPr sz="1200">
                <a:solidFill>
                  <a:srgbClr val="F4F2E6"/>
                </a:solidFill>
              </a:defRPr>
            </a:lvl9pPr>
          </a:lstStyle>
          <a:p xmlns:a="http://schemas.openxmlformats.org/drawingml/2006/main"/>
        </p:txBody>
      </p:sp>
      <p:sp>
        <p:nvSpPr>
          <p:cNvPr id="1046" name="Google Shape;1046;p135">
            <a:extLst xmlns:a="http://schemas.openxmlformats.org/drawingml/2006/main">
              <a:ext uri="{FF2B5EF4-FFF2-40B4-BE49-F238E27FC236}">
                <a16:creationId xmlns:a16="http://schemas.microsoft.com/office/drawing/2014/main" id="{8F98C754-B1BF-4847-8EF8-B4B2C62AECC2}"/>
              </a:ext>
            </a:extLst>
          </p:cNvPr>
          <p:cNvSpPr>
            <a:spLocks xmlns:a="http://schemas.openxmlformats.org/drawingml/2006/main" noGrp="1"/>
          </p:cNvSpPr>
          <p:nvPr>
            <p:ph type="body" idx="2"/>
          </p:nvPr>
        </p:nvSpPr>
        <p:spPr>
          <a:xfrm xmlns:a="http://schemas.openxmlformats.org/drawingml/2006/main">
            <a:off x="3163200" y="232925"/>
            <a:ext cx="2807100" cy="1428300"/>
          </a:xfrm>
          <a:prstGeom xmlns:a="http://schemas.openxmlformats.org/drawingml/2006/main" prst="roundRect">
            <a:avLst>
              <a:gd name="adj" fmla="val 2728"/>
            </a:avLst>
          </a:prstGeom>
          <a:solidFill xmlns:a="http://schemas.openxmlformats.org/drawingml/2006/main">
            <a:srgbClr val="F4F2E6"/>
          </a:solidFill>
          <a:ln xmlns:a="http://schemas.openxmlformats.org/drawingml/2006/main">
            <a:noFill/>
          </a:ln>
        </p:spPr>
        <p:txBody>
          <a:bodyPr xmlns:a="http://schemas.openxmlformats.org/drawingml/2006/main" spcFirstLastPara="1" wrap="square" lIns="34300" tIns="109725" rIns="34300" bIns="17150" anchor="t">
            <a:normAutofit/>
          </a:bodyPr>
          <a:lstStyle xmlns:a="http://schemas.openxmlformats.org/drawingml/2006/main">
            <a:lvl1pPr marL="457200" indent="-228600">
              <a:lnSpc>
                <a:spcPct val="90000"/>
              </a:lnSpc>
              <a:spcBef>
                <a:spcPts val="400"/>
              </a:spcBef>
              <a:spcAft>
                <a:spcPts val="0"/>
              </a:spcAft>
              <a:buClr>
                <a:srgbClr val="F4F2E6"/>
              </a:buClr>
              <a:buSzPts val="1200"/>
              <a:buFont typeface="Arial"/>
              <a:buNone/>
              <a:defRPr sz="1200">
                <a:solidFill>
                  <a:srgbClr val="F4F2E6"/>
                </a:solidFill>
              </a:defRPr>
            </a:lvl1pPr>
            <a:lvl2pPr marL="914400" indent="-304800">
              <a:lnSpc>
                <a:spcPct val="90000"/>
              </a:lnSpc>
              <a:spcBef>
                <a:spcPts val="1200"/>
              </a:spcBef>
              <a:spcAft>
                <a:spcPts val="0"/>
              </a:spcAft>
              <a:buClr>
                <a:srgbClr val="F4F2E6"/>
              </a:buClr>
              <a:buSzPts val="1200"/>
              <a:buChar char="○"/>
              <a:defRPr sz="1200">
                <a:solidFill>
                  <a:srgbClr val="F4F2E6"/>
                </a:solidFill>
              </a:defRPr>
            </a:lvl2pPr>
            <a:lvl3pPr marL="1371600" indent="-304800">
              <a:lnSpc>
                <a:spcPct val="90000"/>
              </a:lnSpc>
              <a:spcBef>
                <a:spcPts val="1200"/>
              </a:spcBef>
              <a:spcAft>
                <a:spcPts val="0"/>
              </a:spcAft>
              <a:buClr>
                <a:srgbClr val="F4F2E6"/>
              </a:buClr>
              <a:buSzPts val="1200"/>
              <a:buChar char="■"/>
              <a:defRPr sz="1200">
                <a:solidFill>
                  <a:srgbClr val="F4F2E6"/>
                </a:solidFill>
              </a:defRPr>
            </a:lvl3pPr>
            <a:lvl4pPr marL="1828800" indent="-304800">
              <a:lnSpc>
                <a:spcPct val="90000"/>
              </a:lnSpc>
              <a:spcBef>
                <a:spcPts val="1200"/>
              </a:spcBef>
              <a:spcAft>
                <a:spcPts val="0"/>
              </a:spcAft>
              <a:buClr>
                <a:srgbClr val="F4F2E6"/>
              </a:buClr>
              <a:buSzPts val="1200"/>
              <a:buChar char="●"/>
              <a:defRPr sz="1200">
                <a:solidFill>
                  <a:srgbClr val="F4F2E6"/>
                </a:solidFill>
              </a:defRPr>
            </a:lvl4pPr>
            <a:lvl5pPr marL="2286000" indent="-304800">
              <a:lnSpc>
                <a:spcPct val="90000"/>
              </a:lnSpc>
              <a:spcBef>
                <a:spcPts val="1200"/>
              </a:spcBef>
              <a:spcAft>
                <a:spcPts val="0"/>
              </a:spcAft>
              <a:buClr>
                <a:srgbClr val="F4F2E6"/>
              </a:buClr>
              <a:buSzPts val="1200"/>
              <a:buChar char="○"/>
              <a:defRPr sz="1200">
                <a:solidFill>
                  <a:srgbClr val="F4F2E6"/>
                </a:solidFill>
              </a:defRPr>
            </a:lvl5pPr>
            <a:lvl6pPr marL="2743200" indent="-304800">
              <a:lnSpc>
                <a:spcPct val="90000"/>
              </a:lnSpc>
              <a:spcBef>
                <a:spcPts val="1200"/>
              </a:spcBef>
              <a:spcAft>
                <a:spcPts val="0"/>
              </a:spcAft>
              <a:buClr>
                <a:srgbClr val="F4F2E6"/>
              </a:buClr>
              <a:buSzPts val="1200"/>
              <a:buChar char="■"/>
              <a:defRPr sz="1200">
                <a:solidFill>
                  <a:srgbClr val="F4F2E6"/>
                </a:solidFill>
              </a:defRPr>
            </a:lvl6pPr>
            <a:lvl7pPr marL="3200400" indent="-304800">
              <a:lnSpc>
                <a:spcPct val="90000"/>
              </a:lnSpc>
              <a:spcBef>
                <a:spcPts val="1200"/>
              </a:spcBef>
              <a:spcAft>
                <a:spcPts val="0"/>
              </a:spcAft>
              <a:buClr>
                <a:srgbClr val="F4F2E6"/>
              </a:buClr>
              <a:buSzPts val="1200"/>
              <a:buChar char="●"/>
              <a:defRPr sz="1200">
                <a:solidFill>
                  <a:srgbClr val="F4F2E6"/>
                </a:solidFill>
              </a:defRPr>
            </a:lvl7pPr>
            <a:lvl8pPr marL="3657600" indent="-304800">
              <a:lnSpc>
                <a:spcPct val="90000"/>
              </a:lnSpc>
              <a:spcBef>
                <a:spcPts val="1200"/>
              </a:spcBef>
              <a:spcAft>
                <a:spcPts val="0"/>
              </a:spcAft>
              <a:buClr>
                <a:srgbClr val="F4F2E6"/>
              </a:buClr>
              <a:buSzPts val="1200"/>
              <a:buChar char="○"/>
              <a:defRPr sz="1200">
                <a:solidFill>
                  <a:srgbClr val="F4F2E6"/>
                </a:solidFill>
              </a:defRPr>
            </a:lvl8pPr>
            <a:lvl9pPr marL="4114800" indent="-304800">
              <a:lnSpc>
                <a:spcPct val="90000"/>
              </a:lnSpc>
              <a:spcBef>
                <a:spcPts val="1200"/>
              </a:spcBef>
              <a:spcAft>
                <a:spcPts val="1200"/>
              </a:spcAft>
              <a:buClr>
                <a:srgbClr val="F4F2E6"/>
              </a:buClr>
              <a:buSzPts val="1200"/>
              <a:buChar char="■"/>
              <a:defRPr sz="1200">
                <a:solidFill>
                  <a:srgbClr val="F4F2E6"/>
                </a:solidFill>
              </a:defRPr>
            </a:lvl9pPr>
          </a:lstStyle>
          <a:p xmlns:a="http://schemas.openxmlformats.org/drawingml/2006/main"/>
        </p:txBody>
      </p:sp>
      <p:sp>
        <p:nvSpPr>
          <p:cNvPr id="1047" name="Google Shape;1047;p135">
            <a:extLst xmlns:a="http://schemas.openxmlformats.org/drawingml/2006/main">
              <a:ext uri="{FF2B5EF4-FFF2-40B4-BE49-F238E27FC236}">
                <a16:creationId xmlns:a16="http://schemas.microsoft.com/office/drawing/2014/main" id="{18F703BD-F095-4551-8632-9010D65E3C2A}"/>
              </a:ext>
            </a:extLst>
          </p:cNvPr>
          <p:cNvSpPr>
            <a:spLocks xmlns:a="http://schemas.openxmlformats.org/drawingml/2006/main" noGrp="1"/>
          </p:cNvSpPr>
          <p:nvPr>
            <p:ph type="body" idx="3"/>
          </p:nvPr>
        </p:nvSpPr>
        <p:spPr>
          <a:xfrm xmlns:a="http://schemas.openxmlformats.org/drawingml/2006/main">
            <a:off x="3163200" y="1754505"/>
            <a:ext cx="2807100" cy="1453200"/>
          </a:xfrm>
          <a:prstGeom xmlns:a="http://schemas.openxmlformats.org/drawingml/2006/main" prst="roundRect">
            <a:avLst>
              <a:gd name="adj" fmla="val 2728"/>
            </a:avLst>
          </a:prstGeom>
          <a:solidFill xmlns:a="http://schemas.openxmlformats.org/drawingml/2006/main">
            <a:srgbClr val="F4F2E6"/>
          </a:solidFill>
          <a:ln xmlns:a="http://schemas.openxmlformats.org/drawingml/2006/main">
            <a:noFill/>
          </a:ln>
        </p:spPr>
        <p:txBody>
          <a:bodyPr xmlns:a="http://schemas.openxmlformats.org/drawingml/2006/main" spcFirstLastPara="1" wrap="square" lIns="34300" tIns="109725" rIns="34300" bIns="17150" anchor="t">
            <a:normAutofit/>
          </a:bodyPr>
          <a:lstStyle xmlns:a="http://schemas.openxmlformats.org/drawingml/2006/main">
            <a:lvl1pPr marL="457200" indent="-228600">
              <a:lnSpc>
                <a:spcPct val="90000"/>
              </a:lnSpc>
              <a:spcBef>
                <a:spcPts val="400"/>
              </a:spcBef>
              <a:spcAft>
                <a:spcPts val="0"/>
              </a:spcAft>
              <a:buClr>
                <a:srgbClr val="F4F2E6"/>
              </a:buClr>
              <a:buSzPts val="1200"/>
              <a:buFont typeface="Arial"/>
              <a:buNone/>
              <a:defRPr sz="1200">
                <a:solidFill>
                  <a:srgbClr val="F4F2E6"/>
                </a:solidFill>
              </a:defRPr>
            </a:lvl1pPr>
            <a:lvl2pPr marL="914400" indent="-304800">
              <a:lnSpc>
                <a:spcPct val="90000"/>
              </a:lnSpc>
              <a:spcBef>
                <a:spcPts val="1200"/>
              </a:spcBef>
              <a:spcAft>
                <a:spcPts val="0"/>
              </a:spcAft>
              <a:buClr>
                <a:srgbClr val="F4F2E6"/>
              </a:buClr>
              <a:buSzPts val="1200"/>
              <a:buChar char="○"/>
              <a:defRPr sz="1200">
                <a:solidFill>
                  <a:srgbClr val="F4F2E6"/>
                </a:solidFill>
              </a:defRPr>
            </a:lvl2pPr>
            <a:lvl3pPr marL="1371600" indent="-304800">
              <a:lnSpc>
                <a:spcPct val="90000"/>
              </a:lnSpc>
              <a:spcBef>
                <a:spcPts val="1200"/>
              </a:spcBef>
              <a:spcAft>
                <a:spcPts val="0"/>
              </a:spcAft>
              <a:buClr>
                <a:srgbClr val="F4F2E6"/>
              </a:buClr>
              <a:buSzPts val="1200"/>
              <a:buChar char="■"/>
              <a:defRPr sz="1200">
                <a:solidFill>
                  <a:srgbClr val="F4F2E6"/>
                </a:solidFill>
              </a:defRPr>
            </a:lvl3pPr>
            <a:lvl4pPr marL="1828800" indent="-304800">
              <a:lnSpc>
                <a:spcPct val="90000"/>
              </a:lnSpc>
              <a:spcBef>
                <a:spcPts val="1200"/>
              </a:spcBef>
              <a:spcAft>
                <a:spcPts val="0"/>
              </a:spcAft>
              <a:buClr>
                <a:srgbClr val="F4F2E6"/>
              </a:buClr>
              <a:buSzPts val="1200"/>
              <a:buChar char="●"/>
              <a:defRPr sz="1200">
                <a:solidFill>
                  <a:srgbClr val="F4F2E6"/>
                </a:solidFill>
              </a:defRPr>
            </a:lvl4pPr>
            <a:lvl5pPr marL="2286000" indent="-304800">
              <a:lnSpc>
                <a:spcPct val="90000"/>
              </a:lnSpc>
              <a:spcBef>
                <a:spcPts val="1200"/>
              </a:spcBef>
              <a:spcAft>
                <a:spcPts val="0"/>
              </a:spcAft>
              <a:buClr>
                <a:srgbClr val="F4F2E6"/>
              </a:buClr>
              <a:buSzPts val="1200"/>
              <a:buChar char="○"/>
              <a:defRPr sz="1200">
                <a:solidFill>
                  <a:srgbClr val="F4F2E6"/>
                </a:solidFill>
              </a:defRPr>
            </a:lvl5pPr>
            <a:lvl6pPr marL="2743200" indent="-304800">
              <a:lnSpc>
                <a:spcPct val="90000"/>
              </a:lnSpc>
              <a:spcBef>
                <a:spcPts val="1200"/>
              </a:spcBef>
              <a:spcAft>
                <a:spcPts val="0"/>
              </a:spcAft>
              <a:buClr>
                <a:srgbClr val="F4F2E6"/>
              </a:buClr>
              <a:buSzPts val="1200"/>
              <a:buChar char="■"/>
              <a:defRPr sz="1200">
                <a:solidFill>
                  <a:srgbClr val="F4F2E6"/>
                </a:solidFill>
              </a:defRPr>
            </a:lvl6pPr>
            <a:lvl7pPr marL="3200400" indent="-304800">
              <a:lnSpc>
                <a:spcPct val="90000"/>
              </a:lnSpc>
              <a:spcBef>
                <a:spcPts val="1200"/>
              </a:spcBef>
              <a:spcAft>
                <a:spcPts val="0"/>
              </a:spcAft>
              <a:buClr>
                <a:srgbClr val="F4F2E6"/>
              </a:buClr>
              <a:buSzPts val="1200"/>
              <a:buChar char="●"/>
              <a:defRPr sz="1200">
                <a:solidFill>
                  <a:srgbClr val="F4F2E6"/>
                </a:solidFill>
              </a:defRPr>
            </a:lvl7pPr>
            <a:lvl8pPr marL="3657600" indent="-304800">
              <a:lnSpc>
                <a:spcPct val="90000"/>
              </a:lnSpc>
              <a:spcBef>
                <a:spcPts val="1200"/>
              </a:spcBef>
              <a:spcAft>
                <a:spcPts val="0"/>
              </a:spcAft>
              <a:buClr>
                <a:srgbClr val="F4F2E6"/>
              </a:buClr>
              <a:buSzPts val="1200"/>
              <a:buChar char="○"/>
              <a:defRPr sz="1200">
                <a:solidFill>
                  <a:srgbClr val="F4F2E6"/>
                </a:solidFill>
              </a:defRPr>
            </a:lvl8pPr>
            <a:lvl9pPr marL="4114800" indent="-304800">
              <a:lnSpc>
                <a:spcPct val="90000"/>
              </a:lnSpc>
              <a:spcBef>
                <a:spcPts val="1200"/>
              </a:spcBef>
              <a:spcAft>
                <a:spcPts val="1200"/>
              </a:spcAft>
              <a:buClr>
                <a:srgbClr val="F4F2E6"/>
              </a:buClr>
              <a:buSzPts val="1200"/>
              <a:buChar char="■"/>
              <a:defRPr sz="1200">
                <a:solidFill>
                  <a:srgbClr val="F4F2E6"/>
                </a:solidFill>
              </a:defRPr>
            </a:lvl9pPr>
          </a:lstStyle>
          <a:p xmlns:a="http://schemas.openxmlformats.org/drawingml/2006/main"/>
        </p:txBody>
      </p:sp>
      <p:sp>
        <p:nvSpPr>
          <p:cNvPr id="1048" name="Google Shape;1048;p135">
            <a:extLst xmlns:a="http://schemas.openxmlformats.org/drawingml/2006/main">
              <a:ext uri="{FF2B5EF4-FFF2-40B4-BE49-F238E27FC236}">
                <a16:creationId xmlns:a16="http://schemas.microsoft.com/office/drawing/2014/main" id="{70E94B66-447F-4C0B-95D0-739ADAA3B2B7}"/>
              </a:ext>
            </a:extLst>
          </p:cNvPr>
          <p:cNvSpPr>
            <a:spLocks xmlns:a="http://schemas.openxmlformats.org/drawingml/2006/main" noGrp="1"/>
          </p:cNvSpPr>
          <p:nvPr>
            <p:ph type="body" idx="4"/>
          </p:nvPr>
        </p:nvSpPr>
        <p:spPr>
          <a:xfrm xmlns:a="http://schemas.openxmlformats.org/drawingml/2006/main">
            <a:off x="3163200" y="3288724"/>
            <a:ext cx="2807100" cy="1453200"/>
          </a:xfrm>
          <a:prstGeom xmlns:a="http://schemas.openxmlformats.org/drawingml/2006/main" prst="roundRect">
            <a:avLst>
              <a:gd name="adj" fmla="val 2728"/>
            </a:avLst>
          </a:prstGeom>
          <a:solidFill xmlns:a="http://schemas.openxmlformats.org/drawingml/2006/main">
            <a:srgbClr val="F4F2E6"/>
          </a:solidFill>
          <a:ln xmlns:a="http://schemas.openxmlformats.org/drawingml/2006/main">
            <a:noFill/>
          </a:ln>
        </p:spPr>
        <p:txBody>
          <a:bodyPr xmlns:a="http://schemas.openxmlformats.org/drawingml/2006/main" spcFirstLastPara="1" wrap="square" lIns="34300" tIns="109725" rIns="34300" bIns="17150" anchor="t">
            <a:normAutofit/>
          </a:bodyPr>
          <a:lstStyle xmlns:a="http://schemas.openxmlformats.org/drawingml/2006/main">
            <a:lvl1pPr marL="457200" indent="-228600">
              <a:lnSpc>
                <a:spcPct val="90000"/>
              </a:lnSpc>
              <a:spcBef>
                <a:spcPts val="400"/>
              </a:spcBef>
              <a:spcAft>
                <a:spcPts val="0"/>
              </a:spcAft>
              <a:buClr>
                <a:srgbClr val="F4F2E6"/>
              </a:buClr>
              <a:buSzPts val="1200"/>
              <a:buFont typeface="Arial"/>
              <a:buNone/>
              <a:defRPr sz="1200">
                <a:solidFill>
                  <a:srgbClr val="F4F2E6"/>
                </a:solidFill>
              </a:defRPr>
            </a:lvl1pPr>
            <a:lvl2pPr marL="914400" indent="-304800">
              <a:lnSpc>
                <a:spcPct val="90000"/>
              </a:lnSpc>
              <a:spcBef>
                <a:spcPts val="1200"/>
              </a:spcBef>
              <a:spcAft>
                <a:spcPts val="0"/>
              </a:spcAft>
              <a:buClr>
                <a:srgbClr val="F4F2E6"/>
              </a:buClr>
              <a:buSzPts val="1200"/>
              <a:buChar char="○"/>
              <a:defRPr sz="1200">
                <a:solidFill>
                  <a:srgbClr val="F4F2E6"/>
                </a:solidFill>
              </a:defRPr>
            </a:lvl2pPr>
            <a:lvl3pPr marL="1371600" indent="-304800">
              <a:lnSpc>
                <a:spcPct val="90000"/>
              </a:lnSpc>
              <a:spcBef>
                <a:spcPts val="1200"/>
              </a:spcBef>
              <a:spcAft>
                <a:spcPts val="0"/>
              </a:spcAft>
              <a:buClr>
                <a:srgbClr val="F4F2E6"/>
              </a:buClr>
              <a:buSzPts val="1200"/>
              <a:buChar char="■"/>
              <a:defRPr sz="1200">
                <a:solidFill>
                  <a:srgbClr val="F4F2E6"/>
                </a:solidFill>
              </a:defRPr>
            </a:lvl3pPr>
            <a:lvl4pPr marL="1828800" indent="-304800">
              <a:lnSpc>
                <a:spcPct val="90000"/>
              </a:lnSpc>
              <a:spcBef>
                <a:spcPts val="1200"/>
              </a:spcBef>
              <a:spcAft>
                <a:spcPts val="0"/>
              </a:spcAft>
              <a:buClr>
                <a:srgbClr val="F4F2E6"/>
              </a:buClr>
              <a:buSzPts val="1200"/>
              <a:buChar char="●"/>
              <a:defRPr sz="1200">
                <a:solidFill>
                  <a:srgbClr val="F4F2E6"/>
                </a:solidFill>
              </a:defRPr>
            </a:lvl4pPr>
            <a:lvl5pPr marL="2286000" indent="-304800">
              <a:lnSpc>
                <a:spcPct val="90000"/>
              </a:lnSpc>
              <a:spcBef>
                <a:spcPts val="1200"/>
              </a:spcBef>
              <a:spcAft>
                <a:spcPts val="0"/>
              </a:spcAft>
              <a:buClr>
                <a:srgbClr val="F4F2E6"/>
              </a:buClr>
              <a:buSzPts val="1200"/>
              <a:buChar char="○"/>
              <a:defRPr sz="1200">
                <a:solidFill>
                  <a:srgbClr val="F4F2E6"/>
                </a:solidFill>
              </a:defRPr>
            </a:lvl5pPr>
            <a:lvl6pPr marL="2743200" indent="-304800">
              <a:lnSpc>
                <a:spcPct val="90000"/>
              </a:lnSpc>
              <a:spcBef>
                <a:spcPts val="1200"/>
              </a:spcBef>
              <a:spcAft>
                <a:spcPts val="0"/>
              </a:spcAft>
              <a:buClr>
                <a:srgbClr val="F4F2E6"/>
              </a:buClr>
              <a:buSzPts val="1200"/>
              <a:buChar char="■"/>
              <a:defRPr sz="1200">
                <a:solidFill>
                  <a:srgbClr val="F4F2E6"/>
                </a:solidFill>
              </a:defRPr>
            </a:lvl6pPr>
            <a:lvl7pPr marL="3200400" indent="-304800">
              <a:lnSpc>
                <a:spcPct val="90000"/>
              </a:lnSpc>
              <a:spcBef>
                <a:spcPts val="1200"/>
              </a:spcBef>
              <a:spcAft>
                <a:spcPts val="0"/>
              </a:spcAft>
              <a:buClr>
                <a:srgbClr val="F4F2E6"/>
              </a:buClr>
              <a:buSzPts val="1200"/>
              <a:buChar char="●"/>
              <a:defRPr sz="1200">
                <a:solidFill>
                  <a:srgbClr val="F4F2E6"/>
                </a:solidFill>
              </a:defRPr>
            </a:lvl7pPr>
            <a:lvl8pPr marL="3657600" indent="-304800">
              <a:lnSpc>
                <a:spcPct val="90000"/>
              </a:lnSpc>
              <a:spcBef>
                <a:spcPts val="1200"/>
              </a:spcBef>
              <a:spcAft>
                <a:spcPts val="0"/>
              </a:spcAft>
              <a:buClr>
                <a:srgbClr val="F4F2E6"/>
              </a:buClr>
              <a:buSzPts val="1200"/>
              <a:buChar char="○"/>
              <a:defRPr sz="1200">
                <a:solidFill>
                  <a:srgbClr val="F4F2E6"/>
                </a:solidFill>
              </a:defRPr>
            </a:lvl8pPr>
            <a:lvl9pPr marL="4114800" indent="-304800">
              <a:lnSpc>
                <a:spcPct val="90000"/>
              </a:lnSpc>
              <a:spcBef>
                <a:spcPts val="1200"/>
              </a:spcBef>
              <a:spcAft>
                <a:spcPts val="1200"/>
              </a:spcAft>
              <a:buClr>
                <a:srgbClr val="F4F2E6"/>
              </a:buClr>
              <a:buSzPts val="1200"/>
              <a:buChar char="■"/>
              <a:defRPr sz="1200">
                <a:solidFill>
                  <a:srgbClr val="F4F2E6"/>
                </a:solidFill>
              </a:defRPr>
            </a:lvl9pPr>
          </a:lstStyle>
          <a:p xmlns:a="http://schemas.openxmlformats.org/drawingml/2006/main"/>
        </p:txBody>
      </p:sp>
      <p:sp>
        <p:nvSpPr>
          <p:cNvPr id="1049" name="Google Shape;1049;p135">
            <a:extLst xmlns:a="http://schemas.openxmlformats.org/drawingml/2006/main">
              <a:ext uri="{FF2B5EF4-FFF2-40B4-BE49-F238E27FC236}">
                <a16:creationId xmlns:a16="http://schemas.microsoft.com/office/drawing/2014/main" id="{0A27CB4B-96B4-4EFF-9428-87169B5E104E}"/>
              </a:ext>
            </a:extLst>
          </p:cNvPr>
          <p:cNvSpPr>
            <a:spLocks xmlns:a="http://schemas.openxmlformats.org/drawingml/2006/main" noGrp="1"/>
          </p:cNvSpPr>
          <p:nvPr>
            <p:ph type="body" idx="5"/>
          </p:nvPr>
        </p:nvSpPr>
        <p:spPr>
          <a:xfrm xmlns:a="http://schemas.openxmlformats.org/drawingml/2006/main">
            <a:off x="6116025" y="232925"/>
            <a:ext cx="2807100" cy="2974800"/>
          </a:xfrm>
          <a:prstGeom xmlns:a="http://schemas.openxmlformats.org/drawingml/2006/main" prst="roundRect">
            <a:avLst>
              <a:gd name="adj" fmla="val 2728"/>
            </a:avLst>
          </a:prstGeom>
          <a:solidFill xmlns:a="http://schemas.openxmlformats.org/drawingml/2006/main">
            <a:srgbClr val="F4F2E6"/>
          </a:solidFill>
          <a:ln xmlns:a="http://schemas.openxmlformats.org/drawingml/2006/main">
            <a:noFill/>
          </a:ln>
        </p:spPr>
        <p:txBody>
          <a:bodyPr xmlns:a="http://schemas.openxmlformats.org/drawingml/2006/main" spcFirstLastPara="1" wrap="square" lIns="34300" tIns="109725" rIns="34300" bIns="17150" anchor="t">
            <a:normAutofit/>
          </a:bodyPr>
          <a:lstStyle xmlns:a="http://schemas.openxmlformats.org/drawingml/2006/main">
            <a:lvl1pPr marL="457200" indent="-228600">
              <a:lnSpc>
                <a:spcPct val="90000"/>
              </a:lnSpc>
              <a:spcBef>
                <a:spcPts val="400"/>
              </a:spcBef>
              <a:spcAft>
                <a:spcPts val="0"/>
              </a:spcAft>
              <a:buClr>
                <a:srgbClr val="F4F2E6"/>
              </a:buClr>
              <a:buSzPts val="1200"/>
              <a:buFont typeface="Arial"/>
              <a:buNone/>
              <a:defRPr sz="1200">
                <a:solidFill>
                  <a:srgbClr val="F4F2E6"/>
                </a:solidFill>
              </a:defRPr>
            </a:lvl1pPr>
            <a:lvl2pPr marL="914400" indent="-304800">
              <a:lnSpc>
                <a:spcPct val="90000"/>
              </a:lnSpc>
              <a:spcBef>
                <a:spcPts val="1200"/>
              </a:spcBef>
              <a:spcAft>
                <a:spcPts val="0"/>
              </a:spcAft>
              <a:buClr>
                <a:srgbClr val="F4F2E6"/>
              </a:buClr>
              <a:buSzPts val="1200"/>
              <a:buChar char="○"/>
              <a:defRPr sz="1200">
                <a:solidFill>
                  <a:srgbClr val="F4F2E6"/>
                </a:solidFill>
              </a:defRPr>
            </a:lvl2pPr>
            <a:lvl3pPr marL="1371600" indent="-304800">
              <a:lnSpc>
                <a:spcPct val="90000"/>
              </a:lnSpc>
              <a:spcBef>
                <a:spcPts val="1200"/>
              </a:spcBef>
              <a:spcAft>
                <a:spcPts val="0"/>
              </a:spcAft>
              <a:buClr>
                <a:srgbClr val="F4F2E6"/>
              </a:buClr>
              <a:buSzPts val="1200"/>
              <a:buChar char="■"/>
              <a:defRPr sz="1200">
                <a:solidFill>
                  <a:srgbClr val="F4F2E6"/>
                </a:solidFill>
              </a:defRPr>
            </a:lvl3pPr>
            <a:lvl4pPr marL="1828800" indent="-304800">
              <a:lnSpc>
                <a:spcPct val="90000"/>
              </a:lnSpc>
              <a:spcBef>
                <a:spcPts val="1200"/>
              </a:spcBef>
              <a:spcAft>
                <a:spcPts val="0"/>
              </a:spcAft>
              <a:buClr>
                <a:srgbClr val="F4F2E6"/>
              </a:buClr>
              <a:buSzPts val="1200"/>
              <a:buChar char="●"/>
              <a:defRPr sz="1200">
                <a:solidFill>
                  <a:srgbClr val="F4F2E6"/>
                </a:solidFill>
              </a:defRPr>
            </a:lvl4pPr>
            <a:lvl5pPr marL="2286000" indent="-304800">
              <a:lnSpc>
                <a:spcPct val="90000"/>
              </a:lnSpc>
              <a:spcBef>
                <a:spcPts val="1200"/>
              </a:spcBef>
              <a:spcAft>
                <a:spcPts val="0"/>
              </a:spcAft>
              <a:buClr>
                <a:srgbClr val="F4F2E6"/>
              </a:buClr>
              <a:buSzPts val="1200"/>
              <a:buChar char="○"/>
              <a:defRPr sz="1200">
                <a:solidFill>
                  <a:srgbClr val="F4F2E6"/>
                </a:solidFill>
              </a:defRPr>
            </a:lvl5pPr>
            <a:lvl6pPr marL="2743200" indent="-304800">
              <a:lnSpc>
                <a:spcPct val="90000"/>
              </a:lnSpc>
              <a:spcBef>
                <a:spcPts val="1200"/>
              </a:spcBef>
              <a:spcAft>
                <a:spcPts val="0"/>
              </a:spcAft>
              <a:buClr>
                <a:srgbClr val="F4F2E6"/>
              </a:buClr>
              <a:buSzPts val="1200"/>
              <a:buChar char="■"/>
              <a:defRPr sz="1200">
                <a:solidFill>
                  <a:srgbClr val="F4F2E6"/>
                </a:solidFill>
              </a:defRPr>
            </a:lvl6pPr>
            <a:lvl7pPr marL="3200400" indent="-304800">
              <a:lnSpc>
                <a:spcPct val="90000"/>
              </a:lnSpc>
              <a:spcBef>
                <a:spcPts val="1200"/>
              </a:spcBef>
              <a:spcAft>
                <a:spcPts val="0"/>
              </a:spcAft>
              <a:buClr>
                <a:srgbClr val="F4F2E6"/>
              </a:buClr>
              <a:buSzPts val="1200"/>
              <a:buChar char="●"/>
              <a:defRPr sz="1200">
                <a:solidFill>
                  <a:srgbClr val="F4F2E6"/>
                </a:solidFill>
              </a:defRPr>
            </a:lvl7pPr>
            <a:lvl8pPr marL="3657600" indent="-304800">
              <a:lnSpc>
                <a:spcPct val="90000"/>
              </a:lnSpc>
              <a:spcBef>
                <a:spcPts val="1200"/>
              </a:spcBef>
              <a:spcAft>
                <a:spcPts val="0"/>
              </a:spcAft>
              <a:buClr>
                <a:srgbClr val="F4F2E6"/>
              </a:buClr>
              <a:buSzPts val="1200"/>
              <a:buChar char="○"/>
              <a:defRPr sz="1200">
                <a:solidFill>
                  <a:srgbClr val="F4F2E6"/>
                </a:solidFill>
              </a:defRPr>
            </a:lvl8pPr>
            <a:lvl9pPr marL="4114800" indent="-304800">
              <a:lnSpc>
                <a:spcPct val="90000"/>
              </a:lnSpc>
              <a:spcBef>
                <a:spcPts val="1200"/>
              </a:spcBef>
              <a:spcAft>
                <a:spcPts val="1200"/>
              </a:spcAft>
              <a:buClr>
                <a:srgbClr val="F4F2E6"/>
              </a:buClr>
              <a:buSzPts val="1200"/>
              <a:buChar char="■"/>
              <a:defRPr sz="1200">
                <a:solidFill>
                  <a:srgbClr val="F4F2E6"/>
                </a:solidFill>
              </a:defRPr>
            </a:lvl9pPr>
          </a:lstStyle>
          <a:p xmlns:a="http://schemas.openxmlformats.org/drawingml/2006/main"/>
        </p:txBody>
      </p:sp>
      <p:sp>
        <p:nvSpPr>
          <p:cNvPr id="1050" name="Google Shape;1050;p135">
            <a:extLst xmlns:a="http://schemas.openxmlformats.org/drawingml/2006/main">
              <a:ext uri="{FF2B5EF4-FFF2-40B4-BE49-F238E27FC236}">
                <a16:creationId xmlns:a16="http://schemas.microsoft.com/office/drawing/2014/main" id="{6739F9CA-0733-4D53-B897-D2A2A41E9BF0}"/>
              </a:ext>
            </a:extLst>
          </p:cNvPr>
          <p:cNvSpPr>
            <a:spLocks xmlns:a="http://schemas.openxmlformats.org/drawingml/2006/main" noGrp="1"/>
          </p:cNvSpPr>
          <p:nvPr>
            <p:ph type="body" idx="6"/>
          </p:nvPr>
        </p:nvSpPr>
        <p:spPr>
          <a:xfrm xmlns:a="http://schemas.openxmlformats.org/drawingml/2006/main">
            <a:off x="6116025" y="3288724"/>
            <a:ext cx="2807100" cy="1453200"/>
          </a:xfrm>
          <a:prstGeom xmlns:a="http://schemas.openxmlformats.org/drawingml/2006/main" prst="roundRect">
            <a:avLst>
              <a:gd name="adj" fmla="val 2728"/>
            </a:avLst>
          </a:prstGeom>
          <a:solidFill xmlns:a="http://schemas.openxmlformats.org/drawingml/2006/main">
            <a:srgbClr val="F4F2E6"/>
          </a:solidFill>
          <a:ln xmlns:a="http://schemas.openxmlformats.org/drawingml/2006/main">
            <a:noFill/>
          </a:ln>
        </p:spPr>
        <p:txBody>
          <a:bodyPr xmlns:a="http://schemas.openxmlformats.org/drawingml/2006/main" spcFirstLastPara="1" wrap="square" lIns="34300" tIns="109725" rIns="34300" bIns="17150" anchor="t">
            <a:normAutofit/>
          </a:bodyPr>
          <a:lstStyle xmlns:a="http://schemas.openxmlformats.org/drawingml/2006/main">
            <a:lvl1pPr marL="457200" indent="-228600">
              <a:lnSpc>
                <a:spcPct val="90000"/>
              </a:lnSpc>
              <a:spcBef>
                <a:spcPts val="400"/>
              </a:spcBef>
              <a:spcAft>
                <a:spcPts val="0"/>
              </a:spcAft>
              <a:buClr>
                <a:srgbClr val="F4F2E6"/>
              </a:buClr>
              <a:buSzPts val="1200"/>
              <a:buFont typeface="Arial"/>
              <a:buNone/>
              <a:defRPr sz="1200">
                <a:solidFill>
                  <a:srgbClr val="F4F2E6"/>
                </a:solidFill>
              </a:defRPr>
            </a:lvl1pPr>
            <a:lvl2pPr marL="914400" indent="-304800">
              <a:lnSpc>
                <a:spcPct val="90000"/>
              </a:lnSpc>
              <a:spcBef>
                <a:spcPts val="1200"/>
              </a:spcBef>
              <a:spcAft>
                <a:spcPts val="0"/>
              </a:spcAft>
              <a:buClr>
                <a:srgbClr val="F4F2E6"/>
              </a:buClr>
              <a:buSzPts val="1200"/>
              <a:buChar char="○"/>
              <a:defRPr sz="1200">
                <a:solidFill>
                  <a:srgbClr val="F4F2E6"/>
                </a:solidFill>
              </a:defRPr>
            </a:lvl2pPr>
            <a:lvl3pPr marL="1371600" indent="-304800">
              <a:lnSpc>
                <a:spcPct val="90000"/>
              </a:lnSpc>
              <a:spcBef>
                <a:spcPts val="1200"/>
              </a:spcBef>
              <a:spcAft>
                <a:spcPts val="0"/>
              </a:spcAft>
              <a:buClr>
                <a:srgbClr val="F4F2E6"/>
              </a:buClr>
              <a:buSzPts val="1200"/>
              <a:buChar char="■"/>
              <a:defRPr sz="1200">
                <a:solidFill>
                  <a:srgbClr val="F4F2E6"/>
                </a:solidFill>
              </a:defRPr>
            </a:lvl3pPr>
            <a:lvl4pPr marL="1828800" indent="-304800">
              <a:lnSpc>
                <a:spcPct val="90000"/>
              </a:lnSpc>
              <a:spcBef>
                <a:spcPts val="1200"/>
              </a:spcBef>
              <a:spcAft>
                <a:spcPts val="0"/>
              </a:spcAft>
              <a:buClr>
                <a:srgbClr val="F4F2E6"/>
              </a:buClr>
              <a:buSzPts val="1200"/>
              <a:buChar char="●"/>
              <a:defRPr sz="1200">
                <a:solidFill>
                  <a:srgbClr val="F4F2E6"/>
                </a:solidFill>
              </a:defRPr>
            </a:lvl4pPr>
            <a:lvl5pPr marL="2286000" indent="-304800">
              <a:lnSpc>
                <a:spcPct val="90000"/>
              </a:lnSpc>
              <a:spcBef>
                <a:spcPts val="1200"/>
              </a:spcBef>
              <a:spcAft>
                <a:spcPts val="0"/>
              </a:spcAft>
              <a:buClr>
                <a:srgbClr val="F4F2E6"/>
              </a:buClr>
              <a:buSzPts val="1200"/>
              <a:buChar char="○"/>
              <a:defRPr sz="1200">
                <a:solidFill>
                  <a:srgbClr val="F4F2E6"/>
                </a:solidFill>
              </a:defRPr>
            </a:lvl5pPr>
            <a:lvl6pPr marL="2743200" indent="-304800">
              <a:lnSpc>
                <a:spcPct val="90000"/>
              </a:lnSpc>
              <a:spcBef>
                <a:spcPts val="1200"/>
              </a:spcBef>
              <a:spcAft>
                <a:spcPts val="0"/>
              </a:spcAft>
              <a:buClr>
                <a:srgbClr val="F4F2E6"/>
              </a:buClr>
              <a:buSzPts val="1200"/>
              <a:buChar char="■"/>
              <a:defRPr sz="1200">
                <a:solidFill>
                  <a:srgbClr val="F4F2E6"/>
                </a:solidFill>
              </a:defRPr>
            </a:lvl6pPr>
            <a:lvl7pPr marL="3200400" indent="-304800">
              <a:lnSpc>
                <a:spcPct val="90000"/>
              </a:lnSpc>
              <a:spcBef>
                <a:spcPts val="1200"/>
              </a:spcBef>
              <a:spcAft>
                <a:spcPts val="0"/>
              </a:spcAft>
              <a:buClr>
                <a:srgbClr val="F4F2E6"/>
              </a:buClr>
              <a:buSzPts val="1200"/>
              <a:buChar char="●"/>
              <a:defRPr sz="1200">
                <a:solidFill>
                  <a:srgbClr val="F4F2E6"/>
                </a:solidFill>
              </a:defRPr>
            </a:lvl7pPr>
            <a:lvl8pPr marL="3657600" indent="-304800">
              <a:lnSpc>
                <a:spcPct val="90000"/>
              </a:lnSpc>
              <a:spcBef>
                <a:spcPts val="1200"/>
              </a:spcBef>
              <a:spcAft>
                <a:spcPts val="0"/>
              </a:spcAft>
              <a:buClr>
                <a:srgbClr val="F4F2E6"/>
              </a:buClr>
              <a:buSzPts val="1200"/>
              <a:buChar char="○"/>
              <a:defRPr sz="1200">
                <a:solidFill>
                  <a:srgbClr val="F4F2E6"/>
                </a:solidFill>
              </a:defRPr>
            </a:lvl8pPr>
            <a:lvl9pPr marL="4114800" indent="-304800">
              <a:lnSpc>
                <a:spcPct val="90000"/>
              </a:lnSpc>
              <a:spcBef>
                <a:spcPts val="1200"/>
              </a:spcBef>
              <a:spcAft>
                <a:spcPts val="1200"/>
              </a:spcAft>
              <a:buClr>
                <a:srgbClr val="F4F2E6"/>
              </a:buClr>
              <a:buSzPts val="1200"/>
              <a:buChar char="■"/>
              <a:defRPr sz="1200">
                <a:solidFill>
                  <a:srgbClr val="F4F2E6"/>
                </a:solidFill>
              </a:defRPr>
            </a:lvl9pPr>
          </a:lstStyle>
          <a:p xmlns:a="http://schemas.openxmlformats.org/drawingml/2006/main"/>
        </p:txBody>
      </p:sp>
      <p:sp>
        <p:nvSpPr>
          <p:cNvPr id="1051" name="Google Shape;1051;p135">
            <a:extLst xmlns:a="http://schemas.openxmlformats.org/drawingml/2006/main">
              <a:ext uri="{FF2B5EF4-FFF2-40B4-BE49-F238E27FC236}">
                <a16:creationId xmlns:a16="http://schemas.microsoft.com/office/drawing/2014/main" id="{3EB71322-F74B-45D9-AF9F-88974381A063}"/>
              </a:ext>
            </a:extLst>
          </p:cNvPr>
          <p:cNvSpPr>
            <a:spLocks xmlns:a="http://schemas.openxmlformats.org/drawingml/2006/main" noGrp="1"/>
          </p:cNvSpPr>
          <p:nvPr>
            <p:ph type="body" idx="7"/>
          </p:nvPr>
        </p:nvSpPr>
        <p:spPr>
          <a:xfrm xmlns:a="http://schemas.openxmlformats.org/drawingml/2006/main">
            <a:off x="304754" y="1861144"/>
            <a:ext cx="2637000" cy="20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9050" tIns="19050" rIns="19050" bIns="19050" anchor="t">
            <a:spAutoFit/>
          </a:bodyPr>
          <a:lstStyle xmlns:a="http://schemas.openxmlformats.org/drawingml/2006/main">
            <a:lvl1pPr marL="457200" indent="-228600" algn="l">
              <a:lnSpc>
                <a:spcPct val="90000"/>
              </a:lnSpc>
              <a:spcBef>
                <a:spcPts val="400"/>
              </a:spcBef>
              <a:spcAft>
                <a:spcPts val="0"/>
              </a:spcAft>
              <a:buClr>
                <a:schemeClr val="dk1"/>
              </a:buClr>
              <a:buSzPts val="1300"/>
              <a:buFont typeface="Arial"/>
              <a:buNone/>
              <a:defRPr sz="1300" b="0" i="0" u="none" cap="none">
                <a:solidFill>
                  <a:schemeClr val="dk1"/>
                </a:solidFill>
              </a:defRPr>
            </a:lvl1pPr>
            <a:lvl2pPr marL="914400" indent="-273050" algn="l">
              <a:lnSpc>
                <a:spcPct val="90000"/>
              </a:lnSpc>
              <a:spcBef>
                <a:spcPts val="1200"/>
              </a:spcBef>
              <a:spcAft>
                <a:spcPts val="0"/>
              </a:spcAft>
              <a:buClr>
                <a:schemeClr val="dk1"/>
              </a:buClr>
              <a:buSzPts val="700"/>
              <a:buChar char="○"/>
              <a:defRPr sz="900">
                <a:solidFill>
                  <a:schemeClr val="dk1"/>
                </a:solidFill>
              </a:defRPr>
            </a:lvl2pPr>
            <a:lvl3pPr marL="1371600" indent="-273050" algn="l">
              <a:lnSpc>
                <a:spcPct val="90000"/>
              </a:lnSpc>
              <a:spcBef>
                <a:spcPts val="1200"/>
              </a:spcBef>
              <a:spcAft>
                <a:spcPts val="0"/>
              </a:spcAft>
              <a:buClr>
                <a:schemeClr val="dk1"/>
              </a:buClr>
              <a:buSzPts val="700"/>
              <a:buChar char="■"/>
              <a:defRPr sz="800">
                <a:solidFill>
                  <a:schemeClr val="dk1"/>
                </a:solidFill>
              </a:defRPr>
            </a:lvl3pPr>
            <a:lvl4pPr marL="1828800" indent="-273050" algn="l">
              <a:lnSpc>
                <a:spcPct val="90000"/>
              </a:lnSpc>
              <a:spcBef>
                <a:spcPts val="1200"/>
              </a:spcBef>
              <a:spcAft>
                <a:spcPts val="0"/>
              </a:spcAft>
              <a:buClr>
                <a:schemeClr val="dk1"/>
              </a:buClr>
              <a:buSzPts val="700"/>
              <a:buChar char="●"/>
              <a:defRPr sz="700">
                <a:solidFill>
                  <a:schemeClr val="dk1"/>
                </a:solidFill>
              </a:defRPr>
            </a:lvl4pPr>
            <a:lvl5pPr marL="2286000" indent="-273050" algn="l">
              <a:lnSpc>
                <a:spcPct val="90000"/>
              </a:lnSpc>
              <a:spcBef>
                <a:spcPts val="1200"/>
              </a:spcBef>
              <a:spcAft>
                <a:spcPts val="0"/>
              </a:spcAft>
              <a:buClr>
                <a:schemeClr val="dk1"/>
              </a:buClr>
              <a:buSzPts val="700"/>
              <a:buChar char="○"/>
              <a:defRPr sz="700">
                <a:solidFill>
                  <a:schemeClr val="dk1"/>
                </a:solidFill>
              </a:defRPr>
            </a:lvl5pPr>
            <a:lvl6pPr marL="2743200" indent="-273050" algn="l">
              <a:lnSpc>
                <a:spcPct val="90000"/>
              </a:lnSpc>
              <a:spcBef>
                <a:spcPts val="1200"/>
              </a:spcBef>
              <a:spcAft>
                <a:spcPts val="0"/>
              </a:spcAft>
              <a:buClr>
                <a:schemeClr val="dk1"/>
              </a:buClr>
              <a:buSzPts val="700"/>
              <a:buChar char="■"/>
              <a:defRPr sz="700">
                <a:solidFill>
                  <a:schemeClr val="dk1"/>
                </a:solidFill>
              </a:defRPr>
            </a:lvl6pPr>
            <a:lvl7pPr marL="3200400" indent="-273050" algn="l">
              <a:lnSpc>
                <a:spcPct val="90000"/>
              </a:lnSpc>
              <a:spcBef>
                <a:spcPts val="1200"/>
              </a:spcBef>
              <a:spcAft>
                <a:spcPts val="0"/>
              </a:spcAft>
              <a:buClr>
                <a:schemeClr val="dk1"/>
              </a:buClr>
              <a:buSzPts val="700"/>
              <a:buChar char="●"/>
              <a:defRPr sz="700">
                <a:solidFill>
                  <a:schemeClr val="dk1"/>
                </a:solidFill>
              </a:defRPr>
            </a:lvl7pPr>
            <a:lvl8pPr marL="3657600" indent="-273050" algn="l">
              <a:lnSpc>
                <a:spcPct val="90000"/>
              </a:lnSpc>
              <a:spcBef>
                <a:spcPts val="1200"/>
              </a:spcBef>
              <a:spcAft>
                <a:spcPts val="0"/>
              </a:spcAft>
              <a:buClr>
                <a:schemeClr val="dk1"/>
              </a:buClr>
              <a:buSzPts val="700"/>
              <a:buChar char="○"/>
              <a:defRPr sz="700">
                <a:solidFill>
                  <a:schemeClr val="dk1"/>
                </a:solidFill>
              </a:defRPr>
            </a:lvl8pPr>
            <a:lvl9pPr marL="4114800" indent="-273050" algn="l">
              <a:lnSpc>
                <a:spcPct val="90000"/>
              </a:lnSpc>
              <a:spcBef>
                <a:spcPts val="1200"/>
              </a:spcBef>
              <a:spcAft>
                <a:spcPts val="1200"/>
              </a:spcAft>
              <a:buClr>
                <a:schemeClr val="dk1"/>
              </a:buClr>
              <a:buSzPts val="700"/>
              <a:buChar char="■"/>
              <a:defRPr sz="700">
                <a:solidFill>
                  <a:schemeClr val="dk1"/>
                </a:solidFill>
              </a:defRPr>
            </a:lvl9pPr>
          </a:lstStyle>
          <a:p xmlns:a="http://schemas.openxmlformats.org/drawingml/2006/main"/>
        </p:txBody>
      </p:sp>
      <p:sp>
        <p:nvSpPr>
          <p:cNvPr id="1052" name="Google Shape;1052;p135">
            <a:extLst xmlns:a="http://schemas.openxmlformats.org/drawingml/2006/main">
              <a:ext uri="{FF2B5EF4-FFF2-40B4-BE49-F238E27FC236}">
                <a16:creationId xmlns:a16="http://schemas.microsoft.com/office/drawing/2014/main" id="{7A2B4E94-0ABF-4956-9AB7-5D46B30A681D}"/>
              </a:ext>
            </a:extLst>
          </p:cNvPr>
          <p:cNvSpPr>
            <a:spLocks xmlns:a="http://schemas.openxmlformats.org/drawingml/2006/main" noGrp="1"/>
          </p:cNvSpPr>
          <p:nvPr>
            <p:ph type="body" idx="8"/>
          </p:nvPr>
        </p:nvSpPr>
        <p:spPr>
          <a:xfrm xmlns:a="http://schemas.openxmlformats.org/drawingml/2006/main">
            <a:off x="304754" y="4518777"/>
            <a:ext cx="2637000" cy="136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9050" tIns="19050" rIns="19050" bIns="19050" anchor="t">
            <a:spAutoFit/>
          </a:bodyPr>
          <a:lstStyle xmlns:a="http://schemas.openxmlformats.org/drawingml/2006/main">
            <a:lvl1pPr marL="457200" indent="-228600" algn="l">
              <a:lnSpc>
                <a:spcPct val="90000"/>
              </a:lnSpc>
              <a:spcBef>
                <a:spcPts val="400"/>
              </a:spcBef>
              <a:spcAft>
                <a:spcPts val="0"/>
              </a:spcAft>
              <a:buClr>
                <a:schemeClr val="dk1"/>
              </a:buClr>
              <a:buSzPts val="800"/>
              <a:buFont typeface="Arial"/>
              <a:buNone/>
              <a:defRPr sz="800" b="0" i="0" u="none" cap="none">
                <a:solidFill>
                  <a:schemeClr val="dk1"/>
                </a:solidFill>
              </a:defRPr>
            </a:lvl1pPr>
            <a:lvl2pPr marL="914400" indent="-273050" algn="l">
              <a:lnSpc>
                <a:spcPct val="90000"/>
              </a:lnSpc>
              <a:spcBef>
                <a:spcPts val="1200"/>
              </a:spcBef>
              <a:spcAft>
                <a:spcPts val="0"/>
              </a:spcAft>
              <a:buClr>
                <a:schemeClr val="dk1"/>
              </a:buClr>
              <a:buSzPts val="700"/>
              <a:buChar char="○"/>
              <a:defRPr sz="900">
                <a:solidFill>
                  <a:schemeClr val="dk1"/>
                </a:solidFill>
              </a:defRPr>
            </a:lvl2pPr>
            <a:lvl3pPr marL="1371600" indent="-273050" algn="l">
              <a:lnSpc>
                <a:spcPct val="90000"/>
              </a:lnSpc>
              <a:spcBef>
                <a:spcPts val="1200"/>
              </a:spcBef>
              <a:spcAft>
                <a:spcPts val="0"/>
              </a:spcAft>
              <a:buClr>
                <a:schemeClr val="dk1"/>
              </a:buClr>
              <a:buSzPts val="700"/>
              <a:buChar char="■"/>
              <a:defRPr sz="800">
                <a:solidFill>
                  <a:schemeClr val="dk1"/>
                </a:solidFill>
              </a:defRPr>
            </a:lvl3pPr>
            <a:lvl4pPr marL="1828800" indent="-273050" algn="l">
              <a:lnSpc>
                <a:spcPct val="90000"/>
              </a:lnSpc>
              <a:spcBef>
                <a:spcPts val="1200"/>
              </a:spcBef>
              <a:spcAft>
                <a:spcPts val="0"/>
              </a:spcAft>
              <a:buClr>
                <a:schemeClr val="dk1"/>
              </a:buClr>
              <a:buSzPts val="700"/>
              <a:buChar char="●"/>
              <a:defRPr sz="700">
                <a:solidFill>
                  <a:schemeClr val="dk1"/>
                </a:solidFill>
              </a:defRPr>
            </a:lvl4pPr>
            <a:lvl5pPr marL="2286000" indent="-273050" algn="l">
              <a:lnSpc>
                <a:spcPct val="90000"/>
              </a:lnSpc>
              <a:spcBef>
                <a:spcPts val="1200"/>
              </a:spcBef>
              <a:spcAft>
                <a:spcPts val="0"/>
              </a:spcAft>
              <a:buClr>
                <a:schemeClr val="dk1"/>
              </a:buClr>
              <a:buSzPts val="700"/>
              <a:buChar char="○"/>
              <a:defRPr sz="700">
                <a:solidFill>
                  <a:schemeClr val="dk1"/>
                </a:solidFill>
              </a:defRPr>
            </a:lvl5pPr>
            <a:lvl6pPr marL="2743200" indent="-273050" algn="l">
              <a:lnSpc>
                <a:spcPct val="90000"/>
              </a:lnSpc>
              <a:spcBef>
                <a:spcPts val="1200"/>
              </a:spcBef>
              <a:spcAft>
                <a:spcPts val="0"/>
              </a:spcAft>
              <a:buClr>
                <a:schemeClr val="dk1"/>
              </a:buClr>
              <a:buSzPts val="700"/>
              <a:buChar char="■"/>
              <a:defRPr sz="700">
                <a:solidFill>
                  <a:schemeClr val="dk1"/>
                </a:solidFill>
              </a:defRPr>
            </a:lvl6pPr>
            <a:lvl7pPr marL="3200400" indent="-273050" algn="l">
              <a:lnSpc>
                <a:spcPct val="90000"/>
              </a:lnSpc>
              <a:spcBef>
                <a:spcPts val="1200"/>
              </a:spcBef>
              <a:spcAft>
                <a:spcPts val="0"/>
              </a:spcAft>
              <a:buClr>
                <a:schemeClr val="dk1"/>
              </a:buClr>
              <a:buSzPts val="700"/>
              <a:buChar char="●"/>
              <a:defRPr sz="700">
                <a:solidFill>
                  <a:schemeClr val="dk1"/>
                </a:solidFill>
              </a:defRPr>
            </a:lvl7pPr>
            <a:lvl8pPr marL="3657600" indent="-273050" algn="l">
              <a:lnSpc>
                <a:spcPct val="90000"/>
              </a:lnSpc>
              <a:spcBef>
                <a:spcPts val="1200"/>
              </a:spcBef>
              <a:spcAft>
                <a:spcPts val="0"/>
              </a:spcAft>
              <a:buClr>
                <a:schemeClr val="dk1"/>
              </a:buClr>
              <a:buSzPts val="700"/>
              <a:buChar char="○"/>
              <a:defRPr sz="700">
                <a:solidFill>
                  <a:schemeClr val="dk1"/>
                </a:solidFill>
              </a:defRPr>
            </a:lvl8pPr>
            <a:lvl9pPr marL="4114800" indent="-273050" algn="l">
              <a:lnSpc>
                <a:spcPct val="90000"/>
              </a:lnSpc>
              <a:spcBef>
                <a:spcPts val="1200"/>
              </a:spcBef>
              <a:spcAft>
                <a:spcPts val="1200"/>
              </a:spcAft>
              <a:buClr>
                <a:schemeClr val="dk1"/>
              </a:buClr>
              <a:buSzPts val="700"/>
              <a:buChar char="■"/>
              <a:defRPr sz="700">
                <a:solidFill>
                  <a:schemeClr val="dk1"/>
                </a:solidFill>
              </a:defRPr>
            </a:lvl9pPr>
          </a:lstStyle>
          <a:p xmlns:a="http://schemas.openxmlformats.org/drawingml/2006/main"/>
        </p:txBody>
      </p:sp>
      <p:sp>
        <p:nvSpPr>
          <p:cNvPr id="1053" name="Google Shape;1053;p135">
            <a:extLst xmlns:a="http://schemas.openxmlformats.org/drawingml/2006/main">
              <a:ext uri="{FF2B5EF4-FFF2-40B4-BE49-F238E27FC236}">
                <a16:creationId xmlns:a16="http://schemas.microsoft.com/office/drawing/2014/main" id="{D515881D-A7BB-4BCC-A878-569DC47174D4}"/>
              </a:ext>
            </a:extLst>
          </p:cNvPr>
          <p:cNvSpPr>
            <a:spLocks xmlns:a="http://schemas.openxmlformats.org/drawingml/2006/main" noGrp="1"/>
          </p:cNvSpPr>
          <p:nvPr>
            <p:ph type="body" idx="9"/>
          </p:nvPr>
        </p:nvSpPr>
        <p:spPr>
          <a:xfrm xmlns:a="http://schemas.openxmlformats.org/drawingml/2006/main">
            <a:off x="3254148" y="306408"/>
            <a:ext cx="2637000" cy="20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9050" tIns="19050" rIns="19050" bIns="19050" anchor="t">
            <a:spAutoFit/>
          </a:bodyPr>
          <a:lstStyle xmlns:a="http://schemas.openxmlformats.org/drawingml/2006/main">
            <a:lvl1pPr marL="457200" indent="-228600" algn="l">
              <a:lnSpc>
                <a:spcPct val="90000"/>
              </a:lnSpc>
              <a:spcBef>
                <a:spcPts val="400"/>
              </a:spcBef>
              <a:spcAft>
                <a:spcPts val="0"/>
              </a:spcAft>
              <a:buClr>
                <a:schemeClr val="dk1"/>
              </a:buClr>
              <a:buSzPts val="1300"/>
              <a:buFont typeface="Arial"/>
              <a:buNone/>
              <a:defRPr sz="1300" b="0" i="0" u="none" cap="none">
                <a:solidFill>
                  <a:schemeClr val="dk1"/>
                </a:solidFill>
              </a:defRPr>
            </a:lvl1pPr>
            <a:lvl2pPr marL="914400" indent="-273050" algn="l">
              <a:lnSpc>
                <a:spcPct val="90000"/>
              </a:lnSpc>
              <a:spcBef>
                <a:spcPts val="1200"/>
              </a:spcBef>
              <a:spcAft>
                <a:spcPts val="0"/>
              </a:spcAft>
              <a:buClr>
                <a:schemeClr val="dk1"/>
              </a:buClr>
              <a:buSzPts val="700"/>
              <a:buChar char="○"/>
              <a:defRPr sz="900">
                <a:solidFill>
                  <a:schemeClr val="dk1"/>
                </a:solidFill>
              </a:defRPr>
            </a:lvl2pPr>
            <a:lvl3pPr marL="1371600" indent="-273050" algn="l">
              <a:lnSpc>
                <a:spcPct val="90000"/>
              </a:lnSpc>
              <a:spcBef>
                <a:spcPts val="1200"/>
              </a:spcBef>
              <a:spcAft>
                <a:spcPts val="0"/>
              </a:spcAft>
              <a:buClr>
                <a:schemeClr val="dk1"/>
              </a:buClr>
              <a:buSzPts val="700"/>
              <a:buChar char="■"/>
              <a:defRPr sz="800">
                <a:solidFill>
                  <a:schemeClr val="dk1"/>
                </a:solidFill>
              </a:defRPr>
            </a:lvl3pPr>
            <a:lvl4pPr marL="1828800" indent="-273050" algn="l">
              <a:lnSpc>
                <a:spcPct val="90000"/>
              </a:lnSpc>
              <a:spcBef>
                <a:spcPts val="1200"/>
              </a:spcBef>
              <a:spcAft>
                <a:spcPts val="0"/>
              </a:spcAft>
              <a:buClr>
                <a:schemeClr val="dk1"/>
              </a:buClr>
              <a:buSzPts val="700"/>
              <a:buChar char="●"/>
              <a:defRPr sz="700">
                <a:solidFill>
                  <a:schemeClr val="dk1"/>
                </a:solidFill>
              </a:defRPr>
            </a:lvl4pPr>
            <a:lvl5pPr marL="2286000" indent="-273050" algn="l">
              <a:lnSpc>
                <a:spcPct val="90000"/>
              </a:lnSpc>
              <a:spcBef>
                <a:spcPts val="1200"/>
              </a:spcBef>
              <a:spcAft>
                <a:spcPts val="0"/>
              </a:spcAft>
              <a:buClr>
                <a:schemeClr val="dk1"/>
              </a:buClr>
              <a:buSzPts val="700"/>
              <a:buChar char="○"/>
              <a:defRPr sz="700">
                <a:solidFill>
                  <a:schemeClr val="dk1"/>
                </a:solidFill>
              </a:defRPr>
            </a:lvl5pPr>
            <a:lvl6pPr marL="2743200" indent="-273050" algn="l">
              <a:lnSpc>
                <a:spcPct val="90000"/>
              </a:lnSpc>
              <a:spcBef>
                <a:spcPts val="1200"/>
              </a:spcBef>
              <a:spcAft>
                <a:spcPts val="0"/>
              </a:spcAft>
              <a:buClr>
                <a:schemeClr val="dk1"/>
              </a:buClr>
              <a:buSzPts val="700"/>
              <a:buChar char="■"/>
              <a:defRPr sz="700">
                <a:solidFill>
                  <a:schemeClr val="dk1"/>
                </a:solidFill>
              </a:defRPr>
            </a:lvl6pPr>
            <a:lvl7pPr marL="3200400" indent="-273050" algn="l">
              <a:lnSpc>
                <a:spcPct val="90000"/>
              </a:lnSpc>
              <a:spcBef>
                <a:spcPts val="1200"/>
              </a:spcBef>
              <a:spcAft>
                <a:spcPts val="0"/>
              </a:spcAft>
              <a:buClr>
                <a:schemeClr val="dk1"/>
              </a:buClr>
              <a:buSzPts val="700"/>
              <a:buChar char="●"/>
              <a:defRPr sz="700">
                <a:solidFill>
                  <a:schemeClr val="dk1"/>
                </a:solidFill>
              </a:defRPr>
            </a:lvl7pPr>
            <a:lvl8pPr marL="3657600" indent="-273050" algn="l">
              <a:lnSpc>
                <a:spcPct val="90000"/>
              </a:lnSpc>
              <a:spcBef>
                <a:spcPts val="1200"/>
              </a:spcBef>
              <a:spcAft>
                <a:spcPts val="0"/>
              </a:spcAft>
              <a:buClr>
                <a:schemeClr val="dk1"/>
              </a:buClr>
              <a:buSzPts val="700"/>
              <a:buChar char="○"/>
              <a:defRPr sz="700">
                <a:solidFill>
                  <a:schemeClr val="dk1"/>
                </a:solidFill>
              </a:defRPr>
            </a:lvl8pPr>
            <a:lvl9pPr marL="4114800" indent="-273050" algn="l">
              <a:lnSpc>
                <a:spcPct val="90000"/>
              </a:lnSpc>
              <a:spcBef>
                <a:spcPts val="1200"/>
              </a:spcBef>
              <a:spcAft>
                <a:spcPts val="1200"/>
              </a:spcAft>
              <a:buClr>
                <a:schemeClr val="dk1"/>
              </a:buClr>
              <a:buSzPts val="700"/>
              <a:buChar char="■"/>
              <a:defRPr sz="700">
                <a:solidFill>
                  <a:schemeClr val="dk1"/>
                </a:solidFill>
              </a:defRPr>
            </a:lvl9pPr>
          </a:lstStyle>
          <a:p xmlns:a="http://schemas.openxmlformats.org/drawingml/2006/main"/>
        </p:txBody>
      </p:sp>
      <p:sp>
        <p:nvSpPr>
          <p:cNvPr id="1054" name="Google Shape;1054;p135">
            <a:extLst xmlns:a="http://schemas.openxmlformats.org/drawingml/2006/main">
              <a:ext uri="{FF2B5EF4-FFF2-40B4-BE49-F238E27FC236}">
                <a16:creationId xmlns:a16="http://schemas.microsoft.com/office/drawing/2014/main" id="{6AA078BE-AEB6-4D2F-83C0-2B666EAEACB0}"/>
              </a:ext>
            </a:extLst>
          </p:cNvPr>
          <p:cNvSpPr>
            <a:spLocks xmlns:a="http://schemas.openxmlformats.org/drawingml/2006/main" noGrp="1"/>
          </p:cNvSpPr>
          <p:nvPr>
            <p:ph type="body" idx="13"/>
          </p:nvPr>
        </p:nvSpPr>
        <p:spPr>
          <a:xfrm xmlns:a="http://schemas.openxmlformats.org/drawingml/2006/main">
            <a:off x="6201148" y="306408"/>
            <a:ext cx="2637000" cy="20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9050" tIns="19050" rIns="19050" bIns="19050" anchor="t">
            <a:spAutoFit/>
          </a:bodyPr>
          <a:lstStyle xmlns:a="http://schemas.openxmlformats.org/drawingml/2006/main">
            <a:lvl1pPr marL="457200" indent="-228600" algn="l">
              <a:lnSpc>
                <a:spcPct val="90000"/>
              </a:lnSpc>
              <a:spcBef>
                <a:spcPts val="400"/>
              </a:spcBef>
              <a:spcAft>
                <a:spcPts val="0"/>
              </a:spcAft>
              <a:buClr>
                <a:schemeClr val="dk1"/>
              </a:buClr>
              <a:buSzPts val="1300"/>
              <a:buFont typeface="Arial"/>
              <a:buNone/>
              <a:defRPr sz="1300" b="0" i="0" u="none" cap="none">
                <a:solidFill>
                  <a:schemeClr val="dk1"/>
                </a:solidFill>
              </a:defRPr>
            </a:lvl1pPr>
            <a:lvl2pPr marL="914400" indent="-273050" algn="l">
              <a:lnSpc>
                <a:spcPct val="90000"/>
              </a:lnSpc>
              <a:spcBef>
                <a:spcPts val="1200"/>
              </a:spcBef>
              <a:spcAft>
                <a:spcPts val="0"/>
              </a:spcAft>
              <a:buClr>
                <a:schemeClr val="dk1"/>
              </a:buClr>
              <a:buSzPts val="700"/>
              <a:buChar char="○"/>
              <a:defRPr sz="900">
                <a:solidFill>
                  <a:schemeClr val="dk1"/>
                </a:solidFill>
              </a:defRPr>
            </a:lvl2pPr>
            <a:lvl3pPr marL="1371600" indent="-273050" algn="l">
              <a:lnSpc>
                <a:spcPct val="90000"/>
              </a:lnSpc>
              <a:spcBef>
                <a:spcPts val="1200"/>
              </a:spcBef>
              <a:spcAft>
                <a:spcPts val="0"/>
              </a:spcAft>
              <a:buClr>
                <a:schemeClr val="dk1"/>
              </a:buClr>
              <a:buSzPts val="700"/>
              <a:buChar char="■"/>
              <a:defRPr sz="800">
                <a:solidFill>
                  <a:schemeClr val="dk1"/>
                </a:solidFill>
              </a:defRPr>
            </a:lvl3pPr>
            <a:lvl4pPr marL="1828800" indent="-273050" algn="l">
              <a:lnSpc>
                <a:spcPct val="90000"/>
              </a:lnSpc>
              <a:spcBef>
                <a:spcPts val="1200"/>
              </a:spcBef>
              <a:spcAft>
                <a:spcPts val="0"/>
              </a:spcAft>
              <a:buClr>
                <a:schemeClr val="dk1"/>
              </a:buClr>
              <a:buSzPts val="700"/>
              <a:buChar char="●"/>
              <a:defRPr sz="700">
                <a:solidFill>
                  <a:schemeClr val="dk1"/>
                </a:solidFill>
              </a:defRPr>
            </a:lvl4pPr>
            <a:lvl5pPr marL="2286000" indent="-273050" algn="l">
              <a:lnSpc>
                <a:spcPct val="90000"/>
              </a:lnSpc>
              <a:spcBef>
                <a:spcPts val="1200"/>
              </a:spcBef>
              <a:spcAft>
                <a:spcPts val="0"/>
              </a:spcAft>
              <a:buClr>
                <a:schemeClr val="dk1"/>
              </a:buClr>
              <a:buSzPts val="700"/>
              <a:buChar char="○"/>
              <a:defRPr sz="700">
                <a:solidFill>
                  <a:schemeClr val="dk1"/>
                </a:solidFill>
              </a:defRPr>
            </a:lvl5pPr>
            <a:lvl6pPr marL="2743200" indent="-273050" algn="l">
              <a:lnSpc>
                <a:spcPct val="90000"/>
              </a:lnSpc>
              <a:spcBef>
                <a:spcPts val="1200"/>
              </a:spcBef>
              <a:spcAft>
                <a:spcPts val="0"/>
              </a:spcAft>
              <a:buClr>
                <a:schemeClr val="dk1"/>
              </a:buClr>
              <a:buSzPts val="700"/>
              <a:buChar char="■"/>
              <a:defRPr sz="700">
                <a:solidFill>
                  <a:schemeClr val="dk1"/>
                </a:solidFill>
              </a:defRPr>
            </a:lvl6pPr>
            <a:lvl7pPr marL="3200400" indent="-273050" algn="l">
              <a:lnSpc>
                <a:spcPct val="90000"/>
              </a:lnSpc>
              <a:spcBef>
                <a:spcPts val="1200"/>
              </a:spcBef>
              <a:spcAft>
                <a:spcPts val="0"/>
              </a:spcAft>
              <a:buClr>
                <a:schemeClr val="dk1"/>
              </a:buClr>
              <a:buSzPts val="700"/>
              <a:buChar char="●"/>
              <a:defRPr sz="700">
                <a:solidFill>
                  <a:schemeClr val="dk1"/>
                </a:solidFill>
              </a:defRPr>
            </a:lvl7pPr>
            <a:lvl8pPr marL="3657600" indent="-273050" algn="l">
              <a:lnSpc>
                <a:spcPct val="90000"/>
              </a:lnSpc>
              <a:spcBef>
                <a:spcPts val="1200"/>
              </a:spcBef>
              <a:spcAft>
                <a:spcPts val="0"/>
              </a:spcAft>
              <a:buClr>
                <a:schemeClr val="dk1"/>
              </a:buClr>
              <a:buSzPts val="700"/>
              <a:buChar char="○"/>
              <a:defRPr sz="700">
                <a:solidFill>
                  <a:schemeClr val="dk1"/>
                </a:solidFill>
              </a:defRPr>
            </a:lvl8pPr>
            <a:lvl9pPr marL="4114800" indent="-273050" algn="l">
              <a:lnSpc>
                <a:spcPct val="90000"/>
              </a:lnSpc>
              <a:spcBef>
                <a:spcPts val="1200"/>
              </a:spcBef>
              <a:spcAft>
                <a:spcPts val="1200"/>
              </a:spcAft>
              <a:buClr>
                <a:schemeClr val="dk1"/>
              </a:buClr>
              <a:buSzPts val="700"/>
              <a:buChar char="■"/>
              <a:defRPr sz="700">
                <a:solidFill>
                  <a:schemeClr val="dk1"/>
                </a:solidFill>
              </a:defRPr>
            </a:lvl9pPr>
          </a:lstStyle>
          <a:p xmlns:a="http://schemas.openxmlformats.org/drawingml/2006/main"/>
        </p:txBody>
      </p:sp>
      <p:sp>
        <p:nvSpPr>
          <p:cNvPr id="1055" name="Google Shape;1055;p135">
            <a:extLst xmlns:a="http://schemas.openxmlformats.org/drawingml/2006/main">
              <a:ext uri="{FF2B5EF4-FFF2-40B4-BE49-F238E27FC236}">
                <a16:creationId xmlns:a16="http://schemas.microsoft.com/office/drawing/2014/main" id="{A74D11EA-199D-48EB-8BDA-C3DEFDE0339E}"/>
              </a:ext>
            </a:extLst>
          </p:cNvPr>
          <p:cNvSpPr>
            <a:spLocks xmlns:a="http://schemas.openxmlformats.org/drawingml/2006/main" noGrp="1"/>
          </p:cNvSpPr>
          <p:nvPr>
            <p:ph type="body" idx="14"/>
          </p:nvPr>
        </p:nvSpPr>
        <p:spPr>
          <a:xfrm xmlns:a="http://schemas.openxmlformats.org/drawingml/2006/main">
            <a:off x="3254148" y="1861144"/>
            <a:ext cx="2637000" cy="303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9050" tIns="19050" rIns="19050" bIns="19050" anchor="t">
            <a:spAutoFit/>
          </a:bodyPr>
          <a:lstStyle xmlns:a="http://schemas.openxmlformats.org/drawingml/2006/main">
            <a:lvl1pPr marL="457200" indent="-228600" algn="l">
              <a:lnSpc>
                <a:spcPct val="90000"/>
              </a:lnSpc>
              <a:spcBef>
                <a:spcPts val="400"/>
              </a:spcBef>
              <a:spcAft>
                <a:spcPts val="0"/>
              </a:spcAft>
              <a:buClr>
                <a:schemeClr val="dk1"/>
              </a:buClr>
              <a:buSzPts val="2300"/>
              <a:buNone/>
              <a:defRPr sz="2300" b="0" i="0" u="none" cap="none">
                <a:solidFill>
                  <a:schemeClr val="dk1"/>
                </a:solidFill>
              </a:defRPr>
            </a:lvl1pPr>
            <a:lvl2pPr marL="914400" indent="-273050" algn="l">
              <a:lnSpc>
                <a:spcPct val="90000"/>
              </a:lnSpc>
              <a:spcBef>
                <a:spcPts val="1200"/>
              </a:spcBef>
              <a:spcAft>
                <a:spcPts val="0"/>
              </a:spcAft>
              <a:buClr>
                <a:schemeClr val="dk1"/>
              </a:buClr>
              <a:buSzPts val="700"/>
              <a:buChar char="○"/>
              <a:defRPr sz="900">
                <a:solidFill>
                  <a:schemeClr val="dk1"/>
                </a:solidFill>
              </a:defRPr>
            </a:lvl2pPr>
            <a:lvl3pPr marL="1371600" indent="-273050" algn="l">
              <a:lnSpc>
                <a:spcPct val="90000"/>
              </a:lnSpc>
              <a:spcBef>
                <a:spcPts val="1200"/>
              </a:spcBef>
              <a:spcAft>
                <a:spcPts val="0"/>
              </a:spcAft>
              <a:buClr>
                <a:schemeClr val="dk1"/>
              </a:buClr>
              <a:buSzPts val="700"/>
              <a:buChar char="■"/>
              <a:defRPr sz="800">
                <a:solidFill>
                  <a:schemeClr val="dk1"/>
                </a:solidFill>
              </a:defRPr>
            </a:lvl3pPr>
            <a:lvl4pPr marL="1828800" indent="-273050" algn="l">
              <a:lnSpc>
                <a:spcPct val="90000"/>
              </a:lnSpc>
              <a:spcBef>
                <a:spcPts val="1200"/>
              </a:spcBef>
              <a:spcAft>
                <a:spcPts val="0"/>
              </a:spcAft>
              <a:buClr>
                <a:schemeClr val="dk1"/>
              </a:buClr>
              <a:buSzPts val="700"/>
              <a:buChar char="●"/>
              <a:defRPr sz="700">
                <a:solidFill>
                  <a:schemeClr val="dk1"/>
                </a:solidFill>
              </a:defRPr>
            </a:lvl4pPr>
            <a:lvl5pPr marL="2286000" indent="-273050" algn="l">
              <a:lnSpc>
                <a:spcPct val="90000"/>
              </a:lnSpc>
              <a:spcBef>
                <a:spcPts val="1200"/>
              </a:spcBef>
              <a:spcAft>
                <a:spcPts val="0"/>
              </a:spcAft>
              <a:buClr>
                <a:schemeClr val="dk1"/>
              </a:buClr>
              <a:buSzPts val="700"/>
              <a:buChar char="○"/>
              <a:defRPr sz="700">
                <a:solidFill>
                  <a:schemeClr val="dk1"/>
                </a:solidFill>
              </a:defRPr>
            </a:lvl5pPr>
            <a:lvl6pPr marL="2743200" indent="-273050" algn="l">
              <a:lnSpc>
                <a:spcPct val="90000"/>
              </a:lnSpc>
              <a:spcBef>
                <a:spcPts val="1200"/>
              </a:spcBef>
              <a:spcAft>
                <a:spcPts val="0"/>
              </a:spcAft>
              <a:buClr>
                <a:schemeClr val="dk1"/>
              </a:buClr>
              <a:buSzPts val="700"/>
              <a:buChar char="■"/>
              <a:defRPr sz="700">
                <a:solidFill>
                  <a:schemeClr val="dk1"/>
                </a:solidFill>
              </a:defRPr>
            </a:lvl6pPr>
            <a:lvl7pPr marL="3200400" indent="-273050" algn="l">
              <a:lnSpc>
                <a:spcPct val="90000"/>
              </a:lnSpc>
              <a:spcBef>
                <a:spcPts val="1200"/>
              </a:spcBef>
              <a:spcAft>
                <a:spcPts val="0"/>
              </a:spcAft>
              <a:buClr>
                <a:schemeClr val="dk1"/>
              </a:buClr>
              <a:buSzPts val="700"/>
              <a:buChar char="●"/>
              <a:defRPr sz="700">
                <a:solidFill>
                  <a:schemeClr val="dk1"/>
                </a:solidFill>
              </a:defRPr>
            </a:lvl7pPr>
            <a:lvl8pPr marL="3657600" indent="-273050" algn="l">
              <a:lnSpc>
                <a:spcPct val="90000"/>
              </a:lnSpc>
              <a:spcBef>
                <a:spcPts val="1200"/>
              </a:spcBef>
              <a:spcAft>
                <a:spcPts val="0"/>
              </a:spcAft>
              <a:buClr>
                <a:schemeClr val="dk1"/>
              </a:buClr>
              <a:buSzPts val="700"/>
              <a:buChar char="○"/>
              <a:defRPr sz="700">
                <a:solidFill>
                  <a:schemeClr val="dk1"/>
                </a:solidFill>
              </a:defRPr>
            </a:lvl8pPr>
            <a:lvl9pPr marL="4114800" indent="-273050" algn="l">
              <a:lnSpc>
                <a:spcPct val="90000"/>
              </a:lnSpc>
              <a:spcBef>
                <a:spcPts val="1200"/>
              </a:spcBef>
              <a:spcAft>
                <a:spcPts val="1200"/>
              </a:spcAft>
              <a:buClr>
                <a:schemeClr val="dk1"/>
              </a:buClr>
              <a:buSzPts val="700"/>
              <a:buChar char="■"/>
              <a:defRPr sz="700">
                <a:solidFill>
                  <a:schemeClr val="dk1"/>
                </a:solidFill>
              </a:defRPr>
            </a:lvl9pPr>
          </a:lstStyle>
          <a:p xmlns:a="http://schemas.openxmlformats.org/drawingml/2006/main"/>
        </p:txBody>
      </p:sp>
      <p:sp>
        <p:nvSpPr>
          <p:cNvPr id="1056" name="Google Shape;1056;p135">
            <a:extLst xmlns:a="http://schemas.openxmlformats.org/drawingml/2006/main">
              <a:ext uri="{FF2B5EF4-FFF2-40B4-BE49-F238E27FC236}">
                <a16:creationId xmlns:a16="http://schemas.microsoft.com/office/drawing/2014/main" id="{020A75B6-F9EE-42D1-97F0-5E81AB15195B}"/>
              </a:ext>
            </a:extLst>
          </p:cNvPr>
          <p:cNvSpPr>
            <a:spLocks xmlns:a="http://schemas.openxmlformats.org/drawingml/2006/main" noGrp="1"/>
          </p:cNvSpPr>
          <p:nvPr>
            <p:ph type="body" idx="15"/>
          </p:nvPr>
        </p:nvSpPr>
        <p:spPr>
          <a:xfrm xmlns:a="http://schemas.openxmlformats.org/drawingml/2006/main">
            <a:off x="3252951" y="4518777"/>
            <a:ext cx="2637000" cy="136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9050" tIns="19050" rIns="19050" bIns="19050" anchor="t">
            <a:spAutoFit/>
          </a:bodyPr>
          <a:lstStyle xmlns:a="http://schemas.openxmlformats.org/drawingml/2006/main">
            <a:lvl1pPr marL="457200" indent="-228600" algn="l">
              <a:lnSpc>
                <a:spcPct val="90000"/>
              </a:lnSpc>
              <a:spcBef>
                <a:spcPts val="400"/>
              </a:spcBef>
              <a:spcAft>
                <a:spcPts val="0"/>
              </a:spcAft>
              <a:buClr>
                <a:schemeClr val="dk1"/>
              </a:buClr>
              <a:buSzPts val="800"/>
              <a:buFont typeface="Arial"/>
              <a:buNone/>
              <a:defRPr sz="800" b="0" i="0" u="none" cap="none">
                <a:solidFill>
                  <a:schemeClr val="dk1"/>
                </a:solidFill>
              </a:defRPr>
            </a:lvl1pPr>
            <a:lvl2pPr marL="914400" indent="-273050" algn="l">
              <a:lnSpc>
                <a:spcPct val="90000"/>
              </a:lnSpc>
              <a:spcBef>
                <a:spcPts val="1200"/>
              </a:spcBef>
              <a:spcAft>
                <a:spcPts val="0"/>
              </a:spcAft>
              <a:buClr>
                <a:schemeClr val="dk1"/>
              </a:buClr>
              <a:buSzPts val="700"/>
              <a:buChar char="○"/>
              <a:defRPr sz="900">
                <a:solidFill>
                  <a:schemeClr val="dk1"/>
                </a:solidFill>
              </a:defRPr>
            </a:lvl2pPr>
            <a:lvl3pPr marL="1371600" indent="-273050" algn="l">
              <a:lnSpc>
                <a:spcPct val="90000"/>
              </a:lnSpc>
              <a:spcBef>
                <a:spcPts val="1200"/>
              </a:spcBef>
              <a:spcAft>
                <a:spcPts val="0"/>
              </a:spcAft>
              <a:buClr>
                <a:schemeClr val="dk1"/>
              </a:buClr>
              <a:buSzPts val="700"/>
              <a:buChar char="■"/>
              <a:defRPr sz="800">
                <a:solidFill>
                  <a:schemeClr val="dk1"/>
                </a:solidFill>
              </a:defRPr>
            </a:lvl3pPr>
            <a:lvl4pPr marL="1828800" indent="-273050" algn="l">
              <a:lnSpc>
                <a:spcPct val="90000"/>
              </a:lnSpc>
              <a:spcBef>
                <a:spcPts val="1200"/>
              </a:spcBef>
              <a:spcAft>
                <a:spcPts val="0"/>
              </a:spcAft>
              <a:buClr>
                <a:schemeClr val="dk1"/>
              </a:buClr>
              <a:buSzPts val="700"/>
              <a:buChar char="●"/>
              <a:defRPr sz="700">
                <a:solidFill>
                  <a:schemeClr val="dk1"/>
                </a:solidFill>
              </a:defRPr>
            </a:lvl4pPr>
            <a:lvl5pPr marL="2286000" indent="-273050" algn="l">
              <a:lnSpc>
                <a:spcPct val="90000"/>
              </a:lnSpc>
              <a:spcBef>
                <a:spcPts val="1200"/>
              </a:spcBef>
              <a:spcAft>
                <a:spcPts val="0"/>
              </a:spcAft>
              <a:buClr>
                <a:schemeClr val="dk1"/>
              </a:buClr>
              <a:buSzPts val="700"/>
              <a:buChar char="○"/>
              <a:defRPr sz="700">
                <a:solidFill>
                  <a:schemeClr val="dk1"/>
                </a:solidFill>
              </a:defRPr>
            </a:lvl5pPr>
            <a:lvl6pPr marL="2743200" indent="-273050" algn="l">
              <a:lnSpc>
                <a:spcPct val="90000"/>
              </a:lnSpc>
              <a:spcBef>
                <a:spcPts val="1200"/>
              </a:spcBef>
              <a:spcAft>
                <a:spcPts val="0"/>
              </a:spcAft>
              <a:buClr>
                <a:schemeClr val="dk1"/>
              </a:buClr>
              <a:buSzPts val="700"/>
              <a:buChar char="■"/>
              <a:defRPr sz="700">
                <a:solidFill>
                  <a:schemeClr val="dk1"/>
                </a:solidFill>
              </a:defRPr>
            </a:lvl6pPr>
            <a:lvl7pPr marL="3200400" indent="-273050" algn="l">
              <a:lnSpc>
                <a:spcPct val="90000"/>
              </a:lnSpc>
              <a:spcBef>
                <a:spcPts val="1200"/>
              </a:spcBef>
              <a:spcAft>
                <a:spcPts val="0"/>
              </a:spcAft>
              <a:buClr>
                <a:schemeClr val="dk1"/>
              </a:buClr>
              <a:buSzPts val="700"/>
              <a:buChar char="●"/>
              <a:defRPr sz="700">
                <a:solidFill>
                  <a:schemeClr val="dk1"/>
                </a:solidFill>
              </a:defRPr>
            </a:lvl7pPr>
            <a:lvl8pPr marL="3657600" indent="-273050" algn="l">
              <a:lnSpc>
                <a:spcPct val="90000"/>
              </a:lnSpc>
              <a:spcBef>
                <a:spcPts val="1200"/>
              </a:spcBef>
              <a:spcAft>
                <a:spcPts val="0"/>
              </a:spcAft>
              <a:buClr>
                <a:schemeClr val="dk1"/>
              </a:buClr>
              <a:buSzPts val="700"/>
              <a:buChar char="○"/>
              <a:defRPr sz="700">
                <a:solidFill>
                  <a:schemeClr val="dk1"/>
                </a:solidFill>
              </a:defRPr>
            </a:lvl8pPr>
            <a:lvl9pPr marL="4114800" indent="-273050" algn="l">
              <a:lnSpc>
                <a:spcPct val="90000"/>
              </a:lnSpc>
              <a:spcBef>
                <a:spcPts val="1200"/>
              </a:spcBef>
              <a:spcAft>
                <a:spcPts val="1200"/>
              </a:spcAft>
              <a:buClr>
                <a:schemeClr val="dk1"/>
              </a:buClr>
              <a:buSzPts val="700"/>
              <a:buChar char="■"/>
              <a:defRPr sz="700">
                <a:solidFill>
                  <a:schemeClr val="dk1"/>
                </a:solidFill>
              </a:defRPr>
            </a:lvl9pPr>
          </a:lstStyle>
          <a:p xmlns:a="http://schemas.openxmlformats.org/drawingml/2006/main"/>
        </p:txBody>
      </p:sp>
      <p:sp>
        <p:nvSpPr>
          <p:cNvPr id="1057" name="Google Shape;1057;p135">
            <a:extLst xmlns:a="http://schemas.openxmlformats.org/drawingml/2006/main">
              <a:ext uri="{FF2B5EF4-FFF2-40B4-BE49-F238E27FC236}">
                <a16:creationId xmlns:a16="http://schemas.microsoft.com/office/drawing/2014/main" id="{57AE467D-DFF4-40B1-ACF1-B884BF9CF8DC}"/>
              </a:ext>
            </a:extLst>
          </p:cNvPr>
          <p:cNvSpPr>
            <a:spLocks xmlns:a="http://schemas.openxmlformats.org/drawingml/2006/main" noGrp="1"/>
          </p:cNvSpPr>
          <p:nvPr>
            <p:ph type="body" idx="16"/>
          </p:nvPr>
        </p:nvSpPr>
        <p:spPr>
          <a:xfrm xmlns:a="http://schemas.openxmlformats.org/drawingml/2006/main">
            <a:off x="3254148" y="3415881"/>
            <a:ext cx="2637000" cy="20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9050" tIns="19050" rIns="19050" bIns="19050" anchor="t">
            <a:spAutoFit/>
          </a:bodyPr>
          <a:lstStyle xmlns:a="http://schemas.openxmlformats.org/drawingml/2006/main">
            <a:lvl1pPr marL="457200" indent="-228600" algn="l">
              <a:lnSpc>
                <a:spcPct val="90000"/>
              </a:lnSpc>
              <a:spcBef>
                <a:spcPts val="400"/>
              </a:spcBef>
              <a:spcAft>
                <a:spcPts val="0"/>
              </a:spcAft>
              <a:buClr>
                <a:schemeClr val="dk1"/>
              </a:buClr>
              <a:buSzPts val="1300"/>
              <a:buFont typeface="Arial"/>
              <a:buNone/>
              <a:defRPr sz="1300" b="0" i="0" u="none" cap="none">
                <a:solidFill>
                  <a:schemeClr val="dk1"/>
                </a:solidFill>
              </a:defRPr>
            </a:lvl1pPr>
            <a:lvl2pPr marL="914400" indent="-273050" algn="l">
              <a:lnSpc>
                <a:spcPct val="90000"/>
              </a:lnSpc>
              <a:spcBef>
                <a:spcPts val="1200"/>
              </a:spcBef>
              <a:spcAft>
                <a:spcPts val="0"/>
              </a:spcAft>
              <a:buClr>
                <a:schemeClr val="dk1"/>
              </a:buClr>
              <a:buSzPts val="700"/>
              <a:buChar char="○"/>
              <a:defRPr sz="900">
                <a:solidFill>
                  <a:schemeClr val="dk1"/>
                </a:solidFill>
              </a:defRPr>
            </a:lvl2pPr>
            <a:lvl3pPr marL="1371600" indent="-273050" algn="l">
              <a:lnSpc>
                <a:spcPct val="90000"/>
              </a:lnSpc>
              <a:spcBef>
                <a:spcPts val="1200"/>
              </a:spcBef>
              <a:spcAft>
                <a:spcPts val="0"/>
              </a:spcAft>
              <a:buClr>
                <a:schemeClr val="dk1"/>
              </a:buClr>
              <a:buSzPts val="700"/>
              <a:buChar char="■"/>
              <a:defRPr sz="800">
                <a:solidFill>
                  <a:schemeClr val="dk1"/>
                </a:solidFill>
              </a:defRPr>
            </a:lvl3pPr>
            <a:lvl4pPr marL="1828800" indent="-273050" algn="l">
              <a:lnSpc>
                <a:spcPct val="90000"/>
              </a:lnSpc>
              <a:spcBef>
                <a:spcPts val="1200"/>
              </a:spcBef>
              <a:spcAft>
                <a:spcPts val="0"/>
              </a:spcAft>
              <a:buClr>
                <a:schemeClr val="dk1"/>
              </a:buClr>
              <a:buSzPts val="700"/>
              <a:buChar char="●"/>
              <a:defRPr sz="700">
                <a:solidFill>
                  <a:schemeClr val="dk1"/>
                </a:solidFill>
              </a:defRPr>
            </a:lvl4pPr>
            <a:lvl5pPr marL="2286000" indent="-273050" algn="l">
              <a:lnSpc>
                <a:spcPct val="90000"/>
              </a:lnSpc>
              <a:spcBef>
                <a:spcPts val="1200"/>
              </a:spcBef>
              <a:spcAft>
                <a:spcPts val="0"/>
              </a:spcAft>
              <a:buClr>
                <a:schemeClr val="dk1"/>
              </a:buClr>
              <a:buSzPts val="700"/>
              <a:buChar char="○"/>
              <a:defRPr sz="700">
                <a:solidFill>
                  <a:schemeClr val="dk1"/>
                </a:solidFill>
              </a:defRPr>
            </a:lvl5pPr>
            <a:lvl6pPr marL="2743200" indent="-273050" algn="l">
              <a:lnSpc>
                <a:spcPct val="90000"/>
              </a:lnSpc>
              <a:spcBef>
                <a:spcPts val="1200"/>
              </a:spcBef>
              <a:spcAft>
                <a:spcPts val="0"/>
              </a:spcAft>
              <a:buClr>
                <a:schemeClr val="dk1"/>
              </a:buClr>
              <a:buSzPts val="700"/>
              <a:buChar char="■"/>
              <a:defRPr sz="700">
                <a:solidFill>
                  <a:schemeClr val="dk1"/>
                </a:solidFill>
              </a:defRPr>
            </a:lvl6pPr>
            <a:lvl7pPr marL="3200400" indent="-273050" algn="l">
              <a:lnSpc>
                <a:spcPct val="90000"/>
              </a:lnSpc>
              <a:spcBef>
                <a:spcPts val="1200"/>
              </a:spcBef>
              <a:spcAft>
                <a:spcPts val="0"/>
              </a:spcAft>
              <a:buClr>
                <a:schemeClr val="dk1"/>
              </a:buClr>
              <a:buSzPts val="700"/>
              <a:buChar char="●"/>
              <a:defRPr sz="700">
                <a:solidFill>
                  <a:schemeClr val="dk1"/>
                </a:solidFill>
              </a:defRPr>
            </a:lvl7pPr>
            <a:lvl8pPr marL="3657600" indent="-273050" algn="l">
              <a:lnSpc>
                <a:spcPct val="90000"/>
              </a:lnSpc>
              <a:spcBef>
                <a:spcPts val="1200"/>
              </a:spcBef>
              <a:spcAft>
                <a:spcPts val="0"/>
              </a:spcAft>
              <a:buClr>
                <a:schemeClr val="dk1"/>
              </a:buClr>
              <a:buSzPts val="700"/>
              <a:buChar char="○"/>
              <a:defRPr sz="700">
                <a:solidFill>
                  <a:schemeClr val="dk1"/>
                </a:solidFill>
              </a:defRPr>
            </a:lvl8pPr>
            <a:lvl9pPr marL="4114800" indent="-273050" algn="l">
              <a:lnSpc>
                <a:spcPct val="90000"/>
              </a:lnSpc>
              <a:spcBef>
                <a:spcPts val="1200"/>
              </a:spcBef>
              <a:spcAft>
                <a:spcPts val="1200"/>
              </a:spcAft>
              <a:buClr>
                <a:schemeClr val="dk1"/>
              </a:buClr>
              <a:buSzPts val="700"/>
              <a:buChar char="■"/>
              <a:defRPr sz="700">
                <a:solidFill>
                  <a:schemeClr val="dk1"/>
                </a:solidFill>
              </a:defRPr>
            </a:lvl9pPr>
          </a:lstStyle>
          <a:p xmlns:a="http://schemas.openxmlformats.org/drawingml/2006/main"/>
        </p:txBody>
      </p:sp>
      <p:sp>
        <p:nvSpPr>
          <p:cNvPr id="1058" name="Google Shape;1058;p135">
            <a:extLst xmlns:a="http://schemas.openxmlformats.org/drawingml/2006/main">
              <a:ext uri="{FF2B5EF4-FFF2-40B4-BE49-F238E27FC236}">
                <a16:creationId xmlns:a16="http://schemas.microsoft.com/office/drawing/2014/main" id="{96885392-214D-4EB0-BC4F-692CCB6FAAEF}"/>
              </a:ext>
            </a:extLst>
          </p:cNvPr>
          <p:cNvSpPr>
            <a:spLocks xmlns:a="http://schemas.openxmlformats.org/drawingml/2006/main" noGrp="1"/>
          </p:cNvSpPr>
          <p:nvPr>
            <p:ph type="body" idx="17"/>
          </p:nvPr>
        </p:nvSpPr>
        <p:spPr>
          <a:xfrm xmlns:a="http://schemas.openxmlformats.org/drawingml/2006/main">
            <a:off x="6201148" y="3415881"/>
            <a:ext cx="2637000" cy="303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9050" tIns="19050" rIns="19050" bIns="19050" anchor="t">
            <a:spAutoFit/>
          </a:bodyPr>
          <a:lstStyle xmlns:a="http://schemas.openxmlformats.org/drawingml/2006/main">
            <a:lvl1pPr marL="457200" indent="-228600" algn="l">
              <a:lnSpc>
                <a:spcPct val="90000"/>
              </a:lnSpc>
              <a:spcBef>
                <a:spcPts val="400"/>
              </a:spcBef>
              <a:spcAft>
                <a:spcPts val="0"/>
              </a:spcAft>
              <a:buClr>
                <a:schemeClr val="dk1"/>
              </a:buClr>
              <a:buSzPts val="2300"/>
              <a:buNone/>
              <a:defRPr sz="2300" b="0" i="0" u="none" cap="none">
                <a:solidFill>
                  <a:schemeClr val="dk1"/>
                </a:solidFill>
              </a:defRPr>
            </a:lvl1pPr>
            <a:lvl2pPr marL="914400" indent="-273050" algn="l">
              <a:lnSpc>
                <a:spcPct val="90000"/>
              </a:lnSpc>
              <a:spcBef>
                <a:spcPts val="1200"/>
              </a:spcBef>
              <a:spcAft>
                <a:spcPts val="0"/>
              </a:spcAft>
              <a:buClr>
                <a:schemeClr val="dk1"/>
              </a:buClr>
              <a:buSzPts val="700"/>
              <a:buChar char="○"/>
              <a:defRPr sz="900">
                <a:solidFill>
                  <a:schemeClr val="dk1"/>
                </a:solidFill>
              </a:defRPr>
            </a:lvl2pPr>
            <a:lvl3pPr marL="1371600" indent="-273050" algn="l">
              <a:lnSpc>
                <a:spcPct val="90000"/>
              </a:lnSpc>
              <a:spcBef>
                <a:spcPts val="1200"/>
              </a:spcBef>
              <a:spcAft>
                <a:spcPts val="0"/>
              </a:spcAft>
              <a:buClr>
                <a:schemeClr val="dk1"/>
              </a:buClr>
              <a:buSzPts val="700"/>
              <a:buChar char="■"/>
              <a:defRPr sz="800">
                <a:solidFill>
                  <a:schemeClr val="dk1"/>
                </a:solidFill>
              </a:defRPr>
            </a:lvl3pPr>
            <a:lvl4pPr marL="1828800" indent="-273050" algn="l">
              <a:lnSpc>
                <a:spcPct val="90000"/>
              </a:lnSpc>
              <a:spcBef>
                <a:spcPts val="1200"/>
              </a:spcBef>
              <a:spcAft>
                <a:spcPts val="0"/>
              </a:spcAft>
              <a:buClr>
                <a:schemeClr val="dk1"/>
              </a:buClr>
              <a:buSzPts val="700"/>
              <a:buChar char="●"/>
              <a:defRPr sz="700">
                <a:solidFill>
                  <a:schemeClr val="dk1"/>
                </a:solidFill>
              </a:defRPr>
            </a:lvl4pPr>
            <a:lvl5pPr marL="2286000" indent="-273050" algn="l">
              <a:lnSpc>
                <a:spcPct val="90000"/>
              </a:lnSpc>
              <a:spcBef>
                <a:spcPts val="1200"/>
              </a:spcBef>
              <a:spcAft>
                <a:spcPts val="0"/>
              </a:spcAft>
              <a:buClr>
                <a:schemeClr val="dk1"/>
              </a:buClr>
              <a:buSzPts val="700"/>
              <a:buChar char="○"/>
              <a:defRPr sz="700">
                <a:solidFill>
                  <a:schemeClr val="dk1"/>
                </a:solidFill>
              </a:defRPr>
            </a:lvl5pPr>
            <a:lvl6pPr marL="2743200" indent="-273050" algn="l">
              <a:lnSpc>
                <a:spcPct val="90000"/>
              </a:lnSpc>
              <a:spcBef>
                <a:spcPts val="1200"/>
              </a:spcBef>
              <a:spcAft>
                <a:spcPts val="0"/>
              </a:spcAft>
              <a:buClr>
                <a:schemeClr val="dk1"/>
              </a:buClr>
              <a:buSzPts val="700"/>
              <a:buChar char="■"/>
              <a:defRPr sz="700">
                <a:solidFill>
                  <a:schemeClr val="dk1"/>
                </a:solidFill>
              </a:defRPr>
            </a:lvl6pPr>
            <a:lvl7pPr marL="3200400" indent="-273050" algn="l">
              <a:lnSpc>
                <a:spcPct val="90000"/>
              </a:lnSpc>
              <a:spcBef>
                <a:spcPts val="1200"/>
              </a:spcBef>
              <a:spcAft>
                <a:spcPts val="0"/>
              </a:spcAft>
              <a:buClr>
                <a:schemeClr val="dk1"/>
              </a:buClr>
              <a:buSzPts val="700"/>
              <a:buChar char="●"/>
              <a:defRPr sz="700">
                <a:solidFill>
                  <a:schemeClr val="dk1"/>
                </a:solidFill>
              </a:defRPr>
            </a:lvl7pPr>
            <a:lvl8pPr marL="3657600" indent="-273050" algn="l">
              <a:lnSpc>
                <a:spcPct val="90000"/>
              </a:lnSpc>
              <a:spcBef>
                <a:spcPts val="1200"/>
              </a:spcBef>
              <a:spcAft>
                <a:spcPts val="0"/>
              </a:spcAft>
              <a:buClr>
                <a:schemeClr val="dk1"/>
              </a:buClr>
              <a:buSzPts val="700"/>
              <a:buChar char="○"/>
              <a:defRPr sz="700">
                <a:solidFill>
                  <a:schemeClr val="dk1"/>
                </a:solidFill>
              </a:defRPr>
            </a:lvl8pPr>
            <a:lvl9pPr marL="4114800" indent="-273050" algn="l">
              <a:lnSpc>
                <a:spcPct val="90000"/>
              </a:lnSpc>
              <a:spcBef>
                <a:spcPts val="1200"/>
              </a:spcBef>
              <a:spcAft>
                <a:spcPts val="1200"/>
              </a:spcAft>
              <a:buClr>
                <a:schemeClr val="dk1"/>
              </a:buClr>
              <a:buSzPts val="700"/>
              <a:buChar char="■"/>
              <a:defRPr sz="700">
                <a:solidFill>
                  <a:schemeClr val="dk1"/>
                </a:solidFill>
              </a:defRPr>
            </a:lvl9pPr>
          </a:lstStyle>
          <a:p xmlns:a="http://schemas.openxmlformats.org/drawingml/2006/main"/>
        </p:txBody>
      </p:sp>
      <p:sp>
        <p:nvSpPr>
          <p:cNvPr id="1059" name="Google Shape;1059;p135">
            <a:extLst xmlns:a="http://schemas.openxmlformats.org/drawingml/2006/main">
              <a:ext uri="{FF2B5EF4-FFF2-40B4-BE49-F238E27FC236}">
                <a16:creationId xmlns:a16="http://schemas.microsoft.com/office/drawing/2014/main" id="{9812D3E1-C0BA-4213-A7D7-5039C8DC1C66}"/>
              </a:ext>
            </a:extLst>
          </p:cNvPr>
          <p:cNvSpPr>
            <a:spLocks xmlns:a="http://schemas.openxmlformats.org/drawingml/2006/main" noGrp="1"/>
          </p:cNvSpPr>
          <p:nvPr>
            <p:ph type="title" idx="0"/>
          </p:nvPr>
        </p:nvSpPr>
        <p:spPr>
          <a:xfrm xmlns:a="http://schemas.openxmlformats.org/drawingml/2006/main">
            <a:off x="201375" y="295825"/>
            <a:ext cx="2834400" cy="346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4300" tIns="17150" rIns="34300" bIns="17150" anchor="t">
            <a:noAutofit/>
          </a:bodyPr>
          <a:lstStyle xmlns:a="http://schemas.openxmlformats.org/drawingml/2006/main">
            <a:lvl1pPr algn="l">
              <a:lnSpc>
                <a:spcPct val="90000"/>
              </a:lnSpc>
              <a:spcBef>
                <a:spcPts val="0"/>
              </a:spcBef>
              <a:spcAft>
                <a:spcPts val="0"/>
              </a:spcAft>
              <a:buClr>
                <a:schemeClr val="dk1"/>
              </a:buClr>
              <a:buSzPts val="2250"/>
              <a:buFont typeface="Helvetica Neue"/>
              <a:buNone/>
              <a:defRPr sz="2250" b="0">
                <a:solidFill>
                  <a:schemeClr val="dk1"/>
                </a:solidFill>
              </a:defRPr>
            </a:lvl1pPr>
            <a:lvl2pPr>
              <a:spcBef>
                <a:spcPts val="0"/>
              </a:spcBef>
              <a:spcAft>
                <a:spcPts val="0"/>
              </a:spcAft>
              <a:buSzPts val="500"/>
              <a:buNone/>
              <a:defRPr sz="700"/>
            </a:lvl2pPr>
            <a:lvl3pPr>
              <a:spcBef>
                <a:spcPts val="0"/>
              </a:spcBef>
              <a:spcAft>
                <a:spcPts val="0"/>
              </a:spcAft>
              <a:buSzPts val="500"/>
              <a:buNone/>
              <a:defRPr sz="700"/>
            </a:lvl3pPr>
            <a:lvl4pPr>
              <a:spcBef>
                <a:spcPts val="0"/>
              </a:spcBef>
              <a:spcAft>
                <a:spcPts val="0"/>
              </a:spcAft>
              <a:buSzPts val="500"/>
              <a:buNone/>
              <a:defRPr sz="700"/>
            </a:lvl4pPr>
            <a:lvl5pPr>
              <a:spcBef>
                <a:spcPts val="0"/>
              </a:spcBef>
              <a:spcAft>
                <a:spcPts val="0"/>
              </a:spcAft>
              <a:buSzPts val="500"/>
              <a:buNone/>
              <a:defRPr sz="700"/>
            </a:lvl5pPr>
            <a:lvl6pPr>
              <a:spcBef>
                <a:spcPts val="0"/>
              </a:spcBef>
              <a:spcAft>
                <a:spcPts val="0"/>
              </a:spcAft>
              <a:buSzPts val="500"/>
              <a:buNone/>
              <a:defRPr sz="700"/>
            </a:lvl6pPr>
            <a:lvl7pPr>
              <a:spcBef>
                <a:spcPts val="0"/>
              </a:spcBef>
              <a:spcAft>
                <a:spcPts val="0"/>
              </a:spcAft>
              <a:buSzPts val="500"/>
              <a:buNone/>
              <a:defRPr sz="700"/>
            </a:lvl7pPr>
            <a:lvl8pPr>
              <a:spcBef>
                <a:spcPts val="0"/>
              </a:spcBef>
              <a:spcAft>
                <a:spcPts val="0"/>
              </a:spcAft>
              <a:buSzPts val="500"/>
              <a:buNone/>
              <a:defRPr sz="700"/>
            </a:lvl8pPr>
            <a:lvl9pPr>
              <a:spcBef>
                <a:spcPts val="0"/>
              </a:spcBef>
              <a:spcAft>
                <a:spcPts val="0"/>
              </a:spcAft>
              <a:buSzPts val="500"/>
              <a:buNone/>
              <a:defRPr sz="700"/>
            </a:lvl9pPr>
          </a:lstStyle>
          <a:p xmlns:a="http://schemas.openxmlformats.org/drawingml/2006/main"/>
        </p:txBody>
      </p:sp>
      <p:pic>
        <p:nvPicPr>
          <p:cNvPr id="1076" name="Google Shape;1060;p135"/>
          <p:cNvPicPr>
            <a:picLocks xmlns:a="http://schemas.openxmlformats.org/drawingml/2006/main" noChangeAspect="1"/>
          </p:cNvPicPr>
          <p:nvPr/>
        </p:nvPicPr>
        <p:blipFill>
          <a:blip xmlns:r="http://schemas.openxmlformats.org/officeDocument/2006/relationships" xmlns:a="http://schemas.openxmlformats.org/drawingml/2006/main" r:embed="R9a78d4102eb04ffb">
            <a:alphaModFix/>
          </a:blip>
          <a:stretch xmlns:a="http://schemas.openxmlformats.org/drawingml/2006/main">
            <a:fillRect l="0" t="0" r="0" b="0"/>
          </a:stretch>
        </p:blipFill>
        <p:spPr>
          <a:xfrm xmlns:a="http://schemas.openxmlformats.org/drawingml/2006/main">
            <a:off x="228600" y="4836074"/>
            <a:ext cx="153925" cy="153925"/>
          </a:xfrm>
          <a:prstGeom xmlns:a="http://schemas.openxmlformats.org/drawingml/2006/main" prst="rect">
            <a:avLst/>
          </a:prstGeom>
          <a:ln xmlns:a="http://schemas.openxmlformats.org/drawingml/2006/main">
            <a:noFill/>
          </a:ln>
        </p:spPr>
      </p:pic>
    </p:spTree>
  </p:cSld>
</p:sldLayout>
</file>

<file path=ppt/slideLayouts/slideLayout134.xml><?xml version="1.0" encoding="utf-8"?>
<p:sldLayout xmlns:p="http://schemas.openxmlformats.org/presentationml/2006/main" matchingName="Data viz - Large title 1">
  <p:cSld name="6_Custom Layout_1">
    <p:spTree>
      <p:nvGrpSpPr>
        <p:cNvPr id="1" name=""/>
        <p:cNvGrpSpPr/>
        <p:nvPr/>
      </p:nvGrpSpPr>
      <p:grpSpPr>
        <a:xfrm xmlns:a="http://schemas.openxmlformats.org/drawingml/2006/main"/>
      </p:grpSpPr>
      <p:sp>
        <p:nvSpPr>
          <p:cNvPr id="1062" name="Google Shape;1062;p136">
            <a:extLst xmlns:a="http://schemas.openxmlformats.org/drawingml/2006/main">
              <a:ext uri="{FF2B5EF4-FFF2-40B4-BE49-F238E27FC236}">
                <a16:creationId xmlns:a16="http://schemas.microsoft.com/office/drawing/2014/main" id="{F500753B-1CE2-43C0-A3D5-3DEAE8B2C4B1}"/>
              </a:ext>
            </a:extLst>
          </p:cNvPr>
          <p:cNvSpPr>
            <a:spLocks xmlns:a="http://schemas.openxmlformats.org/drawingml/2006/main" noGrp="1"/>
          </p:cNvSpPr>
          <p:nvPr>
            <p:ph type="body" idx="1"/>
          </p:nvPr>
        </p:nvSpPr>
        <p:spPr>
          <a:xfrm xmlns:a="http://schemas.openxmlformats.org/drawingml/2006/main">
            <a:off x="201377" y="164051"/>
            <a:ext cx="2635800" cy="164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9050" tIns="19050" rIns="19050" bIns="19050" anchor="t">
            <a:spAutoFit/>
          </a:bodyPr>
          <a:lstStyle xmlns:a="http://schemas.openxmlformats.org/drawingml/2006/main">
            <a:lvl1pPr marL="457200" indent="-228600" algn="l">
              <a:lnSpc>
                <a:spcPct val="90000"/>
              </a:lnSpc>
              <a:spcBef>
                <a:spcPts val="400"/>
              </a:spcBef>
              <a:spcAft>
                <a:spcPts val="0"/>
              </a:spcAft>
              <a:buClr>
                <a:schemeClr val="dk2"/>
              </a:buClr>
              <a:buSzPts val="750"/>
              <a:buNone/>
              <a:defRPr sz="750" b="0" i="0" u="none" cap="none">
                <a:solidFill>
                  <a:schemeClr val="dk2"/>
                </a:solidFill>
              </a:defRPr>
            </a:lvl1pPr>
            <a:lvl2pPr marL="914400" indent="-276225" algn="l">
              <a:lnSpc>
                <a:spcPct val="90000"/>
              </a:lnSpc>
              <a:spcBef>
                <a:spcPts val="1200"/>
              </a:spcBef>
              <a:spcAft>
                <a:spcPts val="0"/>
              </a:spcAft>
              <a:buClr>
                <a:schemeClr val="lt1"/>
              </a:buClr>
              <a:buSzPts val="750"/>
              <a:buChar char="○"/>
              <a:defRPr sz="750"/>
            </a:lvl2pPr>
            <a:lvl3pPr marL="1371600" indent="-276225" algn="l">
              <a:lnSpc>
                <a:spcPct val="90000"/>
              </a:lnSpc>
              <a:spcBef>
                <a:spcPts val="1200"/>
              </a:spcBef>
              <a:spcAft>
                <a:spcPts val="0"/>
              </a:spcAft>
              <a:buClr>
                <a:schemeClr val="lt1"/>
              </a:buClr>
              <a:buSzPts val="750"/>
              <a:buChar char="■"/>
              <a:defRPr sz="750"/>
            </a:lvl3pPr>
            <a:lvl4pPr marL="1828800" indent="-276225" algn="l">
              <a:lnSpc>
                <a:spcPct val="90000"/>
              </a:lnSpc>
              <a:spcBef>
                <a:spcPts val="1200"/>
              </a:spcBef>
              <a:spcAft>
                <a:spcPts val="0"/>
              </a:spcAft>
              <a:buClr>
                <a:schemeClr val="lt1"/>
              </a:buClr>
              <a:buSzPts val="750"/>
              <a:buChar char="●"/>
              <a:defRPr sz="750"/>
            </a:lvl4pPr>
            <a:lvl5pPr marL="2286000" indent="-276225" algn="l">
              <a:lnSpc>
                <a:spcPct val="90000"/>
              </a:lnSpc>
              <a:spcBef>
                <a:spcPts val="1200"/>
              </a:spcBef>
              <a:spcAft>
                <a:spcPts val="0"/>
              </a:spcAft>
              <a:buClr>
                <a:schemeClr val="lt1"/>
              </a:buClr>
              <a:buSzPts val="750"/>
              <a:buChar char="○"/>
              <a:defRPr sz="750"/>
            </a:lvl5pPr>
            <a:lvl6pPr marL="2743200" indent="-276225" algn="l">
              <a:lnSpc>
                <a:spcPct val="90000"/>
              </a:lnSpc>
              <a:spcBef>
                <a:spcPts val="1200"/>
              </a:spcBef>
              <a:spcAft>
                <a:spcPts val="0"/>
              </a:spcAft>
              <a:buClr>
                <a:schemeClr val="dk1"/>
              </a:buClr>
              <a:buSzPts val="750"/>
              <a:buChar char="■"/>
              <a:defRPr sz="750"/>
            </a:lvl6pPr>
            <a:lvl7pPr marL="3200400" indent="-276225" algn="l">
              <a:lnSpc>
                <a:spcPct val="90000"/>
              </a:lnSpc>
              <a:spcBef>
                <a:spcPts val="1200"/>
              </a:spcBef>
              <a:spcAft>
                <a:spcPts val="0"/>
              </a:spcAft>
              <a:buClr>
                <a:schemeClr val="dk1"/>
              </a:buClr>
              <a:buSzPts val="750"/>
              <a:buChar char="●"/>
              <a:defRPr sz="750"/>
            </a:lvl7pPr>
            <a:lvl8pPr marL="3657600" indent="-276225" algn="l">
              <a:lnSpc>
                <a:spcPct val="90000"/>
              </a:lnSpc>
              <a:spcBef>
                <a:spcPts val="1200"/>
              </a:spcBef>
              <a:spcAft>
                <a:spcPts val="0"/>
              </a:spcAft>
              <a:buClr>
                <a:schemeClr val="dk1"/>
              </a:buClr>
              <a:buSzPts val="750"/>
              <a:buChar char="○"/>
              <a:defRPr sz="750"/>
            </a:lvl8pPr>
            <a:lvl9pPr marL="4114800" indent="-276225" algn="l">
              <a:lnSpc>
                <a:spcPct val="90000"/>
              </a:lnSpc>
              <a:spcBef>
                <a:spcPts val="1200"/>
              </a:spcBef>
              <a:spcAft>
                <a:spcPts val="1200"/>
              </a:spcAft>
              <a:buClr>
                <a:schemeClr val="dk1"/>
              </a:buClr>
              <a:buSzPts val="750"/>
              <a:buChar char="■"/>
              <a:defRPr sz="750"/>
            </a:lvl9pPr>
          </a:lstStyle>
          <a:p xmlns:a="http://schemas.openxmlformats.org/drawingml/2006/main"/>
        </p:txBody>
      </p:sp>
      <p:sp>
        <p:nvSpPr>
          <p:cNvPr id="1063" name="Google Shape;1063;p136">
            <a:extLst xmlns:a="http://schemas.openxmlformats.org/drawingml/2006/main">
              <a:ext uri="{FF2B5EF4-FFF2-40B4-BE49-F238E27FC236}">
                <a16:creationId xmlns:a16="http://schemas.microsoft.com/office/drawing/2014/main" id="{07B22828-5692-446D-92E9-9E9446279EAF}"/>
              </a:ext>
            </a:extLst>
          </p:cNvPr>
          <p:cNvSpPr>
            <a:spLocks xmlns:a="http://schemas.openxmlformats.org/drawingml/2006/main" noGrp="1"/>
          </p:cNvSpPr>
          <p:nvPr>
            <p:ph type="title" idx="0"/>
          </p:nvPr>
        </p:nvSpPr>
        <p:spPr>
          <a:xfrm xmlns:a="http://schemas.openxmlformats.org/drawingml/2006/main">
            <a:off x="201377" y="366541"/>
            <a:ext cx="5580000" cy="496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0575" tIns="17150" rIns="20575" bIns="17150" anchor="t">
            <a:spAutoFit/>
          </a:bodyPr>
          <a:lstStyle xmlns:a="http://schemas.openxmlformats.org/drawingml/2006/main">
            <a:lvl1pPr algn="l">
              <a:lnSpc>
                <a:spcPct val="80000"/>
              </a:lnSpc>
              <a:spcBef>
                <a:spcPts val="0"/>
              </a:spcBef>
              <a:spcAft>
                <a:spcPts val="0"/>
              </a:spcAft>
              <a:buClr>
                <a:schemeClr val="dk1"/>
              </a:buClr>
              <a:buSzPts val="3800"/>
              <a:buFont typeface="Helvetica Neue"/>
              <a:buNone/>
              <a:defRPr sz="3800">
                <a:solidFill>
                  <a:schemeClr val="dk1"/>
                </a:solidFill>
              </a:defRPr>
            </a:lvl1pPr>
            <a:lvl2pPr>
              <a:spcBef>
                <a:spcPts val="0"/>
              </a:spcBef>
              <a:spcAft>
                <a:spcPts val="0"/>
              </a:spcAft>
              <a:buSzPts val="500"/>
              <a:buNone/>
              <a:defRPr sz="700"/>
            </a:lvl2pPr>
            <a:lvl3pPr>
              <a:spcBef>
                <a:spcPts val="0"/>
              </a:spcBef>
              <a:spcAft>
                <a:spcPts val="0"/>
              </a:spcAft>
              <a:buSzPts val="500"/>
              <a:buNone/>
              <a:defRPr sz="700"/>
            </a:lvl3pPr>
            <a:lvl4pPr>
              <a:spcBef>
                <a:spcPts val="0"/>
              </a:spcBef>
              <a:spcAft>
                <a:spcPts val="0"/>
              </a:spcAft>
              <a:buSzPts val="500"/>
              <a:buNone/>
              <a:defRPr sz="700"/>
            </a:lvl4pPr>
            <a:lvl5pPr>
              <a:spcBef>
                <a:spcPts val="0"/>
              </a:spcBef>
              <a:spcAft>
                <a:spcPts val="0"/>
              </a:spcAft>
              <a:buSzPts val="500"/>
              <a:buNone/>
              <a:defRPr sz="700"/>
            </a:lvl5pPr>
            <a:lvl6pPr>
              <a:spcBef>
                <a:spcPts val="0"/>
              </a:spcBef>
              <a:spcAft>
                <a:spcPts val="0"/>
              </a:spcAft>
              <a:buSzPts val="500"/>
              <a:buNone/>
              <a:defRPr sz="700"/>
            </a:lvl6pPr>
            <a:lvl7pPr>
              <a:spcBef>
                <a:spcPts val="0"/>
              </a:spcBef>
              <a:spcAft>
                <a:spcPts val="0"/>
              </a:spcAft>
              <a:buSzPts val="500"/>
              <a:buNone/>
              <a:defRPr sz="700"/>
            </a:lvl7pPr>
            <a:lvl8pPr>
              <a:spcBef>
                <a:spcPts val="0"/>
              </a:spcBef>
              <a:spcAft>
                <a:spcPts val="0"/>
              </a:spcAft>
              <a:buSzPts val="500"/>
              <a:buNone/>
              <a:defRPr sz="700"/>
            </a:lvl8pPr>
            <a:lvl9pPr>
              <a:spcBef>
                <a:spcPts val="0"/>
              </a:spcBef>
              <a:spcAft>
                <a:spcPts val="0"/>
              </a:spcAft>
              <a:buSzPts val="500"/>
              <a:buNone/>
              <a:defRPr sz="700"/>
            </a:lvl9pPr>
          </a:lstStyle>
          <a:p xmlns:a="http://schemas.openxmlformats.org/drawingml/2006/main"/>
        </p:txBody>
      </p:sp>
      <p:sp>
        <p:nvSpPr>
          <p:cNvPr id="1064" name="Google Shape;1064;p136">
            <a:extLst xmlns:a="http://schemas.openxmlformats.org/drawingml/2006/main">
              <a:ext uri="{FF2B5EF4-FFF2-40B4-BE49-F238E27FC236}">
                <a16:creationId xmlns:a16="http://schemas.microsoft.com/office/drawing/2014/main" id="{EE19EFF1-A063-4294-84A6-E18FE8DB9B9D}"/>
              </a:ext>
            </a:extLst>
          </p:cNvPr>
          <p:cNvSpPr>
            <a:spLocks xmlns:a="http://schemas.openxmlformats.org/drawingml/2006/main" noGrp="1"/>
          </p:cNvSpPr>
          <p:nvPr>
            <p:ph type="body" idx="2"/>
          </p:nvPr>
        </p:nvSpPr>
        <p:spPr>
          <a:xfrm xmlns:a="http://schemas.openxmlformats.org/drawingml/2006/main">
            <a:off x="1671000" y="4375429"/>
            <a:ext cx="5802000" cy="163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9050" tIns="19050" rIns="19050" bIns="19050" anchor="t">
            <a:spAutoFit/>
          </a:bodyPr>
          <a:lstStyle xmlns:a="http://schemas.openxmlformats.org/drawingml/2006/main">
            <a:lvl1pPr marL="457200" indent="-228600" algn="ctr">
              <a:lnSpc>
                <a:spcPct val="90000"/>
              </a:lnSpc>
              <a:spcBef>
                <a:spcPts val="400"/>
              </a:spcBef>
              <a:spcAft>
                <a:spcPts val="0"/>
              </a:spcAft>
              <a:buClr>
                <a:schemeClr val="dk2"/>
              </a:buClr>
              <a:buSzPts val="500"/>
              <a:buNone/>
              <a:defRPr sz="500" b="0" i="0" u="none" cap="none">
                <a:solidFill>
                  <a:schemeClr val="dk2"/>
                </a:solidFill>
              </a:defRPr>
            </a:lvl1pPr>
            <a:lvl2pPr marL="914400" indent="-273050" algn="ctr">
              <a:lnSpc>
                <a:spcPct val="90000"/>
              </a:lnSpc>
              <a:spcBef>
                <a:spcPts val="1200"/>
              </a:spcBef>
              <a:spcAft>
                <a:spcPts val="0"/>
              </a:spcAft>
              <a:buClr>
                <a:schemeClr val="lt1"/>
              </a:buClr>
              <a:buSzPts val="700"/>
              <a:buChar char="○"/>
              <a:defRPr sz="900"/>
            </a:lvl2pPr>
            <a:lvl3pPr marL="1371600" indent="-273050" algn="ctr">
              <a:lnSpc>
                <a:spcPct val="90000"/>
              </a:lnSpc>
              <a:spcBef>
                <a:spcPts val="1200"/>
              </a:spcBef>
              <a:spcAft>
                <a:spcPts val="0"/>
              </a:spcAft>
              <a:buClr>
                <a:schemeClr val="lt1"/>
              </a:buClr>
              <a:buSzPts val="700"/>
              <a:buChar char="■"/>
              <a:defRPr sz="800"/>
            </a:lvl3pPr>
            <a:lvl4pPr marL="1828800" indent="-273050" algn="ctr">
              <a:lnSpc>
                <a:spcPct val="90000"/>
              </a:lnSpc>
              <a:spcBef>
                <a:spcPts val="1200"/>
              </a:spcBef>
              <a:spcAft>
                <a:spcPts val="0"/>
              </a:spcAft>
              <a:buClr>
                <a:schemeClr val="lt1"/>
              </a:buClr>
              <a:buSzPts val="700"/>
              <a:buChar char="●"/>
              <a:defRPr sz="700"/>
            </a:lvl4pPr>
            <a:lvl5pPr marL="2286000" indent="-273050" algn="ctr">
              <a:lnSpc>
                <a:spcPct val="90000"/>
              </a:lnSpc>
              <a:spcBef>
                <a:spcPts val="1200"/>
              </a:spcBef>
              <a:spcAft>
                <a:spcPts val="0"/>
              </a:spcAft>
              <a:buClr>
                <a:schemeClr val="lt1"/>
              </a:buClr>
              <a:buSzPts val="700"/>
              <a:buChar char="○"/>
              <a:defRPr sz="700"/>
            </a:lvl5pPr>
            <a:lvl6pPr marL="2743200" indent="-273050" algn="ctr">
              <a:lnSpc>
                <a:spcPct val="90000"/>
              </a:lnSpc>
              <a:spcBef>
                <a:spcPts val="1200"/>
              </a:spcBef>
              <a:spcAft>
                <a:spcPts val="0"/>
              </a:spcAft>
              <a:buClr>
                <a:schemeClr val="dk1"/>
              </a:buClr>
              <a:buSzPts val="700"/>
              <a:buChar char="■"/>
              <a:defRPr sz="700"/>
            </a:lvl6pPr>
            <a:lvl7pPr marL="3200400" indent="-273050" algn="ctr">
              <a:lnSpc>
                <a:spcPct val="90000"/>
              </a:lnSpc>
              <a:spcBef>
                <a:spcPts val="1200"/>
              </a:spcBef>
              <a:spcAft>
                <a:spcPts val="0"/>
              </a:spcAft>
              <a:buClr>
                <a:schemeClr val="dk1"/>
              </a:buClr>
              <a:buSzPts val="700"/>
              <a:buChar char="●"/>
              <a:defRPr sz="700"/>
            </a:lvl7pPr>
            <a:lvl8pPr marL="3657600" indent="-273050" algn="ctr">
              <a:lnSpc>
                <a:spcPct val="90000"/>
              </a:lnSpc>
              <a:spcBef>
                <a:spcPts val="1200"/>
              </a:spcBef>
              <a:spcAft>
                <a:spcPts val="0"/>
              </a:spcAft>
              <a:buClr>
                <a:schemeClr val="dk1"/>
              </a:buClr>
              <a:buSzPts val="700"/>
              <a:buChar char="○"/>
              <a:defRPr sz="700"/>
            </a:lvl8pPr>
            <a:lvl9pPr marL="4114800" indent="-273050" algn="ctr">
              <a:lnSpc>
                <a:spcPct val="90000"/>
              </a:lnSpc>
              <a:spcBef>
                <a:spcPts val="1200"/>
              </a:spcBef>
              <a:spcAft>
                <a:spcPts val="1200"/>
              </a:spcAft>
              <a:buClr>
                <a:schemeClr val="dk1"/>
              </a:buClr>
              <a:buSzPts val="700"/>
              <a:buChar char="■"/>
              <a:defRPr sz="700"/>
            </a:lvl9pPr>
          </a:lstStyle>
          <a:p xmlns:a="http://schemas.openxmlformats.org/drawingml/2006/main"/>
        </p:txBody>
      </p:sp>
      <p:pic>
        <p:nvPicPr>
          <p:cNvPr id="1069" name="Google Shape;1065;p136"/>
          <p:cNvPicPr>
            <a:picLocks xmlns:a="http://schemas.openxmlformats.org/drawingml/2006/main" noChangeAspect="1"/>
          </p:cNvPicPr>
          <p:nvPr/>
        </p:nvPicPr>
        <p:blipFill>
          <a:blip xmlns:r="http://schemas.openxmlformats.org/officeDocument/2006/relationships" xmlns:a="http://schemas.openxmlformats.org/drawingml/2006/main" r:embed="R6518d75028ae4bc5">
            <a:alphaModFix/>
          </a:blip>
          <a:stretch xmlns:a="http://schemas.openxmlformats.org/drawingml/2006/main">
            <a:fillRect l="0" t="0" r="0" b="0"/>
          </a:stretch>
        </p:blipFill>
        <p:spPr>
          <a:xfrm xmlns:a="http://schemas.openxmlformats.org/drawingml/2006/main">
            <a:off x="228600" y="4836074"/>
            <a:ext cx="153925" cy="153925"/>
          </a:xfrm>
          <a:prstGeom xmlns:a="http://schemas.openxmlformats.org/drawingml/2006/main" prst="rect">
            <a:avLst/>
          </a:prstGeom>
          <a:ln xmlns:a="http://schemas.openxmlformats.org/drawingml/2006/main">
            <a:noFill/>
          </a:ln>
        </p:spPr>
      </p:pic>
    </p:spTree>
  </p:cSld>
</p:sldLayout>
</file>

<file path=ppt/slideLayouts/slideLayout135.xml><?xml version="1.0" encoding="utf-8"?>
<p:sldLayout xmlns:p="http://schemas.openxmlformats.org/presentationml/2006/main" matchingName="Data viz - Large title 2">
  <p:cSld name="10_Custom Layout_1">
    <p:spTree>
      <p:nvGrpSpPr>
        <p:cNvPr id="1" name=""/>
        <p:cNvGrpSpPr/>
        <p:nvPr/>
      </p:nvGrpSpPr>
      <p:grpSpPr>
        <a:xfrm xmlns:a="http://schemas.openxmlformats.org/drawingml/2006/main"/>
      </p:grpSpPr>
      <p:sp>
        <p:nvSpPr>
          <p:cNvPr id="1067" name="Google Shape;1067;p137">
            <a:extLst xmlns:a="http://schemas.openxmlformats.org/drawingml/2006/main">
              <a:ext uri="{FF2B5EF4-FFF2-40B4-BE49-F238E27FC236}">
                <a16:creationId xmlns:a16="http://schemas.microsoft.com/office/drawing/2014/main" id="{089305E6-AB54-4ACE-AB5C-0A15B80CB537}"/>
              </a:ext>
            </a:extLst>
          </p:cNvPr>
          <p:cNvSpPr>
            <a:spLocks xmlns:a="http://schemas.openxmlformats.org/drawingml/2006/main" noGrp="1"/>
          </p:cNvSpPr>
          <p:nvPr>
            <p:ph type="body" idx="1"/>
          </p:nvPr>
        </p:nvSpPr>
        <p:spPr>
          <a:xfrm xmlns:a="http://schemas.openxmlformats.org/drawingml/2006/main">
            <a:off x="201377" y="164051"/>
            <a:ext cx="2635800" cy="164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9050" tIns="19050" rIns="19050" bIns="19050" anchor="t">
            <a:spAutoFit/>
          </a:bodyPr>
          <a:lstStyle xmlns:a="http://schemas.openxmlformats.org/drawingml/2006/main">
            <a:lvl1pPr marL="457200" indent="-228600" algn="l">
              <a:lnSpc>
                <a:spcPct val="90000"/>
              </a:lnSpc>
              <a:spcBef>
                <a:spcPts val="400"/>
              </a:spcBef>
              <a:spcAft>
                <a:spcPts val="0"/>
              </a:spcAft>
              <a:buClr>
                <a:schemeClr val="dk2"/>
              </a:buClr>
              <a:buSzPts val="750"/>
              <a:buNone/>
              <a:defRPr sz="750" b="0" i="0" u="none" cap="none">
                <a:solidFill>
                  <a:schemeClr val="dk2"/>
                </a:solidFill>
              </a:defRPr>
            </a:lvl1pPr>
            <a:lvl2pPr marL="914400" indent="-276225" algn="l">
              <a:lnSpc>
                <a:spcPct val="90000"/>
              </a:lnSpc>
              <a:spcBef>
                <a:spcPts val="1200"/>
              </a:spcBef>
              <a:spcAft>
                <a:spcPts val="0"/>
              </a:spcAft>
              <a:buClr>
                <a:schemeClr val="lt1"/>
              </a:buClr>
              <a:buSzPts val="750"/>
              <a:buChar char="○"/>
              <a:defRPr sz="750"/>
            </a:lvl2pPr>
            <a:lvl3pPr marL="1371600" indent="-276225" algn="l">
              <a:lnSpc>
                <a:spcPct val="90000"/>
              </a:lnSpc>
              <a:spcBef>
                <a:spcPts val="1200"/>
              </a:spcBef>
              <a:spcAft>
                <a:spcPts val="0"/>
              </a:spcAft>
              <a:buClr>
                <a:schemeClr val="lt1"/>
              </a:buClr>
              <a:buSzPts val="750"/>
              <a:buChar char="■"/>
              <a:defRPr sz="750"/>
            </a:lvl3pPr>
            <a:lvl4pPr marL="1828800" indent="-276225" algn="l">
              <a:lnSpc>
                <a:spcPct val="90000"/>
              </a:lnSpc>
              <a:spcBef>
                <a:spcPts val="1200"/>
              </a:spcBef>
              <a:spcAft>
                <a:spcPts val="0"/>
              </a:spcAft>
              <a:buClr>
                <a:schemeClr val="lt1"/>
              </a:buClr>
              <a:buSzPts val="750"/>
              <a:buChar char="●"/>
              <a:defRPr sz="750"/>
            </a:lvl4pPr>
            <a:lvl5pPr marL="2286000" indent="-276225" algn="l">
              <a:lnSpc>
                <a:spcPct val="90000"/>
              </a:lnSpc>
              <a:spcBef>
                <a:spcPts val="1200"/>
              </a:spcBef>
              <a:spcAft>
                <a:spcPts val="0"/>
              </a:spcAft>
              <a:buClr>
                <a:schemeClr val="lt1"/>
              </a:buClr>
              <a:buSzPts val="750"/>
              <a:buChar char="○"/>
              <a:defRPr sz="750"/>
            </a:lvl5pPr>
            <a:lvl6pPr marL="2743200" indent="-276225" algn="l">
              <a:lnSpc>
                <a:spcPct val="90000"/>
              </a:lnSpc>
              <a:spcBef>
                <a:spcPts val="1200"/>
              </a:spcBef>
              <a:spcAft>
                <a:spcPts val="0"/>
              </a:spcAft>
              <a:buClr>
                <a:schemeClr val="dk1"/>
              </a:buClr>
              <a:buSzPts val="750"/>
              <a:buChar char="■"/>
              <a:defRPr sz="750"/>
            </a:lvl6pPr>
            <a:lvl7pPr marL="3200400" indent="-276225" algn="l">
              <a:lnSpc>
                <a:spcPct val="90000"/>
              </a:lnSpc>
              <a:spcBef>
                <a:spcPts val="1200"/>
              </a:spcBef>
              <a:spcAft>
                <a:spcPts val="0"/>
              </a:spcAft>
              <a:buClr>
                <a:schemeClr val="dk1"/>
              </a:buClr>
              <a:buSzPts val="750"/>
              <a:buChar char="●"/>
              <a:defRPr sz="750"/>
            </a:lvl7pPr>
            <a:lvl8pPr marL="3657600" indent="-276225" algn="l">
              <a:lnSpc>
                <a:spcPct val="90000"/>
              </a:lnSpc>
              <a:spcBef>
                <a:spcPts val="1200"/>
              </a:spcBef>
              <a:spcAft>
                <a:spcPts val="0"/>
              </a:spcAft>
              <a:buClr>
                <a:schemeClr val="dk1"/>
              </a:buClr>
              <a:buSzPts val="750"/>
              <a:buChar char="○"/>
              <a:defRPr sz="750"/>
            </a:lvl8pPr>
            <a:lvl9pPr marL="4114800" indent="-276225" algn="l">
              <a:lnSpc>
                <a:spcPct val="90000"/>
              </a:lnSpc>
              <a:spcBef>
                <a:spcPts val="1200"/>
              </a:spcBef>
              <a:spcAft>
                <a:spcPts val="1200"/>
              </a:spcAft>
              <a:buClr>
                <a:schemeClr val="dk1"/>
              </a:buClr>
              <a:buSzPts val="750"/>
              <a:buChar char="■"/>
              <a:defRPr sz="750"/>
            </a:lvl9pPr>
          </a:lstStyle>
          <a:p xmlns:a="http://schemas.openxmlformats.org/drawingml/2006/main"/>
        </p:txBody>
      </p:sp>
      <p:sp>
        <p:nvSpPr>
          <p:cNvPr id="1068" name="Google Shape;1068;p137">
            <a:extLst xmlns:a="http://schemas.openxmlformats.org/drawingml/2006/main">
              <a:ext uri="{FF2B5EF4-FFF2-40B4-BE49-F238E27FC236}">
                <a16:creationId xmlns:a16="http://schemas.microsoft.com/office/drawing/2014/main" id="{9FDB77A8-E80C-44C4-9CBF-0FCD3435FA52}"/>
              </a:ext>
            </a:extLst>
          </p:cNvPr>
          <p:cNvSpPr>
            <a:spLocks xmlns:a="http://schemas.openxmlformats.org/drawingml/2006/main" noGrp="1"/>
          </p:cNvSpPr>
          <p:nvPr>
            <p:ph type="body" idx="2"/>
          </p:nvPr>
        </p:nvSpPr>
        <p:spPr>
          <a:xfrm xmlns:a="http://schemas.openxmlformats.org/drawingml/2006/main">
            <a:off x="5898990" y="316984"/>
            <a:ext cx="2931900" cy="932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9050" tIns="19050" rIns="19050" bIns="19050" anchor="t">
            <a:noAutofit/>
          </a:bodyPr>
          <a:lstStyle xmlns:a="http://schemas.openxmlformats.org/drawingml/2006/main">
            <a:lvl1pPr marL="457200" indent="-228600" algn="l">
              <a:lnSpc>
                <a:spcPct val="90000"/>
              </a:lnSpc>
              <a:spcBef>
                <a:spcPts val="400"/>
              </a:spcBef>
              <a:spcAft>
                <a:spcPts val="0"/>
              </a:spcAft>
              <a:buClr>
                <a:schemeClr val="dk2"/>
              </a:buClr>
              <a:buSzPts val="900"/>
              <a:buNone/>
              <a:defRPr sz="900" b="0" i="0" u="none" cap="none">
                <a:solidFill>
                  <a:schemeClr val="dk2"/>
                </a:solidFill>
              </a:defRPr>
            </a:lvl1pPr>
            <a:lvl2pPr marL="914400" indent="-273050" algn="l">
              <a:lnSpc>
                <a:spcPct val="90000"/>
              </a:lnSpc>
              <a:spcBef>
                <a:spcPts val="1200"/>
              </a:spcBef>
              <a:spcAft>
                <a:spcPts val="0"/>
              </a:spcAft>
              <a:buClr>
                <a:schemeClr val="lt1"/>
              </a:buClr>
              <a:buSzPts val="700"/>
              <a:buChar char="○"/>
              <a:defRPr sz="900"/>
            </a:lvl2pPr>
            <a:lvl3pPr marL="1371600" indent="-273050" algn="l">
              <a:lnSpc>
                <a:spcPct val="90000"/>
              </a:lnSpc>
              <a:spcBef>
                <a:spcPts val="1200"/>
              </a:spcBef>
              <a:spcAft>
                <a:spcPts val="0"/>
              </a:spcAft>
              <a:buClr>
                <a:schemeClr val="lt1"/>
              </a:buClr>
              <a:buSzPts val="700"/>
              <a:buChar char="■"/>
              <a:defRPr sz="800"/>
            </a:lvl3pPr>
            <a:lvl4pPr marL="1828800" indent="-273050" algn="l">
              <a:lnSpc>
                <a:spcPct val="90000"/>
              </a:lnSpc>
              <a:spcBef>
                <a:spcPts val="1200"/>
              </a:spcBef>
              <a:spcAft>
                <a:spcPts val="0"/>
              </a:spcAft>
              <a:buClr>
                <a:schemeClr val="lt1"/>
              </a:buClr>
              <a:buSzPts val="700"/>
              <a:buChar char="●"/>
              <a:defRPr sz="700"/>
            </a:lvl4pPr>
            <a:lvl5pPr marL="2286000" indent="-273050" algn="l">
              <a:lnSpc>
                <a:spcPct val="90000"/>
              </a:lnSpc>
              <a:spcBef>
                <a:spcPts val="1200"/>
              </a:spcBef>
              <a:spcAft>
                <a:spcPts val="0"/>
              </a:spcAft>
              <a:buClr>
                <a:schemeClr val="lt1"/>
              </a:buClr>
              <a:buSzPts val="700"/>
              <a:buChar char="○"/>
              <a:defRPr sz="700"/>
            </a:lvl5pPr>
            <a:lvl6pPr marL="2743200" indent="-273050" algn="l">
              <a:lnSpc>
                <a:spcPct val="90000"/>
              </a:lnSpc>
              <a:spcBef>
                <a:spcPts val="1200"/>
              </a:spcBef>
              <a:spcAft>
                <a:spcPts val="0"/>
              </a:spcAft>
              <a:buClr>
                <a:schemeClr val="dk1"/>
              </a:buClr>
              <a:buSzPts val="700"/>
              <a:buChar char="■"/>
              <a:defRPr sz="700"/>
            </a:lvl6pPr>
            <a:lvl7pPr marL="3200400" indent="-273050" algn="l">
              <a:lnSpc>
                <a:spcPct val="90000"/>
              </a:lnSpc>
              <a:spcBef>
                <a:spcPts val="1200"/>
              </a:spcBef>
              <a:spcAft>
                <a:spcPts val="0"/>
              </a:spcAft>
              <a:buClr>
                <a:schemeClr val="dk1"/>
              </a:buClr>
              <a:buSzPts val="700"/>
              <a:buChar char="●"/>
              <a:defRPr sz="700"/>
            </a:lvl7pPr>
            <a:lvl8pPr marL="3657600" indent="-273050" algn="l">
              <a:lnSpc>
                <a:spcPct val="90000"/>
              </a:lnSpc>
              <a:spcBef>
                <a:spcPts val="1200"/>
              </a:spcBef>
              <a:spcAft>
                <a:spcPts val="0"/>
              </a:spcAft>
              <a:buClr>
                <a:schemeClr val="dk1"/>
              </a:buClr>
              <a:buSzPts val="700"/>
              <a:buChar char="○"/>
              <a:defRPr sz="700"/>
            </a:lvl8pPr>
            <a:lvl9pPr marL="4114800" indent="-273050" algn="l">
              <a:lnSpc>
                <a:spcPct val="90000"/>
              </a:lnSpc>
              <a:spcBef>
                <a:spcPts val="1200"/>
              </a:spcBef>
              <a:spcAft>
                <a:spcPts val="1200"/>
              </a:spcAft>
              <a:buClr>
                <a:schemeClr val="dk1"/>
              </a:buClr>
              <a:buSzPts val="700"/>
              <a:buChar char="■"/>
              <a:defRPr sz="700"/>
            </a:lvl9pPr>
          </a:lstStyle>
          <a:p xmlns:a="http://schemas.openxmlformats.org/drawingml/2006/main"/>
        </p:txBody>
      </p:sp>
      <p:sp>
        <p:nvSpPr>
          <p:cNvPr id="1069" name="Google Shape;1069;p137">
            <a:extLst xmlns:a="http://schemas.openxmlformats.org/drawingml/2006/main">
              <a:ext uri="{FF2B5EF4-FFF2-40B4-BE49-F238E27FC236}">
                <a16:creationId xmlns:a16="http://schemas.microsoft.com/office/drawing/2014/main" id="{CF7EF7BE-ADC0-4C6D-884E-B0FFED61AFC1}"/>
              </a:ext>
            </a:extLst>
          </p:cNvPr>
          <p:cNvSpPr>
            <a:spLocks xmlns:a="http://schemas.openxmlformats.org/drawingml/2006/main" noGrp="1"/>
          </p:cNvSpPr>
          <p:nvPr>
            <p:ph type="title" idx="0"/>
          </p:nvPr>
        </p:nvSpPr>
        <p:spPr>
          <a:xfrm xmlns:a="http://schemas.openxmlformats.org/drawingml/2006/main">
            <a:off x="201377" y="366541"/>
            <a:ext cx="5580000" cy="496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0575" tIns="17150" rIns="20575" bIns="17150" anchor="t">
            <a:spAutoFit/>
          </a:bodyPr>
          <a:lstStyle xmlns:a="http://schemas.openxmlformats.org/drawingml/2006/main">
            <a:lvl1pPr algn="l">
              <a:lnSpc>
                <a:spcPct val="80000"/>
              </a:lnSpc>
              <a:spcBef>
                <a:spcPts val="0"/>
              </a:spcBef>
              <a:spcAft>
                <a:spcPts val="0"/>
              </a:spcAft>
              <a:buClr>
                <a:schemeClr val="dk1"/>
              </a:buClr>
              <a:buSzPts val="3800"/>
              <a:buFont typeface="Helvetica Neue"/>
              <a:buNone/>
              <a:defRPr sz="3800">
                <a:solidFill>
                  <a:schemeClr val="dk1"/>
                </a:solidFill>
              </a:defRPr>
            </a:lvl1pPr>
            <a:lvl2pPr>
              <a:spcBef>
                <a:spcPts val="0"/>
              </a:spcBef>
              <a:spcAft>
                <a:spcPts val="0"/>
              </a:spcAft>
              <a:buSzPts val="500"/>
              <a:buNone/>
              <a:defRPr sz="700"/>
            </a:lvl2pPr>
            <a:lvl3pPr>
              <a:spcBef>
                <a:spcPts val="0"/>
              </a:spcBef>
              <a:spcAft>
                <a:spcPts val="0"/>
              </a:spcAft>
              <a:buSzPts val="500"/>
              <a:buNone/>
              <a:defRPr sz="700"/>
            </a:lvl3pPr>
            <a:lvl4pPr>
              <a:spcBef>
                <a:spcPts val="0"/>
              </a:spcBef>
              <a:spcAft>
                <a:spcPts val="0"/>
              </a:spcAft>
              <a:buSzPts val="500"/>
              <a:buNone/>
              <a:defRPr sz="700"/>
            </a:lvl4pPr>
            <a:lvl5pPr>
              <a:spcBef>
                <a:spcPts val="0"/>
              </a:spcBef>
              <a:spcAft>
                <a:spcPts val="0"/>
              </a:spcAft>
              <a:buSzPts val="500"/>
              <a:buNone/>
              <a:defRPr sz="700"/>
            </a:lvl5pPr>
            <a:lvl6pPr>
              <a:spcBef>
                <a:spcPts val="0"/>
              </a:spcBef>
              <a:spcAft>
                <a:spcPts val="0"/>
              </a:spcAft>
              <a:buSzPts val="500"/>
              <a:buNone/>
              <a:defRPr sz="700"/>
            </a:lvl6pPr>
            <a:lvl7pPr>
              <a:spcBef>
                <a:spcPts val="0"/>
              </a:spcBef>
              <a:spcAft>
                <a:spcPts val="0"/>
              </a:spcAft>
              <a:buSzPts val="500"/>
              <a:buNone/>
              <a:defRPr sz="700"/>
            </a:lvl7pPr>
            <a:lvl8pPr>
              <a:spcBef>
                <a:spcPts val="0"/>
              </a:spcBef>
              <a:spcAft>
                <a:spcPts val="0"/>
              </a:spcAft>
              <a:buSzPts val="500"/>
              <a:buNone/>
              <a:defRPr sz="700"/>
            </a:lvl8pPr>
            <a:lvl9pPr>
              <a:spcBef>
                <a:spcPts val="0"/>
              </a:spcBef>
              <a:spcAft>
                <a:spcPts val="0"/>
              </a:spcAft>
              <a:buSzPts val="500"/>
              <a:buNone/>
              <a:defRPr sz="700"/>
            </a:lvl9pPr>
          </a:lstStyle>
          <a:p xmlns:a="http://schemas.openxmlformats.org/drawingml/2006/main"/>
        </p:txBody>
      </p:sp>
      <p:pic>
        <p:nvPicPr>
          <p:cNvPr id="1074" name="Google Shape;1070;p137"/>
          <p:cNvPicPr>
            <a:picLocks xmlns:a="http://schemas.openxmlformats.org/drawingml/2006/main" noChangeAspect="1"/>
          </p:cNvPicPr>
          <p:nvPr/>
        </p:nvPicPr>
        <p:blipFill>
          <a:blip xmlns:r="http://schemas.openxmlformats.org/officeDocument/2006/relationships" xmlns:a="http://schemas.openxmlformats.org/drawingml/2006/main" r:embed="Rde9f6109adc94985">
            <a:alphaModFix/>
          </a:blip>
          <a:stretch xmlns:a="http://schemas.openxmlformats.org/drawingml/2006/main">
            <a:fillRect l="0" t="0" r="0" b="0"/>
          </a:stretch>
        </p:blipFill>
        <p:spPr>
          <a:xfrm xmlns:a="http://schemas.openxmlformats.org/drawingml/2006/main">
            <a:off x="228600" y="4836074"/>
            <a:ext cx="153925" cy="153925"/>
          </a:xfrm>
          <a:prstGeom xmlns:a="http://schemas.openxmlformats.org/drawingml/2006/main" prst="rect">
            <a:avLst/>
          </a:prstGeom>
          <a:ln xmlns:a="http://schemas.openxmlformats.org/drawingml/2006/main">
            <a:noFill/>
          </a:ln>
        </p:spPr>
      </p:pic>
    </p:spTree>
  </p:cSld>
</p:sldLayout>
</file>

<file path=ppt/slideLayouts/slideLayout136.xml><?xml version="1.0" encoding="utf-8"?>
<p:sldLayout xmlns:p="http://schemas.openxmlformats.org/presentationml/2006/main" matchingName="Appendix 1">
  <p:cSld name="Market Insights">
    <p:spTree>
      <p:nvGrpSpPr>
        <p:cNvPr id="1" name=""/>
        <p:cNvGrpSpPr/>
        <p:nvPr/>
      </p:nvGrpSpPr>
      <p:grpSpPr>
        <a:xfrm xmlns:a="http://schemas.openxmlformats.org/drawingml/2006/main"/>
      </p:grpSpPr>
      <p:sp>
        <p:nvSpPr>
          <p:cNvPr id="1072" name="Google Shape;1072;p138">
            <a:extLst xmlns:a="http://schemas.openxmlformats.org/drawingml/2006/main">
              <a:ext uri="{FF2B5EF4-FFF2-40B4-BE49-F238E27FC236}">
                <a16:creationId xmlns:a16="http://schemas.microsoft.com/office/drawing/2014/main" id="{FA3BEDEF-F056-41A4-BB8A-35B12CFEA575}"/>
              </a:ext>
            </a:extLst>
          </p:cNvPr>
          <p:cNvSpPr>
            <a:spLocks xmlns:a="http://schemas.openxmlformats.org/drawingml/2006/main" noGrp="1"/>
          </p:cNvSpPr>
          <p:nvPr>
            <p:ph type="body" idx="1"/>
          </p:nvPr>
        </p:nvSpPr>
        <p:spPr>
          <a:xfrm xmlns:a="http://schemas.openxmlformats.org/drawingml/2006/main">
            <a:off x="201377" y="121440"/>
            <a:ext cx="8741400" cy="415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lvl1pPr marL="457200" indent="-317500" algn="l">
              <a:lnSpc>
                <a:spcPct val="100000"/>
              </a:lnSpc>
              <a:spcBef>
                <a:spcPts val="0"/>
              </a:spcBef>
              <a:spcAft>
                <a:spcPts val="0"/>
              </a:spcAft>
              <a:buClr>
                <a:schemeClr val="dk1"/>
              </a:buClr>
              <a:buSzPts val="1400"/>
              <a:buFont typeface="Helvetica Neue"/>
              <a:buChar char="●"/>
              <a:defRPr sz="1400">
                <a:solidFill>
                  <a:schemeClr val="dk1"/>
                </a:solidFill>
              </a:defRPr>
            </a:lvl1pPr>
            <a:lvl2pPr marL="914400" indent="-273050" algn="l">
              <a:lnSpc>
                <a:spcPct val="100000"/>
              </a:lnSpc>
              <a:spcBef>
                <a:spcPts val="0"/>
              </a:spcBef>
              <a:spcAft>
                <a:spcPts val="0"/>
              </a:spcAft>
              <a:buClr>
                <a:srgbClr val="000000"/>
              </a:buClr>
              <a:buSzPts val="700"/>
              <a:buChar char="○"/>
              <a:defRPr sz="2100"/>
            </a:lvl2pPr>
            <a:lvl3pPr marL="1371600" indent="-273050" algn="l">
              <a:lnSpc>
                <a:spcPct val="100000"/>
              </a:lnSpc>
              <a:spcBef>
                <a:spcPts val="0"/>
              </a:spcBef>
              <a:spcAft>
                <a:spcPts val="0"/>
              </a:spcAft>
              <a:buClr>
                <a:srgbClr val="000000"/>
              </a:buClr>
              <a:buSzPts val="700"/>
              <a:buChar char="■"/>
              <a:defRPr sz="2100"/>
            </a:lvl3pPr>
            <a:lvl4pPr marL="1828800" indent="-273050" algn="l">
              <a:lnSpc>
                <a:spcPct val="100000"/>
              </a:lnSpc>
              <a:spcBef>
                <a:spcPts val="0"/>
              </a:spcBef>
              <a:spcAft>
                <a:spcPts val="0"/>
              </a:spcAft>
              <a:buClr>
                <a:srgbClr val="000000"/>
              </a:buClr>
              <a:buSzPts val="700"/>
              <a:buChar char="●"/>
              <a:defRPr sz="2100"/>
            </a:lvl4pPr>
            <a:lvl5pPr marL="2286000" indent="-273050" algn="l">
              <a:lnSpc>
                <a:spcPct val="100000"/>
              </a:lnSpc>
              <a:spcBef>
                <a:spcPts val="0"/>
              </a:spcBef>
              <a:spcAft>
                <a:spcPts val="0"/>
              </a:spcAft>
              <a:buClr>
                <a:srgbClr val="000000"/>
              </a:buClr>
              <a:buSzPts val="700"/>
              <a:buChar char="○"/>
              <a:defRPr sz="2100"/>
            </a:lvl5pPr>
            <a:lvl6pPr marL="2743200" indent="-273050" algn="l">
              <a:lnSpc>
                <a:spcPct val="100000"/>
              </a:lnSpc>
              <a:spcBef>
                <a:spcPts val="0"/>
              </a:spcBef>
              <a:spcAft>
                <a:spcPts val="0"/>
              </a:spcAft>
              <a:buClr>
                <a:srgbClr val="000000"/>
              </a:buClr>
              <a:buSzPts val="700"/>
              <a:buChar char="■"/>
              <a:defRPr sz="2100"/>
            </a:lvl6pPr>
            <a:lvl7pPr marL="3200400" indent="-273050" algn="l">
              <a:lnSpc>
                <a:spcPct val="100000"/>
              </a:lnSpc>
              <a:spcBef>
                <a:spcPts val="0"/>
              </a:spcBef>
              <a:spcAft>
                <a:spcPts val="0"/>
              </a:spcAft>
              <a:buClr>
                <a:srgbClr val="000000"/>
              </a:buClr>
              <a:buSzPts val="700"/>
              <a:buChar char="●"/>
              <a:defRPr sz="2100"/>
            </a:lvl7pPr>
            <a:lvl8pPr marL="3657600" indent="-273050" algn="l">
              <a:lnSpc>
                <a:spcPct val="100000"/>
              </a:lnSpc>
              <a:spcBef>
                <a:spcPts val="0"/>
              </a:spcBef>
              <a:spcAft>
                <a:spcPts val="0"/>
              </a:spcAft>
              <a:buClr>
                <a:srgbClr val="000000"/>
              </a:buClr>
              <a:buSzPts val="700"/>
              <a:buChar char="○"/>
              <a:defRPr sz="2100"/>
            </a:lvl8pPr>
            <a:lvl9pPr marL="4114800" indent="-273050" algn="l">
              <a:lnSpc>
                <a:spcPct val="100000"/>
              </a:lnSpc>
              <a:spcBef>
                <a:spcPts val="0"/>
              </a:spcBef>
              <a:spcAft>
                <a:spcPts val="0"/>
              </a:spcAft>
              <a:buClr>
                <a:srgbClr val="000000"/>
              </a:buClr>
              <a:buSzPts val="700"/>
              <a:buChar char="■"/>
              <a:defRPr sz="2100"/>
            </a:lvl9pPr>
          </a:lstStyle>
          <a:p xmlns:a="http://schemas.openxmlformats.org/drawingml/2006/main"/>
        </p:txBody>
      </p:sp>
      <p:sp>
        <p:nvSpPr>
          <p:cNvPr id="1073" name="Google Shape;1073;p138">
            <a:extLst xmlns:a="http://schemas.openxmlformats.org/drawingml/2006/main">
              <a:ext uri="{FF2B5EF4-FFF2-40B4-BE49-F238E27FC236}">
                <a16:creationId xmlns:a16="http://schemas.microsoft.com/office/drawing/2014/main" id="{C9F28E30-990F-46B4-A9AF-BCB8A0BFBBA3}"/>
              </a:ext>
            </a:extLst>
          </p:cNvPr>
          <p:cNvSpPr>
            <a:spLocks xmlns:a="http://schemas.openxmlformats.org/drawingml/2006/main" noGrp="1"/>
          </p:cNvSpPr>
          <p:nvPr/>
        </p:nvSpPr>
        <p:spPr>
          <a:xfrm xmlns:a="http://schemas.openxmlformats.org/drawingml/2006/main">
            <a:off x="201375" y="2763674"/>
            <a:ext cx="4311000" cy="1967400"/>
          </a:xfrm>
          <a:prstGeom xmlns:a="http://schemas.openxmlformats.org/drawingml/2006/main" prst="roundRect">
            <a:avLst>
              <a:gd name="adj" fmla="val 5442"/>
            </a:avLst>
          </a:prstGeom>
          <a:solidFill xmlns:a="http://schemas.openxmlformats.org/drawingml/2006/main">
            <a:srgbClr val="F4F2E6"/>
          </a:solidFill>
          <a:ln xmlns:a="http://schemas.openxmlformats.org/drawingml/2006/main">
            <a:noFill/>
          </a:ln>
        </p:spPr>
        <p:txBody>
          <a:bodyPr xmlns:a="http://schemas.openxmlformats.org/drawingml/2006/main" spcFirstLastPara="1" wrap="square" lIns="19050" tIns="19050" rIns="19050" bIns="1905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FFFFFF"/>
              </a:buClr>
              <a:buSzPts val="1800"/>
              <a:buFont typeface="Helvetica Neue"/>
              <a:buNone/>
            </a:pPr>
            <a:r>
              <a:t/>
            </a:r>
            <a:endParaRPr sz="1800" b="0" i="0" u="none" cap="none">
              <a:solidFill>
                <a:srgbClr val="000000"/>
              </a:solidFill>
              <a:latin typeface="Helvetica Neue"/>
              <a:ea typeface="Helvetica Neue"/>
              <a:cs typeface="Helvetica Neue"/>
            </a:endParaRPr>
          </a:p>
        </p:txBody>
      </p:sp>
      <p:sp>
        <p:nvSpPr>
          <p:cNvPr id="1074" name="Google Shape;1074;p138">
            <a:extLst xmlns:a="http://schemas.openxmlformats.org/drawingml/2006/main">
              <a:ext uri="{FF2B5EF4-FFF2-40B4-BE49-F238E27FC236}">
                <a16:creationId xmlns:a16="http://schemas.microsoft.com/office/drawing/2014/main" id="{481A0A28-DDF3-47A0-A04D-51852F1B4D28}"/>
              </a:ext>
            </a:extLst>
          </p:cNvPr>
          <p:cNvSpPr>
            <a:spLocks xmlns:a="http://schemas.openxmlformats.org/drawingml/2006/main" noGrp="1"/>
          </p:cNvSpPr>
          <p:nvPr>
            <p:ph type="body" idx="2"/>
          </p:nvPr>
        </p:nvSpPr>
        <p:spPr>
          <a:xfrm xmlns:a="http://schemas.openxmlformats.org/drawingml/2006/main">
            <a:off x="330216" y="4459580"/>
            <a:ext cx="4031400" cy="264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b">
            <a:spAutoFit/>
          </a:bodyPr>
          <a:lstStyle xmlns:a="http://schemas.openxmlformats.org/drawingml/2006/main">
            <a:lvl1pPr marL="457200" indent="-279400" algn="l">
              <a:lnSpc>
                <a:spcPct val="120000"/>
              </a:lnSpc>
              <a:spcBef>
                <a:spcPts val="0"/>
              </a:spcBef>
              <a:spcAft>
                <a:spcPts val="0"/>
              </a:spcAft>
              <a:buClr>
                <a:srgbClr val="7F7F7F"/>
              </a:buClr>
              <a:buSzPts val="800"/>
              <a:buFont typeface="Helvetica Neue"/>
              <a:buChar char="●"/>
              <a:defRPr sz="800">
                <a:solidFill>
                  <a:srgbClr val="7F7F7F"/>
                </a:solidFill>
              </a:defRPr>
            </a:lvl1pPr>
            <a:lvl2pPr marL="914400" indent="-273050" algn="l">
              <a:lnSpc>
                <a:spcPct val="100000"/>
              </a:lnSpc>
              <a:spcBef>
                <a:spcPts val="0"/>
              </a:spcBef>
              <a:spcAft>
                <a:spcPts val="0"/>
              </a:spcAft>
              <a:buClr>
                <a:srgbClr val="000000"/>
              </a:buClr>
              <a:buSzPts val="700"/>
              <a:buChar char="○"/>
              <a:defRPr sz="2100"/>
            </a:lvl2pPr>
            <a:lvl3pPr marL="1371600" indent="-273050" algn="l">
              <a:lnSpc>
                <a:spcPct val="100000"/>
              </a:lnSpc>
              <a:spcBef>
                <a:spcPts val="0"/>
              </a:spcBef>
              <a:spcAft>
                <a:spcPts val="0"/>
              </a:spcAft>
              <a:buClr>
                <a:srgbClr val="000000"/>
              </a:buClr>
              <a:buSzPts val="700"/>
              <a:buChar char="■"/>
              <a:defRPr sz="2100"/>
            </a:lvl3pPr>
            <a:lvl4pPr marL="1828800" indent="-273050" algn="l">
              <a:lnSpc>
                <a:spcPct val="100000"/>
              </a:lnSpc>
              <a:spcBef>
                <a:spcPts val="0"/>
              </a:spcBef>
              <a:spcAft>
                <a:spcPts val="0"/>
              </a:spcAft>
              <a:buClr>
                <a:srgbClr val="000000"/>
              </a:buClr>
              <a:buSzPts val="700"/>
              <a:buChar char="●"/>
              <a:defRPr sz="2100"/>
            </a:lvl4pPr>
            <a:lvl5pPr marL="2286000" indent="-273050" algn="l">
              <a:lnSpc>
                <a:spcPct val="100000"/>
              </a:lnSpc>
              <a:spcBef>
                <a:spcPts val="0"/>
              </a:spcBef>
              <a:spcAft>
                <a:spcPts val="0"/>
              </a:spcAft>
              <a:buClr>
                <a:srgbClr val="000000"/>
              </a:buClr>
              <a:buSzPts val="700"/>
              <a:buChar char="○"/>
              <a:defRPr sz="2100"/>
            </a:lvl5pPr>
            <a:lvl6pPr marL="2743200" indent="-273050" algn="l">
              <a:lnSpc>
                <a:spcPct val="100000"/>
              </a:lnSpc>
              <a:spcBef>
                <a:spcPts val="0"/>
              </a:spcBef>
              <a:spcAft>
                <a:spcPts val="0"/>
              </a:spcAft>
              <a:buClr>
                <a:srgbClr val="000000"/>
              </a:buClr>
              <a:buSzPts val="700"/>
              <a:buChar char="■"/>
              <a:defRPr sz="2100"/>
            </a:lvl6pPr>
            <a:lvl7pPr marL="3200400" indent="-273050" algn="l">
              <a:lnSpc>
                <a:spcPct val="100000"/>
              </a:lnSpc>
              <a:spcBef>
                <a:spcPts val="0"/>
              </a:spcBef>
              <a:spcAft>
                <a:spcPts val="0"/>
              </a:spcAft>
              <a:buClr>
                <a:srgbClr val="000000"/>
              </a:buClr>
              <a:buSzPts val="700"/>
              <a:buChar char="●"/>
              <a:defRPr sz="2100"/>
            </a:lvl7pPr>
            <a:lvl8pPr marL="3657600" indent="-273050" algn="l">
              <a:lnSpc>
                <a:spcPct val="100000"/>
              </a:lnSpc>
              <a:spcBef>
                <a:spcPts val="0"/>
              </a:spcBef>
              <a:spcAft>
                <a:spcPts val="0"/>
              </a:spcAft>
              <a:buClr>
                <a:srgbClr val="000000"/>
              </a:buClr>
              <a:buSzPts val="700"/>
              <a:buChar char="○"/>
              <a:defRPr sz="2100"/>
            </a:lvl8pPr>
            <a:lvl9pPr marL="4114800" indent="-273050" algn="l">
              <a:lnSpc>
                <a:spcPct val="100000"/>
              </a:lnSpc>
              <a:spcBef>
                <a:spcPts val="0"/>
              </a:spcBef>
              <a:spcAft>
                <a:spcPts val="0"/>
              </a:spcAft>
              <a:buClr>
                <a:srgbClr val="000000"/>
              </a:buClr>
              <a:buSzPts val="700"/>
              <a:buChar char="■"/>
              <a:defRPr sz="2100"/>
            </a:lvl9pPr>
          </a:lstStyle>
          <a:p xmlns:a="http://schemas.openxmlformats.org/drawingml/2006/main"/>
        </p:txBody>
      </p:sp>
      <p:sp>
        <p:nvSpPr>
          <p:cNvPr id="1075" name="Google Shape;1075;p138">
            <a:extLst xmlns:a="http://schemas.openxmlformats.org/drawingml/2006/main">
              <a:ext uri="{FF2B5EF4-FFF2-40B4-BE49-F238E27FC236}">
                <a16:creationId xmlns:a16="http://schemas.microsoft.com/office/drawing/2014/main" id="{098CB941-0A3A-4F89-B92E-163C886191A8}"/>
              </a:ext>
            </a:extLst>
          </p:cNvPr>
          <p:cNvSpPr>
            <a:spLocks xmlns:a="http://schemas.openxmlformats.org/drawingml/2006/main" noGrp="1"/>
          </p:cNvSpPr>
          <p:nvPr>
            <p:ph type="body" idx="3"/>
          </p:nvPr>
        </p:nvSpPr>
        <p:spPr>
          <a:xfrm xmlns:a="http://schemas.openxmlformats.org/drawingml/2006/main">
            <a:off x="330214" y="3080325"/>
            <a:ext cx="4031400" cy="218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lvl1pPr marL="457200" indent="-317500" algn="l">
              <a:lnSpc>
                <a:spcPct val="120000"/>
              </a:lnSpc>
              <a:spcBef>
                <a:spcPts val="0"/>
              </a:spcBef>
              <a:spcAft>
                <a:spcPts val="0"/>
              </a:spcAft>
              <a:buClr>
                <a:schemeClr val="dk1"/>
              </a:buClr>
              <a:buSzPts val="1400"/>
              <a:buFont typeface="Helvetica Neue"/>
              <a:buChar char="●"/>
              <a:defRPr sz="1400">
                <a:solidFill>
                  <a:schemeClr val="dk1"/>
                </a:solidFill>
              </a:defRPr>
            </a:lvl1pPr>
            <a:lvl2pPr marL="914400" indent="-273050" algn="l">
              <a:lnSpc>
                <a:spcPct val="100000"/>
              </a:lnSpc>
              <a:spcBef>
                <a:spcPts val="0"/>
              </a:spcBef>
              <a:spcAft>
                <a:spcPts val="0"/>
              </a:spcAft>
              <a:buClr>
                <a:srgbClr val="000000"/>
              </a:buClr>
              <a:buSzPts val="700"/>
              <a:buChar char="○"/>
              <a:defRPr sz="2100"/>
            </a:lvl2pPr>
            <a:lvl3pPr marL="1371600" indent="-273050" algn="l">
              <a:lnSpc>
                <a:spcPct val="100000"/>
              </a:lnSpc>
              <a:spcBef>
                <a:spcPts val="0"/>
              </a:spcBef>
              <a:spcAft>
                <a:spcPts val="0"/>
              </a:spcAft>
              <a:buClr>
                <a:srgbClr val="000000"/>
              </a:buClr>
              <a:buSzPts val="700"/>
              <a:buChar char="■"/>
              <a:defRPr sz="2100"/>
            </a:lvl3pPr>
            <a:lvl4pPr marL="1828800" indent="-273050" algn="l">
              <a:lnSpc>
                <a:spcPct val="100000"/>
              </a:lnSpc>
              <a:spcBef>
                <a:spcPts val="0"/>
              </a:spcBef>
              <a:spcAft>
                <a:spcPts val="0"/>
              </a:spcAft>
              <a:buClr>
                <a:srgbClr val="000000"/>
              </a:buClr>
              <a:buSzPts val="700"/>
              <a:buChar char="●"/>
              <a:defRPr sz="2100"/>
            </a:lvl4pPr>
            <a:lvl5pPr marL="2286000" indent="-273050" algn="l">
              <a:lnSpc>
                <a:spcPct val="100000"/>
              </a:lnSpc>
              <a:spcBef>
                <a:spcPts val="0"/>
              </a:spcBef>
              <a:spcAft>
                <a:spcPts val="0"/>
              </a:spcAft>
              <a:buClr>
                <a:srgbClr val="000000"/>
              </a:buClr>
              <a:buSzPts val="700"/>
              <a:buChar char="○"/>
              <a:defRPr sz="2100"/>
            </a:lvl5pPr>
            <a:lvl6pPr marL="2743200" indent="-273050" algn="l">
              <a:lnSpc>
                <a:spcPct val="100000"/>
              </a:lnSpc>
              <a:spcBef>
                <a:spcPts val="0"/>
              </a:spcBef>
              <a:spcAft>
                <a:spcPts val="0"/>
              </a:spcAft>
              <a:buClr>
                <a:srgbClr val="000000"/>
              </a:buClr>
              <a:buSzPts val="700"/>
              <a:buChar char="■"/>
              <a:defRPr sz="2100"/>
            </a:lvl6pPr>
            <a:lvl7pPr marL="3200400" indent="-273050" algn="l">
              <a:lnSpc>
                <a:spcPct val="100000"/>
              </a:lnSpc>
              <a:spcBef>
                <a:spcPts val="0"/>
              </a:spcBef>
              <a:spcAft>
                <a:spcPts val="0"/>
              </a:spcAft>
              <a:buClr>
                <a:srgbClr val="000000"/>
              </a:buClr>
              <a:buSzPts val="700"/>
              <a:buChar char="●"/>
              <a:defRPr sz="2100"/>
            </a:lvl7pPr>
            <a:lvl8pPr marL="3657600" indent="-273050" algn="l">
              <a:lnSpc>
                <a:spcPct val="100000"/>
              </a:lnSpc>
              <a:spcBef>
                <a:spcPts val="0"/>
              </a:spcBef>
              <a:spcAft>
                <a:spcPts val="0"/>
              </a:spcAft>
              <a:buClr>
                <a:srgbClr val="000000"/>
              </a:buClr>
              <a:buSzPts val="700"/>
              <a:buChar char="○"/>
              <a:defRPr sz="2100"/>
            </a:lvl8pPr>
            <a:lvl9pPr marL="4114800" indent="-273050" algn="l">
              <a:lnSpc>
                <a:spcPct val="100000"/>
              </a:lnSpc>
              <a:spcBef>
                <a:spcPts val="0"/>
              </a:spcBef>
              <a:spcAft>
                <a:spcPts val="0"/>
              </a:spcAft>
              <a:buClr>
                <a:srgbClr val="000000"/>
              </a:buClr>
              <a:buSzPts val="700"/>
              <a:buChar char="■"/>
              <a:defRPr sz="2100"/>
            </a:lvl9pPr>
          </a:lstStyle>
          <a:p xmlns:a="http://schemas.openxmlformats.org/drawingml/2006/main"/>
        </p:txBody>
      </p:sp>
      <p:sp>
        <p:nvSpPr>
          <p:cNvPr id="1076" name="Google Shape;1076;p138">
            <a:extLst xmlns:a="http://schemas.openxmlformats.org/drawingml/2006/main">
              <a:ext uri="{FF2B5EF4-FFF2-40B4-BE49-F238E27FC236}">
                <a16:creationId xmlns:a16="http://schemas.microsoft.com/office/drawing/2014/main" id="{8C94B5CF-1D80-4604-865E-770508435E8B}"/>
              </a:ext>
            </a:extLst>
          </p:cNvPr>
          <p:cNvSpPr>
            <a:spLocks xmlns:a="http://schemas.openxmlformats.org/drawingml/2006/main" noGrp="1"/>
          </p:cNvSpPr>
          <p:nvPr>
            <p:ph type="body" idx="4"/>
          </p:nvPr>
        </p:nvSpPr>
        <p:spPr>
          <a:xfrm xmlns:a="http://schemas.openxmlformats.org/drawingml/2006/main">
            <a:off x="330214" y="2896092"/>
            <a:ext cx="4031400" cy="121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lvl1pPr marL="457200" indent="-279400" algn="l">
              <a:lnSpc>
                <a:spcPct val="120000"/>
              </a:lnSpc>
              <a:spcBef>
                <a:spcPts val="0"/>
              </a:spcBef>
              <a:spcAft>
                <a:spcPts val="0"/>
              </a:spcAft>
              <a:buClr>
                <a:srgbClr val="7F7F7F"/>
              </a:buClr>
              <a:buSzPts val="800"/>
              <a:buFont typeface="Helvetica Neue"/>
              <a:buChar char="●"/>
              <a:defRPr sz="800">
                <a:solidFill>
                  <a:srgbClr val="7F7F7F"/>
                </a:solidFill>
              </a:defRPr>
            </a:lvl1pPr>
            <a:lvl2pPr marL="914400" indent="-273050" algn="l">
              <a:lnSpc>
                <a:spcPct val="100000"/>
              </a:lnSpc>
              <a:spcBef>
                <a:spcPts val="0"/>
              </a:spcBef>
              <a:spcAft>
                <a:spcPts val="0"/>
              </a:spcAft>
              <a:buClr>
                <a:srgbClr val="000000"/>
              </a:buClr>
              <a:buSzPts val="700"/>
              <a:buChar char="○"/>
              <a:defRPr sz="2100"/>
            </a:lvl2pPr>
            <a:lvl3pPr marL="1371600" indent="-273050" algn="l">
              <a:lnSpc>
                <a:spcPct val="100000"/>
              </a:lnSpc>
              <a:spcBef>
                <a:spcPts val="0"/>
              </a:spcBef>
              <a:spcAft>
                <a:spcPts val="0"/>
              </a:spcAft>
              <a:buClr>
                <a:srgbClr val="000000"/>
              </a:buClr>
              <a:buSzPts val="700"/>
              <a:buChar char="■"/>
              <a:defRPr sz="2100"/>
            </a:lvl3pPr>
            <a:lvl4pPr marL="1828800" indent="-273050" algn="l">
              <a:lnSpc>
                <a:spcPct val="100000"/>
              </a:lnSpc>
              <a:spcBef>
                <a:spcPts val="0"/>
              </a:spcBef>
              <a:spcAft>
                <a:spcPts val="0"/>
              </a:spcAft>
              <a:buClr>
                <a:srgbClr val="000000"/>
              </a:buClr>
              <a:buSzPts val="700"/>
              <a:buChar char="●"/>
              <a:defRPr sz="2100"/>
            </a:lvl4pPr>
            <a:lvl5pPr marL="2286000" indent="-273050" algn="l">
              <a:lnSpc>
                <a:spcPct val="100000"/>
              </a:lnSpc>
              <a:spcBef>
                <a:spcPts val="0"/>
              </a:spcBef>
              <a:spcAft>
                <a:spcPts val="0"/>
              </a:spcAft>
              <a:buClr>
                <a:srgbClr val="000000"/>
              </a:buClr>
              <a:buSzPts val="700"/>
              <a:buChar char="○"/>
              <a:defRPr sz="2100"/>
            </a:lvl5pPr>
            <a:lvl6pPr marL="2743200" indent="-273050" algn="l">
              <a:lnSpc>
                <a:spcPct val="100000"/>
              </a:lnSpc>
              <a:spcBef>
                <a:spcPts val="0"/>
              </a:spcBef>
              <a:spcAft>
                <a:spcPts val="0"/>
              </a:spcAft>
              <a:buClr>
                <a:srgbClr val="000000"/>
              </a:buClr>
              <a:buSzPts val="700"/>
              <a:buChar char="■"/>
              <a:defRPr sz="2100"/>
            </a:lvl6pPr>
            <a:lvl7pPr marL="3200400" indent="-273050" algn="l">
              <a:lnSpc>
                <a:spcPct val="100000"/>
              </a:lnSpc>
              <a:spcBef>
                <a:spcPts val="0"/>
              </a:spcBef>
              <a:spcAft>
                <a:spcPts val="0"/>
              </a:spcAft>
              <a:buClr>
                <a:srgbClr val="000000"/>
              </a:buClr>
              <a:buSzPts val="700"/>
              <a:buChar char="●"/>
              <a:defRPr sz="2100"/>
            </a:lvl7pPr>
            <a:lvl8pPr marL="3657600" indent="-273050" algn="l">
              <a:lnSpc>
                <a:spcPct val="100000"/>
              </a:lnSpc>
              <a:spcBef>
                <a:spcPts val="0"/>
              </a:spcBef>
              <a:spcAft>
                <a:spcPts val="0"/>
              </a:spcAft>
              <a:buClr>
                <a:srgbClr val="000000"/>
              </a:buClr>
              <a:buSzPts val="700"/>
              <a:buChar char="○"/>
              <a:defRPr sz="2100"/>
            </a:lvl8pPr>
            <a:lvl9pPr marL="4114800" indent="-273050" algn="l">
              <a:lnSpc>
                <a:spcPct val="100000"/>
              </a:lnSpc>
              <a:spcBef>
                <a:spcPts val="0"/>
              </a:spcBef>
              <a:spcAft>
                <a:spcPts val="0"/>
              </a:spcAft>
              <a:buClr>
                <a:srgbClr val="000000"/>
              </a:buClr>
              <a:buSzPts val="700"/>
              <a:buChar char="■"/>
              <a:defRPr sz="2100"/>
            </a:lvl9pPr>
          </a:lstStyle>
          <a:p xmlns:a="http://schemas.openxmlformats.org/drawingml/2006/main"/>
        </p:txBody>
      </p:sp>
      <p:sp>
        <p:nvSpPr>
          <p:cNvPr id="1077" name="Google Shape;1077;p138">
            <a:extLst xmlns:a="http://schemas.openxmlformats.org/drawingml/2006/main">
              <a:ext uri="{FF2B5EF4-FFF2-40B4-BE49-F238E27FC236}">
                <a16:creationId xmlns:a16="http://schemas.microsoft.com/office/drawing/2014/main" id="{06C76D5F-5AC4-444D-A88B-DE4EC7D1E97A}"/>
              </a:ext>
            </a:extLst>
          </p:cNvPr>
          <p:cNvSpPr>
            <a:spLocks xmlns:a="http://schemas.openxmlformats.org/drawingml/2006/main" noGrp="1"/>
          </p:cNvSpPr>
          <p:nvPr/>
        </p:nvSpPr>
        <p:spPr>
          <a:xfrm xmlns:a="http://schemas.openxmlformats.org/drawingml/2006/main">
            <a:off x="4641400" y="2763674"/>
            <a:ext cx="4311000" cy="1967400"/>
          </a:xfrm>
          <a:prstGeom xmlns:a="http://schemas.openxmlformats.org/drawingml/2006/main" prst="roundRect">
            <a:avLst>
              <a:gd name="adj" fmla="val 5442"/>
            </a:avLst>
          </a:prstGeom>
          <a:solidFill xmlns:a="http://schemas.openxmlformats.org/drawingml/2006/main">
            <a:srgbClr val="F4F2E6"/>
          </a:solidFill>
          <a:ln xmlns:a="http://schemas.openxmlformats.org/drawingml/2006/main">
            <a:noFill/>
          </a:ln>
        </p:spPr>
        <p:txBody>
          <a:bodyPr xmlns:a="http://schemas.openxmlformats.org/drawingml/2006/main" spcFirstLastPara="1" wrap="square" lIns="19050" tIns="19050" rIns="19050" bIns="1905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FFFFFF"/>
              </a:buClr>
              <a:buSzPts val="1800"/>
              <a:buFont typeface="Helvetica Neue"/>
              <a:buNone/>
            </a:pPr>
            <a:r>
              <a:t/>
            </a:r>
            <a:endParaRPr sz="1800" b="0" i="0" u="none" cap="none">
              <a:solidFill>
                <a:srgbClr val="000000"/>
              </a:solidFill>
              <a:latin typeface="Helvetica Neue"/>
              <a:ea typeface="Helvetica Neue"/>
              <a:cs typeface="Helvetica Neue"/>
            </a:endParaRPr>
          </a:p>
        </p:txBody>
      </p:sp>
      <p:sp>
        <p:nvSpPr>
          <p:cNvPr id="1078" name="Google Shape;1078;p138">
            <a:extLst xmlns:a="http://schemas.openxmlformats.org/drawingml/2006/main">
              <a:ext uri="{FF2B5EF4-FFF2-40B4-BE49-F238E27FC236}">
                <a16:creationId xmlns:a16="http://schemas.microsoft.com/office/drawing/2014/main" id="{35D7A54A-9595-404E-944A-9FAB7D22F680}"/>
              </a:ext>
            </a:extLst>
          </p:cNvPr>
          <p:cNvSpPr>
            <a:spLocks xmlns:a="http://schemas.openxmlformats.org/drawingml/2006/main" noGrp="1"/>
          </p:cNvSpPr>
          <p:nvPr>
            <p:ph type="body" idx="5"/>
          </p:nvPr>
        </p:nvSpPr>
        <p:spPr>
          <a:xfrm xmlns:a="http://schemas.openxmlformats.org/drawingml/2006/main">
            <a:off x="4770242" y="4459580"/>
            <a:ext cx="4031400" cy="264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b">
            <a:spAutoFit/>
          </a:bodyPr>
          <a:lstStyle xmlns:a="http://schemas.openxmlformats.org/drawingml/2006/main">
            <a:lvl1pPr marL="457200" indent="-279400" algn="l">
              <a:lnSpc>
                <a:spcPct val="120000"/>
              </a:lnSpc>
              <a:spcBef>
                <a:spcPts val="0"/>
              </a:spcBef>
              <a:spcAft>
                <a:spcPts val="0"/>
              </a:spcAft>
              <a:buClr>
                <a:srgbClr val="7F7F7F"/>
              </a:buClr>
              <a:buSzPts val="800"/>
              <a:buFont typeface="Helvetica Neue"/>
              <a:buChar char="●"/>
              <a:defRPr sz="800">
                <a:solidFill>
                  <a:srgbClr val="7F7F7F"/>
                </a:solidFill>
              </a:defRPr>
            </a:lvl1pPr>
            <a:lvl2pPr marL="914400" indent="-273050" algn="l">
              <a:lnSpc>
                <a:spcPct val="100000"/>
              </a:lnSpc>
              <a:spcBef>
                <a:spcPts val="0"/>
              </a:spcBef>
              <a:spcAft>
                <a:spcPts val="0"/>
              </a:spcAft>
              <a:buClr>
                <a:srgbClr val="000000"/>
              </a:buClr>
              <a:buSzPts val="700"/>
              <a:buChar char="○"/>
              <a:defRPr sz="2100"/>
            </a:lvl2pPr>
            <a:lvl3pPr marL="1371600" indent="-273050" algn="l">
              <a:lnSpc>
                <a:spcPct val="100000"/>
              </a:lnSpc>
              <a:spcBef>
                <a:spcPts val="0"/>
              </a:spcBef>
              <a:spcAft>
                <a:spcPts val="0"/>
              </a:spcAft>
              <a:buClr>
                <a:srgbClr val="000000"/>
              </a:buClr>
              <a:buSzPts val="700"/>
              <a:buChar char="■"/>
              <a:defRPr sz="2100"/>
            </a:lvl3pPr>
            <a:lvl4pPr marL="1828800" indent="-273050" algn="l">
              <a:lnSpc>
                <a:spcPct val="100000"/>
              </a:lnSpc>
              <a:spcBef>
                <a:spcPts val="0"/>
              </a:spcBef>
              <a:spcAft>
                <a:spcPts val="0"/>
              </a:spcAft>
              <a:buClr>
                <a:srgbClr val="000000"/>
              </a:buClr>
              <a:buSzPts val="700"/>
              <a:buChar char="●"/>
              <a:defRPr sz="2100"/>
            </a:lvl4pPr>
            <a:lvl5pPr marL="2286000" indent="-273050" algn="l">
              <a:lnSpc>
                <a:spcPct val="100000"/>
              </a:lnSpc>
              <a:spcBef>
                <a:spcPts val="0"/>
              </a:spcBef>
              <a:spcAft>
                <a:spcPts val="0"/>
              </a:spcAft>
              <a:buClr>
                <a:srgbClr val="000000"/>
              </a:buClr>
              <a:buSzPts val="700"/>
              <a:buChar char="○"/>
              <a:defRPr sz="2100"/>
            </a:lvl5pPr>
            <a:lvl6pPr marL="2743200" indent="-273050" algn="l">
              <a:lnSpc>
                <a:spcPct val="100000"/>
              </a:lnSpc>
              <a:spcBef>
                <a:spcPts val="0"/>
              </a:spcBef>
              <a:spcAft>
                <a:spcPts val="0"/>
              </a:spcAft>
              <a:buClr>
                <a:srgbClr val="000000"/>
              </a:buClr>
              <a:buSzPts val="700"/>
              <a:buChar char="■"/>
              <a:defRPr sz="2100"/>
            </a:lvl6pPr>
            <a:lvl7pPr marL="3200400" indent="-273050" algn="l">
              <a:lnSpc>
                <a:spcPct val="100000"/>
              </a:lnSpc>
              <a:spcBef>
                <a:spcPts val="0"/>
              </a:spcBef>
              <a:spcAft>
                <a:spcPts val="0"/>
              </a:spcAft>
              <a:buClr>
                <a:srgbClr val="000000"/>
              </a:buClr>
              <a:buSzPts val="700"/>
              <a:buChar char="●"/>
              <a:defRPr sz="2100"/>
            </a:lvl7pPr>
            <a:lvl8pPr marL="3657600" indent="-273050" algn="l">
              <a:lnSpc>
                <a:spcPct val="100000"/>
              </a:lnSpc>
              <a:spcBef>
                <a:spcPts val="0"/>
              </a:spcBef>
              <a:spcAft>
                <a:spcPts val="0"/>
              </a:spcAft>
              <a:buClr>
                <a:srgbClr val="000000"/>
              </a:buClr>
              <a:buSzPts val="700"/>
              <a:buChar char="○"/>
              <a:defRPr sz="2100"/>
            </a:lvl8pPr>
            <a:lvl9pPr marL="4114800" indent="-273050" algn="l">
              <a:lnSpc>
                <a:spcPct val="100000"/>
              </a:lnSpc>
              <a:spcBef>
                <a:spcPts val="0"/>
              </a:spcBef>
              <a:spcAft>
                <a:spcPts val="0"/>
              </a:spcAft>
              <a:buClr>
                <a:srgbClr val="000000"/>
              </a:buClr>
              <a:buSzPts val="700"/>
              <a:buChar char="■"/>
              <a:defRPr sz="2100"/>
            </a:lvl9pPr>
          </a:lstStyle>
          <a:p xmlns:a="http://schemas.openxmlformats.org/drawingml/2006/main"/>
        </p:txBody>
      </p:sp>
      <p:sp>
        <p:nvSpPr>
          <p:cNvPr id="1079" name="Google Shape;1079;p138">
            <a:extLst xmlns:a="http://schemas.openxmlformats.org/drawingml/2006/main">
              <a:ext uri="{FF2B5EF4-FFF2-40B4-BE49-F238E27FC236}">
                <a16:creationId xmlns:a16="http://schemas.microsoft.com/office/drawing/2014/main" id="{287D0FF1-AFC0-4F75-B4AB-58C018B982F7}"/>
              </a:ext>
            </a:extLst>
          </p:cNvPr>
          <p:cNvSpPr>
            <a:spLocks xmlns:a="http://schemas.openxmlformats.org/drawingml/2006/main" noGrp="1"/>
          </p:cNvSpPr>
          <p:nvPr>
            <p:ph type="body" idx="6"/>
          </p:nvPr>
        </p:nvSpPr>
        <p:spPr>
          <a:xfrm xmlns:a="http://schemas.openxmlformats.org/drawingml/2006/main">
            <a:off x="4770240" y="3080325"/>
            <a:ext cx="4031400" cy="218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lvl1pPr marL="457200" indent="-317500" algn="l">
              <a:lnSpc>
                <a:spcPct val="120000"/>
              </a:lnSpc>
              <a:spcBef>
                <a:spcPts val="0"/>
              </a:spcBef>
              <a:spcAft>
                <a:spcPts val="0"/>
              </a:spcAft>
              <a:buClr>
                <a:schemeClr val="dk1"/>
              </a:buClr>
              <a:buSzPts val="1400"/>
              <a:buFont typeface="Helvetica Neue"/>
              <a:buChar char="●"/>
              <a:defRPr sz="1400">
                <a:solidFill>
                  <a:schemeClr val="dk1"/>
                </a:solidFill>
              </a:defRPr>
            </a:lvl1pPr>
            <a:lvl2pPr marL="914400" indent="-273050" algn="l">
              <a:lnSpc>
                <a:spcPct val="100000"/>
              </a:lnSpc>
              <a:spcBef>
                <a:spcPts val="0"/>
              </a:spcBef>
              <a:spcAft>
                <a:spcPts val="0"/>
              </a:spcAft>
              <a:buClr>
                <a:srgbClr val="000000"/>
              </a:buClr>
              <a:buSzPts val="700"/>
              <a:buChar char="○"/>
              <a:defRPr sz="2100"/>
            </a:lvl2pPr>
            <a:lvl3pPr marL="1371600" indent="-273050" algn="l">
              <a:lnSpc>
                <a:spcPct val="100000"/>
              </a:lnSpc>
              <a:spcBef>
                <a:spcPts val="0"/>
              </a:spcBef>
              <a:spcAft>
                <a:spcPts val="0"/>
              </a:spcAft>
              <a:buClr>
                <a:srgbClr val="000000"/>
              </a:buClr>
              <a:buSzPts val="700"/>
              <a:buChar char="■"/>
              <a:defRPr sz="2100"/>
            </a:lvl3pPr>
            <a:lvl4pPr marL="1828800" indent="-273050" algn="l">
              <a:lnSpc>
                <a:spcPct val="100000"/>
              </a:lnSpc>
              <a:spcBef>
                <a:spcPts val="0"/>
              </a:spcBef>
              <a:spcAft>
                <a:spcPts val="0"/>
              </a:spcAft>
              <a:buClr>
                <a:srgbClr val="000000"/>
              </a:buClr>
              <a:buSzPts val="700"/>
              <a:buChar char="●"/>
              <a:defRPr sz="2100"/>
            </a:lvl4pPr>
            <a:lvl5pPr marL="2286000" indent="-273050" algn="l">
              <a:lnSpc>
                <a:spcPct val="100000"/>
              </a:lnSpc>
              <a:spcBef>
                <a:spcPts val="0"/>
              </a:spcBef>
              <a:spcAft>
                <a:spcPts val="0"/>
              </a:spcAft>
              <a:buClr>
                <a:srgbClr val="000000"/>
              </a:buClr>
              <a:buSzPts val="700"/>
              <a:buChar char="○"/>
              <a:defRPr sz="2100"/>
            </a:lvl5pPr>
            <a:lvl6pPr marL="2743200" indent="-273050" algn="l">
              <a:lnSpc>
                <a:spcPct val="100000"/>
              </a:lnSpc>
              <a:spcBef>
                <a:spcPts val="0"/>
              </a:spcBef>
              <a:spcAft>
                <a:spcPts val="0"/>
              </a:spcAft>
              <a:buClr>
                <a:srgbClr val="000000"/>
              </a:buClr>
              <a:buSzPts val="700"/>
              <a:buChar char="■"/>
              <a:defRPr sz="2100"/>
            </a:lvl6pPr>
            <a:lvl7pPr marL="3200400" indent="-273050" algn="l">
              <a:lnSpc>
                <a:spcPct val="100000"/>
              </a:lnSpc>
              <a:spcBef>
                <a:spcPts val="0"/>
              </a:spcBef>
              <a:spcAft>
                <a:spcPts val="0"/>
              </a:spcAft>
              <a:buClr>
                <a:srgbClr val="000000"/>
              </a:buClr>
              <a:buSzPts val="700"/>
              <a:buChar char="●"/>
              <a:defRPr sz="2100"/>
            </a:lvl7pPr>
            <a:lvl8pPr marL="3657600" indent="-273050" algn="l">
              <a:lnSpc>
                <a:spcPct val="100000"/>
              </a:lnSpc>
              <a:spcBef>
                <a:spcPts val="0"/>
              </a:spcBef>
              <a:spcAft>
                <a:spcPts val="0"/>
              </a:spcAft>
              <a:buClr>
                <a:srgbClr val="000000"/>
              </a:buClr>
              <a:buSzPts val="700"/>
              <a:buChar char="○"/>
              <a:defRPr sz="2100"/>
            </a:lvl8pPr>
            <a:lvl9pPr marL="4114800" indent="-273050" algn="l">
              <a:lnSpc>
                <a:spcPct val="100000"/>
              </a:lnSpc>
              <a:spcBef>
                <a:spcPts val="0"/>
              </a:spcBef>
              <a:spcAft>
                <a:spcPts val="0"/>
              </a:spcAft>
              <a:buClr>
                <a:srgbClr val="000000"/>
              </a:buClr>
              <a:buSzPts val="700"/>
              <a:buChar char="■"/>
              <a:defRPr sz="2100"/>
            </a:lvl9pPr>
          </a:lstStyle>
          <a:p xmlns:a="http://schemas.openxmlformats.org/drawingml/2006/main"/>
        </p:txBody>
      </p:sp>
      <p:sp>
        <p:nvSpPr>
          <p:cNvPr id="1080" name="Google Shape;1080;p138">
            <a:extLst xmlns:a="http://schemas.openxmlformats.org/drawingml/2006/main">
              <a:ext uri="{FF2B5EF4-FFF2-40B4-BE49-F238E27FC236}">
                <a16:creationId xmlns:a16="http://schemas.microsoft.com/office/drawing/2014/main" id="{FFC503D0-8A14-4F84-AB46-4CF1D0BFFFA0}"/>
              </a:ext>
            </a:extLst>
          </p:cNvPr>
          <p:cNvSpPr>
            <a:spLocks xmlns:a="http://schemas.openxmlformats.org/drawingml/2006/main" noGrp="1"/>
          </p:cNvSpPr>
          <p:nvPr>
            <p:ph type="body" idx="7"/>
          </p:nvPr>
        </p:nvSpPr>
        <p:spPr>
          <a:xfrm xmlns:a="http://schemas.openxmlformats.org/drawingml/2006/main">
            <a:off x="4770240" y="2896092"/>
            <a:ext cx="4031400" cy="121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lvl1pPr marL="457200" indent="-279400" algn="l">
              <a:lnSpc>
                <a:spcPct val="120000"/>
              </a:lnSpc>
              <a:spcBef>
                <a:spcPts val="0"/>
              </a:spcBef>
              <a:spcAft>
                <a:spcPts val="0"/>
              </a:spcAft>
              <a:buClr>
                <a:srgbClr val="7F7F7F"/>
              </a:buClr>
              <a:buSzPts val="800"/>
              <a:buFont typeface="Helvetica Neue"/>
              <a:buChar char="●"/>
              <a:defRPr sz="800">
                <a:solidFill>
                  <a:srgbClr val="7F7F7F"/>
                </a:solidFill>
              </a:defRPr>
            </a:lvl1pPr>
            <a:lvl2pPr marL="914400" indent="-273050" algn="l">
              <a:lnSpc>
                <a:spcPct val="100000"/>
              </a:lnSpc>
              <a:spcBef>
                <a:spcPts val="0"/>
              </a:spcBef>
              <a:spcAft>
                <a:spcPts val="0"/>
              </a:spcAft>
              <a:buClr>
                <a:srgbClr val="000000"/>
              </a:buClr>
              <a:buSzPts val="700"/>
              <a:buChar char="○"/>
              <a:defRPr sz="2100"/>
            </a:lvl2pPr>
            <a:lvl3pPr marL="1371600" indent="-273050" algn="l">
              <a:lnSpc>
                <a:spcPct val="100000"/>
              </a:lnSpc>
              <a:spcBef>
                <a:spcPts val="0"/>
              </a:spcBef>
              <a:spcAft>
                <a:spcPts val="0"/>
              </a:spcAft>
              <a:buClr>
                <a:srgbClr val="000000"/>
              </a:buClr>
              <a:buSzPts val="700"/>
              <a:buChar char="■"/>
              <a:defRPr sz="2100"/>
            </a:lvl3pPr>
            <a:lvl4pPr marL="1828800" indent="-273050" algn="l">
              <a:lnSpc>
                <a:spcPct val="100000"/>
              </a:lnSpc>
              <a:spcBef>
                <a:spcPts val="0"/>
              </a:spcBef>
              <a:spcAft>
                <a:spcPts val="0"/>
              </a:spcAft>
              <a:buClr>
                <a:srgbClr val="000000"/>
              </a:buClr>
              <a:buSzPts val="700"/>
              <a:buChar char="●"/>
              <a:defRPr sz="2100"/>
            </a:lvl4pPr>
            <a:lvl5pPr marL="2286000" indent="-273050" algn="l">
              <a:lnSpc>
                <a:spcPct val="100000"/>
              </a:lnSpc>
              <a:spcBef>
                <a:spcPts val="0"/>
              </a:spcBef>
              <a:spcAft>
                <a:spcPts val="0"/>
              </a:spcAft>
              <a:buClr>
                <a:srgbClr val="000000"/>
              </a:buClr>
              <a:buSzPts val="700"/>
              <a:buChar char="○"/>
              <a:defRPr sz="2100"/>
            </a:lvl5pPr>
            <a:lvl6pPr marL="2743200" indent="-273050" algn="l">
              <a:lnSpc>
                <a:spcPct val="100000"/>
              </a:lnSpc>
              <a:spcBef>
                <a:spcPts val="0"/>
              </a:spcBef>
              <a:spcAft>
                <a:spcPts val="0"/>
              </a:spcAft>
              <a:buClr>
                <a:srgbClr val="000000"/>
              </a:buClr>
              <a:buSzPts val="700"/>
              <a:buChar char="■"/>
              <a:defRPr sz="2100"/>
            </a:lvl6pPr>
            <a:lvl7pPr marL="3200400" indent="-273050" algn="l">
              <a:lnSpc>
                <a:spcPct val="100000"/>
              </a:lnSpc>
              <a:spcBef>
                <a:spcPts val="0"/>
              </a:spcBef>
              <a:spcAft>
                <a:spcPts val="0"/>
              </a:spcAft>
              <a:buClr>
                <a:srgbClr val="000000"/>
              </a:buClr>
              <a:buSzPts val="700"/>
              <a:buChar char="●"/>
              <a:defRPr sz="2100"/>
            </a:lvl7pPr>
            <a:lvl8pPr marL="3657600" indent="-273050" algn="l">
              <a:lnSpc>
                <a:spcPct val="100000"/>
              </a:lnSpc>
              <a:spcBef>
                <a:spcPts val="0"/>
              </a:spcBef>
              <a:spcAft>
                <a:spcPts val="0"/>
              </a:spcAft>
              <a:buClr>
                <a:srgbClr val="000000"/>
              </a:buClr>
              <a:buSzPts val="700"/>
              <a:buChar char="○"/>
              <a:defRPr sz="2100"/>
            </a:lvl8pPr>
            <a:lvl9pPr marL="4114800" indent="-273050" algn="l">
              <a:lnSpc>
                <a:spcPct val="100000"/>
              </a:lnSpc>
              <a:spcBef>
                <a:spcPts val="0"/>
              </a:spcBef>
              <a:spcAft>
                <a:spcPts val="0"/>
              </a:spcAft>
              <a:buClr>
                <a:srgbClr val="000000"/>
              </a:buClr>
              <a:buSzPts val="700"/>
              <a:buChar char="■"/>
              <a:defRPr sz="2100"/>
            </a:lvl9pPr>
          </a:lstStyle>
          <a:p xmlns:a="http://schemas.openxmlformats.org/drawingml/2006/main"/>
        </p:txBody>
      </p:sp>
      <p:sp>
        <p:nvSpPr>
          <p:cNvPr id="1081" name="Google Shape;1081;p138">
            <a:extLst xmlns:a="http://schemas.openxmlformats.org/drawingml/2006/main">
              <a:ext uri="{FF2B5EF4-FFF2-40B4-BE49-F238E27FC236}">
                <a16:creationId xmlns:a16="http://schemas.microsoft.com/office/drawing/2014/main" id="{7D676111-A6EF-4014-86B8-F98C0F2BD9CD}"/>
              </a:ext>
            </a:extLst>
          </p:cNvPr>
          <p:cNvSpPr>
            <a:spLocks xmlns:a="http://schemas.openxmlformats.org/drawingml/2006/main" noGrp="1"/>
          </p:cNvSpPr>
          <p:nvPr/>
        </p:nvSpPr>
        <p:spPr>
          <a:xfrm xmlns:a="http://schemas.openxmlformats.org/drawingml/2006/main">
            <a:off x="201375" y="667800"/>
            <a:ext cx="4311000" cy="1967400"/>
          </a:xfrm>
          <a:prstGeom xmlns:a="http://schemas.openxmlformats.org/drawingml/2006/main" prst="roundRect">
            <a:avLst>
              <a:gd name="adj" fmla="val 5442"/>
            </a:avLst>
          </a:prstGeom>
          <a:solidFill xmlns:a="http://schemas.openxmlformats.org/drawingml/2006/main">
            <a:srgbClr val="F4F2E6"/>
          </a:solidFill>
          <a:ln xmlns:a="http://schemas.openxmlformats.org/drawingml/2006/main">
            <a:noFill/>
          </a:ln>
        </p:spPr>
        <p:txBody>
          <a:bodyPr xmlns:a="http://schemas.openxmlformats.org/drawingml/2006/main" spcFirstLastPara="1" wrap="square" lIns="19050" tIns="19050" rIns="19050" bIns="1905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FFFFFF"/>
              </a:buClr>
              <a:buSzPts val="1800"/>
              <a:buFont typeface="Helvetica Neue"/>
              <a:buNone/>
            </a:pPr>
            <a:r>
              <a:t/>
            </a:r>
            <a:endParaRPr sz="1800" b="0" i="0" u="none" cap="none">
              <a:solidFill>
                <a:srgbClr val="000000"/>
              </a:solidFill>
              <a:latin typeface="Helvetica Neue"/>
              <a:ea typeface="Helvetica Neue"/>
              <a:cs typeface="Helvetica Neue"/>
            </a:endParaRPr>
          </a:p>
        </p:txBody>
      </p:sp>
      <p:sp>
        <p:nvSpPr>
          <p:cNvPr id="1082" name="Google Shape;1082;p138">
            <a:extLst xmlns:a="http://schemas.openxmlformats.org/drawingml/2006/main">
              <a:ext uri="{FF2B5EF4-FFF2-40B4-BE49-F238E27FC236}">
                <a16:creationId xmlns:a16="http://schemas.microsoft.com/office/drawing/2014/main" id="{B5E7D77F-3560-4618-BA4A-C8FAC6D4B9F9}"/>
              </a:ext>
            </a:extLst>
          </p:cNvPr>
          <p:cNvSpPr>
            <a:spLocks xmlns:a="http://schemas.openxmlformats.org/drawingml/2006/main" noGrp="1"/>
          </p:cNvSpPr>
          <p:nvPr>
            <p:ph type="body" idx="8"/>
          </p:nvPr>
        </p:nvSpPr>
        <p:spPr>
          <a:xfrm xmlns:a="http://schemas.openxmlformats.org/drawingml/2006/main">
            <a:off x="330214" y="2239313"/>
            <a:ext cx="4031400" cy="255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b">
            <a:spAutoFit/>
          </a:bodyPr>
          <a:lstStyle xmlns:a="http://schemas.openxmlformats.org/drawingml/2006/main">
            <a:lvl1pPr marL="457200" indent="-279400" algn="l">
              <a:lnSpc>
                <a:spcPct val="120000"/>
              </a:lnSpc>
              <a:spcBef>
                <a:spcPts val="0"/>
              </a:spcBef>
              <a:spcAft>
                <a:spcPts val="0"/>
              </a:spcAft>
              <a:buClr>
                <a:srgbClr val="7F7F7F"/>
              </a:buClr>
              <a:buSzPts val="800"/>
              <a:buFont typeface="Helvetica Neue"/>
              <a:buChar char="●"/>
              <a:defRPr sz="800">
                <a:solidFill>
                  <a:srgbClr val="7F7F7F"/>
                </a:solidFill>
              </a:defRPr>
            </a:lvl1pPr>
            <a:lvl2pPr marL="914400" indent="-273050" algn="l">
              <a:lnSpc>
                <a:spcPct val="100000"/>
              </a:lnSpc>
              <a:spcBef>
                <a:spcPts val="0"/>
              </a:spcBef>
              <a:spcAft>
                <a:spcPts val="0"/>
              </a:spcAft>
              <a:buClr>
                <a:srgbClr val="000000"/>
              </a:buClr>
              <a:buSzPts val="700"/>
              <a:buChar char="○"/>
              <a:defRPr sz="2100"/>
            </a:lvl2pPr>
            <a:lvl3pPr marL="1371600" indent="-273050" algn="l">
              <a:lnSpc>
                <a:spcPct val="100000"/>
              </a:lnSpc>
              <a:spcBef>
                <a:spcPts val="0"/>
              </a:spcBef>
              <a:spcAft>
                <a:spcPts val="0"/>
              </a:spcAft>
              <a:buClr>
                <a:srgbClr val="000000"/>
              </a:buClr>
              <a:buSzPts val="700"/>
              <a:buChar char="■"/>
              <a:defRPr sz="2100"/>
            </a:lvl3pPr>
            <a:lvl4pPr marL="1828800" indent="-273050" algn="l">
              <a:lnSpc>
                <a:spcPct val="100000"/>
              </a:lnSpc>
              <a:spcBef>
                <a:spcPts val="0"/>
              </a:spcBef>
              <a:spcAft>
                <a:spcPts val="0"/>
              </a:spcAft>
              <a:buClr>
                <a:srgbClr val="000000"/>
              </a:buClr>
              <a:buSzPts val="700"/>
              <a:buChar char="●"/>
              <a:defRPr sz="2100"/>
            </a:lvl4pPr>
            <a:lvl5pPr marL="2286000" indent="-273050" algn="l">
              <a:lnSpc>
                <a:spcPct val="100000"/>
              </a:lnSpc>
              <a:spcBef>
                <a:spcPts val="0"/>
              </a:spcBef>
              <a:spcAft>
                <a:spcPts val="0"/>
              </a:spcAft>
              <a:buClr>
                <a:srgbClr val="000000"/>
              </a:buClr>
              <a:buSzPts val="700"/>
              <a:buChar char="○"/>
              <a:defRPr sz="2100"/>
            </a:lvl5pPr>
            <a:lvl6pPr marL="2743200" indent="-273050" algn="l">
              <a:lnSpc>
                <a:spcPct val="100000"/>
              </a:lnSpc>
              <a:spcBef>
                <a:spcPts val="0"/>
              </a:spcBef>
              <a:spcAft>
                <a:spcPts val="0"/>
              </a:spcAft>
              <a:buClr>
                <a:srgbClr val="000000"/>
              </a:buClr>
              <a:buSzPts val="700"/>
              <a:buChar char="■"/>
              <a:defRPr sz="2100"/>
            </a:lvl6pPr>
            <a:lvl7pPr marL="3200400" indent="-273050" algn="l">
              <a:lnSpc>
                <a:spcPct val="100000"/>
              </a:lnSpc>
              <a:spcBef>
                <a:spcPts val="0"/>
              </a:spcBef>
              <a:spcAft>
                <a:spcPts val="0"/>
              </a:spcAft>
              <a:buClr>
                <a:srgbClr val="000000"/>
              </a:buClr>
              <a:buSzPts val="700"/>
              <a:buChar char="●"/>
              <a:defRPr sz="2100"/>
            </a:lvl7pPr>
            <a:lvl8pPr marL="3657600" indent="-273050" algn="l">
              <a:lnSpc>
                <a:spcPct val="100000"/>
              </a:lnSpc>
              <a:spcBef>
                <a:spcPts val="0"/>
              </a:spcBef>
              <a:spcAft>
                <a:spcPts val="0"/>
              </a:spcAft>
              <a:buClr>
                <a:srgbClr val="000000"/>
              </a:buClr>
              <a:buSzPts val="700"/>
              <a:buChar char="○"/>
              <a:defRPr sz="2100"/>
            </a:lvl8pPr>
            <a:lvl9pPr marL="4114800" indent="-273050" algn="l">
              <a:lnSpc>
                <a:spcPct val="100000"/>
              </a:lnSpc>
              <a:spcBef>
                <a:spcPts val="0"/>
              </a:spcBef>
              <a:spcAft>
                <a:spcPts val="0"/>
              </a:spcAft>
              <a:buClr>
                <a:srgbClr val="000000"/>
              </a:buClr>
              <a:buSzPts val="700"/>
              <a:buChar char="■"/>
              <a:defRPr sz="2100"/>
            </a:lvl9pPr>
          </a:lstStyle>
          <a:p xmlns:a="http://schemas.openxmlformats.org/drawingml/2006/main"/>
        </p:txBody>
      </p:sp>
      <p:sp>
        <p:nvSpPr>
          <p:cNvPr id="1083" name="Google Shape;1083;p138">
            <a:extLst xmlns:a="http://schemas.openxmlformats.org/drawingml/2006/main">
              <a:ext uri="{FF2B5EF4-FFF2-40B4-BE49-F238E27FC236}">
                <a16:creationId xmlns:a16="http://schemas.microsoft.com/office/drawing/2014/main" id="{2C8D5BB7-B459-4A81-B60C-E16ED393F022}"/>
              </a:ext>
            </a:extLst>
          </p:cNvPr>
          <p:cNvSpPr>
            <a:spLocks xmlns:a="http://schemas.openxmlformats.org/drawingml/2006/main" noGrp="1"/>
          </p:cNvSpPr>
          <p:nvPr>
            <p:ph type="body" idx="9"/>
          </p:nvPr>
        </p:nvSpPr>
        <p:spPr>
          <a:xfrm xmlns:a="http://schemas.openxmlformats.org/drawingml/2006/main">
            <a:off x="330214" y="991600"/>
            <a:ext cx="4031400" cy="218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lvl1pPr marL="457200" indent="-317500" algn="l">
              <a:lnSpc>
                <a:spcPct val="120000"/>
              </a:lnSpc>
              <a:spcBef>
                <a:spcPts val="0"/>
              </a:spcBef>
              <a:spcAft>
                <a:spcPts val="0"/>
              </a:spcAft>
              <a:buClr>
                <a:schemeClr val="dk1"/>
              </a:buClr>
              <a:buSzPts val="1400"/>
              <a:buFont typeface="Helvetica Neue"/>
              <a:buChar char="●"/>
              <a:defRPr sz="1400">
                <a:solidFill>
                  <a:schemeClr val="dk1"/>
                </a:solidFill>
              </a:defRPr>
            </a:lvl1pPr>
            <a:lvl2pPr marL="914400" indent="-273050" algn="l">
              <a:lnSpc>
                <a:spcPct val="100000"/>
              </a:lnSpc>
              <a:spcBef>
                <a:spcPts val="0"/>
              </a:spcBef>
              <a:spcAft>
                <a:spcPts val="0"/>
              </a:spcAft>
              <a:buClr>
                <a:srgbClr val="000000"/>
              </a:buClr>
              <a:buSzPts val="700"/>
              <a:buChar char="○"/>
              <a:defRPr sz="2100"/>
            </a:lvl2pPr>
            <a:lvl3pPr marL="1371600" indent="-273050" algn="l">
              <a:lnSpc>
                <a:spcPct val="100000"/>
              </a:lnSpc>
              <a:spcBef>
                <a:spcPts val="0"/>
              </a:spcBef>
              <a:spcAft>
                <a:spcPts val="0"/>
              </a:spcAft>
              <a:buClr>
                <a:srgbClr val="000000"/>
              </a:buClr>
              <a:buSzPts val="700"/>
              <a:buChar char="■"/>
              <a:defRPr sz="2100"/>
            </a:lvl3pPr>
            <a:lvl4pPr marL="1828800" indent="-273050" algn="l">
              <a:lnSpc>
                <a:spcPct val="100000"/>
              </a:lnSpc>
              <a:spcBef>
                <a:spcPts val="0"/>
              </a:spcBef>
              <a:spcAft>
                <a:spcPts val="0"/>
              </a:spcAft>
              <a:buClr>
                <a:srgbClr val="000000"/>
              </a:buClr>
              <a:buSzPts val="700"/>
              <a:buChar char="●"/>
              <a:defRPr sz="2100"/>
            </a:lvl4pPr>
            <a:lvl5pPr marL="2286000" indent="-273050" algn="l">
              <a:lnSpc>
                <a:spcPct val="100000"/>
              </a:lnSpc>
              <a:spcBef>
                <a:spcPts val="0"/>
              </a:spcBef>
              <a:spcAft>
                <a:spcPts val="0"/>
              </a:spcAft>
              <a:buClr>
                <a:srgbClr val="000000"/>
              </a:buClr>
              <a:buSzPts val="700"/>
              <a:buChar char="○"/>
              <a:defRPr sz="2100"/>
            </a:lvl5pPr>
            <a:lvl6pPr marL="2743200" indent="-273050" algn="l">
              <a:lnSpc>
                <a:spcPct val="100000"/>
              </a:lnSpc>
              <a:spcBef>
                <a:spcPts val="0"/>
              </a:spcBef>
              <a:spcAft>
                <a:spcPts val="0"/>
              </a:spcAft>
              <a:buClr>
                <a:srgbClr val="000000"/>
              </a:buClr>
              <a:buSzPts val="700"/>
              <a:buChar char="■"/>
              <a:defRPr sz="2100"/>
            </a:lvl6pPr>
            <a:lvl7pPr marL="3200400" indent="-273050" algn="l">
              <a:lnSpc>
                <a:spcPct val="100000"/>
              </a:lnSpc>
              <a:spcBef>
                <a:spcPts val="0"/>
              </a:spcBef>
              <a:spcAft>
                <a:spcPts val="0"/>
              </a:spcAft>
              <a:buClr>
                <a:srgbClr val="000000"/>
              </a:buClr>
              <a:buSzPts val="700"/>
              <a:buChar char="●"/>
              <a:defRPr sz="2100"/>
            </a:lvl7pPr>
            <a:lvl8pPr marL="3657600" indent="-273050" algn="l">
              <a:lnSpc>
                <a:spcPct val="100000"/>
              </a:lnSpc>
              <a:spcBef>
                <a:spcPts val="0"/>
              </a:spcBef>
              <a:spcAft>
                <a:spcPts val="0"/>
              </a:spcAft>
              <a:buClr>
                <a:srgbClr val="000000"/>
              </a:buClr>
              <a:buSzPts val="700"/>
              <a:buChar char="○"/>
              <a:defRPr sz="2100"/>
            </a:lvl8pPr>
            <a:lvl9pPr marL="4114800" indent="-273050" algn="l">
              <a:lnSpc>
                <a:spcPct val="100000"/>
              </a:lnSpc>
              <a:spcBef>
                <a:spcPts val="0"/>
              </a:spcBef>
              <a:spcAft>
                <a:spcPts val="0"/>
              </a:spcAft>
              <a:buClr>
                <a:srgbClr val="000000"/>
              </a:buClr>
              <a:buSzPts val="700"/>
              <a:buChar char="■"/>
              <a:defRPr sz="2100"/>
            </a:lvl9pPr>
          </a:lstStyle>
          <a:p xmlns:a="http://schemas.openxmlformats.org/drawingml/2006/main"/>
        </p:txBody>
      </p:sp>
      <p:sp>
        <p:nvSpPr>
          <p:cNvPr id="1084" name="Google Shape;1084;p138">
            <a:extLst xmlns:a="http://schemas.openxmlformats.org/drawingml/2006/main">
              <a:ext uri="{FF2B5EF4-FFF2-40B4-BE49-F238E27FC236}">
                <a16:creationId xmlns:a16="http://schemas.microsoft.com/office/drawing/2014/main" id="{A614DF10-A7EB-4279-941F-C68C8D38AA0B}"/>
              </a:ext>
            </a:extLst>
          </p:cNvPr>
          <p:cNvSpPr>
            <a:spLocks xmlns:a="http://schemas.openxmlformats.org/drawingml/2006/main" noGrp="1"/>
          </p:cNvSpPr>
          <p:nvPr>
            <p:ph type="body" idx="13"/>
          </p:nvPr>
        </p:nvSpPr>
        <p:spPr>
          <a:xfrm xmlns:a="http://schemas.openxmlformats.org/drawingml/2006/main">
            <a:off x="330214" y="807366"/>
            <a:ext cx="4031400" cy="121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lvl1pPr marL="457200" indent="-279400" algn="l">
              <a:lnSpc>
                <a:spcPct val="120000"/>
              </a:lnSpc>
              <a:spcBef>
                <a:spcPts val="0"/>
              </a:spcBef>
              <a:spcAft>
                <a:spcPts val="0"/>
              </a:spcAft>
              <a:buClr>
                <a:srgbClr val="7F7F7F"/>
              </a:buClr>
              <a:buSzPts val="800"/>
              <a:buFont typeface="Helvetica Neue"/>
              <a:buChar char="●"/>
              <a:defRPr sz="800">
                <a:solidFill>
                  <a:srgbClr val="7F7F7F"/>
                </a:solidFill>
              </a:defRPr>
            </a:lvl1pPr>
            <a:lvl2pPr marL="914400" indent="-273050" algn="l">
              <a:lnSpc>
                <a:spcPct val="100000"/>
              </a:lnSpc>
              <a:spcBef>
                <a:spcPts val="0"/>
              </a:spcBef>
              <a:spcAft>
                <a:spcPts val="0"/>
              </a:spcAft>
              <a:buClr>
                <a:srgbClr val="000000"/>
              </a:buClr>
              <a:buSzPts val="700"/>
              <a:buChar char="○"/>
              <a:defRPr sz="2100"/>
            </a:lvl2pPr>
            <a:lvl3pPr marL="1371600" indent="-273050" algn="l">
              <a:lnSpc>
                <a:spcPct val="100000"/>
              </a:lnSpc>
              <a:spcBef>
                <a:spcPts val="0"/>
              </a:spcBef>
              <a:spcAft>
                <a:spcPts val="0"/>
              </a:spcAft>
              <a:buClr>
                <a:srgbClr val="000000"/>
              </a:buClr>
              <a:buSzPts val="700"/>
              <a:buChar char="■"/>
              <a:defRPr sz="2100"/>
            </a:lvl3pPr>
            <a:lvl4pPr marL="1828800" indent="-273050" algn="l">
              <a:lnSpc>
                <a:spcPct val="100000"/>
              </a:lnSpc>
              <a:spcBef>
                <a:spcPts val="0"/>
              </a:spcBef>
              <a:spcAft>
                <a:spcPts val="0"/>
              </a:spcAft>
              <a:buClr>
                <a:srgbClr val="000000"/>
              </a:buClr>
              <a:buSzPts val="700"/>
              <a:buChar char="●"/>
              <a:defRPr sz="2100"/>
            </a:lvl4pPr>
            <a:lvl5pPr marL="2286000" indent="-273050" algn="l">
              <a:lnSpc>
                <a:spcPct val="100000"/>
              </a:lnSpc>
              <a:spcBef>
                <a:spcPts val="0"/>
              </a:spcBef>
              <a:spcAft>
                <a:spcPts val="0"/>
              </a:spcAft>
              <a:buClr>
                <a:srgbClr val="000000"/>
              </a:buClr>
              <a:buSzPts val="700"/>
              <a:buChar char="○"/>
              <a:defRPr sz="2100"/>
            </a:lvl5pPr>
            <a:lvl6pPr marL="2743200" indent="-273050" algn="l">
              <a:lnSpc>
                <a:spcPct val="100000"/>
              </a:lnSpc>
              <a:spcBef>
                <a:spcPts val="0"/>
              </a:spcBef>
              <a:spcAft>
                <a:spcPts val="0"/>
              </a:spcAft>
              <a:buClr>
                <a:srgbClr val="000000"/>
              </a:buClr>
              <a:buSzPts val="700"/>
              <a:buChar char="■"/>
              <a:defRPr sz="2100"/>
            </a:lvl6pPr>
            <a:lvl7pPr marL="3200400" indent="-273050" algn="l">
              <a:lnSpc>
                <a:spcPct val="100000"/>
              </a:lnSpc>
              <a:spcBef>
                <a:spcPts val="0"/>
              </a:spcBef>
              <a:spcAft>
                <a:spcPts val="0"/>
              </a:spcAft>
              <a:buClr>
                <a:srgbClr val="000000"/>
              </a:buClr>
              <a:buSzPts val="700"/>
              <a:buChar char="●"/>
              <a:defRPr sz="2100"/>
            </a:lvl7pPr>
            <a:lvl8pPr marL="3657600" indent="-273050" algn="l">
              <a:lnSpc>
                <a:spcPct val="100000"/>
              </a:lnSpc>
              <a:spcBef>
                <a:spcPts val="0"/>
              </a:spcBef>
              <a:spcAft>
                <a:spcPts val="0"/>
              </a:spcAft>
              <a:buClr>
                <a:srgbClr val="000000"/>
              </a:buClr>
              <a:buSzPts val="700"/>
              <a:buChar char="○"/>
              <a:defRPr sz="2100"/>
            </a:lvl8pPr>
            <a:lvl9pPr marL="4114800" indent="-273050" algn="l">
              <a:lnSpc>
                <a:spcPct val="100000"/>
              </a:lnSpc>
              <a:spcBef>
                <a:spcPts val="0"/>
              </a:spcBef>
              <a:spcAft>
                <a:spcPts val="0"/>
              </a:spcAft>
              <a:buClr>
                <a:srgbClr val="000000"/>
              </a:buClr>
              <a:buSzPts val="700"/>
              <a:buChar char="■"/>
              <a:defRPr sz="2100"/>
            </a:lvl9pPr>
          </a:lstStyle>
          <a:p xmlns:a="http://schemas.openxmlformats.org/drawingml/2006/main"/>
        </p:txBody>
      </p:sp>
      <p:sp>
        <p:nvSpPr>
          <p:cNvPr id="1085" name="Google Shape;1085;p138">
            <a:extLst xmlns:a="http://schemas.openxmlformats.org/drawingml/2006/main">
              <a:ext uri="{FF2B5EF4-FFF2-40B4-BE49-F238E27FC236}">
                <a16:creationId xmlns:a16="http://schemas.microsoft.com/office/drawing/2014/main" id="{730BB547-F112-41B3-BBFE-612155B88914}"/>
              </a:ext>
            </a:extLst>
          </p:cNvPr>
          <p:cNvSpPr>
            <a:spLocks xmlns:a="http://schemas.openxmlformats.org/drawingml/2006/main" noGrp="1"/>
          </p:cNvSpPr>
          <p:nvPr/>
        </p:nvSpPr>
        <p:spPr>
          <a:xfrm xmlns:a="http://schemas.openxmlformats.org/drawingml/2006/main">
            <a:off x="4641400" y="667800"/>
            <a:ext cx="4311000" cy="1967400"/>
          </a:xfrm>
          <a:prstGeom xmlns:a="http://schemas.openxmlformats.org/drawingml/2006/main" prst="roundRect">
            <a:avLst>
              <a:gd name="adj" fmla="val 5442"/>
            </a:avLst>
          </a:prstGeom>
          <a:solidFill xmlns:a="http://schemas.openxmlformats.org/drawingml/2006/main">
            <a:srgbClr val="F4F2E6"/>
          </a:solidFill>
          <a:ln xmlns:a="http://schemas.openxmlformats.org/drawingml/2006/main">
            <a:noFill/>
          </a:ln>
        </p:spPr>
        <p:txBody>
          <a:bodyPr xmlns:a="http://schemas.openxmlformats.org/drawingml/2006/main" spcFirstLastPara="1" wrap="square" lIns="19050" tIns="19050" rIns="19050" bIns="1905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FFFFFF"/>
              </a:buClr>
              <a:buSzPts val="1800"/>
              <a:buFont typeface="Helvetica Neue"/>
              <a:buNone/>
            </a:pPr>
            <a:r>
              <a:t/>
            </a:r>
            <a:endParaRPr sz="1800" b="0" i="0" u="none" cap="none">
              <a:solidFill>
                <a:srgbClr val="000000"/>
              </a:solidFill>
              <a:latin typeface="Helvetica Neue"/>
              <a:ea typeface="Helvetica Neue"/>
              <a:cs typeface="Helvetica Neue"/>
            </a:endParaRPr>
          </a:p>
        </p:txBody>
      </p:sp>
      <p:sp>
        <p:nvSpPr>
          <p:cNvPr id="1086" name="Google Shape;1086;p138">
            <a:extLst xmlns:a="http://schemas.openxmlformats.org/drawingml/2006/main">
              <a:ext uri="{FF2B5EF4-FFF2-40B4-BE49-F238E27FC236}">
                <a16:creationId xmlns:a16="http://schemas.microsoft.com/office/drawing/2014/main" id="{526E3266-A9A5-49DE-8C7B-9821D3A99854}"/>
              </a:ext>
            </a:extLst>
          </p:cNvPr>
          <p:cNvSpPr>
            <a:spLocks xmlns:a="http://schemas.openxmlformats.org/drawingml/2006/main" noGrp="1"/>
          </p:cNvSpPr>
          <p:nvPr>
            <p:ph type="body" idx="14"/>
          </p:nvPr>
        </p:nvSpPr>
        <p:spPr>
          <a:xfrm xmlns:a="http://schemas.openxmlformats.org/drawingml/2006/main">
            <a:off x="4770240" y="2239313"/>
            <a:ext cx="4031400" cy="255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b">
            <a:spAutoFit/>
          </a:bodyPr>
          <a:lstStyle xmlns:a="http://schemas.openxmlformats.org/drawingml/2006/main">
            <a:lvl1pPr marL="457200" indent="-279400" algn="l">
              <a:lnSpc>
                <a:spcPct val="120000"/>
              </a:lnSpc>
              <a:spcBef>
                <a:spcPts val="0"/>
              </a:spcBef>
              <a:spcAft>
                <a:spcPts val="0"/>
              </a:spcAft>
              <a:buClr>
                <a:srgbClr val="7F7F7F"/>
              </a:buClr>
              <a:buSzPts val="800"/>
              <a:buFont typeface="Helvetica Neue"/>
              <a:buChar char="●"/>
              <a:defRPr sz="800">
                <a:solidFill>
                  <a:srgbClr val="7F7F7F"/>
                </a:solidFill>
              </a:defRPr>
            </a:lvl1pPr>
            <a:lvl2pPr marL="914400" indent="-273050" algn="l">
              <a:lnSpc>
                <a:spcPct val="100000"/>
              </a:lnSpc>
              <a:spcBef>
                <a:spcPts val="0"/>
              </a:spcBef>
              <a:spcAft>
                <a:spcPts val="0"/>
              </a:spcAft>
              <a:buClr>
                <a:srgbClr val="000000"/>
              </a:buClr>
              <a:buSzPts val="700"/>
              <a:buChar char="○"/>
              <a:defRPr sz="2100"/>
            </a:lvl2pPr>
            <a:lvl3pPr marL="1371600" indent="-273050" algn="l">
              <a:lnSpc>
                <a:spcPct val="100000"/>
              </a:lnSpc>
              <a:spcBef>
                <a:spcPts val="0"/>
              </a:spcBef>
              <a:spcAft>
                <a:spcPts val="0"/>
              </a:spcAft>
              <a:buClr>
                <a:srgbClr val="000000"/>
              </a:buClr>
              <a:buSzPts val="700"/>
              <a:buChar char="■"/>
              <a:defRPr sz="2100"/>
            </a:lvl3pPr>
            <a:lvl4pPr marL="1828800" indent="-273050" algn="l">
              <a:lnSpc>
                <a:spcPct val="100000"/>
              </a:lnSpc>
              <a:spcBef>
                <a:spcPts val="0"/>
              </a:spcBef>
              <a:spcAft>
                <a:spcPts val="0"/>
              </a:spcAft>
              <a:buClr>
                <a:srgbClr val="000000"/>
              </a:buClr>
              <a:buSzPts val="700"/>
              <a:buChar char="●"/>
              <a:defRPr sz="2100"/>
            </a:lvl4pPr>
            <a:lvl5pPr marL="2286000" indent="-273050" algn="l">
              <a:lnSpc>
                <a:spcPct val="100000"/>
              </a:lnSpc>
              <a:spcBef>
                <a:spcPts val="0"/>
              </a:spcBef>
              <a:spcAft>
                <a:spcPts val="0"/>
              </a:spcAft>
              <a:buClr>
                <a:srgbClr val="000000"/>
              </a:buClr>
              <a:buSzPts val="700"/>
              <a:buChar char="○"/>
              <a:defRPr sz="2100"/>
            </a:lvl5pPr>
            <a:lvl6pPr marL="2743200" indent="-273050" algn="l">
              <a:lnSpc>
                <a:spcPct val="100000"/>
              </a:lnSpc>
              <a:spcBef>
                <a:spcPts val="0"/>
              </a:spcBef>
              <a:spcAft>
                <a:spcPts val="0"/>
              </a:spcAft>
              <a:buClr>
                <a:srgbClr val="000000"/>
              </a:buClr>
              <a:buSzPts val="700"/>
              <a:buChar char="■"/>
              <a:defRPr sz="2100"/>
            </a:lvl6pPr>
            <a:lvl7pPr marL="3200400" indent="-273050" algn="l">
              <a:lnSpc>
                <a:spcPct val="100000"/>
              </a:lnSpc>
              <a:spcBef>
                <a:spcPts val="0"/>
              </a:spcBef>
              <a:spcAft>
                <a:spcPts val="0"/>
              </a:spcAft>
              <a:buClr>
                <a:srgbClr val="000000"/>
              </a:buClr>
              <a:buSzPts val="700"/>
              <a:buChar char="●"/>
              <a:defRPr sz="2100"/>
            </a:lvl7pPr>
            <a:lvl8pPr marL="3657600" indent="-273050" algn="l">
              <a:lnSpc>
                <a:spcPct val="100000"/>
              </a:lnSpc>
              <a:spcBef>
                <a:spcPts val="0"/>
              </a:spcBef>
              <a:spcAft>
                <a:spcPts val="0"/>
              </a:spcAft>
              <a:buClr>
                <a:srgbClr val="000000"/>
              </a:buClr>
              <a:buSzPts val="700"/>
              <a:buChar char="○"/>
              <a:defRPr sz="2100"/>
            </a:lvl8pPr>
            <a:lvl9pPr marL="4114800" indent="-273050" algn="l">
              <a:lnSpc>
                <a:spcPct val="100000"/>
              </a:lnSpc>
              <a:spcBef>
                <a:spcPts val="0"/>
              </a:spcBef>
              <a:spcAft>
                <a:spcPts val="0"/>
              </a:spcAft>
              <a:buClr>
                <a:srgbClr val="000000"/>
              </a:buClr>
              <a:buSzPts val="700"/>
              <a:buChar char="■"/>
              <a:defRPr sz="2100"/>
            </a:lvl9pPr>
          </a:lstStyle>
          <a:p xmlns:a="http://schemas.openxmlformats.org/drawingml/2006/main"/>
        </p:txBody>
      </p:sp>
      <p:sp>
        <p:nvSpPr>
          <p:cNvPr id="1087" name="Google Shape;1087;p138">
            <a:extLst xmlns:a="http://schemas.openxmlformats.org/drawingml/2006/main">
              <a:ext uri="{FF2B5EF4-FFF2-40B4-BE49-F238E27FC236}">
                <a16:creationId xmlns:a16="http://schemas.microsoft.com/office/drawing/2014/main" id="{68E18876-6DB1-449D-8263-53E0557EA75B}"/>
              </a:ext>
            </a:extLst>
          </p:cNvPr>
          <p:cNvSpPr>
            <a:spLocks xmlns:a="http://schemas.openxmlformats.org/drawingml/2006/main" noGrp="1"/>
          </p:cNvSpPr>
          <p:nvPr>
            <p:ph type="body" idx="15"/>
          </p:nvPr>
        </p:nvSpPr>
        <p:spPr>
          <a:xfrm xmlns:a="http://schemas.openxmlformats.org/drawingml/2006/main">
            <a:off x="4770240" y="991600"/>
            <a:ext cx="4031400" cy="218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lvl1pPr marL="457200" indent="-317500" algn="l">
              <a:lnSpc>
                <a:spcPct val="120000"/>
              </a:lnSpc>
              <a:spcBef>
                <a:spcPts val="0"/>
              </a:spcBef>
              <a:spcAft>
                <a:spcPts val="0"/>
              </a:spcAft>
              <a:buClr>
                <a:schemeClr val="dk1"/>
              </a:buClr>
              <a:buSzPts val="1400"/>
              <a:buFont typeface="Helvetica Neue"/>
              <a:buChar char="●"/>
              <a:defRPr sz="1400">
                <a:solidFill>
                  <a:schemeClr val="dk1"/>
                </a:solidFill>
              </a:defRPr>
            </a:lvl1pPr>
            <a:lvl2pPr marL="914400" indent="-273050" algn="l">
              <a:lnSpc>
                <a:spcPct val="100000"/>
              </a:lnSpc>
              <a:spcBef>
                <a:spcPts val="0"/>
              </a:spcBef>
              <a:spcAft>
                <a:spcPts val="0"/>
              </a:spcAft>
              <a:buClr>
                <a:srgbClr val="000000"/>
              </a:buClr>
              <a:buSzPts val="700"/>
              <a:buChar char="○"/>
              <a:defRPr sz="2100"/>
            </a:lvl2pPr>
            <a:lvl3pPr marL="1371600" indent="-273050" algn="l">
              <a:lnSpc>
                <a:spcPct val="100000"/>
              </a:lnSpc>
              <a:spcBef>
                <a:spcPts val="0"/>
              </a:spcBef>
              <a:spcAft>
                <a:spcPts val="0"/>
              </a:spcAft>
              <a:buClr>
                <a:srgbClr val="000000"/>
              </a:buClr>
              <a:buSzPts val="700"/>
              <a:buChar char="■"/>
              <a:defRPr sz="2100"/>
            </a:lvl3pPr>
            <a:lvl4pPr marL="1828800" indent="-273050" algn="l">
              <a:lnSpc>
                <a:spcPct val="100000"/>
              </a:lnSpc>
              <a:spcBef>
                <a:spcPts val="0"/>
              </a:spcBef>
              <a:spcAft>
                <a:spcPts val="0"/>
              </a:spcAft>
              <a:buClr>
                <a:srgbClr val="000000"/>
              </a:buClr>
              <a:buSzPts val="700"/>
              <a:buChar char="●"/>
              <a:defRPr sz="2100"/>
            </a:lvl4pPr>
            <a:lvl5pPr marL="2286000" indent="-273050" algn="l">
              <a:lnSpc>
                <a:spcPct val="100000"/>
              </a:lnSpc>
              <a:spcBef>
                <a:spcPts val="0"/>
              </a:spcBef>
              <a:spcAft>
                <a:spcPts val="0"/>
              </a:spcAft>
              <a:buClr>
                <a:srgbClr val="000000"/>
              </a:buClr>
              <a:buSzPts val="700"/>
              <a:buChar char="○"/>
              <a:defRPr sz="2100"/>
            </a:lvl5pPr>
            <a:lvl6pPr marL="2743200" indent="-273050" algn="l">
              <a:lnSpc>
                <a:spcPct val="100000"/>
              </a:lnSpc>
              <a:spcBef>
                <a:spcPts val="0"/>
              </a:spcBef>
              <a:spcAft>
                <a:spcPts val="0"/>
              </a:spcAft>
              <a:buClr>
                <a:srgbClr val="000000"/>
              </a:buClr>
              <a:buSzPts val="700"/>
              <a:buChar char="■"/>
              <a:defRPr sz="2100"/>
            </a:lvl6pPr>
            <a:lvl7pPr marL="3200400" indent="-273050" algn="l">
              <a:lnSpc>
                <a:spcPct val="100000"/>
              </a:lnSpc>
              <a:spcBef>
                <a:spcPts val="0"/>
              </a:spcBef>
              <a:spcAft>
                <a:spcPts val="0"/>
              </a:spcAft>
              <a:buClr>
                <a:srgbClr val="000000"/>
              </a:buClr>
              <a:buSzPts val="700"/>
              <a:buChar char="●"/>
              <a:defRPr sz="2100"/>
            </a:lvl7pPr>
            <a:lvl8pPr marL="3657600" indent="-273050" algn="l">
              <a:lnSpc>
                <a:spcPct val="100000"/>
              </a:lnSpc>
              <a:spcBef>
                <a:spcPts val="0"/>
              </a:spcBef>
              <a:spcAft>
                <a:spcPts val="0"/>
              </a:spcAft>
              <a:buClr>
                <a:srgbClr val="000000"/>
              </a:buClr>
              <a:buSzPts val="700"/>
              <a:buChar char="○"/>
              <a:defRPr sz="2100"/>
            </a:lvl8pPr>
            <a:lvl9pPr marL="4114800" indent="-273050" algn="l">
              <a:lnSpc>
                <a:spcPct val="100000"/>
              </a:lnSpc>
              <a:spcBef>
                <a:spcPts val="0"/>
              </a:spcBef>
              <a:spcAft>
                <a:spcPts val="0"/>
              </a:spcAft>
              <a:buClr>
                <a:srgbClr val="000000"/>
              </a:buClr>
              <a:buSzPts val="700"/>
              <a:buChar char="■"/>
              <a:defRPr sz="2100"/>
            </a:lvl9pPr>
          </a:lstStyle>
          <a:p xmlns:a="http://schemas.openxmlformats.org/drawingml/2006/main"/>
        </p:txBody>
      </p:sp>
      <p:sp>
        <p:nvSpPr>
          <p:cNvPr id="1088" name="Google Shape;1088;p138">
            <a:extLst xmlns:a="http://schemas.openxmlformats.org/drawingml/2006/main">
              <a:ext uri="{FF2B5EF4-FFF2-40B4-BE49-F238E27FC236}">
                <a16:creationId xmlns:a16="http://schemas.microsoft.com/office/drawing/2014/main" id="{0C664B08-DAA6-419F-A0B1-E0958C8EC582}"/>
              </a:ext>
            </a:extLst>
          </p:cNvPr>
          <p:cNvSpPr>
            <a:spLocks xmlns:a="http://schemas.openxmlformats.org/drawingml/2006/main" noGrp="1"/>
          </p:cNvSpPr>
          <p:nvPr>
            <p:ph type="body" idx="16"/>
          </p:nvPr>
        </p:nvSpPr>
        <p:spPr>
          <a:xfrm xmlns:a="http://schemas.openxmlformats.org/drawingml/2006/main">
            <a:off x="4770240" y="807366"/>
            <a:ext cx="4031400" cy="121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lvl1pPr marL="457200" indent="-279400" algn="l">
              <a:lnSpc>
                <a:spcPct val="120000"/>
              </a:lnSpc>
              <a:spcBef>
                <a:spcPts val="0"/>
              </a:spcBef>
              <a:spcAft>
                <a:spcPts val="0"/>
              </a:spcAft>
              <a:buClr>
                <a:srgbClr val="7F7F7F"/>
              </a:buClr>
              <a:buSzPts val="800"/>
              <a:buFont typeface="Helvetica Neue"/>
              <a:buChar char="●"/>
              <a:defRPr sz="800">
                <a:solidFill>
                  <a:srgbClr val="7F7F7F"/>
                </a:solidFill>
              </a:defRPr>
            </a:lvl1pPr>
            <a:lvl2pPr marL="914400" indent="-273050" algn="l">
              <a:lnSpc>
                <a:spcPct val="100000"/>
              </a:lnSpc>
              <a:spcBef>
                <a:spcPts val="0"/>
              </a:spcBef>
              <a:spcAft>
                <a:spcPts val="0"/>
              </a:spcAft>
              <a:buClr>
                <a:srgbClr val="000000"/>
              </a:buClr>
              <a:buSzPts val="700"/>
              <a:buChar char="○"/>
              <a:defRPr sz="2100"/>
            </a:lvl2pPr>
            <a:lvl3pPr marL="1371600" indent="-273050" algn="l">
              <a:lnSpc>
                <a:spcPct val="100000"/>
              </a:lnSpc>
              <a:spcBef>
                <a:spcPts val="0"/>
              </a:spcBef>
              <a:spcAft>
                <a:spcPts val="0"/>
              </a:spcAft>
              <a:buClr>
                <a:srgbClr val="000000"/>
              </a:buClr>
              <a:buSzPts val="700"/>
              <a:buChar char="■"/>
              <a:defRPr sz="2100"/>
            </a:lvl3pPr>
            <a:lvl4pPr marL="1828800" indent="-273050" algn="l">
              <a:lnSpc>
                <a:spcPct val="100000"/>
              </a:lnSpc>
              <a:spcBef>
                <a:spcPts val="0"/>
              </a:spcBef>
              <a:spcAft>
                <a:spcPts val="0"/>
              </a:spcAft>
              <a:buClr>
                <a:srgbClr val="000000"/>
              </a:buClr>
              <a:buSzPts val="700"/>
              <a:buChar char="●"/>
              <a:defRPr sz="2100"/>
            </a:lvl4pPr>
            <a:lvl5pPr marL="2286000" indent="-273050" algn="l">
              <a:lnSpc>
                <a:spcPct val="100000"/>
              </a:lnSpc>
              <a:spcBef>
                <a:spcPts val="0"/>
              </a:spcBef>
              <a:spcAft>
                <a:spcPts val="0"/>
              </a:spcAft>
              <a:buClr>
                <a:srgbClr val="000000"/>
              </a:buClr>
              <a:buSzPts val="700"/>
              <a:buChar char="○"/>
              <a:defRPr sz="2100"/>
            </a:lvl5pPr>
            <a:lvl6pPr marL="2743200" indent="-273050" algn="l">
              <a:lnSpc>
                <a:spcPct val="100000"/>
              </a:lnSpc>
              <a:spcBef>
                <a:spcPts val="0"/>
              </a:spcBef>
              <a:spcAft>
                <a:spcPts val="0"/>
              </a:spcAft>
              <a:buClr>
                <a:srgbClr val="000000"/>
              </a:buClr>
              <a:buSzPts val="700"/>
              <a:buChar char="■"/>
              <a:defRPr sz="2100"/>
            </a:lvl6pPr>
            <a:lvl7pPr marL="3200400" indent="-273050" algn="l">
              <a:lnSpc>
                <a:spcPct val="100000"/>
              </a:lnSpc>
              <a:spcBef>
                <a:spcPts val="0"/>
              </a:spcBef>
              <a:spcAft>
                <a:spcPts val="0"/>
              </a:spcAft>
              <a:buClr>
                <a:srgbClr val="000000"/>
              </a:buClr>
              <a:buSzPts val="700"/>
              <a:buChar char="●"/>
              <a:defRPr sz="2100"/>
            </a:lvl7pPr>
            <a:lvl8pPr marL="3657600" indent="-273050" algn="l">
              <a:lnSpc>
                <a:spcPct val="100000"/>
              </a:lnSpc>
              <a:spcBef>
                <a:spcPts val="0"/>
              </a:spcBef>
              <a:spcAft>
                <a:spcPts val="0"/>
              </a:spcAft>
              <a:buClr>
                <a:srgbClr val="000000"/>
              </a:buClr>
              <a:buSzPts val="700"/>
              <a:buChar char="○"/>
              <a:defRPr sz="2100"/>
            </a:lvl8pPr>
            <a:lvl9pPr marL="4114800" indent="-273050" algn="l">
              <a:lnSpc>
                <a:spcPct val="100000"/>
              </a:lnSpc>
              <a:spcBef>
                <a:spcPts val="0"/>
              </a:spcBef>
              <a:spcAft>
                <a:spcPts val="0"/>
              </a:spcAft>
              <a:buClr>
                <a:srgbClr val="000000"/>
              </a:buClr>
              <a:buSzPts val="700"/>
              <a:buChar char="■"/>
              <a:defRPr sz="2100"/>
            </a:lvl9pPr>
          </a:lstStyle>
          <a:p xmlns:a="http://schemas.openxmlformats.org/drawingml/2006/main"/>
        </p:txBody>
      </p:sp>
      <p:pic>
        <p:nvPicPr>
          <p:cNvPr id="1107" name="Google Shape;1089;p138"/>
          <p:cNvPicPr>
            <a:picLocks xmlns:a="http://schemas.openxmlformats.org/drawingml/2006/main" noChangeAspect="1"/>
          </p:cNvPicPr>
          <p:nvPr/>
        </p:nvPicPr>
        <p:blipFill>
          <a:blip xmlns:r="http://schemas.openxmlformats.org/officeDocument/2006/relationships" xmlns:a="http://schemas.openxmlformats.org/drawingml/2006/main" r:embed="R4bccccf78009413e">
            <a:alphaModFix/>
          </a:blip>
          <a:stretch xmlns:a="http://schemas.openxmlformats.org/drawingml/2006/main">
            <a:fillRect l="0" t="0" r="0" b="0"/>
          </a:stretch>
        </p:blipFill>
        <p:spPr>
          <a:xfrm xmlns:a="http://schemas.openxmlformats.org/drawingml/2006/main">
            <a:off x="228600" y="4836074"/>
            <a:ext cx="153925" cy="153925"/>
          </a:xfrm>
          <a:prstGeom xmlns:a="http://schemas.openxmlformats.org/drawingml/2006/main" prst="rect">
            <a:avLst/>
          </a:prstGeom>
          <a:ln xmlns:a="http://schemas.openxmlformats.org/drawingml/2006/main">
            <a:noFill/>
          </a:ln>
        </p:spPr>
      </p:pic>
    </p:spTree>
  </p:cSld>
</p:sldLayout>
</file>

<file path=ppt/slideLayouts/slideLayout137.xml><?xml version="1.0" encoding="utf-8"?>
<p:sldLayout xmlns:p="http://schemas.openxmlformats.org/presentationml/2006/main" matchingName="Appendix 2">
  <p:cSld name="Audience - Overview">
    <p:spTree>
      <p:nvGrpSpPr>
        <p:cNvPr id="1" name=""/>
        <p:cNvGrpSpPr/>
        <p:nvPr/>
      </p:nvGrpSpPr>
      <p:grpSpPr>
        <a:xfrm xmlns:a="http://schemas.openxmlformats.org/drawingml/2006/main"/>
      </p:grpSpPr>
      <p:sp>
        <p:nvSpPr>
          <p:cNvPr id="1091" name="Google Shape;1091;p139">
            <a:extLst xmlns:a="http://schemas.openxmlformats.org/drawingml/2006/main">
              <a:ext uri="{FF2B5EF4-FFF2-40B4-BE49-F238E27FC236}">
                <a16:creationId xmlns:a16="http://schemas.microsoft.com/office/drawing/2014/main" id="{D22C0963-88E3-4423-A8EF-6AD6A3A95F14}"/>
              </a:ext>
            </a:extLst>
          </p:cNvPr>
          <p:cNvSpPr>
            <a:spLocks xmlns:a="http://schemas.openxmlformats.org/drawingml/2006/main" noGrp="1"/>
          </p:cNvSpPr>
          <p:nvPr>
            <p:ph type="body" idx="1"/>
          </p:nvPr>
        </p:nvSpPr>
        <p:spPr>
          <a:xfrm xmlns:a="http://schemas.openxmlformats.org/drawingml/2006/main">
            <a:off x="201377" y="197640"/>
            <a:ext cx="8741400" cy="415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lvl1pPr marL="457200" indent="-317500" algn="l">
              <a:lnSpc>
                <a:spcPct val="100000"/>
              </a:lnSpc>
              <a:spcBef>
                <a:spcPts val="0"/>
              </a:spcBef>
              <a:spcAft>
                <a:spcPts val="0"/>
              </a:spcAft>
              <a:buClr>
                <a:schemeClr val="dk1"/>
              </a:buClr>
              <a:buSzPts val="1400"/>
              <a:buFont typeface="Helvetica Neue"/>
              <a:buChar char="●"/>
              <a:defRPr sz="1400">
                <a:solidFill>
                  <a:schemeClr val="dk1"/>
                </a:solidFill>
              </a:defRPr>
            </a:lvl1pPr>
            <a:lvl2pPr marL="914400" indent="-273050" algn="l">
              <a:lnSpc>
                <a:spcPct val="100000"/>
              </a:lnSpc>
              <a:spcBef>
                <a:spcPts val="0"/>
              </a:spcBef>
              <a:spcAft>
                <a:spcPts val="0"/>
              </a:spcAft>
              <a:buClr>
                <a:srgbClr val="000000"/>
              </a:buClr>
              <a:buSzPts val="700"/>
              <a:buChar char="○"/>
              <a:defRPr sz="2100"/>
            </a:lvl2pPr>
            <a:lvl3pPr marL="1371600" indent="-273050" algn="l">
              <a:lnSpc>
                <a:spcPct val="100000"/>
              </a:lnSpc>
              <a:spcBef>
                <a:spcPts val="0"/>
              </a:spcBef>
              <a:spcAft>
                <a:spcPts val="0"/>
              </a:spcAft>
              <a:buClr>
                <a:srgbClr val="000000"/>
              </a:buClr>
              <a:buSzPts val="700"/>
              <a:buChar char="■"/>
              <a:defRPr sz="2100"/>
            </a:lvl3pPr>
            <a:lvl4pPr marL="1828800" indent="-273050" algn="l">
              <a:lnSpc>
                <a:spcPct val="100000"/>
              </a:lnSpc>
              <a:spcBef>
                <a:spcPts val="0"/>
              </a:spcBef>
              <a:spcAft>
                <a:spcPts val="0"/>
              </a:spcAft>
              <a:buClr>
                <a:srgbClr val="000000"/>
              </a:buClr>
              <a:buSzPts val="700"/>
              <a:buChar char="●"/>
              <a:defRPr sz="2100"/>
            </a:lvl4pPr>
            <a:lvl5pPr marL="2286000" indent="-273050" algn="l">
              <a:lnSpc>
                <a:spcPct val="100000"/>
              </a:lnSpc>
              <a:spcBef>
                <a:spcPts val="0"/>
              </a:spcBef>
              <a:spcAft>
                <a:spcPts val="0"/>
              </a:spcAft>
              <a:buClr>
                <a:srgbClr val="000000"/>
              </a:buClr>
              <a:buSzPts val="700"/>
              <a:buChar char="○"/>
              <a:defRPr sz="2100"/>
            </a:lvl5pPr>
            <a:lvl6pPr marL="2743200" indent="-273050" algn="l">
              <a:lnSpc>
                <a:spcPct val="100000"/>
              </a:lnSpc>
              <a:spcBef>
                <a:spcPts val="0"/>
              </a:spcBef>
              <a:spcAft>
                <a:spcPts val="0"/>
              </a:spcAft>
              <a:buClr>
                <a:srgbClr val="000000"/>
              </a:buClr>
              <a:buSzPts val="700"/>
              <a:buChar char="■"/>
              <a:defRPr sz="2100"/>
            </a:lvl6pPr>
            <a:lvl7pPr marL="3200400" indent="-273050" algn="l">
              <a:lnSpc>
                <a:spcPct val="100000"/>
              </a:lnSpc>
              <a:spcBef>
                <a:spcPts val="0"/>
              </a:spcBef>
              <a:spcAft>
                <a:spcPts val="0"/>
              </a:spcAft>
              <a:buClr>
                <a:srgbClr val="000000"/>
              </a:buClr>
              <a:buSzPts val="700"/>
              <a:buChar char="●"/>
              <a:defRPr sz="2100"/>
            </a:lvl7pPr>
            <a:lvl8pPr marL="3657600" indent="-273050" algn="l">
              <a:lnSpc>
                <a:spcPct val="100000"/>
              </a:lnSpc>
              <a:spcBef>
                <a:spcPts val="0"/>
              </a:spcBef>
              <a:spcAft>
                <a:spcPts val="0"/>
              </a:spcAft>
              <a:buClr>
                <a:srgbClr val="000000"/>
              </a:buClr>
              <a:buSzPts val="700"/>
              <a:buChar char="○"/>
              <a:defRPr sz="2100"/>
            </a:lvl8pPr>
            <a:lvl9pPr marL="4114800" indent="-273050" algn="l">
              <a:lnSpc>
                <a:spcPct val="100000"/>
              </a:lnSpc>
              <a:spcBef>
                <a:spcPts val="0"/>
              </a:spcBef>
              <a:spcAft>
                <a:spcPts val="0"/>
              </a:spcAft>
              <a:buClr>
                <a:srgbClr val="000000"/>
              </a:buClr>
              <a:buSzPts val="700"/>
              <a:buChar char="■"/>
              <a:defRPr sz="2100"/>
            </a:lvl9pPr>
          </a:lstStyle>
          <a:p xmlns:a="http://schemas.openxmlformats.org/drawingml/2006/main"/>
        </p:txBody>
      </p:sp>
      <p:sp>
        <p:nvSpPr>
          <p:cNvPr id="1092" name="Google Shape;1092;p139">
            <a:extLst xmlns:a="http://schemas.openxmlformats.org/drawingml/2006/main">
              <a:ext uri="{FF2B5EF4-FFF2-40B4-BE49-F238E27FC236}">
                <a16:creationId xmlns:a16="http://schemas.microsoft.com/office/drawing/2014/main" id="{2213C2D9-FFB7-4E13-AE48-D935515C1FD9}"/>
              </a:ext>
            </a:extLst>
          </p:cNvPr>
          <p:cNvSpPr>
            <a:spLocks xmlns:a="http://schemas.openxmlformats.org/drawingml/2006/main" noGrp="1"/>
          </p:cNvSpPr>
          <p:nvPr>
            <p:ph type="body" idx="2"/>
          </p:nvPr>
        </p:nvSpPr>
        <p:spPr>
          <a:xfrm xmlns:a="http://schemas.openxmlformats.org/drawingml/2006/main">
            <a:off x="201377" y="3641215"/>
            <a:ext cx="8741400" cy="818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b">
            <a:spAutoFit/>
          </a:bodyPr>
          <a:lstStyle xmlns:a="http://schemas.openxmlformats.org/drawingml/2006/main">
            <a:lvl1pPr marL="457200" indent="-279400" algn="l">
              <a:lnSpc>
                <a:spcPct val="120000"/>
              </a:lnSpc>
              <a:spcBef>
                <a:spcPts val="0"/>
              </a:spcBef>
              <a:spcAft>
                <a:spcPts val="0"/>
              </a:spcAft>
              <a:buClr>
                <a:srgbClr val="7F7F7F"/>
              </a:buClr>
              <a:buSzPts val="800"/>
              <a:buFont typeface="Helvetica Neue"/>
              <a:buChar char="●"/>
              <a:defRPr sz="800">
                <a:solidFill>
                  <a:srgbClr val="7F7F7F"/>
                </a:solidFill>
              </a:defRPr>
            </a:lvl1pPr>
            <a:lvl2pPr marL="914400" indent="-273050" algn="l">
              <a:lnSpc>
                <a:spcPct val="100000"/>
              </a:lnSpc>
              <a:spcBef>
                <a:spcPts val="0"/>
              </a:spcBef>
              <a:spcAft>
                <a:spcPts val="0"/>
              </a:spcAft>
              <a:buClr>
                <a:srgbClr val="000000"/>
              </a:buClr>
              <a:buSzPts val="700"/>
              <a:buChar char="○"/>
              <a:defRPr sz="2100"/>
            </a:lvl2pPr>
            <a:lvl3pPr marL="1371600" indent="-273050" algn="l">
              <a:lnSpc>
                <a:spcPct val="100000"/>
              </a:lnSpc>
              <a:spcBef>
                <a:spcPts val="0"/>
              </a:spcBef>
              <a:spcAft>
                <a:spcPts val="0"/>
              </a:spcAft>
              <a:buClr>
                <a:srgbClr val="000000"/>
              </a:buClr>
              <a:buSzPts val="700"/>
              <a:buChar char="■"/>
              <a:defRPr sz="2100"/>
            </a:lvl3pPr>
            <a:lvl4pPr marL="1828800" indent="-273050" algn="l">
              <a:lnSpc>
                <a:spcPct val="100000"/>
              </a:lnSpc>
              <a:spcBef>
                <a:spcPts val="0"/>
              </a:spcBef>
              <a:spcAft>
                <a:spcPts val="0"/>
              </a:spcAft>
              <a:buClr>
                <a:srgbClr val="000000"/>
              </a:buClr>
              <a:buSzPts val="700"/>
              <a:buChar char="●"/>
              <a:defRPr sz="2100"/>
            </a:lvl4pPr>
            <a:lvl5pPr marL="2286000" indent="-273050" algn="l">
              <a:lnSpc>
                <a:spcPct val="100000"/>
              </a:lnSpc>
              <a:spcBef>
                <a:spcPts val="0"/>
              </a:spcBef>
              <a:spcAft>
                <a:spcPts val="0"/>
              </a:spcAft>
              <a:buClr>
                <a:srgbClr val="000000"/>
              </a:buClr>
              <a:buSzPts val="700"/>
              <a:buChar char="○"/>
              <a:defRPr sz="2100"/>
            </a:lvl5pPr>
            <a:lvl6pPr marL="2743200" indent="-273050" algn="l">
              <a:lnSpc>
                <a:spcPct val="100000"/>
              </a:lnSpc>
              <a:spcBef>
                <a:spcPts val="0"/>
              </a:spcBef>
              <a:spcAft>
                <a:spcPts val="0"/>
              </a:spcAft>
              <a:buClr>
                <a:srgbClr val="000000"/>
              </a:buClr>
              <a:buSzPts val="700"/>
              <a:buChar char="■"/>
              <a:defRPr sz="2100"/>
            </a:lvl6pPr>
            <a:lvl7pPr marL="3200400" indent="-273050" algn="l">
              <a:lnSpc>
                <a:spcPct val="100000"/>
              </a:lnSpc>
              <a:spcBef>
                <a:spcPts val="0"/>
              </a:spcBef>
              <a:spcAft>
                <a:spcPts val="0"/>
              </a:spcAft>
              <a:buClr>
                <a:srgbClr val="000000"/>
              </a:buClr>
              <a:buSzPts val="700"/>
              <a:buChar char="●"/>
              <a:defRPr sz="2100"/>
            </a:lvl7pPr>
            <a:lvl8pPr marL="3657600" indent="-273050" algn="l">
              <a:lnSpc>
                <a:spcPct val="100000"/>
              </a:lnSpc>
              <a:spcBef>
                <a:spcPts val="0"/>
              </a:spcBef>
              <a:spcAft>
                <a:spcPts val="0"/>
              </a:spcAft>
              <a:buClr>
                <a:srgbClr val="000000"/>
              </a:buClr>
              <a:buSzPts val="700"/>
              <a:buChar char="○"/>
              <a:defRPr sz="2100"/>
            </a:lvl8pPr>
            <a:lvl9pPr marL="4114800" indent="-273050" algn="l">
              <a:lnSpc>
                <a:spcPct val="100000"/>
              </a:lnSpc>
              <a:spcBef>
                <a:spcPts val="0"/>
              </a:spcBef>
              <a:spcAft>
                <a:spcPts val="0"/>
              </a:spcAft>
              <a:buClr>
                <a:srgbClr val="000000"/>
              </a:buClr>
              <a:buSzPts val="700"/>
              <a:buChar char="■"/>
              <a:defRPr sz="2100"/>
            </a:lvl9pPr>
          </a:lstStyle>
          <a:p xmlns:a="http://schemas.openxmlformats.org/drawingml/2006/main"/>
        </p:txBody>
      </p:sp>
      <p:sp>
        <p:nvSpPr>
          <p:cNvPr id="1093" name="Google Shape;1093;p139">
            <a:extLst xmlns:a="http://schemas.openxmlformats.org/drawingml/2006/main">
              <a:ext uri="{FF2B5EF4-FFF2-40B4-BE49-F238E27FC236}">
                <a16:creationId xmlns:a16="http://schemas.microsoft.com/office/drawing/2014/main" id="{90F2C5AE-A173-4131-8753-3CCE1B32306F}"/>
              </a:ext>
            </a:extLst>
          </p:cNvPr>
          <p:cNvSpPr>
            <a:spLocks xmlns:a="http://schemas.openxmlformats.org/drawingml/2006/main" noGrp="1"/>
          </p:cNvSpPr>
          <p:nvPr>
            <p:ph type="body" idx="3"/>
          </p:nvPr>
        </p:nvSpPr>
        <p:spPr>
          <a:xfrm xmlns:a="http://schemas.openxmlformats.org/drawingml/2006/main">
            <a:off x="201377" y="1317353"/>
            <a:ext cx="1647000" cy="207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lvl1pPr marL="457200" indent="-317500" algn="l">
              <a:lnSpc>
                <a:spcPct val="100000"/>
              </a:lnSpc>
              <a:spcBef>
                <a:spcPts val="0"/>
              </a:spcBef>
              <a:spcAft>
                <a:spcPts val="0"/>
              </a:spcAft>
              <a:buClr>
                <a:schemeClr val="dk1"/>
              </a:buClr>
              <a:buSzPts val="1400"/>
              <a:buFont typeface="Helvetica Neue"/>
              <a:buChar char="●"/>
              <a:defRPr sz="1400">
                <a:solidFill>
                  <a:schemeClr val="dk1"/>
                </a:solidFill>
              </a:defRPr>
            </a:lvl1pPr>
            <a:lvl2pPr marL="914400" indent="-273050" algn="l">
              <a:lnSpc>
                <a:spcPct val="100000"/>
              </a:lnSpc>
              <a:spcBef>
                <a:spcPts val="0"/>
              </a:spcBef>
              <a:spcAft>
                <a:spcPts val="0"/>
              </a:spcAft>
              <a:buClr>
                <a:srgbClr val="000000"/>
              </a:buClr>
              <a:buSzPts val="700"/>
              <a:buChar char="○"/>
              <a:defRPr sz="2100"/>
            </a:lvl2pPr>
            <a:lvl3pPr marL="1371600" indent="-273050" algn="l">
              <a:lnSpc>
                <a:spcPct val="100000"/>
              </a:lnSpc>
              <a:spcBef>
                <a:spcPts val="0"/>
              </a:spcBef>
              <a:spcAft>
                <a:spcPts val="0"/>
              </a:spcAft>
              <a:buClr>
                <a:srgbClr val="000000"/>
              </a:buClr>
              <a:buSzPts val="700"/>
              <a:buChar char="■"/>
              <a:defRPr sz="2100"/>
            </a:lvl3pPr>
            <a:lvl4pPr marL="1828800" indent="-273050" algn="l">
              <a:lnSpc>
                <a:spcPct val="100000"/>
              </a:lnSpc>
              <a:spcBef>
                <a:spcPts val="0"/>
              </a:spcBef>
              <a:spcAft>
                <a:spcPts val="0"/>
              </a:spcAft>
              <a:buClr>
                <a:srgbClr val="000000"/>
              </a:buClr>
              <a:buSzPts val="700"/>
              <a:buChar char="●"/>
              <a:defRPr sz="2100"/>
            </a:lvl4pPr>
            <a:lvl5pPr marL="2286000" indent="-273050" algn="l">
              <a:lnSpc>
                <a:spcPct val="100000"/>
              </a:lnSpc>
              <a:spcBef>
                <a:spcPts val="0"/>
              </a:spcBef>
              <a:spcAft>
                <a:spcPts val="0"/>
              </a:spcAft>
              <a:buClr>
                <a:srgbClr val="000000"/>
              </a:buClr>
              <a:buSzPts val="700"/>
              <a:buChar char="○"/>
              <a:defRPr sz="2100"/>
            </a:lvl5pPr>
            <a:lvl6pPr marL="2743200" indent="-273050" algn="l">
              <a:lnSpc>
                <a:spcPct val="100000"/>
              </a:lnSpc>
              <a:spcBef>
                <a:spcPts val="0"/>
              </a:spcBef>
              <a:spcAft>
                <a:spcPts val="0"/>
              </a:spcAft>
              <a:buClr>
                <a:srgbClr val="000000"/>
              </a:buClr>
              <a:buSzPts val="700"/>
              <a:buChar char="■"/>
              <a:defRPr sz="2100"/>
            </a:lvl6pPr>
            <a:lvl7pPr marL="3200400" indent="-273050" algn="l">
              <a:lnSpc>
                <a:spcPct val="100000"/>
              </a:lnSpc>
              <a:spcBef>
                <a:spcPts val="0"/>
              </a:spcBef>
              <a:spcAft>
                <a:spcPts val="0"/>
              </a:spcAft>
              <a:buClr>
                <a:srgbClr val="000000"/>
              </a:buClr>
              <a:buSzPts val="700"/>
              <a:buChar char="●"/>
              <a:defRPr sz="2100"/>
            </a:lvl7pPr>
            <a:lvl8pPr marL="3657600" indent="-273050" algn="l">
              <a:lnSpc>
                <a:spcPct val="100000"/>
              </a:lnSpc>
              <a:spcBef>
                <a:spcPts val="0"/>
              </a:spcBef>
              <a:spcAft>
                <a:spcPts val="0"/>
              </a:spcAft>
              <a:buClr>
                <a:srgbClr val="000000"/>
              </a:buClr>
              <a:buSzPts val="700"/>
              <a:buChar char="○"/>
              <a:defRPr sz="2100"/>
            </a:lvl8pPr>
            <a:lvl9pPr marL="4114800" indent="-273050" algn="l">
              <a:lnSpc>
                <a:spcPct val="100000"/>
              </a:lnSpc>
              <a:spcBef>
                <a:spcPts val="0"/>
              </a:spcBef>
              <a:spcAft>
                <a:spcPts val="0"/>
              </a:spcAft>
              <a:buClr>
                <a:srgbClr val="000000"/>
              </a:buClr>
              <a:buSzPts val="700"/>
              <a:buChar char="■"/>
              <a:defRPr sz="2100"/>
            </a:lvl9pPr>
          </a:lstStyle>
          <a:p xmlns:a="http://schemas.openxmlformats.org/drawingml/2006/main"/>
        </p:txBody>
      </p:sp>
      <p:sp>
        <p:nvSpPr>
          <p:cNvPr id="1094" name="Google Shape;1094;p139">
            <a:extLst xmlns:a="http://schemas.openxmlformats.org/drawingml/2006/main">
              <a:ext uri="{FF2B5EF4-FFF2-40B4-BE49-F238E27FC236}">
                <a16:creationId xmlns:a16="http://schemas.microsoft.com/office/drawing/2014/main" id="{376C0009-6262-411E-B2E3-56D39ED7B482}"/>
              </a:ext>
            </a:extLst>
          </p:cNvPr>
          <p:cNvSpPr>
            <a:spLocks xmlns:a="http://schemas.openxmlformats.org/drawingml/2006/main" noGrp="1"/>
          </p:cNvSpPr>
          <p:nvPr>
            <p:ph type="body" idx="4"/>
          </p:nvPr>
        </p:nvSpPr>
        <p:spPr>
          <a:xfrm xmlns:a="http://schemas.openxmlformats.org/drawingml/2006/main">
            <a:off x="201377" y="1545676"/>
            <a:ext cx="1647000" cy="12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lvl1pPr marL="457200" indent="-279400" algn="l">
              <a:lnSpc>
                <a:spcPct val="120000"/>
              </a:lnSpc>
              <a:spcBef>
                <a:spcPts val="0"/>
              </a:spcBef>
              <a:spcAft>
                <a:spcPts val="0"/>
              </a:spcAft>
              <a:buClr>
                <a:srgbClr val="7F7F7F"/>
              </a:buClr>
              <a:buSzPts val="800"/>
              <a:buFont typeface="Helvetica Neue"/>
              <a:buChar char="●"/>
              <a:defRPr sz="800">
                <a:solidFill>
                  <a:srgbClr val="7F7F7F"/>
                </a:solidFill>
              </a:defRPr>
            </a:lvl1pPr>
            <a:lvl2pPr marL="914400" indent="-273050" algn="l">
              <a:lnSpc>
                <a:spcPct val="100000"/>
              </a:lnSpc>
              <a:spcBef>
                <a:spcPts val="0"/>
              </a:spcBef>
              <a:spcAft>
                <a:spcPts val="0"/>
              </a:spcAft>
              <a:buClr>
                <a:srgbClr val="000000"/>
              </a:buClr>
              <a:buSzPts val="700"/>
              <a:buChar char="○"/>
              <a:defRPr sz="2100"/>
            </a:lvl2pPr>
            <a:lvl3pPr marL="1371600" indent="-273050" algn="l">
              <a:lnSpc>
                <a:spcPct val="100000"/>
              </a:lnSpc>
              <a:spcBef>
                <a:spcPts val="0"/>
              </a:spcBef>
              <a:spcAft>
                <a:spcPts val="0"/>
              </a:spcAft>
              <a:buClr>
                <a:srgbClr val="000000"/>
              </a:buClr>
              <a:buSzPts val="700"/>
              <a:buChar char="■"/>
              <a:defRPr sz="2100"/>
            </a:lvl3pPr>
            <a:lvl4pPr marL="1828800" indent="-273050" algn="l">
              <a:lnSpc>
                <a:spcPct val="100000"/>
              </a:lnSpc>
              <a:spcBef>
                <a:spcPts val="0"/>
              </a:spcBef>
              <a:spcAft>
                <a:spcPts val="0"/>
              </a:spcAft>
              <a:buClr>
                <a:srgbClr val="000000"/>
              </a:buClr>
              <a:buSzPts val="700"/>
              <a:buChar char="●"/>
              <a:defRPr sz="2100"/>
            </a:lvl4pPr>
            <a:lvl5pPr marL="2286000" indent="-273050" algn="l">
              <a:lnSpc>
                <a:spcPct val="100000"/>
              </a:lnSpc>
              <a:spcBef>
                <a:spcPts val="0"/>
              </a:spcBef>
              <a:spcAft>
                <a:spcPts val="0"/>
              </a:spcAft>
              <a:buClr>
                <a:srgbClr val="000000"/>
              </a:buClr>
              <a:buSzPts val="700"/>
              <a:buChar char="○"/>
              <a:defRPr sz="2100"/>
            </a:lvl5pPr>
            <a:lvl6pPr marL="2743200" indent="-273050" algn="l">
              <a:lnSpc>
                <a:spcPct val="100000"/>
              </a:lnSpc>
              <a:spcBef>
                <a:spcPts val="0"/>
              </a:spcBef>
              <a:spcAft>
                <a:spcPts val="0"/>
              </a:spcAft>
              <a:buClr>
                <a:srgbClr val="000000"/>
              </a:buClr>
              <a:buSzPts val="700"/>
              <a:buChar char="■"/>
              <a:defRPr sz="2100"/>
            </a:lvl6pPr>
            <a:lvl7pPr marL="3200400" indent="-273050" algn="l">
              <a:lnSpc>
                <a:spcPct val="100000"/>
              </a:lnSpc>
              <a:spcBef>
                <a:spcPts val="0"/>
              </a:spcBef>
              <a:spcAft>
                <a:spcPts val="0"/>
              </a:spcAft>
              <a:buClr>
                <a:srgbClr val="000000"/>
              </a:buClr>
              <a:buSzPts val="700"/>
              <a:buChar char="●"/>
              <a:defRPr sz="2100"/>
            </a:lvl7pPr>
            <a:lvl8pPr marL="3657600" indent="-273050" algn="l">
              <a:lnSpc>
                <a:spcPct val="100000"/>
              </a:lnSpc>
              <a:spcBef>
                <a:spcPts val="0"/>
              </a:spcBef>
              <a:spcAft>
                <a:spcPts val="0"/>
              </a:spcAft>
              <a:buClr>
                <a:srgbClr val="000000"/>
              </a:buClr>
              <a:buSzPts val="700"/>
              <a:buChar char="○"/>
              <a:defRPr sz="2100"/>
            </a:lvl8pPr>
            <a:lvl9pPr marL="4114800" indent="-273050" algn="l">
              <a:lnSpc>
                <a:spcPct val="100000"/>
              </a:lnSpc>
              <a:spcBef>
                <a:spcPts val="0"/>
              </a:spcBef>
              <a:spcAft>
                <a:spcPts val="0"/>
              </a:spcAft>
              <a:buClr>
                <a:srgbClr val="000000"/>
              </a:buClr>
              <a:buSzPts val="700"/>
              <a:buChar char="■"/>
              <a:defRPr sz="2100"/>
            </a:lvl9pPr>
          </a:lstStyle>
          <a:p xmlns:a="http://schemas.openxmlformats.org/drawingml/2006/main"/>
        </p:txBody>
      </p:sp>
      <p:sp>
        <p:nvSpPr>
          <p:cNvPr id="1095" name="Google Shape;1095;p139">
            <a:extLst xmlns:a="http://schemas.openxmlformats.org/drawingml/2006/main">
              <a:ext uri="{FF2B5EF4-FFF2-40B4-BE49-F238E27FC236}">
                <a16:creationId xmlns:a16="http://schemas.microsoft.com/office/drawing/2014/main" id="{4ED668BF-6399-4A6A-AE36-5A668DD584A4}"/>
              </a:ext>
            </a:extLst>
          </p:cNvPr>
          <p:cNvSpPr>
            <a:spLocks xmlns:a="http://schemas.openxmlformats.org/drawingml/2006/main" noGrp="1"/>
          </p:cNvSpPr>
          <p:nvPr>
            <p:ph type="pic" idx="5"/>
          </p:nvPr>
        </p:nvSpPr>
        <p:spPr>
          <a:xfrm xmlns:a="http://schemas.openxmlformats.org/drawingml/2006/main">
            <a:off x="201168" y="1773792"/>
            <a:ext cx="1647000" cy="1647000"/>
          </a:xfrm>
          <a:prstGeom xmlns:a="http://schemas.openxmlformats.org/drawingml/2006/main" prst="roundRect">
            <a:avLst>
              <a:gd name="adj" fmla="val 4838"/>
            </a:avLst>
          </a:prstGeom>
          <a:noFill xmlns:a="http://schemas.openxmlformats.org/drawingml/2006/main"/>
          <a:ln xmlns:a="http://schemas.openxmlformats.org/drawingml/2006/main">
            <a:noFill/>
          </a:ln>
        </p:spPr>
      </p:sp>
      <p:sp>
        <p:nvSpPr>
          <p:cNvPr id="1096" name="Google Shape;1096;p139">
            <a:extLst xmlns:a="http://schemas.openxmlformats.org/drawingml/2006/main">
              <a:ext uri="{FF2B5EF4-FFF2-40B4-BE49-F238E27FC236}">
                <a16:creationId xmlns:a16="http://schemas.microsoft.com/office/drawing/2014/main" id="{55AE6ADD-C126-433E-8B12-59AD40B14377}"/>
              </a:ext>
            </a:extLst>
          </p:cNvPr>
          <p:cNvSpPr>
            <a:spLocks xmlns:a="http://schemas.openxmlformats.org/drawingml/2006/main" noGrp="1"/>
          </p:cNvSpPr>
          <p:nvPr>
            <p:ph type="body" idx="6"/>
          </p:nvPr>
        </p:nvSpPr>
        <p:spPr>
          <a:xfrm xmlns:a="http://schemas.openxmlformats.org/drawingml/2006/main">
            <a:off x="1970741" y="1317353"/>
            <a:ext cx="1647000" cy="207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lvl1pPr marL="457200" indent="-317500" algn="l">
              <a:lnSpc>
                <a:spcPct val="100000"/>
              </a:lnSpc>
              <a:spcBef>
                <a:spcPts val="0"/>
              </a:spcBef>
              <a:spcAft>
                <a:spcPts val="0"/>
              </a:spcAft>
              <a:buClr>
                <a:schemeClr val="dk1"/>
              </a:buClr>
              <a:buSzPts val="1400"/>
              <a:buFont typeface="Helvetica Neue"/>
              <a:buChar char="●"/>
              <a:defRPr sz="1400">
                <a:solidFill>
                  <a:schemeClr val="dk1"/>
                </a:solidFill>
              </a:defRPr>
            </a:lvl1pPr>
            <a:lvl2pPr marL="914400" indent="-273050" algn="l">
              <a:lnSpc>
                <a:spcPct val="100000"/>
              </a:lnSpc>
              <a:spcBef>
                <a:spcPts val="0"/>
              </a:spcBef>
              <a:spcAft>
                <a:spcPts val="0"/>
              </a:spcAft>
              <a:buClr>
                <a:srgbClr val="000000"/>
              </a:buClr>
              <a:buSzPts val="700"/>
              <a:buChar char="○"/>
              <a:defRPr sz="2100"/>
            </a:lvl2pPr>
            <a:lvl3pPr marL="1371600" indent="-273050" algn="l">
              <a:lnSpc>
                <a:spcPct val="100000"/>
              </a:lnSpc>
              <a:spcBef>
                <a:spcPts val="0"/>
              </a:spcBef>
              <a:spcAft>
                <a:spcPts val="0"/>
              </a:spcAft>
              <a:buClr>
                <a:srgbClr val="000000"/>
              </a:buClr>
              <a:buSzPts val="700"/>
              <a:buChar char="■"/>
              <a:defRPr sz="2100"/>
            </a:lvl3pPr>
            <a:lvl4pPr marL="1828800" indent="-273050" algn="l">
              <a:lnSpc>
                <a:spcPct val="100000"/>
              </a:lnSpc>
              <a:spcBef>
                <a:spcPts val="0"/>
              </a:spcBef>
              <a:spcAft>
                <a:spcPts val="0"/>
              </a:spcAft>
              <a:buClr>
                <a:srgbClr val="000000"/>
              </a:buClr>
              <a:buSzPts val="700"/>
              <a:buChar char="●"/>
              <a:defRPr sz="2100"/>
            </a:lvl4pPr>
            <a:lvl5pPr marL="2286000" indent="-273050" algn="l">
              <a:lnSpc>
                <a:spcPct val="100000"/>
              </a:lnSpc>
              <a:spcBef>
                <a:spcPts val="0"/>
              </a:spcBef>
              <a:spcAft>
                <a:spcPts val="0"/>
              </a:spcAft>
              <a:buClr>
                <a:srgbClr val="000000"/>
              </a:buClr>
              <a:buSzPts val="700"/>
              <a:buChar char="○"/>
              <a:defRPr sz="2100"/>
            </a:lvl5pPr>
            <a:lvl6pPr marL="2743200" indent="-273050" algn="l">
              <a:lnSpc>
                <a:spcPct val="100000"/>
              </a:lnSpc>
              <a:spcBef>
                <a:spcPts val="0"/>
              </a:spcBef>
              <a:spcAft>
                <a:spcPts val="0"/>
              </a:spcAft>
              <a:buClr>
                <a:srgbClr val="000000"/>
              </a:buClr>
              <a:buSzPts val="700"/>
              <a:buChar char="■"/>
              <a:defRPr sz="2100"/>
            </a:lvl6pPr>
            <a:lvl7pPr marL="3200400" indent="-273050" algn="l">
              <a:lnSpc>
                <a:spcPct val="100000"/>
              </a:lnSpc>
              <a:spcBef>
                <a:spcPts val="0"/>
              </a:spcBef>
              <a:spcAft>
                <a:spcPts val="0"/>
              </a:spcAft>
              <a:buClr>
                <a:srgbClr val="000000"/>
              </a:buClr>
              <a:buSzPts val="700"/>
              <a:buChar char="●"/>
              <a:defRPr sz="2100"/>
            </a:lvl7pPr>
            <a:lvl8pPr marL="3657600" indent="-273050" algn="l">
              <a:lnSpc>
                <a:spcPct val="100000"/>
              </a:lnSpc>
              <a:spcBef>
                <a:spcPts val="0"/>
              </a:spcBef>
              <a:spcAft>
                <a:spcPts val="0"/>
              </a:spcAft>
              <a:buClr>
                <a:srgbClr val="000000"/>
              </a:buClr>
              <a:buSzPts val="700"/>
              <a:buChar char="○"/>
              <a:defRPr sz="2100"/>
            </a:lvl8pPr>
            <a:lvl9pPr marL="4114800" indent="-273050" algn="l">
              <a:lnSpc>
                <a:spcPct val="100000"/>
              </a:lnSpc>
              <a:spcBef>
                <a:spcPts val="0"/>
              </a:spcBef>
              <a:spcAft>
                <a:spcPts val="0"/>
              </a:spcAft>
              <a:buClr>
                <a:srgbClr val="000000"/>
              </a:buClr>
              <a:buSzPts val="700"/>
              <a:buChar char="■"/>
              <a:defRPr sz="2100"/>
            </a:lvl9pPr>
          </a:lstStyle>
          <a:p xmlns:a="http://schemas.openxmlformats.org/drawingml/2006/main"/>
        </p:txBody>
      </p:sp>
      <p:sp>
        <p:nvSpPr>
          <p:cNvPr id="1097" name="Google Shape;1097;p139">
            <a:extLst xmlns:a="http://schemas.openxmlformats.org/drawingml/2006/main">
              <a:ext uri="{FF2B5EF4-FFF2-40B4-BE49-F238E27FC236}">
                <a16:creationId xmlns:a16="http://schemas.microsoft.com/office/drawing/2014/main" id="{59EE6449-2FE9-4AFC-ACA4-F308F6B6A064}"/>
              </a:ext>
            </a:extLst>
          </p:cNvPr>
          <p:cNvSpPr>
            <a:spLocks xmlns:a="http://schemas.openxmlformats.org/drawingml/2006/main" noGrp="1"/>
          </p:cNvSpPr>
          <p:nvPr>
            <p:ph type="body" idx="7"/>
          </p:nvPr>
        </p:nvSpPr>
        <p:spPr>
          <a:xfrm xmlns:a="http://schemas.openxmlformats.org/drawingml/2006/main">
            <a:off x="1970741" y="1545676"/>
            <a:ext cx="1647000" cy="12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lvl1pPr marL="457200" indent="-279400" algn="l">
              <a:lnSpc>
                <a:spcPct val="120000"/>
              </a:lnSpc>
              <a:spcBef>
                <a:spcPts val="0"/>
              </a:spcBef>
              <a:spcAft>
                <a:spcPts val="0"/>
              </a:spcAft>
              <a:buClr>
                <a:srgbClr val="7F7F7F"/>
              </a:buClr>
              <a:buSzPts val="800"/>
              <a:buFont typeface="Helvetica Neue"/>
              <a:buChar char="●"/>
              <a:defRPr sz="800">
                <a:solidFill>
                  <a:srgbClr val="7F7F7F"/>
                </a:solidFill>
              </a:defRPr>
            </a:lvl1pPr>
            <a:lvl2pPr marL="914400" indent="-273050" algn="l">
              <a:lnSpc>
                <a:spcPct val="100000"/>
              </a:lnSpc>
              <a:spcBef>
                <a:spcPts val="0"/>
              </a:spcBef>
              <a:spcAft>
                <a:spcPts val="0"/>
              </a:spcAft>
              <a:buClr>
                <a:srgbClr val="000000"/>
              </a:buClr>
              <a:buSzPts val="700"/>
              <a:buChar char="○"/>
              <a:defRPr sz="2100"/>
            </a:lvl2pPr>
            <a:lvl3pPr marL="1371600" indent="-273050" algn="l">
              <a:lnSpc>
                <a:spcPct val="100000"/>
              </a:lnSpc>
              <a:spcBef>
                <a:spcPts val="0"/>
              </a:spcBef>
              <a:spcAft>
                <a:spcPts val="0"/>
              </a:spcAft>
              <a:buClr>
                <a:srgbClr val="000000"/>
              </a:buClr>
              <a:buSzPts val="700"/>
              <a:buChar char="■"/>
              <a:defRPr sz="2100"/>
            </a:lvl3pPr>
            <a:lvl4pPr marL="1828800" indent="-273050" algn="l">
              <a:lnSpc>
                <a:spcPct val="100000"/>
              </a:lnSpc>
              <a:spcBef>
                <a:spcPts val="0"/>
              </a:spcBef>
              <a:spcAft>
                <a:spcPts val="0"/>
              </a:spcAft>
              <a:buClr>
                <a:srgbClr val="000000"/>
              </a:buClr>
              <a:buSzPts val="700"/>
              <a:buChar char="●"/>
              <a:defRPr sz="2100"/>
            </a:lvl4pPr>
            <a:lvl5pPr marL="2286000" indent="-273050" algn="l">
              <a:lnSpc>
                <a:spcPct val="100000"/>
              </a:lnSpc>
              <a:spcBef>
                <a:spcPts val="0"/>
              </a:spcBef>
              <a:spcAft>
                <a:spcPts val="0"/>
              </a:spcAft>
              <a:buClr>
                <a:srgbClr val="000000"/>
              </a:buClr>
              <a:buSzPts val="700"/>
              <a:buChar char="○"/>
              <a:defRPr sz="2100"/>
            </a:lvl5pPr>
            <a:lvl6pPr marL="2743200" indent="-273050" algn="l">
              <a:lnSpc>
                <a:spcPct val="100000"/>
              </a:lnSpc>
              <a:spcBef>
                <a:spcPts val="0"/>
              </a:spcBef>
              <a:spcAft>
                <a:spcPts val="0"/>
              </a:spcAft>
              <a:buClr>
                <a:srgbClr val="000000"/>
              </a:buClr>
              <a:buSzPts val="700"/>
              <a:buChar char="■"/>
              <a:defRPr sz="2100"/>
            </a:lvl6pPr>
            <a:lvl7pPr marL="3200400" indent="-273050" algn="l">
              <a:lnSpc>
                <a:spcPct val="100000"/>
              </a:lnSpc>
              <a:spcBef>
                <a:spcPts val="0"/>
              </a:spcBef>
              <a:spcAft>
                <a:spcPts val="0"/>
              </a:spcAft>
              <a:buClr>
                <a:srgbClr val="000000"/>
              </a:buClr>
              <a:buSzPts val="700"/>
              <a:buChar char="●"/>
              <a:defRPr sz="2100"/>
            </a:lvl7pPr>
            <a:lvl8pPr marL="3657600" indent="-273050" algn="l">
              <a:lnSpc>
                <a:spcPct val="100000"/>
              </a:lnSpc>
              <a:spcBef>
                <a:spcPts val="0"/>
              </a:spcBef>
              <a:spcAft>
                <a:spcPts val="0"/>
              </a:spcAft>
              <a:buClr>
                <a:srgbClr val="000000"/>
              </a:buClr>
              <a:buSzPts val="700"/>
              <a:buChar char="○"/>
              <a:defRPr sz="2100"/>
            </a:lvl8pPr>
            <a:lvl9pPr marL="4114800" indent="-273050" algn="l">
              <a:lnSpc>
                <a:spcPct val="100000"/>
              </a:lnSpc>
              <a:spcBef>
                <a:spcPts val="0"/>
              </a:spcBef>
              <a:spcAft>
                <a:spcPts val="0"/>
              </a:spcAft>
              <a:buClr>
                <a:srgbClr val="000000"/>
              </a:buClr>
              <a:buSzPts val="700"/>
              <a:buChar char="■"/>
              <a:defRPr sz="2100"/>
            </a:lvl9pPr>
          </a:lstStyle>
          <a:p xmlns:a="http://schemas.openxmlformats.org/drawingml/2006/main"/>
        </p:txBody>
      </p:sp>
      <p:sp>
        <p:nvSpPr>
          <p:cNvPr id="1098" name="Google Shape;1098;p139">
            <a:extLst xmlns:a="http://schemas.openxmlformats.org/drawingml/2006/main">
              <a:ext uri="{FF2B5EF4-FFF2-40B4-BE49-F238E27FC236}">
                <a16:creationId xmlns:a16="http://schemas.microsoft.com/office/drawing/2014/main" id="{751F6DAD-B490-4ADB-BB3C-87EECBD854EF}"/>
              </a:ext>
            </a:extLst>
          </p:cNvPr>
          <p:cNvSpPr>
            <a:spLocks xmlns:a="http://schemas.openxmlformats.org/drawingml/2006/main" noGrp="1"/>
          </p:cNvSpPr>
          <p:nvPr>
            <p:ph type="pic" idx="8"/>
          </p:nvPr>
        </p:nvSpPr>
        <p:spPr>
          <a:xfrm xmlns:a="http://schemas.openxmlformats.org/drawingml/2006/main">
            <a:off x="1970532" y="1773792"/>
            <a:ext cx="1647000" cy="1647000"/>
          </a:xfrm>
          <a:prstGeom xmlns:a="http://schemas.openxmlformats.org/drawingml/2006/main" prst="roundRect">
            <a:avLst>
              <a:gd name="adj" fmla="val 4838"/>
            </a:avLst>
          </a:prstGeom>
          <a:noFill xmlns:a="http://schemas.openxmlformats.org/drawingml/2006/main"/>
          <a:ln xmlns:a="http://schemas.openxmlformats.org/drawingml/2006/main">
            <a:noFill/>
          </a:ln>
        </p:spPr>
      </p:sp>
      <p:sp>
        <p:nvSpPr>
          <p:cNvPr id="1099" name="Google Shape;1099;p139">
            <a:extLst xmlns:a="http://schemas.openxmlformats.org/drawingml/2006/main">
              <a:ext uri="{FF2B5EF4-FFF2-40B4-BE49-F238E27FC236}">
                <a16:creationId xmlns:a16="http://schemas.microsoft.com/office/drawing/2014/main" id="{FCA69F94-D536-45AA-9C66-63E50F0296C3}"/>
              </a:ext>
            </a:extLst>
          </p:cNvPr>
          <p:cNvSpPr>
            <a:spLocks xmlns:a="http://schemas.openxmlformats.org/drawingml/2006/main" noGrp="1"/>
          </p:cNvSpPr>
          <p:nvPr>
            <p:ph type="body" idx="9"/>
          </p:nvPr>
        </p:nvSpPr>
        <p:spPr>
          <a:xfrm xmlns:a="http://schemas.openxmlformats.org/drawingml/2006/main">
            <a:off x="3746963" y="1317353"/>
            <a:ext cx="1647000" cy="207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lvl1pPr marL="457200" indent="-317500" algn="l">
              <a:lnSpc>
                <a:spcPct val="100000"/>
              </a:lnSpc>
              <a:spcBef>
                <a:spcPts val="0"/>
              </a:spcBef>
              <a:spcAft>
                <a:spcPts val="0"/>
              </a:spcAft>
              <a:buClr>
                <a:schemeClr val="dk1"/>
              </a:buClr>
              <a:buSzPts val="1400"/>
              <a:buFont typeface="Helvetica Neue"/>
              <a:buChar char="●"/>
              <a:defRPr sz="1400">
                <a:solidFill>
                  <a:schemeClr val="dk1"/>
                </a:solidFill>
              </a:defRPr>
            </a:lvl1pPr>
            <a:lvl2pPr marL="914400" indent="-273050" algn="l">
              <a:lnSpc>
                <a:spcPct val="100000"/>
              </a:lnSpc>
              <a:spcBef>
                <a:spcPts val="0"/>
              </a:spcBef>
              <a:spcAft>
                <a:spcPts val="0"/>
              </a:spcAft>
              <a:buClr>
                <a:srgbClr val="000000"/>
              </a:buClr>
              <a:buSzPts val="700"/>
              <a:buChar char="○"/>
              <a:defRPr sz="2100"/>
            </a:lvl2pPr>
            <a:lvl3pPr marL="1371600" indent="-273050" algn="l">
              <a:lnSpc>
                <a:spcPct val="100000"/>
              </a:lnSpc>
              <a:spcBef>
                <a:spcPts val="0"/>
              </a:spcBef>
              <a:spcAft>
                <a:spcPts val="0"/>
              </a:spcAft>
              <a:buClr>
                <a:srgbClr val="000000"/>
              </a:buClr>
              <a:buSzPts val="700"/>
              <a:buChar char="■"/>
              <a:defRPr sz="2100"/>
            </a:lvl3pPr>
            <a:lvl4pPr marL="1828800" indent="-273050" algn="l">
              <a:lnSpc>
                <a:spcPct val="100000"/>
              </a:lnSpc>
              <a:spcBef>
                <a:spcPts val="0"/>
              </a:spcBef>
              <a:spcAft>
                <a:spcPts val="0"/>
              </a:spcAft>
              <a:buClr>
                <a:srgbClr val="000000"/>
              </a:buClr>
              <a:buSzPts val="700"/>
              <a:buChar char="●"/>
              <a:defRPr sz="2100"/>
            </a:lvl4pPr>
            <a:lvl5pPr marL="2286000" indent="-273050" algn="l">
              <a:lnSpc>
                <a:spcPct val="100000"/>
              </a:lnSpc>
              <a:spcBef>
                <a:spcPts val="0"/>
              </a:spcBef>
              <a:spcAft>
                <a:spcPts val="0"/>
              </a:spcAft>
              <a:buClr>
                <a:srgbClr val="000000"/>
              </a:buClr>
              <a:buSzPts val="700"/>
              <a:buChar char="○"/>
              <a:defRPr sz="2100"/>
            </a:lvl5pPr>
            <a:lvl6pPr marL="2743200" indent="-273050" algn="l">
              <a:lnSpc>
                <a:spcPct val="100000"/>
              </a:lnSpc>
              <a:spcBef>
                <a:spcPts val="0"/>
              </a:spcBef>
              <a:spcAft>
                <a:spcPts val="0"/>
              </a:spcAft>
              <a:buClr>
                <a:srgbClr val="000000"/>
              </a:buClr>
              <a:buSzPts val="700"/>
              <a:buChar char="■"/>
              <a:defRPr sz="2100"/>
            </a:lvl6pPr>
            <a:lvl7pPr marL="3200400" indent="-273050" algn="l">
              <a:lnSpc>
                <a:spcPct val="100000"/>
              </a:lnSpc>
              <a:spcBef>
                <a:spcPts val="0"/>
              </a:spcBef>
              <a:spcAft>
                <a:spcPts val="0"/>
              </a:spcAft>
              <a:buClr>
                <a:srgbClr val="000000"/>
              </a:buClr>
              <a:buSzPts val="700"/>
              <a:buChar char="●"/>
              <a:defRPr sz="2100"/>
            </a:lvl7pPr>
            <a:lvl8pPr marL="3657600" indent="-273050" algn="l">
              <a:lnSpc>
                <a:spcPct val="100000"/>
              </a:lnSpc>
              <a:spcBef>
                <a:spcPts val="0"/>
              </a:spcBef>
              <a:spcAft>
                <a:spcPts val="0"/>
              </a:spcAft>
              <a:buClr>
                <a:srgbClr val="000000"/>
              </a:buClr>
              <a:buSzPts val="700"/>
              <a:buChar char="○"/>
              <a:defRPr sz="2100"/>
            </a:lvl8pPr>
            <a:lvl9pPr marL="4114800" indent="-273050" algn="l">
              <a:lnSpc>
                <a:spcPct val="100000"/>
              </a:lnSpc>
              <a:spcBef>
                <a:spcPts val="0"/>
              </a:spcBef>
              <a:spcAft>
                <a:spcPts val="0"/>
              </a:spcAft>
              <a:buClr>
                <a:srgbClr val="000000"/>
              </a:buClr>
              <a:buSzPts val="700"/>
              <a:buChar char="■"/>
              <a:defRPr sz="2100"/>
            </a:lvl9pPr>
          </a:lstStyle>
          <a:p xmlns:a="http://schemas.openxmlformats.org/drawingml/2006/main"/>
        </p:txBody>
      </p:sp>
      <p:sp>
        <p:nvSpPr>
          <p:cNvPr id="1100" name="Google Shape;1100;p139">
            <a:extLst xmlns:a="http://schemas.openxmlformats.org/drawingml/2006/main">
              <a:ext uri="{FF2B5EF4-FFF2-40B4-BE49-F238E27FC236}">
                <a16:creationId xmlns:a16="http://schemas.microsoft.com/office/drawing/2014/main" id="{4FE3567A-06DA-4364-9F25-9E3A3EA43C73}"/>
              </a:ext>
            </a:extLst>
          </p:cNvPr>
          <p:cNvSpPr>
            <a:spLocks xmlns:a="http://schemas.openxmlformats.org/drawingml/2006/main" noGrp="1"/>
          </p:cNvSpPr>
          <p:nvPr>
            <p:ph type="body" idx="13"/>
          </p:nvPr>
        </p:nvSpPr>
        <p:spPr>
          <a:xfrm xmlns:a="http://schemas.openxmlformats.org/drawingml/2006/main">
            <a:off x="3746963" y="1545676"/>
            <a:ext cx="1647000" cy="12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lvl1pPr marL="457200" indent="-279400" algn="l">
              <a:lnSpc>
                <a:spcPct val="120000"/>
              </a:lnSpc>
              <a:spcBef>
                <a:spcPts val="0"/>
              </a:spcBef>
              <a:spcAft>
                <a:spcPts val="0"/>
              </a:spcAft>
              <a:buClr>
                <a:srgbClr val="7F7F7F"/>
              </a:buClr>
              <a:buSzPts val="800"/>
              <a:buFont typeface="Helvetica Neue"/>
              <a:buChar char="●"/>
              <a:defRPr sz="800">
                <a:solidFill>
                  <a:srgbClr val="7F7F7F"/>
                </a:solidFill>
              </a:defRPr>
            </a:lvl1pPr>
            <a:lvl2pPr marL="914400" indent="-273050" algn="l">
              <a:lnSpc>
                <a:spcPct val="100000"/>
              </a:lnSpc>
              <a:spcBef>
                <a:spcPts val="0"/>
              </a:spcBef>
              <a:spcAft>
                <a:spcPts val="0"/>
              </a:spcAft>
              <a:buClr>
                <a:srgbClr val="000000"/>
              </a:buClr>
              <a:buSzPts val="700"/>
              <a:buChar char="○"/>
              <a:defRPr sz="2100"/>
            </a:lvl2pPr>
            <a:lvl3pPr marL="1371600" indent="-273050" algn="l">
              <a:lnSpc>
                <a:spcPct val="100000"/>
              </a:lnSpc>
              <a:spcBef>
                <a:spcPts val="0"/>
              </a:spcBef>
              <a:spcAft>
                <a:spcPts val="0"/>
              </a:spcAft>
              <a:buClr>
                <a:srgbClr val="000000"/>
              </a:buClr>
              <a:buSzPts val="700"/>
              <a:buChar char="■"/>
              <a:defRPr sz="2100"/>
            </a:lvl3pPr>
            <a:lvl4pPr marL="1828800" indent="-273050" algn="l">
              <a:lnSpc>
                <a:spcPct val="100000"/>
              </a:lnSpc>
              <a:spcBef>
                <a:spcPts val="0"/>
              </a:spcBef>
              <a:spcAft>
                <a:spcPts val="0"/>
              </a:spcAft>
              <a:buClr>
                <a:srgbClr val="000000"/>
              </a:buClr>
              <a:buSzPts val="700"/>
              <a:buChar char="●"/>
              <a:defRPr sz="2100"/>
            </a:lvl4pPr>
            <a:lvl5pPr marL="2286000" indent="-273050" algn="l">
              <a:lnSpc>
                <a:spcPct val="100000"/>
              </a:lnSpc>
              <a:spcBef>
                <a:spcPts val="0"/>
              </a:spcBef>
              <a:spcAft>
                <a:spcPts val="0"/>
              </a:spcAft>
              <a:buClr>
                <a:srgbClr val="000000"/>
              </a:buClr>
              <a:buSzPts val="700"/>
              <a:buChar char="○"/>
              <a:defRPr sz="2100"/>
            </a:lvl5pPr>
            <a:lvl6pPr marL="2743200" indent="-273050" algn="l">
              <a:lnSpc>
                <a:spcPct val="100000"/>
              </a:lnSpc>
              <a:spcBef>
                <a:spcPts val="0"/>
              </a:spcBef>
              <a:spcAft>
                <a:spcPts val="0"/>
              </a:spcAft>
              <a:buClr>
                <a:srgbClr val="000000"/>
              </a:buClr>
              <a:buSzPts val="700"/>
              <a:buChar char="■"/>
              <a:defRPr sz="2100"/>
            </a:lvl6pPr>
            <a:lvl7pPr marL="3200400" indent="-273050" algn="l">
              <a:lnSpc>
                <a:spcPct val="100000"/>
              </a:lnSpc>
              <a:spcBef>
                <a:spcPts val="0"/>
              </a:spcBef>
              <a:spcAft>
                <a:spcPts val="0"/>
              </a:spcAft>
              <a:buClr>
                <a:srgbClr val="000000"/>
              </a:buClr>
              <a:buSzPts val="700"/>
              <a:buChar char="●"/>
              <a:defRPr sz="2100"/>
            </a:lvl7pPr>
            <a:lvl8pPr marL="3657600" indent="-273050" algn="l">
              <a:lnSpc>
                <a:spcPct val="100000"/>
              </a:lnSpc>
              <a:spcBef>
                <a:spcPts val="0"/>
              </a:spcBef>
              <a:spcAft>
                <a:spcPts val="0"/>
              </a:spcAft>
              <a:buClr>
                <a:srgbClr val="000000"/>
              </a:buClr>
              <a:buSzPts val="700"/>
              <a:buChar char="○"/>
              <a:defRPr sz="2100"/>
            </a:lvl8pPr>
            <a:lvl9pPr marL="4114800" indent="-273050" algn="l">
              <a:lnSpc>
                <a:spcPct val="100000"/>
              </a:lnSpc>
              <a:spcBef>
                <a:spcPts val="0"/>
              </a:spcBef>
              <a:spcAft>
                <a:spcPts val="0"/>
              </a:spcAft>
              <a:buClr>
                <a:srgbClr val="000000"/>
              </a:buClr>
              <a:buSzPts val="700"/>
              <a:buChar char="■"/>
              <a:defRPr sz="2100"/>
            </a:lvl9pPr>
          </a:lstStyle>
          <a:p xmlns:a="http://schemas.openxmlformats.org/drawingml/2006/main"/>
        </p:txBody>
      </p:sp>
      <p:sp>
        <p:nvSpPr>
          <p:cNvPr id="1101" name="Google Shape;1101;p139">
            <a:extLst xmlns:a="http://schemas.openxmlformats.org/drawingml/2006/main">
              <a:ext uri="{FF2B5EF4-FFF2-40B4-BE49-F238E27FC236}">
                <a16:creationId xmlns:a16="http://schemas.microsoft.com/office/drawing/2014/main" id="{44504674-F963-41A0-B39F-BC47406F430A}"/>
              </a:ext>
            </a:extLst>
          </p:cNvPr>
          <p:cNvSpPr>
            <a:spLocks xmlns:a="http://schemas.openxmlformats.org/drawingml/2006/main" noGrp="1"/>
          </p:cNvSpPr>
          <p:nvPr>
            <p:ph type="pic" idx="14"/>
          </p:nvPr>
        </p:nvSpPr>
        <p:spPr>
          <a:xfrm xmlns:a="http://schemas.openxmlformats.org/drawingml/2006/main">
            <a:off x="3746754" y="1773792"/>
            <a:ext cx="1647000" cy="1647000"/>
          </a:xfrm>
          <a:prstGeom xmlns:a="http://schemas.openxmlformats.org/drawingml/2006/main" prst="roundRect">
            <a:avLst>
              <a:gd name="adj" fmla="val 4838"/>
            </a:avLst>
          </a:prstGeom>
          <a:noFill xmlns:a="http://schemas.openxmlformats.org/drawingml/2006/main"/>
          <a:ln xmlns:a="http://schemas.openxmlformats.org/drawingml/2006/main">
            <a:noFill/>
          </a:ln>
        </p:spPr>
      </p:sp>
      <p:sp>
        <p:nvSpPr>
          <p:cNvPr id="1102" name="Google Shape;1102;p139">
            <a:extLst xmlns:a="http://schemas.openxmlformats.org/drawingml/2006/main">
              <a:ext uri="{FF2B5EF4-FFF2-40B4-BE49-F238E27FC236}">
                <a16:creationId xmlns:a16="http://schemas.microsoft.com/office/drawing/2014/main" id="{1F27A9D2-100D-4F8E-AC4F-A2D9AFBC3637}"/>
              </a:ext>
            </a:extLst>
          </p:cNvPr>
          <p:cNvSpPr>
            <a:spLocks xmlns:a="http://schemas.openxmlformats.org/drawingml/2006/main" noGrp="1"/>
          </p:cNvSpPr>
          <p:nvPr>
            <p:ph type="body" idx="15"/>
          </p:nvPr>
        </p:nvSpPr>
        <p:spPr>
          <a:xfrm xmlns:a="http://schemas.openxmlformats.org/drawingml/2006/main">
            <a:off x="5523185" y="1317353"/>
            <a:ext cx="1647000" cy="207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lvl1pPr marL="457200" indent="-317500" algn="l">
              <a:lnSpc>
                <a:spcPct val="100000"/>
              </a:lnSpc>
              <a:spcBef>
                <a:spcPts val="0"/>
              </a:spcBef>
              <a:spcAft>
                <a:spcPts val="0"/>
              </a:spcAft>
              <a:buClr>
                <a:schemeClr val="dk1"/>
              </a:buClr>
              <a:buSzPts val="1400"/>
              <a:buFont typeface="Helvetica Neue"/>
              <a:buChar char="●"/>
              <a:defRPr sz="1400">
                <a:solidFill>
                  <a:schemeClr val="dk1"/>
                </a:solidFill>
              </a:defRPr>
            </a:lvl1pPr>
            <a:lvl2pPr marL="914400" indent="-273050" algn="l">
              <a:lnSpc>
                <a:spcPct val="100000"/>
              </a:lnSpc>
              <a:spcBef>
                <a:spcPts val="0"/>
              </a:spcBef>
              <a:spcAft>
                <a:spcPts val="0"/>
              </a:spcAft>
              <a:buClr>
                <a:srgbClr val="000000"/>
              </a:buClr>
              <a:buSzPts val="700"/>
              <a:buChar char="○"/>
              <a:defRPr sz="2100"/>
            </a:lvl2pPr>
            <a:lvl3pPr marL="1371600" indent="-273050" algn="l">
              <a:lnSpc>
                <a:spcPct val="100000"/>
              </a:lnSpc>
              <a:spcBef>
                <a:spcPts val="0"/>
              </a:spcBef>
              <a:spcAft>
                <a:spcPts val="0"/>
              </a:spcAft>
              <a:buClr>
                <a:srgbClr val="000000"/>
              </a:buClr>
              <a:buSzPts val="700"/>
              <a:buChar char="■"/>
              <a:defRPr sz="2100"/>
            </a:lvl3pPr>
            <a:lvl4pPr marL="1828800" indent="-273050" algn="l">
              <a:lnSpc>
                <a:spcPct val="100000"/>
              </a:lnSpc>
              <a:spcBef>
                <a:spcPts val="0"/>
              </a:spcBef>
              <a:spcAft>
                <a:spcPts val="0"/>
              </a:spcAft>
              <a:buClr>
                <a:srgbClr val="000000"/>
              </a:buClr>
              <a:buSzPts val="700"/>
              <a:buChar char="●"/>
              <a:defRPr sz="2100"/>
            </a:lvl4pPr>
            <a:lvl5pPr marL="2286000" indent="-273050" algn="l">
              <a:lnSpc>
                <a:spcPct val="100000"/>
              </a:lnSpc>
              <a:spcBef>
                <a:spcPts val="0"/>
              </a:spcBef>
              <a:spcAft>
                <a:spcPts val="0"/>
              </a:spcAft>
              <a:buClr>
                <a:srgbClr val="000000"/>
              </a:buClr>
              <a:buSzPts val="700"/>
              <a:buChar char="○"/>
              <a:defRPr sz="2100"/>
            </a:lvl5pPr>
            <a:lvl6pPr marL="2743200" indent="-273050" algn="l">
              <a:lnSpc>
                <a:spcPct val="100000"/>
              </a:lnSpc>
              <a:spcBef>
                <a:spcPts val="0"/>
              </a:spcBef>
              <a:spcAft>
                <a:spcPts val="0"/>
              </a:spcAft>
              <a:buClr>
                <a:srgbClr val="000000"/>
              </a:buClr>
              <a:buSzPts val="700"/>
              <a:buChar char="■"/>
              <a:defRPr sz="2100"/>
            </a:lvl6pPr>
            <a:lvl7pPr marL="3200400" indent="-273050" algn="l">
              <a:lnSpc>
                <a:spcPct val="100000"/>
              </a:lnSpc>
              <a:spcBef>
                <a:spcPts val="0"/>
              </a:spcBef>
              <a:spcAft>
                <a:spcPts val="0"/>
              </a:spcAft>
              <a:buClr>
                <a:srgbClr val="000000"/>
              </a:buClr>
              <a:buSzPts val="700"/>
              <a:buChar char="●"/>
              <a:defRPr sz="2100"/>
            </a:lvl7pPr>
            <a:lvl8pPr marL="3657600" indent="-273050" algn="l">
              <a:lnSpc>
                <a:spcPct val="100000"/>
              </a:lnSpc>
              <a:spcBef>
                <a:spcPts val="0"/>
              </a:spcBef>
              <a:spcAft>
                <a:spcPts val="0"/>
              </a:spcAft>
              <a:buClr>
                <a:srgbClr val="000000"/>
              </a:buClr>
              <a:buSzPts val="700"/>
              <a:buChar char="○"/>
              <a:defRPr sz="2100"/>
            </a:lvl8pPr>
            <a:lvl9pPr marL="4114800" indent="-273050" algn="l">
              <a:lnSpc>
                <a:spcPct val="100000"/>
              </a:lnSpc>
              <a:spcBef>
                <a:spcPts val="0"/>
              </a:spcBef>
              <a:spcAft>
                <a:spcPts val="0"/>
              </a:spcAft>
              <a:buClr>
                <a:srgbClr val="000000"/>
              </a:buClr>
              <a:buSzPts val="700"/>
              <a:buChar char="■"/>
              <a:defRPr sz="2100"/>
            </a:lvl9pPr>
          </a:lstStyle>
          <a:p xmlns:a="http://schemas.openxmlformats.org/drawingml/2006/main"/>
        </p:txBody>
      </p:sp>
      <p:sp>
        <p:nvSpPr>
          <p:cNvPr id="1103" name="Google Shape;1103;p139">
            <a:extLst xmlns:a="http://schemas.openxmlformats.org/drawingml/2006/main">
              <a:ext uri="{FF2B5EF4-FFF2-40B4-BE49-F238E27FC236}">
                <a16:creationId xmlns:a16="http://schemas.microsoft.com/office/drawing/2014/main" id="{FFBD6AC7-5764-4E75-8479-0A2A4522CE1C}"/>
              </a:ext>
            </a:extLst>
          </p:cNvPr>
          <p:cNvSpPr>
            <a:spLocks xmlns:a="http://schemas.openxmlformats.org/drawingml/2006/main" noGrp="1"/>
          </p:cNvSpPr>
          <p:nvPr>
            <p:ph type="body" idx="16"/>
          </p:nvPr>
        </p:nvSpPr>
        <p:spPr>
          <a:xfrm xmlns:a="http://schemas.openxmlformats.org/drawingml/2006/main">
            <a:off x="5523185" y="1545676"/>
            <a:ext cx="1647000" cy="12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lvl1pPr marL="457200" indent="-279400" algn="l">
              <a:lnSpc>
                <a:spcPct val="120000"/>
              </a:lnSpc>
              <a:spcBef>
                <a:spcPts val="0"/>
              </a:spcBef>
              <a:spcAft>
                <a:spcPts val="0"/>
              </a:spcAft>
              <a:buClr>
                <a:srgbClr val="7F7F7F"/>
              </a:buClr>
              <a:buSzPts val="800"/>
              <a:buFont typeface="Helvetica Neue"/>
              <a:buChar char="●"/>
              <a:defRPr sz="800">
                <a:solidFill>
                  <a:srgbClr val="7F7F7F"/>
                </a:solidFill>
              </a:defRPr>
            </a:lvl1pPr>
            <a:lvl2pPr marL="914400" indent="-273050" algn="l">
              <a:lnSpc>
                <a:spcPct val="100000"/>
              </a:lnSpc>
              <a:spcBef>
                <a:spcPts val="0"/>
              </a:spcBef>
              <a:spcAft>
                <a:spcPts val="0"/>
              </a:spcAft>
              <a:buClr>
                <a:srgbClr val="000000"/>
              </a:buClr>
              <a:buSzPts val="700"/>
              <a:buChar char="○"/>
              <a:defRPr sz="2100"/>
            </a:lvl2pPr>
            <a:lvl3pPr marL="1371600" indent="-273050" algn="l">
              <a:lnSpc>
                <a:spcPct val="100000"/>
              </a:lnSpc>
              <a:spcBef>
                <a:spcPts val="0"/>
              </a:spcBef>
              <a:spcAft>
                <a:spcPts val="0"/>
              </a:spcAft>
              <a:buClr>
                <a:srgbClr val="000000"/>
              </a:buClr>
              <a:buSzPts val="700"/>
              <a:buChar char="■"/>
              <a:defRPr sz="2100"/>
            </a:lvl3pPr>
            <a:lvl4pPr marL="1828800" indent="-273050" algn="l">
              <a:lnSpc>
                <a:spcPct val="100000"/>
              </a:lnSpc>
              <a:spcBef>
                <a:spcPts val="0"/>
              </a:spcBef>
              <a:spcAft>
                <a:spcPts val="0"/>
              </a:spcAft>
              <a:buClr>
                <a:srgbClr val="000000"/>
              </a:buClr>
              <a:buSzPts val="700"/>
              <a:buChar char="●"/>
              <a:defRPr sz="2100"/>
            </a:lvl4pPr>
            <a:lvl5pPr marL="2286000" indent="-273050" algn="l">
              <a:lnSpc>
                <a:spcPct val="100000"/>
              </a:lnSpc>
              <a:spcBef>
                <a:spcPts val="0"/>
              </a:spcBef>
              <a:spcAft>
                <a:spcPts val="0"/>
              </a:spcAft>
              <a:buClr>
                <a:srgbClr val="000000"/>
              </a:buClr>
              <a:buSzPts val="700"/>
              <a:buChar char="○"/>
              <a:defRPr sz="2100"/>
            </a:lvl5pPr>
            <a:lvl6pPr marL="2743200" indent="-273050" algn="l">
              <a:lnSpc>
                <a:spcPct val="100000"/>
              </a:lnSpc>
              <a:spcBef>
                <a:spcPts val="0"/>
              </a:spcBef>
              <a:spcAft>
                <a:spcPts val="0"/>
              </a:spcAft>
              <a:buClr>
                <a:srgbClr val="000000"/>
              </a:buClr>
              <a:buSzPts val="700"/>
              <a:buChar char="■"/>
              <a:defRPr sz="2100"/>
            </a:lvl6pPr>
            <a:lvl7pPr marL="3200400" indent="-273050" algn="l">
              <a:lnSpc>
                <a:spcPct val="100000"/>
              </a:lnSpc>
              <a:spcBef>
                <a:spcPts val="0"/>
              </a:spcBef>
              <a:spcAft>
                <a:spcPts val="0"/>
              </a:spcAft>
              <a:buClr>
                <a:srgbClr val="000000"/>
              </a:buClr>
              <a:buSzPts val="700"/>
              <a:buChar char="●"/>
              <a:defRPr sz="2100"/>
            </a:lvl7pPr>
            <a:lvl8pPr marL="3657600" indent="-273050" algn="l">
              <a:lnSpc>
                <a:spcPct val="100000"/>
              </a:lnSpc>
              <a:spcBef>
                <a:spcPts val="0"/>
              </a:spcBef>
              <a:spcAft>
                <a:spcPts val="0"/>
              </a:spcAft>
              <a:buClr>
                <a:srgbClr val="000000"/>
              </a:buClr>
              <a:buSzPts val="700"/>
              <a:buChar char="○"/>
              <a:defRPr sz="2100"/>
            </a:lvl8pPr>
            <a:lvl9pPr marL="4114800" indent="-273050" algn="l">
              <a:lnSpc>
                <a:spcPct val="100000"/>
              </a:lnSpc>
              <a:spcBef>
                <a:spcPts val="0"/>
              </a:spcBef>
              <a:spcAft>
                <a:spcPts val="0"/>
              </a:spcAft>
              <a:buClr>
                <a:srgbClr val="000000"/>
              </a:buClr>
              <a:buSzPts val="700"/>
              <a:buChar char="■"/>
              <a:defRPr sz="2100"/>
            </a:lvl9pPr>
          </a:lstStyle>
          <a:p xmlns:a="http://schemas.openxmlformats.org/drawingml/2006/main"/>
        </p:txBody>
      </p:sp>
      <p:sp>
        <p:nvSpPr>
          <p:cNvPr id="1104" name="Google Shape;1104;p139">
            <a:extLst xmlns:a="http://schemas.openxmlformats.org/drawingml/2006/main">
              <a:ext uri="{FF2B5EF4-FFF2-40B4-BE49-F238E27FC236}">
                <a16:creationId xmlns:a16="http://schemas.microsoft.com/office/drawing/2014/main" id="{7CCDAF49-CE0A-49BE-8304-B724FF00B309}"/>
              </a:ext>
            </a:extLst>
          </p:cNvPr>
          <p:cNvSpPr>
            <a:spLocks xmlns:a="http://schemas.openxmlformats.org/drawingml/2006/main" noGrp="1"/>
          </p:cNvSpPr>
          <p:nvPr>
            <p:ph type="pic" idx="17"/>
          </p:nvPr>
        </p:nvSpPr>
        <p:spPr>
          <a:xfrm xmlns:a="http://schemas.openxmlformats.org/drawingml/2006/main">
            <a:off x="5522976" y="1773792"/>
            <a:ext cx="1647000" cy="1647000"/>
          </a:xfrm>
          <a:prstGeom xmlns:a="http://schemas.openxmlformats.org/drawingml/2006/main" prst="roundRect">
            <a:avLst>
              <a:gd name="adj" fmla="val 4838"/>
            </a:avLst>
          </a:prstGeom>
          <a:noFill xmlns:a="http://schemas.openxmlformats.org/drawingml/2006/main"/>
          <a:ln xmlns:a="http://schemas.openxmlformats.org/drawingml/2006/main">
            <a:noFill/>
          </a:ln>
        </p:spPr>
      </p:sp>
      <p:sp>
        <p:nvSpPr>
          <p:cNvPr id="1105" name="Google Shape;1105;p139">
            <a:extLst xmlns:a="http://schemas.openxmlformats.org/drawingml/2006/main">
              <a:ext uri="{FF2B5EF4-FFF2-40B4-BE49-F238E27FC236}">
                <a16:creationId xmlns:a16="http://schemas.microsoft.com/office/drawing/2014/main" id="{991AC295-42E0-4704-AAA6-EBB0E3BFED2F}"/>
              </a:ext>
            </a:extLst>
          </p:cNvPr>
          <p:cNvSpPr>
            <a:spLocks xmlns:a="http://schemas.openxmlformats.org/drawingml/2006/main" noGrp="1"/>
          </p:cNvSpPr>
          <p:nvPr>
            <p:ph type="body" idx="18"/>
          </p:nvPr>
        </p:nvSpPr>
        <p:spPr>
          <a:xfrm xmlns:a="http://schemas.openxmlformats.org/drawingml/2006/main">
            <a:off x="7295832" y="1317353"/>
            <a:ext cx="1647000" cy="207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lvl1pPr marL="457200" indent="-317500" algn="l">
              <a:lnSpc>
                <a:spcPct val="100000"/>
              </a:lnSpc>
              <a:spcBef>
                <a:spcPts val="0"/>
              </a:spcBef>
              <a:spcAft>
                <a:spcPts val="0"/>
              </a:spcAft>
              <a:buClr>
                <a:schemeClr val="dk1"/>
              </a:buClr>
              <a:buSzPts val="1400"/>
              <a:buFont typeface="Helvetica Neue"/>
              <a:buChar char="●"/>
              <a:defRPr sz="1400">
                <a:solidFill>
                  <a:schemeClr val="dk1"/>
                </a:solidFill>
              </a:defRPr>
            </a:lvl1pPr>
            <a:lvl2pPr marL="914400" indent="-273050" algn="l">
              <a:lnSpc>
                <a:spcPct val="100000"/>
              </a:lnSpc>
              <a:spcBef>
                <a:spcPts val="0"/>
              </a:spcBef>
              <a:spcAft>
                <a:spcPts val="0"/>
              </a:spcAft>
              <a:buClr>
                <a:srgbClr val="000000"/>
              </a:buClr>
              <a:buSzPts val="700"/>
              <a:buChar char="○"/>
              <a:defRPr sz="2100"/>
            </a:lvl2pPr>
            <a:lvl3pPr marL="1371600" indent="-273050" algn="l">
              <a:lnSpc>
                <a:spcPct val="100000"/>
              </a:lnSpc>
              <a:spcBef>
                <a:spcPts val="0"/>
              </a:spcBef>
              <a:spcAft>
                <a:spcPts val="0"/>
              </a:spcAft>
              <a:buClr>
                <a:srgbClr val="000000"/>
              </a:buClr>
              <a:buSzPts val="700"/>
              <a:buChar char="■"/>
              <a:defRPr sz="2100"/>
            </a:lvl3pPr>
            <a:lvl4pPr marL="1828800" indent="-273050" algn="l">
              <a:lnSpc>
                <a:spcPct val="100000"/>
              </a:lnSpc>
              <a:spcBef>
                <a:spcPts val="0"/>
              </a:spcBef>
              <a:spcAft>
                <a:spcPts val="0"/>
              </a:spcAft>
              <a:buClr>
                <a:srgbClr val="000000"/>
              </a:buClr>
              <a:buSzPts val="700"/>
              <a:buChar char="●"/>
              <a:defRPr sz="2100"/>
            </a:lvl4pPr>
            <a:lvl5pPr marL="2286000" indent="-273050" algn="l">
              <a:lnSpc>
                <a:spcPct val="100000"/>
              </a:lnSpc>
              <a:spcBef>
                <a:spcPts val="0"/>
              </a:spcBef>
              <a:spcAft>
                <a:spcPts val="0"/>
              </a:spcAft>
              <a:buClr>
                <a:srgbClr val="000000"/>
              </a:buClr>
              <a:buSzPts val="700"/>
              <a:buChar char="○"/>
              <a:defRPr sz="2100"/>
            </a:lvl5pPr>
            <a:lvl6pPr marL="2743200" indent="-273050" algn="l">
              <a:lnSpc>
                <a:spcPct val="100000"/>
              </a:lnSpc>
              <a:spcBef>
                <a:spcPts val="0"/>
              </a:spcBef>
              <a:spcAft>
                <a:spcPts val="0"/>
              </a:spcAft>
              <a:buClr>
                <a:srgbClr val="000000"/>
              </a:buClr>
              <a:buSzPts val="700"/>
              <a:buChar char="■"/>
              <a:defRPr sz="2100"/>
            </a:lvl6pPr>
            <a:lvl7pPr marL="3200400" indent="-273050" algn="l">
              <a:lnSpc>
                <a:spcPct val="100000"/>
              </a:lnSpc>
              <a:spcBef>
                <a:spcPts val="0"/>
              </a:spcBef>
              <a:spcAft>
                <a:spcPts val="0"/>
              </a:spcAft>
              <a:buClr>
                <a:srgbClr val="000000"/>
              </a:buClr>
              <a:buSzPts val="700"/>
              <a:buChar char="●"/>
              <a:defRPr sz="2100"/>
            </a:lvl7pPr>
            <a:lvl8pPr marL="3657600" indent="-273050" algn="l">
              <a:lnSpc>
                <a:spcPct val="100000"/>
              </a:lnSpc>
              <a:spcBef>
                <a:spcPts val="0"/>
              </a:spcBef>
              <a:spcAft>
                <a:spcPts val="0"/>
              </a:spcAft>
              <a:buClr>
                <a:srgbClr val="000000"/>
              </a:buClr>
              <a:buSzPts val="700"/>
              <a:buChar char="○"/>
              <a:defRPr sz="2100"/>
            </a:lvl8pPr>
            <a:lvl9pPr marL="4114800" indent="-273050" algn="l">
              <a:lnSpc>
                <a:spcPct val="100000"/>
              </a:lnSpc>
              <a:spcBef>
                <a:spcPts val="0"/>
              </a:spcBef>
              <a:spcAft>
                <a:spcPts val="0"/>
              </a:spcAft>
              <a:buClr>
                <a:srgbClr val="000000"/>
              </a:buClr>
              <a:buSzPts val="700"/>
              <a:buChar char="■"/>
              <a:defRPr sz="2100"/>
            </a:lvl9pPr>
          </a:lstStyle>
          <a:p xmlns:a="http://schemas.openxmlformats.org/drawingml/2006/main"/>
        </p:txBody>
      </p:sp>
      <p:sp>
        <p:nvSpPr>
          <p:cNvPr id="1106" name="Google Shape;1106;p139">
            <a:extLst xmlns:a="http://schemas.openxmlformats.org/drawingml/2006/main">
              <a:ext uri="{FF2B5EF4-FFF2-40B4-BE49-F238E27FC236}">
                <a16:creationId xmlns:a16="http://schemas.microsoft.com/office/drawing/2014/main" id="{43F62257-5B01-4C39-B264-C95F7E52D1D2}"/>
              </a:ext>
            </a:extLst>
          </p:cNvPr>
          <p:cNvSpPr>
            <a:spLocks xmlns:a="http://schemas.openxmlformats.org/drawingml/2006/main" noGrp="1"/>
          </p:cNvSpPr>
          <p:nvPr>
            <p:ph type="body" idx="19"/>
          </p:nvPr>
        </p:nvSpPr>
        <p:spPr>
          <a:xfrm xmlns:a="http://schemas.openxmlformats.org/drawingml/2006/main">
            <a:off x="7295832" y="1545676"/>
            <a:ext cx="1647000" cy="12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lvl1pPr marL="457200" indent="-279400" algn="l">
              <a:lnSpc>
                <a:spcPct val="120000"/>
              </a:lnSpc>
              <a:spcBef>
                <a:spcPts val="0"/>
              </a:spcBef>
              <a:spcAft>
                <a:spcPts val="0"/>
              </a:spcAft>
              <a:buClr>
                <a:srgbClr val="7F7F7F"/>
              </a:buClr>
              <a:buSzPts val="800"/>
              <a:buFont typeface="Helvetica Neue"/>
              <a:buChar char="●"/>
              <a:defRPr sz="800">
                <a:solidFill>
                  <a:srgbClr val="7F7F7F"/>
                </a:solidFill>
              </a:defRPr>
            </a:lvl1pPr>
            <a:lvl2pPr marL="914400" indent="-273050" algn="l">
              <a:lnSpc>
                <a:spcPct val="100000"/>
              </a:lnSpc>
              <a:spcBef>
                <a:spcPts val="0"/>
              </a:spcBef>
              <a:spcAft>
                <a:spcPts val="0"/>
              </a:spcAft>
              <a:buClr>
                <a:srgbClr val="000000"/>
              </a:buClr>
              <a:buSzPts val="700"/>
              <a:buChar char="○"/>
              <a:defRPr sz="2100"/>
            </a:lvl2pPr>
            <a:lvl3pPr marL="1371600" indent="-273050" algn="l">
              <a:lnSpc>
                <a:spcPct val="100000"/>
              </a:lnSpc>
              <a:spcBef>
                <a:spcPts val="0"/>
              </a:spcBef>
              <a:spcAft>
                <a:spcPts val="0"/>
              </a:spcAft>
              <a:buClr>
                <a:srgbClr val="000000"/>
              </a:buClr>
              <a:buSzPts val="700"/>
              <a:buChar char="■"/>
              <a:defRPr sz="2100"/>
            </a:lvl3pPr>
            <a:lvl4pPr marL="1828800" indent="-273050" algn="l">
              <a:lnSpc>
                <a:spcPct val="100000"/>
              </a:lnSpc>
              <a:spcBef>
                <a:spcPts val="0"/>
              </a:spcBef>
              <a:spcAft>
                <a:spcPts val="0"/>
              </a:spcAft>
              <a:buClr>
                <a:srgbClr val="000000"/>
              </a:buClr>
              <a:buSzPts val="700"/>
              <a:buChar char="●"/>
              <a:defRPr sz="2100"/>
            </a:lvl4pPr>
            <a:lvl5pPr marL="2286000" indent="-273050" algn="l">
              <a:lnSpc>
                <a:spcPct val="100000"/>
              </a:lnSpc>
              <a:spcBef>
                <a:spcPts val="0"/>
              </a:spcBef>
              <a:spcAft>
                <a:spcPts val="0"/>
              </a:spcAft>
              <a:buClr>
                <a:srgbClr val="000000"/>
              </a:buClr>
              <a:buSzPts val="700"/>
              <a:buChar char="○"/>
              <a:defRPr sz="2100"/>
            </a:lvl5pPr>
            <a:lvl6pPr marL="2743200" indent="-273050" algn="l">
              <a:lnSpc>
                <a:spcPct val="100000"/>
              </a:lnSpc>
              <a:spcBef>
                <a:spcPts val="0"/>
              </a:spcBef>
              <a:spcAft>
                <a:spcPts val="0"/>
              </a:spcAft>
              <a:buClr>
                <a:srgbClr val="000000"/>
              </a:buClr>
              <a:buSzPts val="700"/>
              <a:buChar char="■"/>
              <a:defRPr sz="2100"/>
            </a:lvl6pPr>
            <a:lvl7pPr marL="3200400" indent="-273050" algn="l">
              <a:lnSpc>
                <a:spcPct val="100000"/>
              </a:lnSpc>
              <a:spcBef>
                <a:spcPts val="0"/>
              </a:spcBef>
              <a:spcAft>
                <a:spcPts val="0"/>
              </a:spcAft>
              <a:buClr>
                <a:srgbClr val="000000"/>
              </a:buClr>
              <a:buSzPts val="700"/>
              <a:buChar char="●"/>
              <a:defRPr sz="2100"/>
            </a:lvl7pPr>
            <a:lvl8pPr marL="3657600" indent="-273050" algn="l">
              <a:lnSpc>
                <a:spcPct val="100000"/>
              </a:lnSpc>
              <a:spcBef>
                <a:spcPts val="0"/>
              </a:spcBef>
              <a:spcAft>
                <a:spcPts val="0"/>
              </a:spcAft>
              <a:buClr>
                <a:srgbClr val="000000"/>
              </a:buClr>
              <a:buSzPts val="700"/>
              <a:buChar char="○"/>
              <a:defRPr sz="2100"/>
            </a:lvl8pPr>
            <a:lvl9pPr marL="4114800" indent="-273050" algn="l">
              <a:lnSpc>
                <a:spcPct val="100000"/>
              </a:lnSpc>
              <a:spcBef>
                <a:spcPts val="0"/>
              </a:spcBef>
              <a:spcAft>
                <a:spcPts val="0"/>
              </a:spcAft>
              <a:buClr>
                <a:srgbClr val="000000"/>
              </a:buClr>
              <a:buSzPts val="700"/>
              <a:buChar char="■"/>
              <a:defRPr sz="2100"/>
            </a:lvl9pPr>
          </a:lstStyle>
          <a:p xmlns:a="http://schemas.openxmlformats.org/drawingml/2006/main"/>
        </p:txBody>
      </p:sp>
      <p:sp>
        <p:nvSpPr>
          <p:cNvPr id="1107" name="Google Shape;1107;p139">
            <a:extLst xmlns:a="http://schemas.openxmlformats.org/drawingml/2006/main">
              <a:ext uri="{FF2B5EF4-FFF2-40B4-BE49-F238E27FC236}">
                <a16:creationId xmlns:a16="http://schemas.microsoft.com/office/drawing/2014/main" id="{E113770A-1816-41E3-A2CA-476416A62AE8}"/>
              </a:ext>
            </a:extLst>
          </p:cNvPr>
          <p:cNvSpPr>
            <a:spLocks xmlns:a="http://schemas.openxmlformats.org/drawingml/2006/main" noGrp="1"/>
          </p:cNvSpPr>
          <p:nvPr>
            <p:ph type="pic" idx="20"/>
          </p:nvPr>
        </p:nvSpPr>
        <p:spPr>
          <a:xfrm xmlns:a="http://schemas.openxmlformats.org/drawingml/2006/main">
            <a:off x="7295623" y="1773792"/>
            <a:ext cx="1647000" cy="1647000"/>
          </a:xfrm>
          <a:prstGeom xmlns:a="http://schemas.openxmlformats.org/drawingml/2006/main" prst="roundRect">
            <a:avLst>
              <a:gd name="adj" fmla="val 4838"/>
            </a:avLst>
          </a:prstGeom>
          <a:noFill xmlns:a="http://schemas.openxmlformats.org/drawingml/2006/main"/>
          <a:ln xmlns:a="http://schemas.openxmlformats.org/drawingml/2006/main">
            <a:noFill/>
          </a:ln>
        </p:spPr>
      </p:sp>
      <p:pic>
        <p:nvPicPr>
          <p:cNvPr id="1126" name="Google Shape;1108;p139"/>
          <p:cNvPicPr>
            <a:picLocks xmlns:a="http://schemas.openxmlformats.org/drawingml/2006/main" noChangeAspect="1"/>
          </p:cNvPicPr>
          <p:nvPr/>
        </p:nvPicPr>
        <p:blipFill>
          <a:blip xmlns:r="http://schemas.openxmlformats.org/officeDocument/2006/relationships" xmlns:a="http://schemas.openxmlformats.org/drawingml/2006/main" r:embed="Ra211182e9c4d47aa">
            <a:alphaModFix/>
          </a:blip>
          <a:stretch xmlns:a="http://schemas.openxmlformats.org/drawingml/2006/main">
            <a:fillRect l="0" t="0" r="0" b="0"/>
          </a:stretch>
        </p:blipFill>
        <p:spPr>
          <a:xfrm xmlns:a="http://schemas.openxmlformats.org/drawingml/2006/main">
            <a:off x="228600" y="4836074"/>
            <a:ext cx="153925" cy="153925"/>
          </a:xfrm>
          <a:prstGeom xmlns:a="http://schemas.openxmlformats.org/drawingml/2006/main" prst="rect">
            <a:avLst/>
          </a:prstGeom>
          <a:ln xmlns:a="http://schemas.openxmlformats.org/drawingml/2006/main">
            <a:noFill/>
          </a:ln>
        </p:spPr>
      </p:pic>
    </p:spTree>
  </p:cSld>
</p:sldLayout>
</file>

<file path=ppt/slideLayouts/slideLayout138.xml><?xml version="1.0" encoding="utf-8"?>
<p:sldLayout xmlns:p="http://schemas.openxmlformats.org/presentationml/2006/main" matchingName="Appendix 3">
  <p:cSld name="Audience - Quotes 2">
    <p:spTree>
      <p:nvGrpSpPr>
        <p:cNvPr id="1" name=""/>
        <p:cNvGrpSpPr/>
        <p:nvPr/>
      </p:nvGrpSpPr>
      <p:grpSpPr>
        <a:xfrm xmlns:a="http://schemas.openxmlformats.org/drawingml/2006/main"/>
      </p:grpSpPr>
      <p:sp>
        <p:nvSpPr>
          <p:cNvPr id="1110" name="Google Shape;1110;p140">
            <a:extLst xmlns:a="http://schemas.openxmlformats.org/drawingml/2006/main">
              <a:ext uri="{FF2B5EF4-FFF2-40B4-BE49-F238E27FC236}">
                <a16:creationId xmlns:a16="http://schemas.microsoft.com/office/drawing/2014/main" id="{0BD5954B-E83E-45F2-8EE5-D11908548697}"/>
              </a:ext>
            </a:extLst>
          </p:cNvPr>
          <p:cNvSpPr>
            <a:spLocks xmlns:a="http://schemas.openxmlformats.org/drawingml/2006/main" noGrp="1"/>
          </p:cNvSpPr>
          <p:nvPr>
            <p:ph type="body" idx="1"/>
          </p:nvPr>
        </p:nvSpPr>
        <p:spPr>
          <a:xfrm xmlns:a="http://schemas.openxmlformats.org/drawingml/2006/main">
            <a:off x="201168" y="197640"/>
            <a:ext cx="8741700" cy="415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lvl1pPr marL="457200" indent="-317500" algn="l">
              <a:lnSpc>
                <a:spcPct val="100000"/>
              </a:lnSpc>
              <a:spcBef>
                <a:spcPts val="0"/>
              </a:spcBef>
              <a:spcAft>
                <a:spcPts val="0"/>
              </a:spcAft>
              <a:buClr>
                <a:schemeClr val="dk1"/>
              </a:buClr>
              <a:buSzPts val="1400"/>
              <a:buFont typeface="Helvetica Neue"/>
              <a:buChar char="●"/>
              <a:defRPr sz="1400">
                <a:solidFill>
                  <a:schemeClr val="dk1"/>
                </a:solidFill>
              </a:defRPr>
            </a:lvl1pPr>
            <a:lvl2pPr marL="914400" indent="-273050" algn="l">
              <a:lnSpc>
                <a:spcPct val="100000"/>
              </a:lnSpc>
              <a:spcBef>
                <a:spcPts val="0"/>
              </a:spcBef>
              <a:spcAft>
                <a:spcPts val="0"/>
              </a:spcAft>
              <a:buClr>
                <a:srgbClr val="000000"/>
              </a:buClr>
              <a:buSzPts val="700"/>
              <a:buChar char="○"/>
              <a:defRPr sz="2100"/>
            </a:lvl2pPr>
            <a:lvl3pPr marL="1371600" indent="-273050" algn="l">
              <a:lnSpc>
                <a:spcPct val="100000"/>
              </a:lnSpc>
              <a:spcBef>
                <a:spcPts val="0"/>
              </a:spcBef>
              <a:spcAft>
                <a:spcPts val="0"/>
              </a:spcAft>
              <a:buClr>
                <a:srgbClr val="000000"/>
              </a:buClr>
              <a:buSzPts val="700"/>
              <a:buChar char="■"/>
              <a:defRPr sz="2100"/>
            </a:lvl3pPr>
            <a:lvl4pPr marL="1828800" indent="-273050" algn="l">
              <a:lnSpc>
                <a:spcPct val="100000"/>
              </a:lnSpc>
              <a:spcBef>
                <a:spcPts val="0"/>
              </a:spcBef>
              <a:spcAft>
                <a:spcPts val="0"/>
              </a:spcAft>
              <a:buClr>
                <a:srgbClr val="000000"/>
              </a:buClr>
              <a:buSzPts val="700"/>
              <a:buChar char="●"/>
              <a:defRPr sz="2100"/>
            </a:lvl4pPr>
            <a:lvl5pPr marL="2286000" indent="-273050" algn="l">
              <a:lnSpc>
                <a:spcPct val="100000"/>
              </a:lnSpc>
              <a:spcBef>
                <a:spcPts val="0"/>
              </a:spcBef>
              <a:spcAft>
                <a:spcPts val="0"/>
              </a:spcAft>
              <a:buClr>
                <a:srgbClr val="000000"/>
              </a:buClr>
              <a:buSzPts val="700"/>
              <a:buChar char="○"/>
              <a:defRPr sz="2100"/>
            </a:lvl5pPr>
            <a:lvl6pPr marL="2743200" indent="-273050" algn="l">
              <a:lnSpc>
                <a:spcPct val="100000"/>
              </a:lnSpc>
              <a:spcBef>
                <a:spcPts val="0"/>
              </a:spcBef>
              <a:spcAft>
                <a:spcPts val="0"/>
              </a:spcAft>
              <a:buClr>
                <a:srgbClr val="000000"/>
              </a:buClr>
              <a:buSzPts val="700"/>
              <a:buChar char="■"/>
              <a:defRPr sz="2100"/>
            </a:lvl6pPr>
            <a:lvl7pPr marL="3200400" indent="-273050" algn="l">
              <a:lnSpc>
                <a:spcPct val="100000"/>
              </a:lnSpc>
              <a:spcBef>
                <a:spcPts val="0"/>
              </a:spcBef>
              <a:spcAft>
                <a:spcPts val="0"/>
              </a:spcAft>
              <a:buClr>
                <a:srgbClr val="000000"/>
              </a:buClr>
              <a:buSzPts val="700"/>
              <a:buChar char="●"/>
              <a:defRPr sz="2100"/>
            </a:lvl7pPr>
            <a:lvl8pPr marL="3657600" indent="-273050" algn="l">
              <a:lnSpc>
                <a:spcPct val="100000"/>
              </a:lnSpc>
              <a:spcBef>
                <a:spcPts val="0"/>
              </a:spcBef>
              <a:spcAft>
                <a:spcPts val="0"/>
              </a:spcAft>
              <a:buClr>
                <a:srgbClr val="000000"/>
              </a:buClr>
              <a:buSzPts val="700"/>
              <a:buChar char="○"/>
              <a:defRPr sz="2100"/>
            </a:lvl8pPr>
            <a:lvl9pPr marL="4114800" indent="-273050" algn="l">
              <a:lnSpc>
                <a:spcPct val="100000"/>
              </a:lnSpc>
              <a:spcBef>
                <a:spcPts val="0"/>
              </a:spcBef>
              <a:spcAft>
                <a:spcPts val="0"/>
              </a:spcAft>
              <a:buClr>
                <a:srgbClr val="000000"/>
              </a:buClr>
              <a:buSzPts val="700"/>
              <a:buChar char="■"/>
              <a:defRPr sz="2100"/>
            </a:lvl9pPr>
          </a:lstStyle>
          <a:p xmlns:a="http://schemas.openxmlformats.org/drawingml/2006/main"/>
        </p:txBody>
      </p:sp>
      <p:sp>
        <p:nvSpPr>
          <p:cNvPr id="1111" name="Google Shape;1111;p140">
            <a:extLst xmlns:a="http://schemas.openxmlformats.org/drawingml/2006/main">
              <a:ext uri="{FF2B5EF4-FFF2-40B4-BE49-F238E27FC236}">
                <a16:creationId xmlns:a16="http://schemas.microsoft.com/office/drawing/2014/main" id="{7C469FDA-B8A0-43B7-92C8-D51896E5A533}"/>
              </a:ext>
            </a:extLst>
          </p:cNvPr>
          <p:cNvSpPr>
            <a:spLocks xmlns:a="http://schemas.openxmlformats.org/drawingml/2006/main" noGrp="1"/>
          </p:cNvSpPr>
          <p:nvPr/>
        </p:nvSpPr>
        <p:spPr>
          <a:xfrm xmlns:a="http://schemas.openxmlformats.org/drawingml/2006/main">
            <a:off x="201175" y="756333"/>
            <a:ext cx="4297500" cy="1244700"/>
          </a:xfrm>
          <a:prstGeom xmlns:a="http://schemas.openxmlformats.org/drawingml/2006/main" prst="roundRect">
            <a:avLst>
              <a:gd name="adj" fmla="val 7021"/>
            </a:avLst>
          </a:prstGeom>
          <a:solidFill xmlns:a="http://schemas.openxmlformats.org/drawingml/2006/main">
            <a:srgbClr val="F4F2E6"/>
          </a:solidFill>
          <a:ln xmlns:a="http://schemas.openxmlformats.org/drawingml/2006/main">
            <a:noFill/>
          </a:ln>
        </p:spPr>
        <p:txBody>
          <a:bodyPr xmlns:a="http://schemas.openxmlformats.org/drawingml/2006/main" spcFirstLastPara="1" wrap="square" lIns="19050" tIns="19050" rIns="19050" bIns="1905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FFFFFF"/>
              </a:buClr>
              <a:buSzPts val="1800"/>
              <a:buFont typeface="Helvetica Neue"/>
              <a:buNone/>
            </a:pPr>
            <a:r>
              <a:t/>
            </a:r>
            <a:endParaRPr sz="1800" b="0" i="0" u="none" cap="none">
              <a:solidFill>
                <a:srgbClr val="000000"/>
              </a:solidFill>
              <a:latin typeface="Helvetica Neue"/>
              <a:ea typeface="Helvetica Neue"/>
              <a:cs typeface="Helvetica Neue"/>
            </a:endParaRPr>
          </a:p>
        </p:txBody>
      </p:sp>
      <p:sp>
        <p:nvSpPr>
          <p:cNvPr id="1112" name="Google Shape;1112;p140">
            <a:extLst xmlns:a="http://schemas.openxmlformats.org/drawingml/2006/main">
              <a:ext uri="{FF2B5EF4-FFF2-40B4-BE49-F238E27FC236}">
                <a16:creationId xmlns:a16="http://schemas.microsoft.com/office/drawing/2014/main" id="{D0193CE2-EB42-421B-B782-680ABDE29FE6}"/>
              </a:ext>
            </a:extLst>
          </p:cNvPr>
          <p:cNvSpPr>
            <a:spLocks xmlns:a="http://schemas.openxmlformats.org/drawingml/2006/main" noGrp="1"/>
          </p:cNvSpPr>
          <p:nvPr>
            <p:ph type="body" idx="2"/>
          </p:nvPr>
        </p:nvSpPr>
        <p:spPr>
          <a:xfrm xmlns:a="http://schemas.openxmlformats.org/drawingml/2006/main">
            <a:off x="1497958" y="904548"/>
            <a:ext cx="2850000" cy="516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lvl1pPr marL="457200" indent="-279400" algn="l">
              <a:lnSpc>
                <a:spcPct val="120000"/>
              </a:lnSpc>
              <a:spcBef>
                <a:spcPts val="0"/>
              </a:spcBef>
              <a:spcAft>
                <a:spcPts val="0"/>
              </a:spcAft>
              <a:buClr>
                <a:srgbClr val="7F7F7F"/>
              </a:buClr>
              <a:buSzPts val="800"/>
              <a:buFont typeface="Helvetica Neue"/>
              <a:buChar char="●"/>
              <a:defRPr sz="800">
                <a:solidFill>
                  <a:srgbClr val="7F7F7F"/>
                </a:solidFill>
              </a:defRPr>
            </a:lvl1pPr>
            <a:lvl2pPr marL="914400" indent="-273050" algn="l">
              <a:lnSpc>
                <a:spcPct val="100000"/>
              </a:lnSpc>
              <a:spcBef>
                <a:spcPts val="0"/>
              </a:spcBef>
              <a:spcAft>
                <a:spcPts val="0"/>
              </a:spcAft>
              <a:buClr>
                <a:srgbClr val="000000"/>
              </a:buClr>
              <a:buSzPts val="700"/>
              <a:buChar char="○"/>
              <a:defRPr sz="2100"/>
            </a:lvl2pPr>
            <a:lvl3pPr marL="1371600" indent="-273050" algn="l">
              <a:lnSpc>
                <a:spcPct val="100000"/>
              </a:lnSpc>
              <a:spcBef>
                <a:spcPts val="0"/>
              </a:spcBef>
              <a:spcAft>
                <a:spcPts val="0"/>
              </a:spcAft>
              <a:buClr>
                <a:srgbClr val="000000"/>
              </a:buClr>
              <a:buSzPts val="700"/>
              <a:buChar char="■"/>
              <a:defRPr sz="2100"/>
            </a:lvl3pPr>
            <a:lvl4pPr marL="1828800" indent="-273050" algn="l">
              <a:lnSpc>
                <a:spcPct val="100000"/>
              </a:lnSpc>
              <a:spcBef>
                <a:spcPts val="0"/>
              </a:spcBef>
              <a:spcAft>
                <a:spcPts val="0"/>
              </a:spcAft>
              <a:buClr>
                <a:srgbClr val="000000"/>
              </a:buClr>
              <a:buSzPts val="700"/>
              <a:buChar char="●"/>
              <a:defRPr sz="2100"/>
            </a:lvl4pPr>
            <a:lvl5pPr marL="2286000" indent="-273050" algn="l">
              <a:lnSpc>
                <a:spcPct val="100000"/>
              </a:lnSpc>
              <a:spcBef>
                <a:spcPts val="0"/>
              </a:spcBef>
              <a:spcAft>
                <a:spcPts val="0"/>
              </a:spcAft>
              <a:buClr>
                <a:srgbClr val="000000"/>
              </a:buClr>
              <a:buSzPts val="700"/>
              <a:buChar char="○"/>
              <a:defRPr sz="2100"/>
            </a:lvl5pPr>
            <a:lvl6pPr marL="2743200" indent="-273050" algn="l">
              <a:lnSpc>
                <a:spcPct val="100000"/>
              </a:lnSpc>
              <a:spcBef>
                <a:spcPts val="0"/>
              </a:spcBef>
              <a:spcAft>
                <a:spcPts val="0"/>
              </a:spcAft>
              <a:buClr>
                <a:srgbClr val="000000"/>
              </a:buClr>
              <a:buSzPts val="700"/>
              <a:buChar char="■"/>
              <a:defRPr sz="2100"/>
            </a:lvl6pPr>
            <a:lvl7pPr marL="3200400" indent="-273050" algn="l">
              <a:lnSpc>
                <a:spcPct val="100000"/>
              </a:lnSpc>
              <a:spcBef>
                <a:spcPts val="0"/>
              </a:spcBef>
              <a:spcAft>
                <a:spcPts val="0"/>
              </a:spcAft>
              <a:buClr>
                <a:srgbClr val="000000"/>
              </a:buClr>
              <a:buSzPts val="700"/>
              <a:buChar char="●"/>
              <a:defRPr sz="2100"/>
            </a:lvl7pPr>
            <a:lvl8pPr marL="3657600" indent="-273050" algn="l">
              <a:lnSpc>
                <a:spcPct val="100000"/>
              </a:lnSpc>
              <a:spcBef>
                <a:spcPts val="0"/>
              </a:spcBef>
              <a:spcAft>
                <a:spcPts val="0"/>
              </a:spcAft>
              <a:buClr>
                <a:srgbClr val="000000"/>
              </a:buClr>
              <a:buSzPts val="700"/>
              <a:buChar char="○"/>
              <a:defRPr sz="2100"/>
            </a:lvl8pPr>
            <a:lvl9pPr marL="4114800" indent="-273050" algn="l">
              <a:lnSpc>
                <a:spcPct val="100000"/>
              </a:lnSpc>
              <a:spcBef>
                <a:spcPts val="0"/>
              </a:spcBef>
              <a:spcAft>
                <a:spcPts val="0"/>
              </a:spcAft>
              <a:buClr>
                <a:srgbClr val="000000"/>
              </a:buClr>
              <a:buSzPts val="700"/>
              <a:buChar char="■"/>
              <a:defRPr sz="2100"/>
            </a:lvl9pPr>
          </a:lstStyle>
          <a:p xmlns:a="http://schemas.openxmlformats.org/drawingml/2006/main"/>
        </p:txBody>
      </p:sp>
      <p:sp>
        <p:nvSpPr>
          <p:cNvPr id="1113" name="Google Shape;1113;p140">
            <a:extLst xmlns:a="http://schemas.openxmlformats.org/drawingml/2006/main">
              <a:ext uri="{FF2B5EF4-FFF2-40B4-BE49-F238E27FC236}">
                <a16:creationId xmlns:a16="http://schemas.microsoft.com/office/drawing/2014/main" id="{45FEBC93-0488-4B9A-BA87-E6AD51ED4E60}"/>
              </a:ext>
            </a:extLst>
          </p:cNvPr>
          <p:cNvSpPr>
            <a:spLocks xmlns:a="http://schemas.openxmlformats.org/drawingml/2006/main" noGrp="1"/>
          </p:cNvSpPr>
          <p:nvPr>
            <p:ph type="pic" idx="3"/>
          </p:nvPr>
        </p:nvSpPr>
        <p:spPr>
          <a:xfrm xmlns:a="http://schemas.openxmlformats.org/drawingml/2006/main">
            <a:off x="350067" y="904548"/>
            <a:ext cx="999000" cy="954000"/>
          </a:xfrm>
          <a:prstGeom xmlns:a="http://schemas.openxmlformats.org/drawingml/2006/main" prst="roundRect">
            <a:avLst>
              <a:gd name="adj" fmla="val 7608"/>
            </a:avLst>
          </a:prstGeom>
          <a:noFill xmlns:a="http://schemas.openxmlformats.org/drawingml/2006/main"/>
          <a:ln xmlns:a="http://schemas.openxmlformats.org/drawingml/2006/main">
            <a:noFill/>
          </a:ln>
        </p:spPr>
      </p:sp>
      <p:sp>
        <p:nvSpPr>
          <p:cNvPr id="1114" name="Google Shape;1114;p140">
            <a:extLst xmlns:a="http://schemas.openxmlformats.org/drawingml/2006/main">
              <a:ext uri="{FF2B5EF4-FFF2-40B4-BE49-F238E27FC236}">
                <a16:creationId xmlns:a16="http://schemas.microsoft.com/office/drawing/2014/main" id="{A956903E-CEBF-4FE2-BB21-BEEF4F572700}"/>
              </a:ext>
            </a:extLst>
          </p:cNvPr>
          <p:cNvSpPr>
            <a:spLocks xmlns:a="http://schemas.openxmlformats.org/drawingml/2006/main" noGrp="1"/>
          </p:cNvSpPr>
          <p:nvPr>
            <p:ph type="body" idx="4"/>
          </p:nvPr>
        </p:nvSpPr>
        <p:spPr>
          <a:xfrm xmlns:a="http://schemas.openxmlformats.org/drawingml/2006/main">
            <a:off x="1497958" y="1560843"/>
            <a:ext cx="2850000" cy="9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lvl1pPr marL="457200" indent="-266700" algn="l">
              <a:lnSpc>
                <a:spcPct val="120000"/>
              </a:lnSpc>
              <a:spcBef>
                <a:spcPts val="0"/>
              </a:spcBef>
              <a:spcAft>
                <a:spcPts val="0"/>
              </a:spcAft>
              <a:buClr>
                <a:schemeClr val="dk1"/>
              </a:buClr>
              <a:buSzPts val="600"/>
              <a:buFont typeface="Helvetica Neue"/>
              <a:buChar char="●"/>
              <a:defRPr sz="600">
                <a:solidFill>
                  <a:schemeClr val="dk1"/>
                </a:solidFill>
              </a:defRPr>
            </a:lvl1pPr>
            <a:lvl2pPr marL="914400" indent="-273050" algn="l">
              <a:lnSpc>
                <a:spcPct val="100000"/>
              </a:lnSpc>
              <a:spcBef>
                <a:spcPts val="0"/>
              </a:spcBef>
              <a:spcAft>
                <a:spcPts val="0"/>
              </a:spcAft>
              <a:buClr>
                <a:srgbClr val="000000"/>
              </a:buClr>
              <a:buSzPts val="700"/>
              <a:buChar char="○"/>
              <a:defRPr sz="2100"/>
            </a:lvl2pPr>
            <a:lvl3pPr marL="1371600" indent="-273050" algn="l">
              <a:lnSpc>
                <a:spcPct val="100000"/>
              </a:lnSpc>
              <a:spcBef>
                <a:spcPts val="0"/>
              </a:spcBef>
              <a:spcAft>
                <a:spcPts val="0"/>
              </a:spcAft>
              <a:buClr>
                <a:srgbClr val="000000"/>
              </a:buClr>
              <a:buSzPts val="700"/>
              <a:buChar char="■"/>
              <a:defRPr sz="2100"/>
            </a:lvl3pPr>
            <a:lvl4pPr marL="1828800" indent="-273050" algn="l">
              <a:lnSpc>
                <a:spcPct val="100000"/>
              </a:lnSpc>
              <a:spcBef>
                <a:spcPts val="0"/>
              </a:spcBef>
              <a:spcAft>
                <a:spcPts val="0"/>
              </a:spcAft>
              <a:buClr>
                <a:srgbClr val="000000"/>
              </a:buClr>
              <a:buSzPts val="700"/>
              <a:buChar char="●"/>
              <a:defRPr sz="2100"/>
            </a:lvl4pPr>
            <a:lvl5pPr marL="2286000" indent="-273050" algn="l">
              <a:lnSpc>
                <a:spcPct val="100000"/>
              </a:lnSpc>
              <a:spcBef>
                <a:spcPts val="0"/>
              </a:spcBef>
              <a:spcAft>
                <a:spcPts val="0"/>
              </a:spcAft>
              <a:buClr>
                <a:srgbClr val="000000"/>
              </a:buClr>
              <a:buSzPts val="700"/>
              <a:buChar char="○"/>
              <a:defRPr sz="2100"/>
            </a:lvl5pPr>
            <a:lvl6pPr marL="2743200" indent="-273050" algn="l">
              <a:lnSpc>
                <a:spcPct val="100000"/>
              </a:lnSpc>
              <a:spcBef>
                <a:spcPts val="0"/>
              </a:spcBef>
              <a:spcAft>
                <a:spcPts val="0"/>
              </a:spcAft>
              <a:buClr>
                <a:srgbClr val="000000"/>
              </a:buClr>
              <a:buSzPts val="700"/>
              <a:buChar char="■"/>
              <a:defRPr sz="2100"/>
            </a:lvl6pPr>
            <a:lvl7pPr marL="3200400" indent="-273050" algn="l">
              <a:lnSpc>
                <a:spcPct val="100000"/>
              </a:lnSpc>
              <a:spcBef>
                <a:spcPts val="0"/>
              </a:spcBef>
              <a:spcAft>
                <a:spcPts val="0"/>
              </a:spcAft>
              <a:buClr>
                <a:srgbClr val="000000"/>
              </a:buClr>
              <a:buSzPts val="700"/>
              <a:buChar char="●"/>
              <a:defRPr sz="2100"/>
            </a:lvl7pPr>
            <a:lvl8pPr marL="3657600" indent="-273050" algn="l">
              <a:lnSpc>
                <a:spcPct val="100000"/>
              </a:lnSpc>
              <a:spcBef>
                <a:spcPts val="0"/>
              </a:spcBef>
              <a:spcAft>
                <a:spcPts val="0"/>
              </a:spcAft>
              <a:buClr>
                <a:srgbClr val="000000"/>
              </a:buClr>
              <a:buSzPts val="700"/>
              <a:buChar char="○"/>
              <a:defRPr sz="2100"/>
            </a:lvl8pPr>
            <a:lvl9pPr marL="4114800" indent="-273050" algn="l">
              <a:lnSpc>
                <a:spcPct val="100000"/>
              </a:lnSpc>
              <a:spcBef>
                <a:spcPts val="0"/>
              </a:spcBef>
              <a:spcAft>
                <a:spcPts val="0"/>
              </a:spcAft>
              <a:buClr>
                <a:srgbClr val="000000"/>
              </a:buClr>
              <a:buSzPts val="700"/>
              <a:buChar char="■"/>
              <a:defRPr sz="2100"/>
            </a:lvl9pPr>
          </a:lstStyle>
          <a:p xmlns:a="http://schemas.openxmlformats.org/drawingml/2006/main"/>
        </p:txBody>
      </p:sp>
      <p:sp>
        <p:nvSpPr>
          <p:cNvPr id="1115" name="Google Shape;1115;p140">
            <a:extLst xmlns:a="http://schemas.openxmlformats.org/drawingml/2006/main">
              <a:ext uri="{FF2B5EF4-FFF2-40B4-BE49-F238E27FC236}">
                <a16:creationId xmlns:a16="http://schemas.microsoft.com/office/drawing/2014/main" id="{8BA773BF-E230-4895-A29A-D674AEE6BFF4}"/>
              </a:ext>
            </a:extLst>
          </p:cNvPr>
          <p:cNvSpPr>
            <a:spLocks xmlns:a="http://schemas.openxmlformats.org/drawingml/2006/main" noGrp="1"/>
          </p:cNvSpPr>
          <p:nvPr/>
        </p:nvSpPr>
        <p:spPr>
          <a:xfrm xmlns:a="http://schemas.openxmlformats.org/drawingml/2006/main">
            <a:off x="201175" y="3486171"/>
            <a:ext cx="4297500" cy="1244700"/>
          </a:xfrm>
          <a:prstGeom xmlns:a="http://schemas.openxmlformats.org/drawingml/2006/main" prst="roundRect">
            <a:avLst>
              <a:gd name="adj" fmla="val 7021"/>
            </a:avLst>
          </a:prstGeom>
          <a:solidFill xmlns:a="http://schemas.openxmlformats.org/drawingml/2006/main">
            <a:srgbClr val="F4F2E6"/>
          </a:solidFill>
          <a:ln xmlns:a="http://schemas.openxmlformats.org/drawingml/2006/main">
            <a:noFill/>
          </a:ln>
        </p:spPr>
        <p:txBody>
          <a:bodyPr xmlns:a="http://schemas.openxmlformats.org/drawingml/2006/main" spcFirstLastPara="1" wrap="square" lIns="19050" tIns="19050" rIns="19050" bIns="1905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FFFFFF"/>
              </a:buClr>
              <a:buSzPts val="1800"/>
              <a:buFont typeface="Helvetica Neue"/>
              <a:buNone/>
            </a:pPr>
            <a:r>
              <a:t/>
            </a:r>
            <a:endParaRPr sz="1800" b="0" i="0" u="none" cap="none">
              <a:solidFill>
                <a:srgbClr val="000000"/>
              </a:solidFill>
              <a:latin typeface="Helvetica Neue"/>
              <a:ea typeface="Helvetica Neue"/>
              <a:cs typeface="Helvetica Neue"/>
            </a:endParaRPr>
          </a:p>
        </p:txBody>
      </p:sp>
      <p:sp>
        <p:nvSpPr>
          <p:cNvPr id="1116" name="Google Shape;1116;p140">
            <a:extLst xmlns:a="http://schemas.openxmlformats.org/drawingml/2006/main">
              <a:ext uri="{FF2B5EF4-FFF2-40B4-BE49-F238E27FC236}">
                <a16:creationId xmlns:a16="http://schemas.microsoft.com/office/drawing/2014/main" id="{ED3C8C0D-B3CD-4790-8678-C33969A0117C}"/>
              </a:ext>
            </a:extLst>
          </p:cNvPr>
          <p:cNvSpPr>
            <a:spLocks xmlns:a="http://schemas.openxmlformats.org/drawingml/2006/main" noGrp="1"/>
          </p:cNvSpPr>
          <p:nvPr>
            <p:ph type="body" idx="5"/>
          </p:nvPr>
        </p:nvSpPr>
        <p:spPr>
          <a:xfrm xmlns:a="http://schemas.openxmlformats.org/drawingml/2006/main">
            <a:off x="1497958" y="3634386"/>
            <a:ext cx="2850000" cy="516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lvl1pPr marL="457200" indent="-279400" algn="l">
              <a:lnSpc>
                <a:spcPct val="120000"/>
              </a:lnSpc>
              <a:spcBef>
                <a:spcPts val="0"/>
              </a:spcBef>
              <a:spcAft>
                <a:spcPts val="0"/>
              </a:spcAft>
              <a:buClr>
                <a:srgbClr val="7F7F7F"/>
              </a:buClr>
              <a:buSzPts val="800"/>
              <a:buFont typeface="Helvetica Neue"/>
              <a:buChar char="●"/>
              <a:defRPr sz="800">
                <a:solidFill>
                  <a:srgbClr val="7F7F7F"/>
                </a:solidFill>
              </a:defRPr>
            </a:lvl1pPr>
            <a:lvl2pPr marL="914400" indent="-273050" algn="l">
              <a:lnSpc>
                <a:spcPct val="100000"/>
              </a:lnSpc>
              <a:spcBef>
                <a:spcPts val="0"/>
              </a:spcBef>
              <a:spcAft>
                <a:spcPts val="0"/>
              </a:spcAft>
              <a:buClr>
                <a:srgbClr val="000000"/>
              </a:buClr>
              <a:buSzPts val="700"/>
              <a:buChar char="○"/>
              <a:defRPr sz="2100"/>
            </a:lvl2pPr>
            <a:lvl3pPr marL="1371600" indent="-273050" algn="l">
              <a:lnSpc>
                <a:spcPct val="100000"/>
              </a:lnSpc>
              <a:spcBef>
                <a:spcPts val="0"/>
              </a:spcBef>
              <a:spcAft>
                <a:spcPts val="0"/>
              </a:spcAft>
              <a:buClr>
                <a:srgbClr val="000000"/>
              </a:buClr>
              <a:buSzPts val="700"/>
              <a:buChar char="■"/>
              <a:defRPr sz="2100"/>
            </a:lvl3pPr>
            <a:lvl4pPr marL="1828800" indent="-273050" algn="l">
              <a:lnSpc>
                <a:spcPct val="100000"/>
              </a:lnSpc>
              <a:spcBef>
                <a:spcPts val="0"/>
              </a:spcBef>
              <a:spcAft>
                <a:spcPts val="0"/>
              </a:spcAft>
              <a:buClr>
                <a:srgbClr val="000000"/>
              </a:buClr>
              <a:buSzPts val="700"/>
              <a:buChar char="●"/>
              <a:defRPr sz="2100"/>
            </a:lvl4pPr>
            <a:lvl5pPr marL="2286000" indent="-273050" algn="l">
              <a:lnSpc>
                <a:spcPct val="100000"/>
              </a:lnSpc>
              <a:spcBef>
                <a:spcPts val="0"/>
              </a:spcBef>
              <a:spcAft>
                <a:spcPts val="0"/>
              </a:spcAft>
              <a:buClr>
                <a:srgbClr val="000000"/>
              </a:buClr>
              <a:buSzPts val="700"/>
              <a:buChar char="○"/>
              <a:defRPr sz="2100"/>
            </a:lvl5pPr>
            <a:lvl6pPr marL="2743200" indent="-273050" algn="l">
              <a:lnSpc>
                <a:spcPct val="100000"/>
              </a:lnSpc>
              <a:spcBef>
                <a:spcPts val="0"/>
              </a:spcBef>
              <a:spcAft>
                <a:spcPts val="0"/>
              </a:spcAft>
              <a:buClr>
                <a:srgbClr val="000000"/>
              </a:buClr>
              <a:buSzPts val="700"/>
              <a:buChar char="■"/>
              <a:defRPr sz="2100"/>
            </a:lvl6pPr>
            <a:lvl7pPr marL="3200400" indent="-273050" algn="l">
              <a:lnSpc>
                <a:spcPct val="100000"/>
              </a:lnSpc>
              <a:spcBef>
                <a:spcPts val="0"/>
              </a:spcBef>
              <a:spcAft>
                <a:spcPts val="0"/>
              </a:spcAft>
              <a:buClr>
                <a:srgbClr val="000000"/>
              </a:buClr>
              <a:buSzPts val="700"/>
              <a:buChar char="●"/>
              <a:defRPr sz="2100"/>
            </a:lvl7pPr>
            <a:lvl8pPr marL="3657600" indent="-273050" algn="l">
              <a:lnSpc>
                <a:spcPct val="100000"/>
              </a:lnSpc>
              <a:spcBef>
                <a:spcPts val="0"/>
              </a:spcBef>
              <a:spcAft>
                <a:spcPts val="0"/>
              </a:spcAft>
              <a:buClr>
                <a:srgbClr val="000000"/>
              </a:buClr>
              <a:buSzPts val="700"/>
              <a:buChar char="○"/>
              <a:defRPr sz="2100"/>
            </a:lvl8pPr>
            <a:lvl9pPr marL="4114800" indent="-273050" algn="l">
              <a:lnSpc>
                <a:spcPct val="100000"/>
              </a:lnSpc>
              <a:spcBef>
                <a:spcPts val="0"/>
              </a:spcBef>
              <a:spcAft>
                <a:spcPts val="0"/>
              </a:spcAft>
              <a:buClr>
                <a:srgbClr val="000000"/>
              </a:buClr>
              <a:buSzPts val="700"/>
              <a:buChar char="■"/>
              <a:defRPr sz="2100"/>
            </a:lvl9pPr>
          </a:lstStyle>
          <a:p xmlns:a="http://schemas.openxmlformats.org/drawingml/2006/main"/>
        </p:txBody>
      </p:sp>
      <p:sp>
        <p:nvSpPr>
          <p:cNvPr id="1117" name="Google Shape;1117;p140">
            <a:extLst xmlns:a="http://schemas.openxmlformats.org/drawingml/2006/main">
              <a:ext uri="{FF2B5EF4-FFF2-40B4-BE49-F238E27FC236}">
                <a16:creationId xmlns:a16="http://schemas.microsoft.com/office/drawing/2014/main" id="{78D3AAF0-988F-4AE2-AB08-FAB5CF6BAC2B}"/>
              </a:ext>
            </a:extLst>
          </p:cNvPr>
          <p:cNvSpPr>
            <a:spLocks xmlns:a="http://schemas.openxmlformats.org/drawingml/2006/main" noGrp="1"/>
          </p:cNvSpPr>
          <p:nvPr>
            <p:ph type="pic" idx="6"/>
          </p:nvPr>
        </p:nvSpPr>
        <p:spPr>
          <a:xfrm xmlns:a="http://schemas.openxmlformats.org/drawingml/2006/main">
            <a:off x="350067" y="3634386"/>
            <a:ext cx="999000" cy="954000"/>
          </a:xfrm>
          <a:prstGeom xmlns:a="http://schemas.openxmlformats.org/drawingml/2006/main" prst="roundRect">
            <a:avLst>
              <a:gd name="adj" fmla="val 7608"/>
            </a:avLst>
          </a:prstGeom>
          <a:noFill xmlns:a="http://schemas.openxmlformats.org/drawingml/2006/main"/>
          <a:ln xmlns:a="http://schemas.openxmlformats.org/drawingml/2006/main">
            <a:noFill/>
          </a:ln>
        </p:spPr>
      </p:sp>
      <p:sp>
        <p:nvSpPr>
          <p:cNvPr id="1118" name="Google Shape;1118;p140">
            <a:extLst xmlns:a="http://schemas.openxmlformats.org/drawingml/2006/main">
              <a:ext uri="{FF2B5EF4-FFF2-40B4-BE49-F238E27FC236}">
                <a16:creationId xmlns:a16="http://schemas.microsoft.com/office/drawing/2014/main" id="{2F977542-AE18-4FFE-9D0D-ECF2AF497798}"/>
              </a:ext>
            </a:extLst>
          </p:cNvPr>
          <p:cNvSpPr>
            <a:spLocks xmlns:a="http://schemas.openxmlformats.org/drawingml/2006/main" noGrp="1"/>
          </p:cNvSpPr>
          <p:nvPr>
            <p:ph type="body" idx="7"/>
          </p:nvPr>
        </p:nvSpPr>
        <p:spPr>
          <a:xfrm xmlns:a="http://schemas.openxmlformats.org/drawingml/2006/main">
            <a:off x="1497958" y="4290681"/>
            <a:ext cx="2850000" cy="9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lvl1pPr marL="457200" indent="-266700" algn="l">
              <a:lnSpc>
                <a:spcPct val="120000"/>
              </a:lnSpc>
              <a:spcBef>
                <a:spcPts val="0"/>
              </a:spcBef>
              <a:spcAft>
                <a:spcPts val="0"/>
              </a:spcAft>
              <a:buClr>
                <a:schemeClr val="dk1"/>
              </a:buClr>
              <a:buSzPts val="600"/>
              <a:buFont typeface="Helvetica Neue"/>
              <a:buChar char="●"/>
              <a:defRPr sz="600">
                <a:solidFill>
                  <a:schemeClr val="dk1"/>
                </a:solidFill>
              </a:defRPr>
            </a:lvl1pPr>
            <a:lvl2pPr marL="914400" indent="-273050" algn="l">
              <a:lnSpc>
                <a:spcPct val="100000"/>
              </a:lnSpc>
              <a:spcBef>
                <a:spcPts val="0"/>
              </a:spcBef>
              <a:spcAft>
                <a:spcPts val="0"/>
              </a:spcAft>
              <a:buClr>
                <a:srgbClr val="000000"/>
              </a:buClr>
              <a:buSzPts val="700"/>
              <a:buChar char="○"/>
              <a:defRPr sz="2100"/>
            </a:lvl2pPr>
            <a:lvl3pPr marL="1371600" indent="-273050" algn="l">
              <a:lnSpc>
                <a:spcPct val="100000"/>
              </a:lnSpc>
              <a:spcBef>
                <a:spcPts val="0"/>
              </a:spcBef>
              <a:spcAft>
                <a:spcPts val="0"/>
              </a:spcAft>
              <a:buClr>
                <a:srgbClr val="000000"/>
              </a:buClr>
              <a:buSzPts val="700"/>
              <a:buChar char="■"/>
              <a:defRPr sz="2100"/>
            </a:lvl3pPr>
            <a:lvl4pPr marL="1828800" indent="-273050" algn="l">
              <a:lnSpc>
                <a:spcPct val="100000"/>
              </a:lnSpc>
              <a:spcBef>
                <a:spcPts val="0"/>
              </a:spcBef>
              <a:spcAft>
                <a:spcPts val="0"/>
              </a:spcAft>
              <a:buClr>
                <a:srgbClr val="000000"/>
              </a:buClr>
              <a:buSzPts val="700"/>
              <a:buChar char="●"/>
              <a:defRPr sz="2100"/>
            </a:lvl4pPr>
            <a:lvl5pPr marL="2286000" indent="-273050" algn="l">
              <a:lnSpc>
                <a:spcPct val="100000"/>
              </a:lnSpc>
              <a:spcBef>
                <a:spcPts val="0"/>
              </a:spcBef>
              <a:spcAft>
                <a:spcPts val="0"/>
              </a:spcAft>
              <a:buClr>
                <a:srgbClr val="000000"/>
              </a:buClr>
              <a:buSzPts val="700"/>
              <a:buChar char="○"/>
              <a:defRPr sz="2100"/>
            </a:lvl5pPr>
            <a:lvl6pPr marL="2743200" indent="-273050" algn="l">
              <a:lnSpc>
                <a:spcPct val="100000"/>
              </a:lnSpc>
              <a:spcBef>
                <a:spcPts val="0"/>
              </a:spcBef>
              <a:spcAft>
                <a:spcPts val="0"/>
              </a:spcAft>
              <a:buClr>
                <a:srgbClr val="000000"/>
              </a:buClr>
              <a:buSzPts val="700"/>
              <a:buChar char="■"/>
              <a:defRPr sz="2100"/>
            </a:lvl6pPr>
            <a:lvl7pPr marL="3200400" indent="-273050" algn="l">
              <a:lnSpc>
                <a:spcPct val="100000"/>
              </a:lnSpc>
              <a:spcBef>
                <a:spcPts val="0"/>
              </a:spcBef>
              <a:spcAft>
                <a:spcPts val="0"/>
              </a:spcAft>
              <a:buClr>
                <a:srgbClr val="000000"/>
              </a:buClr>
              <a:buSzPts val="700"/>
              <a:buChar char="●"/>
              <a:defRPr sz="2100"/>
            </a:lvl7pPr>
            <a:lvl8pPr marL="3657600" indent="-273050" algn="l">
              <a:lnSpc>
                <a:spcPct val="100000"/>
              </a:lnSpc>
              <a:spcBef>
                <a:spcPts val="0"/>
              </a:spcBef>
              <a:spcAft>
                <a:spcPts val="0"/>
              </a:spcAft>
              <a:buClr>
                <a:srgbClr val="000000"/>
              </a:buClr>
              <a:buSzPts val="700"/>
              <a:buChar char="○"/>
              <a:defRPr sz="2100"/>
            </a:lvl8pPr>
            <a:lvl9pPr marL="4114800" indent="-273050" algn="l">
              <a:lnSpc>
                <a:spcPct val="100000"/>
              </a:lnSpc>
              <a:spcBef>
                <a:spcPts val="0"/>
              </a:spcBef>
              <a:spcAft>
                <a:spcPts val="0"/>
              </a:spcAft>
              <a:buClr>
                <a:srgbClr val="000000"/>
              </a:buClr>
              <a:buSzPts val="700"/>
              <a:buChar char="■"/>
              <a:defRPr sz="2100"/>
            </a:lvl9pPr>
          </a:lstStyle>
          <a:p xmlns:a="http://schemas.openxmlformats.org/drawingml/2006/main"/>
        </p:txBody>
      </p:sp>
      <p:sp>
        <p:nvSpPr>
          <p:cNvPr id="1119" name="Google Shape;1119;p140">
            <a:extLst xmlns:a="http://schemas.openxmlformats.org/drawingml/2006/main">
              <a:ext uri="{FF2B5EF4-FFF2-40B4-BE49-F238E27FC236}">
                <a16:creationId xmlns:a16="http://schemas.microsoft.com/office/drawing/2014/main" id="{306F506D-6185-454C-9BDD-462299B5B44D}"/>
              </a:ext>
            </a:extLst>
          </p:cNvPr>
          <p:cNvSpPr>
            <a:spLocks xmlns:a="http://schemas.openxmlformats.org/drawingml/2006/main" noGrp="1"/>
          </p:cNvSpPr>
          <p:nvPr/>
        </p:nvSpPr>
        <p:spPr>
          <a:xfrm xmlns:a="http://schemas.openxmlformats.org/drawingml/2006/main">
            <a:off x="201175" y="2104284"/>
            <a:ext cx="4297500" cy="1244700"/>
          </a:xfrm>
          <a:prstGeom xmlns:a="http://schemas.openxmlformats.org/drawingml/2006/main" prst="roundRect">
            <a:avLst>
              <a:gd name="adj" fmla="val 7021"/>
            </a:avLst>
          </a:prstGeom>
          <a:solidFill xmlns:a="http://schemas.openxmlformats.org/drawingml/2006/main">
            <a:srgbClr val="F4F2E6"/>
          </a:solidFill>
          <a:ln xmlns:a="http://schemas.openxmlformats.org/drawingml/2006/main">
            <a:noFill/>
          </a:ln>
        </p:spPr>
        <p:txBody>
          <a:bodyPr xmlns:a="http://schemas.openxmlformats.org/drawingml/2006/main" spcFirstLastPara="1" wrap="square" lIns="19050" tIns="19050" rIns="19050" bIns="1905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FFFFFF"/>
              </a:buClr>
              <a:buSzPts val="1800"/>
              <a:buFont typeface="Helvetica Neue"/>
              <a:buNone/>
            </a:pPr>
            <a:r>
              <a:t/>
            </a:r>
            <a:endParaRPr sz="1800" b="0" i="0" u="none" cap="none">
              <a:solidFill>
                <a:srgbClr val="000000"/>
              </a:solidFill>
              <a:latin typeface="Helvetica Neue"/>
              <a:ea typeface="Helvetica Neue"/>
              <a:cs typeface="Helvetica Neue"/>
            </a:endParaRPr>
          </a:p>
        </p:txBody>
      </p:sp>
      <p:sp>
        <p:nvSpPr>
          <p:cNvPr id="1120" name="Google Shape;1120;p140">
            <a:extLst xmlns:a="http://schemas.openxmlformats.org/drawingml/2006/main">
              <a:ext uri="{FF2B5EF4-FFF2-40B4-BE49-F238E27FC236}">
                <a16:creationId xmlns:a16="http://schemas.microsoft.com/office/drawing/2014/main" id="{14B03125-FA80-4CA8-817A-9BC1F9AF5A28}"/>
              </a:ext>
            </a:extLst>
          </p:cNvPr>
          <p:cNvSpPr>
            <a:spLocks xmlns:a="http://schemas.openxmlformats.org/drawingml/2006/main" noGrp="1"/>
          </p:cNvSpPr>
          <p:nvPr>
            <p:ph type="body" idx="8"/>
          </p:nvPr>
        </p:nvSpPr>
        <p:spPr>
          <a:xfrm xmlns:a="http://schemas.openxmlformats.org/drawingml/2006/main">
            <a:off x="1497958" y="2252499"/>
            <a:ext cx="2850000" cy="516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lvl1pPr marL="457200" indent="-279400" algn="l">
              <a:lnSpc>
                <a:spcPct val="120000"/>
              </a:lnSpc>
              <a:spcBef>
                <a:spcPts val="0"/>
              </a:spcBef>
              <a:spcAft>
                <a:spcPts val="0"/>
              </a:spcAft>
              <a:buClr>
                <a:srgbClr val="7F7F7F"/>
              </a:buClr>
              <a:buSzPts val="800"/>
              <a:buFont typeface="Helvetica Neue"/>
              <a:buChar char="●"/>
              <a:defRPr sz="800">
                <a:solidFill>
                  <a:srgbClr val="7F7F7F"/>
                </a:solidFill>
              </a:defRPr>
            </a:lvl1pPr>
            <a:lvl2pPr marL="914400" indent="-273050" algn="l">
              <a:lnSpc>
                <a:spcPct val="100000"/>
              </a:lnSpc>
              <a:spcBef>
                <a:spcPts val="0"/>
              </a:spcBef>
              <a:spcAft>
                <a:spcPts val="0"/>
              </a:spcAft>
              <a:buClr>
                <a:srgbClr val="000000"/>
              </a:buClr>
              <a:buSzPts val="700"/>
              <a:buChar char="○"/>
              <a:defRPr sz="2100"/>
            </a:lvl2pPr>
            <a:lvl3pPr marL="1371600" indent="-273050" algn="l">
              <a:lnSpc>
                <a:spcPct val="100000"/>
              </a:lnSpc>
              <a:spcBef>
                <a:spcPts val="0"/>
              </a:spcBef>
              <a:spcAft>
                <a:spcPts val="0"/>
              </a:spcAft>
              <a:buClr>
                <a:srgbClr val="000000"/>
              </a:buClr>
              <a:buSzPts val="700"/>
              <a:buChar char="■"/>
              <a:defRPr sz="2100"/>
            </a:lvl3pPr>
            <a:lvl4pPr marL="1828800" indent="-273050" algn="l">
              <a:lnSpc>
                <a:spcPct val="100000"/>
              </a:lnSpc>
              <a:spcBef>
                <a:spcPts val="0"/>
              </a:spcBef>
              <a:spcAft>
                <a:spcPts val="0"/>
              </a:spcAft>
              <a:buClr>
                <a:srgbClr val="000000"/>
              </a:buClr>
              <a:buSzPts val="700"/>
              <a:buChar char="●"/>
              <a:defRPr sz="2100"/>
            </a:lvl4pPr>
            <a:lvl5pPr marL="2286000" indent="-273050" algn="l">
              <a:lnSpc>
                <a:spcPct val="100000"/>
              </a:lnSpc>
              <a:spcBef>
                <a:spcPts val="0"/>
              </a:spcBef>
              <a:spcAft>
                <a:spcPts val="0"/>
              </a:spcAft>
              <a:buClr>
                <a:srgbClr val="000000"/>
              </a:buClr>
              <a:buSzPts val="700"/>
              <a:buChar char="○"/>
              <a:defRPr sz="2100"/>
            </a:lvl5pPr>
            <a:lvl6pPr marL="2743200" indent="-273050" algn="l">
              <a:lnSpc>
                <a:spcPct val="100000"/>
              </a:lnSpc>
              <a:spcBef>
                <a:spcPts val="0"/>
              </a:spcBef>
              <a:spcAft>
                <a:spcPts val="0"/>
              </a:spcAft>
              <a:buClr>
                <a:srgbClr val="000000"/>
              </a:buClr>
              <a:buSzPts val="700"/>
              <a:buChar char="■"/>
              <a:defRPr sz="2100"/>
            </a:lvl6pPr>
            <a:lvl7pPr marL="3200400" indent="-273050" algn="l">
              <a:lnSpc>
                <a:spcPct val="100000"/>
              </a:lnSpc>
              <a:spcBef>
                <a:spcPts val="0"/>
              </a:spcBef>
              <a:spcAft>
                <a:spcPts val="0"/>
              </a:spcAft>
              <a:buClr>
                <a:srgbClr val="000000"/>
              </a:buClr>
              <a:buSzPts val="700"/>
              <a:buChar char="●"/>
              <a:defRPr sz="2100"/>
            </a:lvl7pPr>
            <a:lvl8pPr marL="3657600" indent="-273050" algn="l">
              <a:lnSpc>
                <a:spcPct val="100000"/>
              </a:lnSpc>
              <a:spcBef>
                <a:spcPts val="0"/>
              </a:spcBef>
              <a:spcAft>
                <a:spcPts val="0"/>
              </a:spcAft>
              <a:buClr>
                <a:srgbClr val="000000"/>
              </a:buClr>
              <a:buSzPts val="700"/>
              <a:buChar char="○"/>
              <a:defRPr sz="2100"/>
            </a:lvl8pPr>
            <a:lvl9pPr marL="4114800" indent="-273050" algn="l">
              <a:lnSpc>
                <a:spcPct val="100000"/>
              </a:lnSpc>
              <a:spcBef>
                <a:spcPts val="0"/>
              </a:spcBef>
              <a:spcAft>
                <a:spcPts val="0"/>
              </a:spcAft>
              <a:buClr>
                <a:srgbClr val="000000"/>
              </a:buClr>
              <a:buSzPts val="700"/>
              <a:buChar char="■"/>
              <a:defRPr sz="2100"/>
            </a:lvl9pPr>
          </a:lstStyle>
          <a:p xmlns:a="http://schemas.openxmlformats.org/drawingml/2006/main"/>
        </p:txBody>
      </p:sp>
      <p:sp>
        <p:nvSpPr>
          <p:cNvPr id="1121" name="Google Shape;1121;p140">
            <a:extLst xmlns:a="http://schemas.openxmlformats.org/drawingml/2006/main">
              <a:ext uri="{FF2B5EF4-FFF2-40B4-BE49-F238E27FC236}">
                <a16:creationId xmlns:a16="http://schemas.microsoft.com/office/drawing/2014/main" id="{91730280-5879-4657-AA69-9AAB024C1DDB}"/>
              </a:ext>
            </a:extLst>
          </p:cNvPr>
          <p:cNvSpPr>
            <a:spLocks xmlns:a="http://schemas.openxmlformats.org/drawingml/2006/main" noGrp="1"/>
          </p:cNvSpPr>
          <p:nvPr>
            <p:ph type="pic" idx="9"/>
          </p:nvPr>
        </p:nvSpPr>
        <p:spPr>
          <a:xfrm xmlns:a="http://schemas.openxmlformats.org/drawingml/2006/main">
            <a:off x="350067" y="2252499"/>
            <a:ext cx="999000" cy="954000"/>
          </a:xfrm>
          <a:prstGeom xmlns:a="http://schemas.openxmlformats.org/drawingml/2006/main" prst="roundRect">
            <a:avLst>
              <a:gd name="adj" fmla="val 7608"/>
            </a:avLst>
          </a:prstGeom>
          <a:noFill xmlns:a="http://schemas.openxmlformats.org/drawingml/2006/main"/>
          <a:ln xmlns:a="http://schemas.openxmlformats.org/drawingml/2006/main">
            <a:noFill/>
          </a:ln>
        </p:spPr>
      </p:sp>
      <p:sp>
        <p:nvSpPr>
          <p:cNvPr id="1122" name="Google Shape;1122;p140">
            <a:extLst xmlns:a="http://schemas.openxmlformats.org/drawingml/2006/main">
              <a:ext uri="{FF2B5EF4-FFF2-40B4-BE49-F238E27FC236}">
                <a16:creationId xmlns:a16="http://schemas.microsoft.com/office/drawing/2014/main" id="{F8FC6596-2C23-4CBA-B68A-5E418EB02553}"/>
              </a:ext>
            </a:extLst>
          </p:cNvPr>
          <p:cNvSpPr>
            <a:spLocks xmlns:a="http://schemas.openxmlformats.org/drawingml/2006/main" noGrp="1"/>
          </p:cNvSpPr>
          <p:nvPr>
            <p:ph type="body" idx="13"/>
          </p:nvPr>
        </p:nvSpPr>
        <p:spPr>
          <a:xfrm xmlns:a="http://schemas.openxmlformats.org/drawingml/2006/main">
            <a:off x="1497958" y="2908794"/>
            <a:ext cx="2850000" cy="9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lvl1pPr marL="457200" indent="-266700" algn="l">
              <a:lnSpc>
                <a:spcPct val="120000"/>
              </a:lnSpc>
              <a:spcBef>
                <a:spcPts val="0"/>
              </a:spcBef>
              <a:spcAft>
                <a:spcPts val="0"/>
              </a:spcAft>
              <a:buClr>
                <a:schemeClr val="dk1"/>
              </a:buClr>
              <a:buSzPts val="600"/>
              <a:buFont typeface="Helvetica Neue"/>
              <a:buChar char="●"/>
              <a:defRPr sz="600">
                <a:solidFill>
                  <a:schemeClr val="dk1"/>
                </a:solidFill>
              </a:defRPr>
            </a:lvl1pPr>
            <a:lvl2pPr marL="914400" indent="-273050" algn="l">
              <a:lnSpc>
                <a:spcPct val="100000"/>
              </a:lnSpc>
              <a:spcBef>
                <a:spcPts val="0"/>
              </a:spcBef>
              <a:spcAft>
                <a:spcPts val="0"/>
              </a:spcAft>
              <a:buClr>
                <a:srgbClr val="000000"/>
              </a:buClr>
              <a:buSzPts val="700"/>
              <a:buChar char="○"/>
              <a:defRPr sz="2100"/>
            </a:lvl2pPr>
            <a:lvl3pPr marL="1371600" indent="-273050" algn="l">
              <a:lnSpc>
                <a:spcPct val="100000"/>
              </a:lnSpc>
              <a:spcBef>
                <a:spcPts val="0"/>
              </a:spcBef>
              <a:spcAft>
                <a:spcPts val="0"/>
              </a:spcAft>
              <a:buClr>
                <a:srgbClr val="000000"/>
              </a:buClr>
              <a:buSzPts val="700"/>
              <a:buChar char="■"/>
              <a:defRPr sz="2100"/>
            </a:lvl3pPr>
            <a:lvl4pPr marL="1828800" indent="-273050" algn="l">
              <a:lnSpc>
                <a:spcPct val="100000"/>
              </a:lnSpc>
              <a:spcBef>
                <a:spcPts val="0"/>
              </a:spcBef>
              <a:spcAft>
                <a:spcPts val="0"/>
              </a:spcAft>
              <a:buClr>
                <a:srgbClr val="000000"/>
              </a:buClr>
              <a:buSzPts val="700"/>
              <a:buChar char="●"/>
              <a:defRPr sz="2100"/>
            </a:lvl4pPr>
            <a:lvl5pPr marL="2286000" indent="-273050" algn="l">
              <a:lnSpc>
                <a:spcPct val="100000"/>
              </a:lnSpc>
              <a:spcBef>
                <a:spcPts val="0"/>
              </a:spcBef>
              <a:spcAft>
                <a:spcPts val="0"/>
              </a:spcAft>
              <a:buClr>
                <a:srgbClr val="000000"/>
              </a:buClr>
              <a:buSzPts val="700"/>
              <a:buChar char="○"/>
              <a:defRPr sz="2100"/>
            </a:lvl5pPr>
            <a:lvl6pPr marL="2743200" indent="-273050" algn="l">
              <a:lnSpc>
                <a:spcPct val="100000"/>
              </a:lnSpc>
              <a:spcBef>
                <a:spcPts val="0"/>
              </a:spcBef>
              <a:spcAft>
                <a:spcPts val="0"/>
              </a:spcAft>
              <a:buClr>
                <a:srgbClr val="000000"/>
              </a:buClr>
              <a:buSzPts val="700"/>
              <a:buChar char="■"/>
              <a:defRPr sz="2100"/>
            </a:lvl6pPr>
            <a:lvl7pPr marL="3200400" indent="-273050" algn="l">
              <a:lnSpc>
                <a:spcPct val="100000"/>
              </a:lnSpc>
              <a:spcBef>
                <a:spcPts val="0"/>
              </a:spcBef>
              <a:spcAft>
                <a:spcPts val="0"/>
              </a:spcAft>
              <a:buClr>
                <a:srgbClr val="000000"/>
              </a:buClr>
              <a:buSzPts val="700"/>
              <a:buChar char="●"/>
              <a:defRPr sz="2100"/>
            </a:lvl7pPr>
            <a:lvl8pPr marL="3657600" indent="-273050" algn="l">
              <a:lnSpc>
                <a:spcPct val="100000"/>
              </a:lnSpc>
              <a:spcBef>
                <a:spcPts val="0"/>
              </a:spcBef>
              <a:spcAft>
                <a:spcPts val="0"/>
              </a:spcAft>
              <a:buClr>
                <a:srgbClr val="000000"/>
              </a:buClr>
              <a:buSzPts val="700"/>
              <a:buChar char="○"/>
              <a:defRPr sz="2100"/>
            </a:lvl8pPr>
            <a:lvl9pPr marL="4114800" indent="-273050" algn="l">
              <a:lnSpc>
                <a:spcPct val="100000"/>
              </a:lnSpc>
              <a:spcBef>
                <a:spcPts val="0"/>
              </a:spcBef>
              <a:spcAft>
                <a:spcPts val="0"/>
              </a:spcAft>
              <a:buClr>
                <a:srgbClr val="000000"/>
              </a:buClr>
              <a:buSzPts val="700"/>
              <a:buChar char="■"/>
              <a:defRPr sz="2100"/>
            </a:lvl9pPr>
          </a:lstStyle>
          <a:p xmlns:a="http://schemas.openxmlformats.org/drawingml/2006/main"/>
        </p:txBody>
      </p:sp>
      <p:sp>
        <p:nvSpPr>
          <p:cNvPr id="1123" name="Google Shape;1123;p140">
            <a:extLst xmlns:a="http://schemas.openxmlformats.org/drawingml/2006/main">
              <a:ext uri="{FF2B5EF4-FFF2-40B4-BE49-F238E27FC236}">
                <a16:creationId xmlns:a16="http://schemas.microsoft.com/office/drawing/2014/main" id="{08411021-8F84-44CC-A033-95BDC61EED1A}"/>
              </a:ext>
            </a:extLst>
          </p:cNvPr>
          <p:cNvSpPr>
            <a:spLocks xmlns:a="http://schemas.openxmlformats.org/drawingml/2006/main" noGrp="1"/>
          </p:cNvSpPr>
          <p:nvPr/>
        </p:nvSpPr>
        <p:spPr>
          <a:xfrm xmlns:a="http://schemas.openxmlformats.org/drawingml/2006/main">
            <a:off x="4645154" y="756333"/>
            <a:ext cx="4297500" cy="1244700"/>
          </a:xfrm>
          <a:prstGeom xmlns:a="http://schemas.openxmlformats.org/drawingml/2006/main" prst="roundRect">
            <a:avLst>
              <a:gd name="adj" fmla="val 7021"/>
            </a:avLst>
          </a:prstGeom>
          <a:solidFill xmlns:a="http://schemas.openxmlformats.org/drawingml/2006/main">
            <a:srgbClr val="F4F2E6"/>
          </a:solidFill>
          <a:ln xmlns:a="http://schemas.openxmlformats.org/drawingml/2006/main">
            <a:noFill/>
          </a:ln>
        </p:spPr>
        <p:txBody>
          <a:bodyPr xmlns:a="http://schemas.openxmlformats.org/drawingml/2006/main" spcFirstLastPara="1" wrap="square" lIns="19050" tIns="19050" rIns="19050" bIns="1905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FFFFFF"/>
              </a:buClr>
              <a:buSzPts val="1800"/>
              <a:buFont typeface="Helvetica Neue"/>
              <a:buNone/>
            </a:pPr>
            <a:r>
              <a:t/>
            </a:r>
            <a:endParaRPr sz="1800" b="0" i="0" u="none" cap="none">
              <a:solidFill>
                <a:srgbClr val="000000"/>
              </a:solidFill>
              <a:latin typeface="Helvetica Neue"/>
              <a:ea typeface="Helvetica Neue"/>
              <a:cs typeface="Helvetica Neue"/>
            </a:endParaRPr>
          </a:p>
        </p:txBody>
      </p:sp>
      <p:sp>
        <p:nvSpPr>
          <p:cNvPr id="1124" name="Google Shape;1124;p140">
            <a:extLst xmlns:a="http://schemas.openxmlformats.org/drawingml/2006/main">
              <a:ext uri="{FF2B5EF4-FFF2-40B4-BE49-F238E27FC236}">
                <a16:creationId xmlns:a16="http://schemas.microsoft.com/office/drawing/2014/main" id="{EFD6821D-15B2-4579-A5E3-A28540B1B6B6}"/>
              </a:ext>
            </a:extLst>
          </p:cNvPr>
          <p:cNvSpPr>
            <a:spLocks xmlns:a="http://schemas.openxmlformats.org/drawingml/2006/main" noGrp="1"/>
          </p:cNvSpPr>
          <p:nvPr>
            <p:ph type="body" idx="14"/>
          </p:nvPr>
        </p:nvSpPr>
        <p:spPr>
          <a:xfrm xmlns:a="http://schemas.openxmlformats.org/drawingml/2006/main">
            <a:off x="5941937" y="904548"/>
            <a:ext cx="2850000" cy="516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lvl1pPr marL="457200" indent="-279400" algn="l">
              <a:lnSpc>
                <a:spcPct val="120000"/>
              </a:lnSpc>
              <a:spcBef>
                <a:spcPts val="0"/>
              </a:spcBef>
              <a:spcAft>
                <a:spcPts val="0"/>
              </a:spcAft>
              <a:buClr>
                <a:srgbClr val="7F7F7F"/>
              </a:buClr>
              <a:buSzPts val="800"/>
              <a:buFont typeface="Helvetica Neue"/>
              <a:buChar char="●"/>
              <a:defRPr sz="800">
                <a:solidFill>
                  <a:srgbClr val="7F7F7F"/>
                </a:solidFill>
              </a:defRPr>
            </a:lvl1pPr>
            <a:lvl2pPr marL="914400" indent="-273050" algn="l">
              <a:lnSpc>
                <a:spcPct val="100000"/>
              </a:lnSpc>
              <a:spcBef>
                <a:spcPts val="0"/>
              </a:spcBef>
              <a:spcAft>
                <a:spcPts val="0"/>
              </a:spcAft>
              <a:buClr>
                <a:srgbClr val="000000"/>
              </a:buClr>
              <a:buSzPts val="700"/>
              <a:buChar char="○"/>
              <a:defRPr sz="2100"/>
            </a:lvl2pPr>
            <a:lvl3pPr marL="1371600" indent="-273050" algn="l">
              <a:lnSpc>
                <a:spcPct val="100000"/>
              </a:lnSpc>
              <a:spcBef>
                <a:spcPts val="0"/>
              </a:spcBef>
              <a:spcAft>
                <a:spcPts val="0"/>
              </a:spcAft>
              <a:buClr>
                <a:srgbClr val="000000"/>
              </a:buClr>
              <a:buSzPts val="700"/>
              <a:buChar char="■"/>
              <a:defRPr sz="2100"/>
            </a:lvl3pPr>
            <a:lvl4pPr marL="1828800" indent="-273050" algn="l">
              <a:lnSpc>
                <a:spcPct val="100000"/>
              </a:lnSpc>
              <a:spcBef>
                <a:spcPts val="0"/>
              </a:spcBef>
              <a:spcAft>
                <a:spcPts val="0"/>
              </a:spcAft>
              <a:buClr>
                <a:srgbClr val="000000"/>
              </a:buClr>
              <a:buSzPts val="700"/>
              <a:buChar char="●"/>
              <a:defRPr sz="2100"/>
            </a:lvl4pPr>
            <a:lvl5pPr marL="2286000" indent="-273050" algn="l">
              <a:lnSpc>
                <a:spcPct val="100000"/>
              </a:lnSpc>
              <a:spcBef>
                <a:spcPts val="0"/>
              </a:spcBef>
              <a:spcAft>
                <a:spcPts val="0"/>
              </a:spcAft>
              <a:buClr>
                <a:srgbClr val="000000"/>
              </a:buClr>
              <a:buSzPts val="700"/>
              <a:buChar char="○"/>
              <a:defRPr sz="2100"/>
            </a:lvl5pPr>
            <a:lvl6pPr marL="2743200" indent="-273050" algn="l">
              <a:lnSpc>
                <a:spcPct val="100000"/>
              </a:lnSpc>
              <a:spcBef>
                <a:spcPts val="0"/>
              </a:spcBef>
              <a:spcAft>
                <a:spcPts val="0"/>
              </a:spcAft>
              <a:buClr>
                <a:srgbClr val="000000"/>
              </a:buClr>
              <a:buSzPts val="700"/>
              <a:buChar char="■"/>
              <a:defRPr sz="2100"/>
            </a:lvl6pPr>
            <a:lvl7pPr marL="3200400" indent="-273050" algn="l">
              <a:lnSpc>
                <a:spcPct val="100000"/>
              </a:lnSpc>
              <a:spcBef>
                <a:spcPts val="0"/>
              </a:spcBef>
              <a:spcAft>
                <a:spcPts val="0"/>
              </a:spcAft>
              <a:buClr>
                <a:srgbClr val="000000"/>
              </a:buClr>
              <a:buSzPts val="700"/>
              <a:buChar char="●"/>
              <a:defRPr sz="2100"/>
            </a:lvl7pPr>
            <a:lvl8pPr marL="3657600" indent="-273050" algn="l">
              <a:lnSpc>
                <a:spcPct val="100000"/>
              </a:lnSpc>
              <a:spcBef>
                <a:spcPts val="0"/>
              </a:spcBef>
              <a:spcAft>
                <a:spcPts val="0"/>
              </a:spcAft>
              <a:buClr>
                <a:srgbClr val="000000"/>
              </a:buClr>
              <a:buSzPts val="700"/>
              <a:buChar char="○"/>
              <a:defRPr sz="2100"/>
            </a:lvl8pPr>
            <a:lvl9pPr marL="4114800" indent="-273050" algn="l">
              <a:lnSpc>
                <a:spcPct val="100000"/>
              </a:lnSpc>
              <a:spcBef>
                <a:spcPts val="0"/>
              </a:spcBef>
              <a:spcAft>
                <a:spcPts val="0"/>
              </a:spcAft>
              <a:buClr>
                <a:srgbClr val="000000"/>
              </a:buClr>
              <a:buSzPts val="700"/>
              <a:buChar char="■"/>
              <a:defRPr sz="2100"/>
            </a:lvl9pPr>
          </a:lstStyle>
          <a:p xmlns:a="http://schemas.openxmlformats.org/drawingml/2006/main"/>
        </p:txBody>
      </p:sp>
      <p:sp>
        <p:nvSpPr>
          <p:cNvPr id="1125" name="Google Shape;1125;p140">
            <a:extLst xmlns:a="http://schemas.openxmlformats.org/drawingml/2006/main">
              <a:ext uri="{FF2B5EF4-FFF2-40B4-BE49-F238E27FC236}">
                <a16:creationId xmlns:a16="http://schemas.microsoft.com/office/drawing/2014/main" id="{F1A6FF9A-19A0-4C96-9F6A-636F37964B03}"/>
              </a:ext>
            </a:extLst>
          </p:cNvPr>
          <p:cNvSpPr>
            <a:spLocks xmlns:a="http://schemas.openxmlformats.org/drawingml/2006/main" noGrp="1"/>
          </p:cNvSpPr>
          <p:nvPr>
            <p:ph type="pic" idx="15"/>
          </p:nvPr>
        </p:nvSpPr>
        <p:spPr>
          <a:xfrm xmlns:a="http://schemas.openxmlformats.org/drawingml/2006/main">
            <a:off x="4794046" y="904548"/>
            <a:ext cx="999000" cy="954000"/>
          </a:xfrm>
          <a:prstGeom xmlns:a="http://schemas.openxmlformats.org/drawingml/2006/main" prst="roundRect">
            <a:avLst>
              <a:gd name="adj" fmla="val 7608"/>
            </a:avLst>
          </a:prstGeom>
          <a:noFill xmlns:a="http://schemas.openxmlformats.org/drawingml/2006/main"/>
          <a:ln xmlns:a="http://schemas.openxmlformats.org/drawingml/2006/main">
            <a:noFill/>
          </a:ln>
        </p:spPr>
      </p:sp>
      <p:sp>
        <p:nvSpPr>
          <p:cNvPr id="1126" name="Google Shape;1126;p140">
            <a:extLst xmlns:a="http://schemas.openxmlformats.org/drawingml/2006/main">
              <a:ext uri="{FF2B5EF4-FFF2-40B4-BE49-F238E27FC236}">
                <a16:creationId xmlns:a16="http://schemas.microsoft.com/office/drawing/2014/main" id="{7CE26FA3-4B9F-41B7-8661-BF40DC00D9EE}"/>
              </a:ext>
            </a:extLst>
          </p:cNvPr>
          <p:cNvSpPr>
            <a:spLocks xmlns:a="http://schemas.openxmlformats.org/drawingml/2006/main" noGrp="1"/>
          </p:cNvSpPr>
          <p:nvPr>
            <p:ph type="body" idx="16"/>
          </p:nvPr>
        </p:nvSpPr>
        <p:spPr>
          <a:xfrm xmlns:a="http://schemas.openxmlformats.org/drawingml/2006/main">
            <a:off x="5941937" y="1560843"/>
            <a:ext cx="2850000" cy="9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lvl1pPr marL="457200" indent="-266700" algn="l">
              <a:lnSpc>
                <a:spcPct val="120000"/>
              </a:lnSpc>
              <a:spcBef>
                <a:spcPts val="0"/>
              </a:spcBef>
              <a:spcAft>
                <a:spcPts val="0"/>
              </a:spcAft>
              <a:buClr>
                <a:schemeClr val="dk1"/>
              </a:buClr>
              <a:buSzPts val="600"/>
              <a:buFont typeface="Helvetica Neue"/>
              <a:buChar char="●"/>
              <a:defRPr sz="600">
                <a:solidFill>
                  <a:schemeClr val="dk1"/>
                </a:solidFill>
              </a:defRPr>
            </a:lvl1pPr>
            <a:lvl2pPr marL="914400" indent="-273050" algn="l">
              <a:lnSpc>
                <a:spcPct val="100000"/>
              </a:lnSpc>
              <a:spcBef>
                <a:spcPts val="0"/>
              </a:spcBef>
              <a:spcAft>
                <a:spcPts val="0"/>
              </a:spcAft>
              <a:buClr>
                <a:srgbClr val="000000"/>
              </a:buClr>
              <a:buSzPts val="700"/>
              <a:buChar char="○"/>
              <a:defRPr sz="2100"/>
            </a:lvl2pPr>
            <a:lvl3pPr marL="1371600" indent="-273050" algn="l">
              <a:lnSpc>
                <a:spcPct val="100000"/>
              </a:lnSpc>
              <a:spcBef>
                <a:spcPts val="0"/>
              </a:spcBef>
              <a:spcAft>
                <a:spcPts val="0"/>
              </a:spcAft>
              <a:buClr>
                <a:srgbClr val="000000"/>
              </a:buClr>
              <a:buSzPts val="700"/>
              <a:buChar char="■"/>
              <a:defRPr sz="2100"/>
            </a:lvl3pPr>
            <a:lvl4pPr marL="1828800" indent="-273050" algn="l">
              <a:lnSpc>
                <a:spcPct val="100000"/>
              </a:lnSpc>
              <a:spcBef>
                <a:spcPts val="0"/>
              </a:spcBef>
              <a:spcAft>
                <a:spcPts val="0"/>
              </a:spcAft>
              <a:buClr>
                <a:srgbClr val="000000"/>
              </a:buClr>
              <a:buSzPts val="700"/>
              <a:buChar char="●"/>
              <a:defRPr sz="2100"/>
            </a:lvl4pPr>
            <a:lvl5pPr marL="2286000" indent="-273050" algn="l">
              <a:lnSpc>
                <a:spcPct val="100000"/>
              </a:lnSpc>
              <a:spcBef>
                <a:spcPts val="0"/>
              </a:spcBef>
              <a:spcAft>
                <a:spcPts val="0"/>
              </a:spcAft>
              <a:buClr>
                <a:srgbClr val="000000"/>
              </a:buClr>
              <a:buSzPts val="700"/>
              <a:buChar char="○"/>
              <a:defRPr sz="2100"/>
            </a:lvl5pPr>
            <a:lvl6pPr marL="2743200" indent="-273050" algn="l">
              <a:lnSpc>
                <a:spcPct val="100000"/>
              </a:lnSpc>
              <a:spcBef>
                <a:spcPts val="0"/>
              </a:spcBef>
              <a:spcAft>
                <a:spcPts val="0"/>
              </a:spcAft>
              <a:buClr>
                <a:srgbClr val="000000"/>
              </a:buClr>
              <a:buSzPts val="700"/>
              <a:buChar char="■"/>
              <a:defRPr sz="2100"/>
            </a:lvl6pPr>
            <a:lvl7pPr marL="3200400" indent="-273050" algn="l">
              <a:lnSpc>
                <a:spcPct val="100000"/>
              </a:lnSpc>
              <a:spcBef>
                <a:spcPts val="0"/>
              </a:spcBef>
              <a:spcAft>
                <a:spcPts val="0"/>
              </a:spcAft>
              <a:buClr>
                <a:srgbClr val="000000"/>
              </a:buClr>
              <a:buSzPts val="700"/>
              <a:buChar char="●"/>
              <a:defRPr sz="2100"/>
            </a:lvl7pPr>
            <a:lvl8pPr marL="3657600" indent="-273050" algn="l">
              <a:lnSpc>
                <a:spcPct val="100000"/>
              </a:lnSpc>
              <a:spcBef>
                <a:spcPts val="0"/>
              </a:spcBef>
              <a:spcAft>
                <a:spcPts val="0"/>
              </a:spcAft>
              <a:buClr>
                <a:srgbClr val="000000"/>
              </a:buClr>
              <a:buSzPts val="700"/>
              <a:buChar char="○"/>
              <a:defRPr sz="2100"/>
            </a:lvl8pPr>
            <a:lvl9pPr marL="4114800" indent="-273050" algn="l">
              <a:lnSpc>
                <a:spcPct val="100000"/>
              </a:lnSpc>
              <a:spcBef>
                <a:spcPts val="0"/>
              </a:spcBef>
              <a:spcAft>
                <a:spcPts val="0"/>
              </a:spcAft>
              <a:buClr>
                <a:srgbClr val="000000"/>
              </a:buClr>
              <a:buSzPts val="700"/>
              <a:buChar char="■"/>
              <a:defRPr sz="2100"/>
            </a:lvl9pPr>
          </a:lstStyle>
          <a:p xmlns:a="http://schemas.openxmlformats.org/drawingml/2006/main"/>
        </p:txBody>
      </p:sp>
      <p:sp>
        <p:nvSpPr>
          <p:cNvPr id="1127" name="Google Shape;1127;p140">
            <a:extLst xmlns:a="http://schemas.openxmlformats.org/drawingml/2006/main">
              <a:ext uri="{FF2B5EF4-FFF2-40B4-BE49-F238E27FC236}">
                <a16:creationId xmlns:a16="http://schemas.microsoft.com/office/drawing/2014/main" id="{94256B7B-940C-4AD4-90A2-3254769E5FCA}"/>
              </a:ext>
            </a:extLst>
          </p:cNvPr>
          <p:cNvSpPr>
            <a:spLocks xmlns:a="http://schemas.openxmlformats.org/drawingml/2006/main" noGrp="1"/>
          </p:cNvSpPr>
          <p:nvPr/>
        </p:nvSpPr>
        <p:spPr>
          <a:xfrm xmlns:a="http://schemas.openxmlformats.org/drawingml/2006/main">
            <a:off x="4645154" y="3486171"/>
            <a:ext cx="4297500" cy="1244700"/>
          </a:xfrm>
          <a:prstGeom xmlns:a="http://schemas.openxmlformats.org/drawingml/2006/main" prst="roundRect">
            <a:avLst>
              <a:gd name="adj" fmla="val 7021"/>
            </a:avLst>
          </a:prstGeom>
          <a:solidFill xmlns:a="http://schemas.openxmlformats.org/drawingml/2006/main">
            <a:srgbClr val="F4F2E6"/>
          </a:solidFill>
          <a:ln xmlns:a="http://schemas.openxmlformats.org/drawingml/2006/main">
            <a:noFill/>
          </a:ln>
        </p:spPr>
        <p:txBody>
          <a:bodyPr xmlns:a="http://schemas.openxmlformats.org/drawingml/2006/main" spcFirstLastPara="1" wrap="square" lIns="19050" tIns="19050" rIns="19050" bIns="1905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FFFFFF"/>
              </a:buClr>
              <a:buSzPts val="1800"/>
              <a:buFont typeface="Helvetica Neue"/>
              <a:buNone/>
            </a:pPr>
            <a:r>
              <a:t/>
            </a:r>
            <a:endParaRPr sz="1800" b="0" i="0" u="none" cap="none">
              <a:solidFill>
                <a:srgbClr val="000000"/>
              </a:solidFill>
              <a:latin typeface="Helvetica Neue"/>
              <a:ea typeface="Helvetica Neue"/>
              <a:cs typeface="Helvetica Neue"/>
            </a:endParaRPr>
          </a:p>
        </p:txBody>
      </p:sp>
      <p:sp>
        <p:nvSpPr>
          <p:cNvPr id="1128" name="Google Shape;1128;p140">
            <a:extLst xmlns:a="http://schemas.openxmlformats.org/drawingml/2006/main">
              <a:ext uri="{FF2B5EF4-FFF2-40B4-BE49-F238E27FC236}">
                <a16:creationId xmlns:a16="http://schemas.microsoft.com/office/drawing/2014/main" id="{39591D68-53A7-483A-9834-CF67A2ABD35A}"/>
              </a:ext>
            </a:extLst>
          </p:cNvPr>
          <p:cNvSpPr>
            <a:spLocks xmlns:a="http://schemas.openxmlformats.org/drawingml/2006/main" noGrp="1"/>
          </p:cNvSpPr>
          <p:nvPr>
            <p:ph type="body" idx="17"/>
          </p:nvPr>
        </p:nvSpPr>
        <p:spPr>
          <a:xfrm xmlns:a="http://schemas.openxmlformats.org/drawingml/2006/main">
            <a:off x="5941937" y="3634386"/>
            <a:ext cx="2850000" cy="516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lvl1pPr marL="457200" indent="-279400" algn="l">
              <a:lnSpc>
                <a:spcPct val="120000"/>
              </a:lnSpc>
              <a:spcBef>
                <a:spcPts val="0"/>
              </a:spcBef>
              <a:spcAft>
                <a:spcPts val="0"/>
              </a:spcAft>
              <a:buClr>
                <a:srgbClr val="7F7F7F"/>
              </a:buClr>
              <a:buSzPts val="800"/>
              <a:buFont typeface="Helvetica Neue"/>
              <a:buChar char="●"/>
              <a:defRPr sz="800">
                <a:solidFill>
                  <a:srgbClr val="7F7F7F"/>
                </a:solidFill>
              </a:defRPr>
            </a:lvl1pPr>
            <a:lvl2pPr marL="914400" indent="-273050" algn="l">
              <a:lnSpc>
                <a:spcPct val="100000"/>
              </a:lnSpc>
              <a:spcBef>
                <a:spcPts val="0"/>
              </a:spcBef>
              <a:spcAft>
                <a:spcPts val="0"/>
              </a:spcAft>
              <a:buClr>
                <a:srgbClr val="000000"/>
              </a:buClr>
              <a:buSzPts val="700"/>
              <a:buChar char="○"/>
              <a:defRPr sz="2100"/>
            </a:lvl2pPr>
            <a:lvl3pPr marL="1371600" indent="-273050" algn="l">
              <a:lnSpc>
                <a:spcPct val="100000"/>
              </a:lnSpc>
              <a:spcBef>
                <a:spcPts val="0"/>
              </a:spcBef>
              <a:spcAft>
                <a:spcPts val="0"/>
              </a:spcAft>
              <a:buClr>
                <a:srgbClr val="000000"/>
              </a:buClr>
              <a:buSzPts val="700"/>
              <a:buChar char="■"/>
              <a:defRPr sz="2100"/>
            </a:lvl3pPr>
            <a:lvl4pPr marL="1828800" indent="-273050" algn="l">
              <a:lnSpc>
                <a:spcPct val="100000"/>
              </a:lnSpc>
              <a:spcBef>
                <a:spcPts val="0"/>
              </a:spcBef>
              <a:spcAft>
                <a:spcPts val="0"/>
              </a:spcAft>
              <a:buClr>
                <a:srgbClr val="000000"/>
              </a:buClr>
              <a:buSzPts val="700"/>
              <a:buChar char="●"/>
              <a:defRPr sz="2100"/>
            </a:lvl4pPr>
            <a:lvl5pPr marL="2286000" indent="-273050" algn="l">
              <a:lnSpc>
                <a:spcPct val="100000"/>
              </a:lnSpc>
              <a:spcBef>
                <a:spcPts val="0"/>
              </a:spcBef>
              <a:spcAft>
                <a:spcPts val="0"/>
              </a:spcAft>
              <a:buClr>
                <a:srgbClr val="000000"/>
              </a:buClr>
              <a:buSzPts val="700"/>
              <a:buChar char="○"/>
              <a:defRPr sz="2100"/>
            </a:lvl5pPr>
            <a:lvl6pPr marL="2743200" indent="-273050" algn="l">
              <a:lnSpc>
                <a:spcPct val="100000"/>
              </a:lnSpc>
              <a:spcBef>
                <a:spcPts val="0"/>
              </a:spcBef>
              <a:spcAft>
                <a:spcPts val="0"/>
              </a:spcAft>
              <a:buClr>
                <a:srgbClr val="000000"/>
              </a:buClr>
              <a:buSzPts val="700"/>
              <a:buChar char="■"/>
              <a:defRPr sz="2100"/>
            </a:lvl6pPr>
            <a:lvl7pPr marL="3200400" indent="-273050" algn="l">
              <a:lnSpc>
                <a:spcPct val="100000"/>
              </a:lnSpc>
              <a:spcBef>
                <a:spcPts val="0"/>
              </a:spcBef>
              <a:spcAft>
                <a:spcPts val="0"/>
              </a:spcAft>
              <a:buClr>
                <a:srgbClr val="000000"/>
              </a:buClr>
              <a:buSzPts val="700"/>
              <a:buChar char="●"/>
              <a:defRPr sz="2100"/>
            </a:lvl7pPr>
            <a:lvl8pPr marL="3657600" indent="-273050" algn="l">
              <a:lnSpc>
                <a:spcPct val="100000"/>
              </a:lnSpc>
              <a:spcBef>
                <a:spcPts val="0"/>
              </a:spcBef>
              <a:spcAft>
                <a:spcPts val="0"/>
              </a:spcAft>
              <a:buClr>
                <a:srgbClr val="000000"/>
              </a:buClr>
              <a:buSzPts val="700"/>
              <a:buChar char="○"/>
              <a:defRPr sz="2100"/>
            </a:lvl8pPr>
            <a:lvl9pPr marL="4114800" indent="-273050" algn="l">
              <a:lnSpc>
                <a:spcPct val="100000"/>
              </a:lnSpc>
              <a:spcBef>
                <a:spcPts val="0"/>
              </a:spcBef>
              <a:spcAft>
                <a:spcPts val="0"/>
              </a:spcAft>
              <a:buClr>
                <a:srgbClr val="000000"/>
              </a:buClr>
              <a:buSzPts val="700"/>
              <a:buChar char="■"/>
              <a:defRPr sz="2100"/>
            </a:lvl9pPr>
          </a:lstStyle>
          <a:p xmlns:a="http://schemas.openxmlformats.org/drawingml/2006/main"/>
        </p:txBody>
      </p:sp>
      <p:sp>
        <p:nvSpPr>
          <p:cNvPr id="1129" name="Google Shape;1129;p140">
            <a:extLst xmlns:a="http://schemas.openxmlformats.org/drawingml/2006/main">
              <a:ext uri="{FF2B5EF4-FFF2-40B4-BE49-F238E27FC236}">
                <a16:creationId xmlns:a16="http://schemas.microsoft.com/office/drawing/2014/main" id="{84283CD0-4F64-426B-8659-FEB7A6CB4E9A}"/>
              </a:ext>
            </a:extLst>
          </p:cNvPr>
          <p:cNvSpPr>
            <a:spLocks xmlns:a="http://schemas.openxmlformats.org/drawingml/2006/main" noGrp="1"/>
          </p:cNvSpPr>
          <p:nvPr>
            <p:ph type="pic" idx="18"/>
          </p:nvPr>
        </p:nvSpPr>
        <p:spPr>
          <a:xfrm xmlns:a="http://schemas.openxmlformats.org/drawingml/2006/main">
            <a:off x="4794046" y="3634386"/>
            <a:ext cx="999000" cy="954000"/>
          </a:xfrm>
          <a:prstGeom xmlns:a="http://schemas.openxmlformats.org/drawingml/2006/main" prst="roundRect">
            <a:avLst>
              <a:gd name="adj" fmla="val 7608"/>
            </a:avLst>
          </a:prstGeom>
          <a:noFill xmlns:a="http://schemas.openxmlformats.org/drawingml/2006/main"/>
          <a:ln xmlns:a="http://schemas.openxmlformats.org/drawingml/2006/main">
            <a:noFill/>
          </a:ln>
        </p:spPr>
      </p:sp>
      <p:sp>
        <p:nvSpPr>
          <p:cNvPr id="1130" name="Google Shape;1130;p140">
            <a:extLst xmlns:a="http://schemas.openxmlformats.org/drawingml/2006/main">
              <a:ext uri="{FF2B5EF4-FFF2-40B4-BE49-F238E27FC236}">
                <a16:creationId xmlns:a16="http://schemas.microsoft.com/office/drawing/2014/main" id="{783B2E2F-C650-4474-8007-DEA642F3B7D0}"/>
              </a:ext>
            </a:extLst>
          </p:cNvPr>
          <p:cNvSpPr>
            <a:spLocks xmlns:a="http://schemas.openxmlformats.org/drawingml/2006/main" noGrp="1"/>
          </p:cNvSpPr>
          <p:nvPr>
            <p:ph type="body" idx="19"/>
          </p:nvPr>
        </p:nvSpPr>
        <p:spPr>
          <a:xfrm xmlns:a="http://schemas.openxmlformats.org/drawingml/2006/main">
            <a:off x="5941937" y="4290681"/>
            <a:ext cx="2850000" cy="9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lvl1pPr marL="457200" indent="-266700" algn="l">
              <a:lnSpc>
                <a:spcPct val="120000"/>
              </a:lnSpc>
              <a:spcBef>
                <a:spcPts val="0"/>
              </a:spcBef>
              <a:spcAft>
                <a:spcPts val="0"/>
              </a:spcAft>
              <a:buClr>
                <a:schemeClr val="dk1"/>
              </a:buClr>
              <a:buSzPts val="600"/>
              <a:buFont typeface="Helvetica Neue"/>
              <a:buChar char="●"/>
              <a:defRPr sz="600">
                <a:solidFill>
                  <a:schemeClr val="dk1"/>
                </a:solidFill>
              </a:defRPr>
            </a:lvl1pPr>
            <a:lvl2pPr marL="914400" indent="-273050" algn="l">
              <a:lnSpc>
                <a:spcPct val="100000"/>
              </a:lnSpc>
              <a:spcBef>
                <a:spcPts val="0"/>
              </a:spcBef>
              <a:spcAft>
                <a:spcPts val="0"/>
              </a:spcAft>
              <a:buClr>
                <a:srgbClr val="000000"/>
              </a:buClr>
              <a:buSzPts val="700"/>
              <a:buChar char="○"/>
              <a:defRPr sz="2100"/>
            </a:lvl2pPr>
            <a:lvl3pPr marL="1371600" indent="-273050" algn="l">
              <a:lnSpc>
                <a:spcPct val="100000"/>
              </a:lnSpc>
              <a:spcBef>
                <a:spcPts val="0"/>
              </a:spcBef>
              <a:spcAft>
                <a:spcPts val="0"/>
              </a:spcAft>
              <a:buClr>
                <a:srgbClr val="000000"/>
              </a:buClr>
              <a:buSzPts val="700"/>
              <a:buChar char="■"/>
              <a:defRPr sz="2100"/>
            </a:lvl3pPr>
            <a:lvl4pPr marL="1828800" indent="-273050" algn="l">
              <a:lnSpc>
                <a:spcPct val="100000"/>
              </a:lnSpc>
              <a:spcBef>
                <a:spcPts val="0"/>
              </a:spcBef>
              <a:spcAft>
                <a:spcPts val="0"/>
              </a:spcAft>
              <a:buClr>
                <a:srgbClr val="000000"/>
              </a:buClr>
              <a:buSzPts val="700"/>
              <a:buChar char="●"/>
              <a:defRPr sz="2100"/>
            </a:lvl4pPr>
            <a:lvl5pPr marL="2286000" indent="-273050" algn="l">
              <a:lnSpc>
                <a:spcPct val="100000"/>
              </a:lnSpc>
              <a:spcBef>
                <a:spcPts val="0"/>
              </a:spcBef>
              <a:spcAft>
                <a:spcPts val="0"/>
              </a:spcAft>
              <a:buClr>
                <a:srgbClr val="000000"/>
              </a:buClr>
              <a:buSzPts val="700"/>
              <a:buChar char="○"/>
              <a:defRPr sz="2100"/>
            </a:lvl5pPr>
            <a:lvl6pPr marL="2743200" indent="-273050" algn="l">
              <a:lnSpc>
                <a:spcPct val="100000"/>
              </a:lnSpc>
              <a:spcBef>
                <a:spcPts val="0"/>
              </a:spcBef>
              <a:spcAft>
                <a:spcPts val="0"/>
              </a:spcAft>
              <a:buClr>
                <a:srgbClr val="000000"/>
              </a:buClr>
              <a:buSzPts val="700"/>
              <a:buChar char="■"/>
              <a:defRPr sz="2100"/>
            </a:lvl6pPr>
            <a:lvl7pPr marL="3200400" indent="-273050" algn="l">
              <a:lnSpc>
                <a:spcPct val="100000"/>
              </a:lnSpc>
              <a:spcBef>
                <a:spcPts val="0"/>
              </a:spcBef>
              <a:spcAft>
                <a:spcPts val="0"/>
              </a:spcAft>
              <a:buClr>
                <a:srgbClr val="000000"/>
              </a:buClr>
              <a:buSzPts val="700"/>
              <a:buChar char="●"/>
              <a:defRPr sz="2100"/>
            </a:lvl7pPr>
            <a:lvl8pPr marL="3657600" indent="-273050" algn="l">
              <a:lnSpc>
                <a:spcPct val="100000"/>
              </a:lnSpc>
              <a:spcBef>
                <a:spcPts val="0"/>
              </a:spcBef>
              <a:spcAft>
                <a:spcPts val="0"/>
              </a:spcAft>
              <a:buClr>
                <a:srgbClr val="000000"/>
              </a:buClr>
              <a:buSzPts val="700"/>
              <a:buChar char="○"/>
              <a:defRPr sz="2100"/>
            </a:lvl8pPr>
            <a:lvl9pPr marL="4114800" indent="-273050" algn="l">
              <a:lnSpc>
                <a:spcPct val="100000"/>
              </a:lnSpc>
              <a:spcBef>
                <a:spcPts val="0"/>
              </a:spcBef>
              <a:spcAft>
                <a:spcPts val="0"/>
              </a:spcAft>
              <a:buClr>
                <a:srgbClr val="000000"/>
              </a:buClr>
              <a:buSzPts val="700"/>
              <a:buChar char="■"/>
              <a:defRPr sz="2100"/>
            </a:lvl9pPr>
          </a:lstStyle>
          <a:p xmlns:a="http://schemas.openxmlformats.org/drawingml/2006/main"/>
        </p:txBody>
      </p:sp>
      <p:sp>
        <p:nvSpPr>
          <p:cNvPr id="1131" name="Google Shape;1131;p140">
            <a:extLst xmlns:a="http://schemas.openxmlformats.org/drawingml/2006/main">
              <a:ext uri="{FF2B5EF4-FFF2-40B4-BE49-F238E27FC236}">
                <a16:creationId xmlns:a16="http://schemas.microsoft.com/office/drawing/2014/main" id="{04952893-7D12-460E-A856-7407711E6198}"/>
              </a:ext>
            </a:extLst>
          </p:cNvPr>
          <p:cNvSpPr>
            <a:spLocks xmlns:a="http://schemas.openxmlformats.org/drawingml/2006/main" noGrp="1"/>
          </p:cNvSpPr>
          <p:nvPr/>
        </p:nvSpPr>
        <p:spPr>
          <a:xfrm xmlns:a="http://schemas.openxmlformats.org/drawingml/2006/main">
            <a:off x="4645154" y="2104284"/>
            <a:ext cx="4297500" cy="1244700"/>
          </a:xfrm>
          <a:prstGeom xmlns:a="http://schemas.openxmlformats.org/drawingml/2006/main" prst="roundRect">
            <a:avLst>
              <a:gd name="adj" fmla="val 7021"/>
            </a:avLst>
          </a:prstGeom>
          <a:solidFill xmlns:a="http://schemas.openxmlformats.org/drawingml/2006/main">
            <a:srgbClr val="F4F2E6"/>
          </a:solidFill>
          <a:ln xmlns:a="http://schemas.openxmlformats.org/drawingml/2006/main">
            <a:noFill/>
          </a:ln>
        </p:spPr>
        <p:txBody>
          <a:bodyPr xmlns:a="http://schemas.openxmlformats.org/drawingml/2006/main" spcFirstLastPara="1" wrap="square" lIns="19050" tIns="19050" rIns="19050" bIns="1905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FFFFFF"/>
              </a:buClr>
              <a:buSzPts val="1800"/>
              <a:buFont typeface="Helvetica Neue"/>
              <a:buNone/>
            </a:pPr>
            <a:r>
              <a:t/>
            </a:r>
            <a:endParaRPr sz="1800" b="0" i="0" u="none" cap="none">
              <a:solidFill>
                <a:srgbClr val="000000"/>
              </a:solidFill>
              <a:latin typeface="Helvetica Neue"/>
              <a:ea typeface="Helvetica Neue"/>
              <a:cs typeface="Helvetica Neue"/>
            </a:endParaRPr>
          </a:p>
        </p:txBody>
      </p:sp>
      <p:sp>
        <p:nvSpPr>
          <p:cNvPr id="1132" name="Google Shape;1132;p140">
            <a:extLst xmlns:a="http://schemas.openxmlformats.org/drawingml/2006/main">
              <a:ext uri="{FF2B5EF4-FFF2-40B4-BE49-F238E27FC236}">
                <a16:creationId xmlns:a16="http://schemas.microsoft.com/office/drawing/2014/main" id="{AB280833-03AD-456A-AB48-CB297D5D846B}"/>
              </a:ext>
            </a:extLst>
          </p:cNvPr>
          <p:cNvSpPr>
            <a:spLocks xmlns:a="http://schemas.openxmlformats.org/drawingml/2006/main" noGrp="1"/>
          </p:cNvSpPr>
          <p:nvPr>
            <p:ph type="body" idx="20"/>
          </p:nvPr>
        </p:nvSpPr>
        <p:spPr>
          <a:xfrm xmlns:a="http://schemas.openxmlformats.org/drawingml/2006/main">
            <a:off x="5941937" y="2252499"/>
            <a:ext cx="2850000" cy="516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lvl1pPr marL="457200" indent="-279400" algn="l">
              <a:lnSpc>
                <a:spcPct val="120000"/>
              </a:lnSpc>
              <a:spcBef>
                <a:spcPts val="0"/>
              </a:spcBef>
              <a:spcAft>
                <a:spcPts val="0"/>
              </a:spcAft>
              <a:buClr>
                <a:srgbClr val="7F7F7F"/>
              </a:buClr>
              <a:buSzPts val="800"/>
              <a:buFont typeface="Helvetica Neue"/>
              <a:buChar char="●"/>
              <a:defRPr sz="800">
                <a:solidFill>
                  <a:srgbClr val="7F7F7F"/>
                </a:solidFill>
              </a:defRPr>
            </a:lvl1pPr>
            <a:lvl2pPr marL="914400" indent="-273050" algn="l">
              <a:lnSpc>
                <a:spcPct val="100000"/>
              </a:lnSpc>
              <a:spcBef>
                <a:spcPts val="0"/>
              </a:spcBef>
              <a:spcAft>
                <a:spcPts val="0"/>
              </a:spcAft>
              <a:buClr>
                <a:srgbClr val="000000"/>
              </a:buClr>
              <a:buSzPts val="700"/>
              <a:buChar char="○"/>
              <a:defRPr sz="2100"/>
            </a:lvl2pPr>
            <a:lvl3pPr marL="1371600" indent="-273050" algn="l">
              <a:lnSpc>
                <a:spcPct val="100000"/>
              </a:lnSpc>
              <a:spcBef>
                <a:spcPts val="0"/>
              </a:spcBef>
              <a:spcAft>
                <a:spcPts val="0"/>
              </a:spcAft>
              <a:buClr>
                <a:srgbClr val="000000"/>
              </a:buClr>
              <a:buSzPts val="700"/>
              <a:buChar char="■"/>
              <a:defRPr sz="2100"/>
            </a:lvl3pPr>
            <a:lvl4pPr marL="1828800" indent="-273050" algn="l">
              <a:lnSpc>
                <a:spcPct val="100000"/>
              </a:lnSpc>
              <a:spcBef>
                <a:spcPts val="0"/>
              </a:spcBef>
              <a:spcAft>
                <a:spcPts val="0"/>
              </a:spcAft>
              <a:buClr>
                <a:srgbClr val="000000"/>
              </a:buClr>
              <a:buSzPts val="700"/>
              <a:buChar char="●"/>
              <a:defRPr sz="2100"/>
            </a:lvl4pPr>
            <a:lvl5pPr marL="2286000" indent="-273050" algn="l">
              <a:lnSpc>
                <a:spcPct val="100000"/>
              </a:lnSpc>
              <a:spcBef>
                <a:spcPts val="0"/>
              </a:spcBef>
              <a:spcAft>
                <a:spcPts val="0"/>
              </a:spcAft>
              <a:buClr>
                <a:srgbClr val="000000"/>
              </a:buClr>
              <a:buSzPts val="700"/>
              <a:buChar char="○"/>
              <a:defRPr sz="2100"/>
            </a:lvl5pPr>
            <a:lvl6pPr marL="2743200" indent="-273050" algn="l">
              <a:lnSpc>
                <a:spcPct val="100000"/>
              </a:lnSpc>
              <a:spcBef>
                <a:spcPts val="0"/>
              </a:spcBef>
              <a:spcAft>
                <a:spcPts val="0"/>
              </a:spcAft>
              <a:buClr>
                <a:srgbClr val="000000"/>
              </a:buClr>
              <a:buSzPts val="700"/>
              <a:buChar char="■"/>
              <a:defRPr sz="2100"/>
            </a:lvl6pPr>
            <a:lvl7pPr marL="3200400" indent="-273050" algn="l">
              <a:lnSpc>
                <a:spcPct val="100000"/>
              </a:lnSpc>
              <a:spcBef>
                <a:spcPts val="0"/>
              </a:spcBef>
              <a:spcAft>
                <a:spcPts val="0"/>
              </a:spcAft>
              <a:buClr>
                <a:srgbClr val="000000"/>
              </a:buClr>
              <a:buSzPts val="700"/>
              <a:buChar char="●"/>
              <a:defRPr sz="2100"/>
            </a:lvl7pPr>
            <a:lvl8pPr marL="3657600" indent="-273050" algn="l">
              <a:lnSpc>
                <a:spcPct val="100000"/>
              </a:lnSpc>
              <a:spcBef>
                <a:spcPts val="0"/>
              </a:spcBef>
              <a:spcAft>
                <a:spcPts val="0"/>
              </a:spcAft>
              <a:buClr>
                <a:srgbClr val="000000"/>
              </a:buClr>
              <a:buSzPts val="700"/>
              <a:buChar char="○"/>
              <a:defRPr sz="2100"/>
            </a:lvl8pPr>
            <a:lvl9pPr marL="4114800" indent="-273050" algn="l">
              <a:lnSpc>
                <a:spcPct val="100000"/>
              </a:lnSpc>
              <a:spcBef>
                <a:spcPts val="0"/>
              </a:spcBef>
              <a:spcAft>
                <a:spcPts val="0"/>
              </a:spcAft>
              <a:buClr>
                <a:srgbClr val="000000"/>
              </a:buClr>
              <a:buSzPts val="700"/>
              <a:buChar char="■"/>
              <a:defRPr sz="2100"/>
            </a:lvl9pPr>
          </a:lstStyle>
          <a:p xmlns:a="http://schemas.openxmlformats.org/drawingml/2006/main"/>
        </p:txBody>
      </p:sp>
      <p:sp>
        <p:nvSpPr>
          <p:cNvPr id="1133" name="Google Shape;1133;p140">
            <a:extLst xmlns:a="http://schemas.openxmlformats.org/drawingml/2006/main">
              <a:ext uri="{FF2B5EF4-FFF2-40B4-BE49-F238E27FC236}">
                <a16:creationId xmlns:a16="http://schemas.microsoft.com/office/drawing/2014/main" id="{A15D966E-EA00-4E18-B9D5-C2AD973EAA7F}"/>
              </a:ext>
            </a:extLst>
          </p:cNvPr>
          <p:cNvSpPr>
            <a:spLocks xmlns:a="http://schemas.openxmlformats.org/drawingml/2006/main" noGrp="1"/>
          </p:cNvSpPr>
          <p:nvPr>
            <p:ph type="pic" idx="21"/>
          </p:nvPr>
        </p:nvSpPr>
        <p:spPr>
          <a:xfrm xmlns:a="http://schemas.openxmlformats.org/drawingml/2006/main">
            <a:off x="4794046" y="2252499"/>
            <a:ext cx="999000" cy="954000"/>
          </a:xfrm>
          <a:prstGeom xmlns:a="http://schemas.openxmlformats.org/drawingml/2006/main" prst="roundRect">
            <a:avLst>
              <a:gd name="adj" fmla="val 7608"/>
            </a:avLst>
          </a:prstGeom>
          <a:noFill xmlns:a="http://schemas.openxmlformats.org/drawingml/2006/main"/>
          <a:ln xmlns:a="http://schemas.openxmlformats.org/drawingml/2006/main">
            <a:noFill/>
          </a:ln>
        </p:spPr>
      </p:sp>
      <p:sp>
        <p:nvSpPr>
          <p:cNvPr id="1134" name="Google Shape;1134;p140">
            <a:extLst xmlns:a="http://schemas.openxmlformats.org/drawingml/2006/main">
              <a:ext uri="{FF2B5EF4-FFF2-40B4-BE49-F238E27FC236}">
                <a16:creationId xmlns:a16="http://schemas.microsoft.com/office/drawing/2014/main" id="{383587AC-35CC-4963-9D39-4DA806DE0E19}"/>
              </a:ext>
            </a:extLst>
          </p:cNvPr>
          <p:cNvSpPr>
            <a:spLocks xmlns:a="http://schemas.openxmlformats.org/drawingml/2006/main" noGrp="1"/>
          </p:cNvSpPr>
          <p:nvPr>
            <p:ph type="body" idx="22"/>
          </p:nvPr>
        </p:nvSpPr>
        <p:spPr>
          <a:xfrm xmlns:a="http://schemas.openxmlformats.org/drawingml/2006/main">
            <a:off x="5941937" y="2908794"/>
            <a:ext cx="2850000" cy="9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lvl1pPr marL="457200" indent="-266700" algn="l">
              <a:lnSpc>
                <a:spcPct val="120000"/>
              </a:lnSpc>
              <a:spcBef>
                <a:spcPts val="0"/>
              </a:spcBef>
              <a:spcAft>
                <a:spcPts val="0"/>
              </a:spcAft>
              <a:buClr>
                <a:schemeClr val="dk1"/>
              </a:buClr>
              <a:buSzPts val="600"/>
              <a:buFont typeface="Helvetica Neue"/>
              <a:buChar char="●"/>
              <a:defRPr sz="600">
                <a:solidFill>
                  <a:schemeClr val="dk1"/>
                </a:solidFill>
              </a:defRPr>
            </a:lvl1pPr>
            <a:lvl2pPr marL="914400" indent="-273050" algn="l">
              <a:lnSpc>
                <a:spcPct val="100000"/>
              </a:lnSpc>
              <a:spcBef>
                <a:spcPts val="0"/>
              </a:spcBef>
              <a:spcAft>
                <a:spcPts val="0"/>
              </a:spcAft>
              <a:buClr>
                <a:srgbClr val="000000"/>
              </a:buClr>
              <a:buSzPts val="700"/>
              <a:buChar char="○"/>
              <a:defRPr sz="2100"/>
            </a:lvl2pPr>
            <a:lvl3pPr marL="1371600" indent="-273050" algn="l">
              <a:lnSpc>
                <a:spcPct val="100000"/>
              </a:lnSpc>
              <a:spcBef>
                <a:spcPts val="0"/>
              </a:spcBef>
              <a:spcAft>
                <a:spcPts val="0"/>
              </a:spcAft>
              <a:buClr>
                <a:srgbClr val="000000"/>
              </a:buClr>
              <a:buSzPts val="700"/>
              <a:buChar char="■"/>
              <a:defRPr sz="2100"/>
            </a:lvl3pPr>
            <a:lvl4pPr marL="1828800" indent="-273050" algn="l">
              <a:lnSpc>
                <a:spcPct val="100000"/>
              </a:lnSpc>
              <a:spcBef>
                <a:spcPts val="0"/>
              </a:spcBef>
              <a:spcAft>
                <a:spcPts val="0"/>
              </a:spcAft>
              <a:buClr>
                <a:srgbClr val="000000"/>
              </a:buClr>
              <a:buSzPts val="700"/>
              <a:buChar char="●"/>
              <a:defRPr sz="2100"/>
            </a:lvl4pPr>
            <a:lvl5pPr marL="2286000" indent="-273050" algn="l">
              <a:lnSpc>
                <a:spcPct val="100000"/>
              </a:lnSpc>
              <a:spcBef>
                <a:spcPts val="0"/>
              </a:spcBef>
              <a:spcAft>
                <a:spcPts val="0"/>
              </a:spcAft>
              <a:buClr>
                <a:srgbClr val="000000"/>
              </a:buClr>
              <a:buSzPts val="700"/>
              <a:buChar char="○"/>
              <a:defRPr sz="2100"/>
            </a:lvl5pPr>
            <a:lvl6pPr marL="2743200" indent="-273050" algn="l">
              <a:lnSpc>
                <a:spcPct val="100000"/>
              </a:lnSpc>
              <a:spcBef>
                <a:spcPts val="0"/>
              </a:spcBef>
              <a:spcAft>
                <a:spcPts val="0"/>
              </a:spcAft>
              <a:buClr>
                <a:srgbClr val="000000"/>
              </a:buClr>
              <a:buSzPts val="700"/>
              <a:buChar char="■"/>
              <a:defRPr sz="2100"/>
            </a:lvl6pPr>
            <a:lvl7pPr marL="3200400" indent="-273050" algn="l">
              <a:lnSpc>
                <a:spcPct val="100000"/>
              </a:lnSpc>
              <a:spcBef>
                <a:spcPts val="0"/>
              </a:spcBef>
              <a:spcAft>
                <a:spcPts val="0"/>
              </a:spcAft>
              <a:buClr>
                <a:srgbClr val="000000"/>
              </a:buClr>
              <a:buSzPts val="700"/>
              <a:buChar char="●"/>
              <a:defRPr sz="2100"/>
            </a:lvl7pPr>
            <a:lvl8pPr marL="3657600" indent="-273050" algn="l">
              <a:lnSpc>
                <a:spcPct val="100000"/>
              </a:lnSpc>
              <a:spcBef>
                <a:spcPts val="0"/>
              </a:spcBef>
              <a:spcAft>
                <a:spcPts val="0"/>
              </a:spcAft>
              <a:buClr>
                <a:srgbClr val="000000"/>
              </a:buClr>
              <a:buSzPts val="700"/>
              <a:buChar char="○"/>
              <a:defRPr sz="2100"/>
            </a:lvl8pPr>
            <a:lvl9pPr marL="4114800" indent="-273050" algn="l">
              <a:lnSpc>
                <a:spcPct val="100000"/>
              </a:lnSpc>
              <a:spcBef>
                <a:spcPts val="0"/>
              </a:spcBef>
              <a:spcAft>
                <a:spcPts val="0"/>
              </a:spcAft>
              <a:buClr>
                <a:srgbClr val="000000"/>
              </a:buClr>
              <a:buSzPts val="700"/>
              <a:buChar char="■"/>
              <a:defRPr sz="2100"/>
            </a:lvl9pPr>
          </a:lstStyle>
          <a:p xmlns:a="http://schemas.openxmlformats.org/drawingml/2006/main"/>
        </p:txBody>
      </p:sp>
      <p:pic>
        <p:nvPicPr>
          <p:cNvPr id="1161" name="Google Shape;1135;p140"/>
          <p:cNvPicPr>
            <a:picLocks xmlns:a="http://schemas.openxmlformats.org/drawingml/2006/main" noChangeAspect="1"/>
          </p:cNvPicPr>
          <p:nvPr/>
        </p:nvPicPr>
        <p:blipFill>
          <a:blip xmlns:r="http://schemas.openxmlformats.org/officeDocument/2006/relationships" xmlns:a="http://schemas.openxmlformats.org/drawingml/2006/main" r:embed="R406673d8564748a2">
            <a:alphaModFix/>
          </a:blip>
          <a:stretch xmlns:a="http://schemas.openxmlformats.org/drawingml/2006/main">
            <a:fillRect l="0" t="0" r="0" b="0"/>
          </a:stretch>
        </p:blipFill>
        <p:spPr>
          <a:xfrm xmlns:a="http://schemas.openxmlformats.org/drawingml/2006/main">
            <a:off x="228600" y="4836074"/>
            <a:ext cx="153925" cy="153925"/>
          </a:xfrm>
          <a:prstGeom xmlns:a="http://schemas.openxmlformats.org/drawingml/2006/main" prst="rect">
            <a:avLst/>
          </a:prstGeom>
          <a:ln xmlns:a="http://schemas.openxmlformats.org/drawingml/2006/main">
            <a:noFill/>
          </a:ln>
        </p:spPr>
      </p:pic>
    </p:spTree>
  </p:cSld>
</p:sldLayout>
</file>

<file path=ppt/slideLayouts/slideLayout139.xml><?xml version="1.0" encoding="utf-8"?>
<p:sldLayout xmlns:p="http://schemas.openxmlformats.org/presentationml/2006/main" matchingName="Appendix 4">
  <p:cSld name="Audience - Insights">
    <p:spTree>
      <p:nvGrpSpPr>
        <p:cNvPr id="1" name=""/>
        <p:cNvGrpSpPr/>
        <p:nvPr/>
      </p:nvGrpSpPr>
      <p:grpSpPr>
        <a:xfrm xmlns:a="http://schemas.openxmlformats.org/drawingml/2006/main"/>
      </p:grpSpPr>
      <p:sp>
        <p:nvSpPr>
          <p:cNvPr id="1137" name="Google Shape;1137;p141">
            <a:extLst xmlns:a="http://schemas.openxmlformats.org/drawingml/2006/main">
              <a:ext uri="{FF2B5EF4-FFF2-40B4-BE49-F238E27FC236}">
                <a16:creationId xmlns:a16="http://schemas.microsoft.com/office/drawing/2014/main" id="{EB09B2F5-BFAA-4E46-9FF9-2018D62638E1}"/>
              </a:ext>
            </a:extLst>
          </p:cNvPr>
          <p:cNvSpPr>
            <a:spLocks xmlns:a="http://schemas.openxmlformats.org/drawingml/2006/main" noGrp="1"/>
          </p:cNvSpPr>
          <p:nvPr>
            <p:ph type="body" idx="1"/>
          </p:nvPr>
        </p:nvSpPr>
        <p:spPr>
          <a:xfrm xmlns:a="http://schemas.openxmlformats.org/drawingml/2006/main">
            <a:off x="201168" y="197640"/>
            <a:ext cx="4297800" cy="415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lvl1pPr marL="457200" indent="-317500" algn="l">
              <a:lnSpc>
                <a:spcPct val="100000"/>
              </a:lnSpc>
              <a:spcBef>
                <a:spcPts val="0"/>
              </a:spcBef>
              <a:spcAft>
                <a:spcPts val="0"/>
              </a:spcAft>
              <a:buClr>
                <a:schemeClr val="dk1"/>
              </a:buClr>
              <a:buSzPts val="1400"/>
              <a:buFont typeface="Helvetica Neue"/>
              <a:buChar char="●"/>
              <a:defRPr sz="1400">
                <a:solidFill>
                  <a:schemeClr val="dk1"/>
                </a:solidFill>
              </a:defRPr>
            </a:lvl1pPr>
            <a:lvl2pPr marL="914400" indent="-273050" algn="l">
              <a:lnSpc>
                <a:spcPct val="100000"/>
              </a:lnSpc>
              <a:spcBef>
                <a:spcPts val="0"/>
              </a:spcBef>
              <a:spcAft>
                <a:spcPts val="0"/>
              </a:spcAft>
              <a:buClr>
                <a:srgbClr val="000000"/>
              </a:buClr>
              <a:buSzPts val="700"/>
              <a:buChar char="○"/>
              <a:defRPr sz="2100"/>
            </a:lvl2pPr>
            <a:lvl3pPr marL="1371600" indent="-273050" algn="l">
              <a:lnSpc>
                <a:spcPct val="100000"/>
              </a:lnSpc>
              <a:spcBef>
                <a:spcPts val="0"/>
              </a:spcBef>
              <a:spcAft>
                <a:spcPts val="0"/>
              </a:spcAft>
              <a:buClr>
                <a:srgbClr val="000000"/>
              </a:buClr>
              <a:buSzPts val="700"/>
              <a:buChar char="■"/>
              <a:defRPr sz="2100"/>
            </a:lvl3pPr>
            <a:lvl4pPr marL="1828800" indent="-273050" algn="l">
              <a:lnSpc>
                <a:spcPct val="100000"/>
              </a:lnSpc>
              <a:spcBef>
                <a:spcPts val="0"/>
              </a:spcBef>
              <a:spcAft>
                <a:spcPts val="0"/>
              </a:spcAft>
              <a:buClr>
                <a:srgbClr val="000000"/>
              </a:buClr>
              <a:buSzPts val="700"/>
              <a:buChar char="●"/>
              <a:defRPr sz="2100"/>
            </a:lvl4pPr>
            <a:lvl5pPr marL="2286000" indent="-273050" algn="l">
              <a:lnSpc>
                <a:spcPct val="100000"/>
              </a:lnSpc>
              <a:spcBef>
                <a:spcPts val="0"/>
              </a:spcBef>
              <a:spcAft>
                <a:spcPts val="0"/>
              </a:spcAft>
              <a:buClr>
                <a:srgbClr val="000000"/>
              </a:buClr>
              <a:buSzPts val="700"/>
              <a:buChar char="○"/>
              <a:defRPr sz="2100"/>
            </a:lvl5pPr>
            <a:lvl6pPr marL="2743200" indent="-273050" algn="l">
              <a:lnSpc>
                <a:spcPct val="100000"/>
              </a:lnSpc>
              <a:spcBef>
                <a:spcPts val="0"/>
              </a:spcBef>
              <a:spcAft>
                <a:spcPts val="0"/>
              </a:spcAft>
              <a:buClr>
                <a:srgbClr val="000000"/>
              </a:buClr>
              <a:buSzPts val="700"/>
              <a:buChar char="■"/>
              <a:defRPr sz="2100"/>
            </a:lvl6pPr>
            <a:lvl7pPr marL="3200400" indent="-273050" algn="l">
              <a:lnSpc>
                <a:spcPct val="100000"/>
              </a:lnSpc>
              <a:spcBef>
                <a:spcPts val="0"/>
              </a:spcBef>
              <a:spcAft>
                <a:spcPts val="0"/>
              </a:spcAft>
              <a:buClr>
                <a:srgbClr val="000000"/>
              </a:buClr>
              <a:buSzPts val="700"/>
              <a:buChar char="●"/>
              <a:defRPr sz="2100"/>
            </a:lvl7pPr>
            <a:lvl8pPr marL="3657600" indent="-273050" algn="l">
              <a:lnSpc>
                <a:spcPct val="100000"/>
              </a:lnSpc>
              <a:spcBef>
                <a:spcPts val="0"/>
              </a:spcBef>
              <a:spcAft>
                <a:spcPts val="0"/>
              </a:spcAft>
              <a:buClr>
                <a:srgbClr val="000000"/>
              </a:buClr>
              <a:buSzPts val="700"/>
              <a:buChar char="○"/>
              <a:defRPr sz="2100"/>
            </a:lvl8pPr>
            <a:lvl9pPr marL="4114800" indent="-273050" algn="l">
              <a:lnSpc>
                <a:spcPct val="100000"/>
              </a:lnSpc>
              <a:spcBef>
                <a:spcPts val="0"/>
              </a:spcBef>
              <a:spcAft>
                <a:spcPts val="0"/>
              </a:spcAft>
              <a:buClr>
                <a:srgbClr val="000000"/>
              </a:buClr>
              <a:buSzPts val="700"/>
              <a:buChar char="■"/>
              <a:defRPr sz="2100"/>
            </a:lvl9pPr>
          </a:lstStyle>
          <a:p xmlns:a="http://schemas.openxmlformats.org/drawingml/2006/main"/>
        </p:txBody>
      </p:sp>
      <p:sp>
        <p:nvSpPr>
          <p:cNvPr id="1138" name="Google Shape;1138;p141">
            <a:extLst xmlns:a="http://schemas.openxmlformats.org/drawingml/2006/main">
              <a:ext uri="{FF2B5EF4-FFF2-40B4-BE49-F238E27FC236}">
                <a16:creationId xmlns:a16="http://schemas.microsoft.com/office/drawing/2014/main" id="{BD3ABBD1-02E9-438E-9975-5830EFFFDCE4}"/>
              </a:ext>
            </a:extLst>
          </p:cNvPr>
          <p:cNvSpPr>
            <a:spLocks xmlns:a="http://schemas.openxmlformats.org/drawingml/2006/main" noGrp="1"/>
          </p:cNvSpPr>
          <p:nvPr>
            <p:ph type="body" idx="2"/>
          </p:nvPr>
        </p:nvSpPr>
        <p:spPr>
          <a:xfrm xmlns:a="http://schemas.openxmlformats.org/drawingml/2006/main">
            <a:off x="201377" y="814608"/>
            <a:ext cx="4297500" cy="264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lvl1pPr marL="457200" indent="-279400" algn="l">
              <a:lnSpc>
                <a:spcPct val="120000"/>
              </a:lnSpc>
              <a:spcBef>
                <a:spcPts val="0"/>
              </a:spcBef>
              <a:spcAft>
                <a:spcPts val="0"/>
              </a:spcAft>
              <a:buClr>
                <a:srgbClr val="7F7F7F"/>
              </a:buClr>
              <a:buSzPts val="800"/>
              <a:buFont typeface="Helvetica Neue"/>
              <a:buChar char="●"/>
              <a:defRPr sz="800">
                <a:solidFill>
                  <a:srgbClr val="7F7F7F"/>
                </a:solidFill>
              </a:defRPr>
            </a:lvl1pPr>
            <a:lvl2pPr marL="914400" indent="-273050" algn="l">
              <a:lnSpc>
                <a:spcPct val="100000"/>
              </a:lnSpc>
              <a:spcBef>
                <a:spcPts val="0"/>
              </a:spcBef>
              <a:spcAft>
                <a:spcPts val="0"/>
              </a:spcAft>
              <a:buClr>
                <a:srgbClr val="000000"/>
              </a:buClr>
              <a:buSzPts val="700"/>
              <a:buChar char="○"/>
              <a:defRPr sz="2100"/>
            </a:lvl2pPr>
            <a:lvl3pPr marL="1371600" indent="-273050" algn="l">
              <a:lnSpc>
                <a:spcPct val="100000"/>
              </a:lnSpc>
              <a:spcBef>
                <a:spcPts val="0"/>
              </a:spcBef>
              <a:spcAft>
                <a:spcPts val="0"/>
              </a:spcAft>
              <a:buClr>
                <a:srgbClr val="000000"/>
              </a:buClr>
              <a:buSzPts val="700"/>
              <a:buChar char="■"/>
              <a:defRPr sz="2100"/>
            </a:lvl3pPr>
            <a:lvl4pPr marL="1828800" indent="-273050" algn="l">
              <a:lnSpc>
                <a:spcPct val="100000"/>
              </a:lnSpc>
              <a:spcBef>
                <a:spcPts val="0"/>
              </a:spcBef>
              <a:spcAft>
                <a:spcPts val="0"/>
              </a:spcAft>
              <a:buClr>
                <a:srgbClr val="000000"/>
              </a:buClr>
              <a:buSzPts val="700"/>
              <a:buChar char="●"/>
              <a:defRPr sz="2100"/>
            </a:lvl4pPr>
            <a:lvl5pPr marL="2286000" indent="-273050" algn="l">
              <a:lnSpc>
                <a:spcPct val="100000"/>
              </a:lnSpc>
              <a:spcBef>
                <a:spcPts val="0"/>
              </a:spcBef>
              <a:spcAft>
                <a:spcPts val="0"/>
              </a:spcAft>
              <a:buClr>
                <a:srgbClr val="000000"/>
              </a:buClr>
              <a:buSzPts val="700"/>
              <a:buChar char="○"/>
              <a:defRPr sz="2100"/>
            </a:lvl5pPr>
            <a:lvl6pPr marL="2743200" indent="-273050" algn="l">
              <a:lnSpc>
                <a:spcPct val="100000"/>
              </a:lnSpc>
              <a:spcBef>
                <a:spcPts val="0"/>
              </a:spcBef>
              <a:spcAft>
                <a:spcPts val="0"/>
              </a:spcAft>
              <a:buClr>
                <a:srgbClr val="000000"/>
              </a:buClr>
              <a:buSzPts val="700"/>
              <a:buChar char="■"/>
              <a:defRPr sz="2100"/>
            </a:lvl6pPr>
            <a:lvl7pPr marL="3200400" indent="-273050" algn="l">
              <a:lnSpc>
                <a:spcPct val="100000"/>
              </a:lnSpc>
              <a:spcBef>
                <a:spcPts val="0"/>
              </a:spcBef>
              <a:spcAft>
                <a:spcPts val="0"/>
              </a:spcAft>
              <a:buClr>
                <a:srgbClr val="000000"/>
              </a:buClr>
              <a:buSzPts val="700"/>
              <a:buChar char="●"/>
              <a:defRPr sz="2100"/>
            </a:lvl7pPr>
            <a:lvl8pPr marL="3657600" indent="-273050" algn="l">
              <a:lnSpc>
                <a:spcPct val="100000"/>
              </a:lnSpc>
              <a:spcBef>
                <a:spcPts val="0"/>
              </a:spcBef>
              <a:spcAft>
                <a:spcPts val="0"/>
              </a:spcAft>
              <a:buClr>
                <a:srgbClr val="000000"/>
              </a:buClr>
              <a:buSzPts val="700"/>
              <a:buChar char="○"/>
              <a:defRPr sz="2100"/>
            </a:lvl8pPr>
            <a:lvl9pPr marL="4114800" indent="-273050" algn="l">
              <a:lnSpc>
                <a:spcPct val="100000"/>
              </a:lnSpc>
              <a:spcBef>
                <a:spcPts val="0"/>
              </a:spcBef>
              <a:spcAft>
                <a:spcPts val="0"/>
              </a:spcAft>
              <a:buClr>
                <a:srgbClr val="000000"/>
              </a:buClr>
              <a:buSzPts val="700"/>
              <a:buChar char="■"/>
              <a:defRPr sz="2100"/>
            </a:lvl9pPr>
          </a:lstStyle>
          <a:p xmlns:a="http://schemas.openxmlformats.org/drawingml/2006/main"/>
        </p:txBody>
      </p:sp>
      <p:sp>
        <p:nvSpPr>
          <p:cNvPr id="1139" name="Google Shape;1139;p141">
            <a:extLst xmlns:a="http://schemas.openxmlformats.org/drawingml/2006/main">
              <a:ext uri="{FF2B5EF4-FFF2-40B4-BE49-F238E27FC236}">
                <a16:creationId xmlns:a16="http://schemas.microsoft.com/office/drawing/2014/main" id="{6A4B77F9-CC96-4458-8A53-1E4B750A60AF}"/>
              </a:ext>
            </a:extLst>
          </p:cNvPr>
          <p:cNvSpPr>
            <a:spLocks xmlns:a="http://schemas.openxmlformats.org/drawingml/2006/main" noGrp="1"/>
          </p:cNvSpPr>
          <p:nvPr>
            <p:ph type="body" idx="3"/>
          </p:nvPr>
        </p:nvSpPr>
        <p:spPr>
          <a:xfrm xmlns:a="http://schemas.openxmlformats.org/drawingml/2006/main">
            <a:off x="201377" y="4681580"/>
            <a:ext cx="4297500" cy="264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lvl1pPr marL="457200" indent="-279400" algn="l">
              <a:lnSpc>
                <a:spcPct val="120000"/>
              </a:lnSpc>
              <a:spcBef>
                <a:spcPts val="0"/>
              </a:spcBef>
              <a:spcAft>
                <a:spcPts val="0"/>
              </a:spcAft>
              <a:buClr>
                <a:srgbClr val="7F7F7F"/>
              </a:buClr>
              <a:buSzPts val="800"/>
              <a:buFont typeface="Helvetica Neue"/>
              <a:buChar char="●"/>
              <a:defRPr sz="800">
                <a:solidFill>
                  <a:srgbClr val="7F7F7F"/>
                </a:solidFill>
              </a:defRPr>
            </a:lvl1pPr>
            <a:lvl2pPr marL="914400" indent="-273050" algn="l">
              <a:lnSpc>
                <a:spcPct val="100000"/>
              </a:lnSpc>
              <a:spcBef>
                <a:spcPts val="0"/>
              </a:spcBef>
              <a:spcAft>
                <a:spcPts val="0"/>
              </a:spcAft>
              <a:buClr>
                <a:srgbClr val="000000"/>
              </a:buClr>
              <a:buSzPts val="700"/>
              <a:buChar char="○"/>
              <a:defRPr sz="2100"/>
            </a:lvl2pPr>
            <a:lvl3pPr marL="1371600" indent="-273050" algn="l">
              <a:lnSpc>
                <a:spcPct val="100000"/>
              </a:lnSpc>
              <a:spcBef>
                <a:spcPts val="0"/>
              </a:spcBef>
              <a:spcAft>
                <a:spcPts val="0"/>
              </a:spcAft>
              <a:buClr>
                <a:srgbClr val="000000"/>
              </a:buClr>
              <a:buSzPts val="700"/>
              <a:buChar char="■"/>
              <a:defRPr sz="2100"/>
            </a:lvl3pPr>
            <a:lvl4pPr marL="1828800" indent="-273050" algn="l">
              <a:lnSpc>
                <a:spcPct val="100000"/>
              </a:lnSpc>
              <a:spcBef>
                <a:spcPts val="0"/>
              </a:spcBef>
              <a:spcAft>
                <a:spcPts val="0"/>
              </a:spcAft>
              <a:buClr>
                <a:srgbClr val="000000"/>
              </a:buClr>
              <a:buSzPts val="700"/>
              <a:buChar char="●"/>
              <a:defRPr sz="2100"/>
            </a:lvl4pPr>
            <a:lvl5pPr marL="2286000" indent="-273050" algn="l">
              <a:lnSpc>
                <a:spcPct val="100000"/>
              </a:lnSpc>
              <a:spcBef>
                <a:spcPts val="0"/>
              </a:spcBef>
              <a:spcAft>
                <a:spcPts val="0"/>
              </a:spcAft>
              <a:buClr>
                <a:srgbClr val="000000"/>
              </a:buClr>
              <a:buSzPts val="700"/>
              <a:buChar char="○"/>
              <a:defRPr sz="2100"/>
            </a:lvl5pPr>
            <a:lvl6pPr marL="2743200" indent="-273050" algn="l">
              <a:lnSpc>
                <a:spcPct val="100000"/>
              </a:lnSpc>
              <a:spcBef>
                <a:spcPts val="0"/>
              </a:spcBef>
              <a:spcAft>
                <a:spcPts val="0"/>
              </a:spcAft>
              <a:buClr>
                <a:srgbClr val="000000"/>
              </a:buClr>
              <a:buSzPts val="700"/>
              <a:buChar char="■"/>
              <a:defRPr sz="2100"/>
            </a:lvl6pPr>
            <a:lvl7pPr marL="3200400" indent="-273050" algn="l">
              <a:lnSpc>
                <a:spcPct val="100000"/>
              </a:lnSpc>
              <a:spcBef>
                <a:spcPts val="0"/>
              </a:spcBef>
              <a:spcAft>
                <a:spcPts val="0"/>
              </a:spcAft>
              <a:buClr>
                <a:srgbClr val="000000"/>
              </a:buClr>
              <a:buSzPts val="700"/>
              <a:buChar char="●"/>
              <a:defRPr sz="2100"/>
            </a:lvl7pPr>
            <a:lvl8pPr marL="3657600" indent="-273050" algn="l">
              <a:lnSpc>
                <a:spcPct val="100000"/>
              </a:lnSpc>
              <a:spcBef>
                <a:spcPts val="0"/>
              </a:spcBef>
              <a:spcAft>
                <a:spcPts val="0"/>
              </a:spcAft>
              <a:buClr>
                <a:srgbClr val="000000"/>
              </a:buClr>
              <a:buSzPts val="700"/>
              <a:buChar char="○"/>
              <a:defRPr sz="2100"/>
            </a:lvl8pPr>
            <a:lvl9pPr marL="4114800" indent="-273050" algn="l">
              <a:lnSpc>
                <a:spcPct val="100000"/>
              </a:lnSpc>
              <a:spcBef>
                <a:spcPts val="0"/>
              </a:spcBef>
              <a:spcAft>
                <a:spcPts val="0"/>
              </a:spcAft>
              <a:buClr>
                <a:srgbClr val="000000"/>
              </a:buClr>
              <a:buSzPts val="700"/>
              <a:buChar char="■"/>
              <a:defRPr sz="2100"/>
            </a:lvl9pPr>
          </a:lstStyle>
          <a:p xmlns:a="http://schemas.openxmlformats.org/drawingml/2006/main"/>
        </p:txBody>
      </p:sp>
      <p:sp>
        <p:nvSpPr>
          <p:cNvPr id="1140" name="Google Shape;1140;p141">
            <a:extLst xmlns:a="http://schemas.openxmlformats.org/drawingml/2006/main">
              <a:ext uri="{FF2B5EF4-FFF2-40B4-BE49-F238E27FC236}">
                <a16:creationId xmlns:a16="http://schemas.microsoft.com/office/drawing/2014/main" id="{0480B3DB-D4DB-4B62-8356-6D734F4AC6E4}"/>
              </a:ext>
            </a:extLst>
          </p:cNvPr>
          <p:cNvSpPr>
            <a:spLocks xmlns:a="http://schemas.openxmlformats.org/drawingml/2006/main" noGrp="1"/>
          </p:cNvSpPr>
          <p:nvPr>
            <p:ph type="body" idx="4"/>
          </p:nvPr>
        </p:nvSpPr>
        <p:spPr>
          <a:xfrm xmlns:a="http://schemas.openxmlformats.org/drawingml/2006/main">
            <a:off x="201168" y="4398393"/>
            <a:ext cx="4297500" cy="207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lvl1pPr marL="457200" indent="-317500" algn="l">
              <a:lnSpc>
                <a:spcPct val="100000"/>
              </a:lnSpc>
              <a:spcBef>
                <a:spcPts val="0"/>
              </a:spcBef>
              <a:spcAft>
                <a:spcPts val="0"/>
              </a:spcAft>
              <a:buClr>
                <a:schemeClr val="dk1"/>
              </a:buClr>
              <a:buSzPts val="1400"/>
              <a:buFont typeface="Helvetica Neue"/>
              <a:buChar char="●"/>
              <a:defRPr sz="1400">
                <a:solidFill>
                  <a:schemeClr val="dk1"/>
                </a:solidFill>
              </a:defRPr>
            </a:lvl1pPr>
            <a:lvl2pPr marL="914400" indent="-273050" algn="l">
              <a:lnSpc>
                <a:spcPct val="100000"/>
              </a:lnSpc>
              <a:spcBef>
                <a:spcPts val="0"/>
              </a:spcBef>
              <a:spcAft>
                <a:spcPts val="0"/>
              </a:spcAft>
              <a:buClr>
                <a:srgbClr val="000000"/>
              </a:buClr>
              <a:buSzPts val="700"/>
              <a:buChar char="○"/>
              <a:defRPr sz="2100"/>
            </a:lvl2pPr>
            <a:lvl3pPr marL="1371600" indent="-273050" algn="l">
              <a:lnSpc>
                <a:spcPct val="100000"/>
              </a:lnSpc>
              <a:spcBef>
                <a:spcPts val="0"/>
              </a:spcBef>
              <a:spcAft>
                <a:spcPts val="0"/>
              </a:spcAft>
              <a:buClr>
                <a:srgbClr val="000000"/>
              </a:buClr>
              <a:buSzPts val="700"/>
              <a:buChar char="■"/>
              <a:defRPr sz="2100"/>
            </a:lvl3pPr>
            <a:lvl4pPr marL="1828800" indent="-273050" algn="l">
              <a:lnSpc>
                <a:spcPct val="100000"/>
              </a:lnSpc>
              <a:spcBef>
                <a:spcPts val="0"/>
              </a:spcBef>
              <a:spcAft>
                <a:spcPts val="0"/>
              </a:spcAft>
              <a:buClr>
                <a:srgbClr val="000000"/>
              </a:buClr>
              <a:buSzPts val="700"/>
              <a:buChar char="●"/>
              <a:defRPr sz="2100"/>
            </a:lvl4pPr>
            <a:lvl5pPr marL="2286000" indent="-273050" algn="l">
              <a:lnSpc>
                <a:spcPct val="100000"/>
              </a:lnSpc>
              <a:spcBef>
                <a:spcPts val="0"/>
              </a:spcBef>
              <a:spcAft>
                <a:spcPts val="0"/>
              </a:spcAft>
              <a:buClr>
                <a:srgbClr val="000000"/>
              </a:buClr>
              <a:buSzPts val="700"/>
              <a:buChar char="○"/>
              <a:defRPr sz="2100"/>
            </a:lvl5pPr>
            <a:lvl6pPr marL="2743200" indent="-273050" algn="l">
              <a:lnSpc>
                <a:spcPct val="100000"/>
              </a:lnSpc>
              <a:spcBef>
                <a:spcPts val="0"/>
              </a:spcBef>
              <a:spcAft>
                <a:spcPts val="0"/>
              </a:spcAft>
              <a:buClr>
                <a:srgbClr val="000000"/>
              </a:buClr>
              <a:buSzPts val="700"/>
              <a:buChar char="■"/>
              <a:defRPr sz="2100"/>
            </a:lvl6pPr>
            <a:lvl7pPr marL="3200400" indent="-273050" algn="l">
              <a:lnSpc>
                <a:spcPct val="100000"/>
              </a:lnSpc>
              <a:spcBef>
                <a:spcPts val="0"/>
              </a:spcBef>
              <a:spcAft>
                <a:spcPts val="0"/>
              </a:spcAft>
              <a:buClr>
                <a:srgbClr val="000000"/>
              </a:buClr>
              <a:buSzPts val="700"/>
              <a:buChar char="●"/>
              <a:defRPr sz="2100"/>
            </a:lvl7pPr>
            <a:lvl8pPr marL="3657600" indent="-273050" algn="l">
              <a:lnSpc>
                <a:spcPct val="100000"/>
              </a:lnSpc>
              <a:spcBef>
                <a:spcPts val="0"/>
              </a:spcBef>
              <a:spcAft>
                <a:spcPts val="0"/>
              </a:spcAft>
              <a:buClr>
                <a:srgbClr val="000000"/>
              </a:buClr>
              <a:buSzPts val="700"/>
              <a:buChar char="○"/>
              <a:defRPr sz="2100"/>
            </a:lvl8pPr>
            <a:lvl9pPr marL="4114800" indent="-273050" algn="l">
              <a:lnSpc>
                <a:spcPct val="100000"/>
              </a:lnSpc>
              <a:spcBef>
                <a:spcPts val="0"/>
              </a:spcBef>
              <a:spcAft>
                <a:spcPts val="0"/>
              </a:spcAft>
              <a:buClr>
                <a:srgbClr val="000000"/>
              </a:buClr>
              <a:buSzPts val="700"/>
              <a:buChar char="■"/>
              <a:defRPr sz="2100"/>
            </a:lvl9pPr>
          </a:lstStyle>
          <a:p xmlns:a="http://schemas.openxmlformats.org/drawingml/2006/main"/>
        </p:txBody>
      </p:sp>
      <p:sp>
        <p:nvSpPr>
          <p:cNvPr id="1141" name="Google Shape;1141;p141">
            <a:extLst xmlns:a="http://schemas.openxmlformats.org/drawingml/2006/main">
              <a:ext uri="{FF2B5EF4-FFF2-40B4-BE49-F238E27FC236}">
                <a16:creationId xmlns:a16="http://schemas.microsoft.com/office/drawing/2014/main" id="{C9B7FBA9-B746-4352-9643-575DFCEBCA47}"/>
              </a:ext>
            </a:extLst>
          </p:cNvPr>
          <p:cNvSpPr>
            <a:spLocks xmlns:a="http://schemas.openxmlformats.org/drawingml/2006/main" noGrp="1"/>
          </p:cNvSpPr>
          <p:nvPr>
            <p:ph type="body" idx="5"/>
          </p:nvPr>
        </p:nvSpPr>
        <p:spPr>
          <a:xfrm xmlns:a="http://schemas.openxmlformats.org/drawingml/2006/main">
            <a:off x="201377" y="3900109"/>
            <a:ext cx="4297500" cy="264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lvl1pPr marL="457200" indent="-279400" algn="l">
              <a:lnSpc>
                <a:spcPct val="120000"/>
              </a:lnSpc>
              <a:spcBef>
                <a:spcPts val="0"/>
              </a:spcBef>
              <a:spcAft>
                <a:spcPts val="0"/>
              </a:spcAft>
              <a:buClr>
                <a:srgbClr val="7F7F7F"/>
              </a:buClr>
              <a:buSzPts val="800"/>
              <a:buFont typeface="Helvetica Neue"/>
              <a:buChar char="●"/>
              <a:defRPr sz="800">
                <a:solidFill>
                  <a:srgbClr val="7F7F7F"/>
                </a:solidFill>
              </a:defRPr>
            </a:lvl1pPr>
            <a:lvl2pPr marL="914400" indent="-273050" algn="l">
              <a:lnSpc>
                <a:spcPct val="100000"/>
              </a:lnSpc>
              <a:spcBef>
                <a:spcPts val="0"/>
              </a:spcBef>
              <a:spcAft>
                <a:spcPts val="0"/>
              </a:spcAft>
              <a:buClr>
                <a:srgbClr val="000000"/>
              </a:buClr>
              <a:buSzPts val="700"/>
              <a:buChar char="○"/>
              <a:defRPr sz="2100"/>
            </a:lvl2pPr>
            <a:lvl3pPr marL="1371600" indent="-273050" algn="l">
              <a:lnSpc>
                <a:spcPct val="100000"/>
              </a:lnSpc>
              <a:spcBef>
                <a:spcPts val="0"/>
              </a:spcBef>
              <a:spcAft>
                <a:spcPts val="0"/>
              </a:spcAft>
              <a:buClr>
                <a:srgbClr val="000000"/>
              </a:buClr>
              <a:buSzPts val="700"/>
              <a:buChar char="■"/>
              <a:defRPr sz="2100"/>
            </a:lvl3pPr>
            <a:lvl4pPr marL="1828800" indent="-273050" algn="l">
              <a:lnSpc>
                <a:spcPct val="100000"/>
              </a:lnSpc>
              <a:spcBef>
                <a:spcPts val="0"/>
              </a:spcBef>
              <a:spcAft>
                <a:spcPts val="0"/>
              </a:spcAft>
              <a:buClr>
                <a:srgbClr val="000000"/>
              </a:buClr>
              <a:buSzPts val="700"/>
              <a:buChar char="●"/>
              <a:defRPr sz="2100"/>
            </a:lvl4pPr>
            <a:lvl5pPr marL="2286000" indent="-273050" algn="l">
              <a:lnSpc>
                <a:spcPct val="100000"/>
              </a:lnSpc>
              <a:spcBef>
                <a:spcPts val="0"/>
              </a:spcBef>
              <a:spcAft>
                <a:spcPts val="0"/>
              </a:spcAft>
              <a:buClr>
                <a:srgbClr val="000000"/>
              </a:buClr>
              <a:buSzPts val="700"/>
              <a:buChar char="○"/>
              <a:defRPr sz="2100"/>
            </a:lvl5pPr>
            <a:lvl6pPr marL="2743200" indent="-273050" algn="l">
              <a:lnSpc>
                <a:spcPct val="100000"/>
              </a:lnSpc>
              <a:spcBef>
                <a:spcPts val="0"/>
              </a:spcBef>
              <a:spcAft>
                <a:spcPts val="0"/>
              </a:spcAft>
              <a:buClr>
                <a:srgbClr val="000000"/>
              </a:buClr>
              <a:buSzPts val="700"/>
              <a:buChar char="■"/>
              <a:defRPr sz="2100"/>
            </a:lvl6pPr>
            <a:lvl7pPr marL="3200400" indent="-273050" algn="l">
              <a:lnSpc>
                <a:spcPct val="100000"/>
              </a:lnSpc>
              <a:spcBef>
                <a:spcPts val="0"/>
              </a:spcBef>
              <a:spcAft>
                <a:spcPts val="0"/>
              </a:spcAft>
              <a:buClr>
                <a:srgbClr val="000000"/>
              </a:buClr>
              <a:buSzPts val="700"/>
              <a:buChar char="●"/>
              <a:defRPr sz="2100"/>
            </a:lvl7pPr>
            <a:lvl8pPr marL="3657600" indent="-273050" algn="l">
              <a:lnSpc>
                <a:spcPct val="100000"/>
              </a:lnSpc>
              <a:spcBef>
                <a:spcPts val="0"/>
              </a:spcBef>
              <a:spcAft>
                <a:spcPts val="0"/>
              </a:spcAft>
              <a:buClr>
                <a:srgbClr val="000000"/>
              </a:buClr>
              <a:buSzPts val="700"/>
              <a:buChar char="○"/>
              <a:defRPr sz="2100"/>
            </a:lvl8pPr>
            <a:lvl9pPr marL="4114800" indent="-273050" algn="l">
              <a:lnSpc>
                <a:spcPct val="100000"/>
              </a:lnSpc>
              <a:spcBef>
                <a:spcPts val="0"/>
              </a:spcBef>
              <a:spcAft>
                <a:spcPts val="0"/>
              </a:spcAft>
              <a:buClr>
                <a:srgbClr val="000000"/>
              </a:buClr>
              <a:buSzPts val="700"/>
              <a:buChar char="■"/>
              <a:defRPr sz="2100"/>
            </a:lvl9pPr>
          </a:lstStyle>
          <a:p xmlns:a="http://schemas.openxmlformats.org/drawingml/2006/main"/>
        </p:txBody>
      </p:sp>
      <p:sp>
        <p:nvSpPr>
          <p:cNvPr id="1142" name="Google Shape;1142;p141">
            <a:extLst xmlns:a="http://schemas.openxmlformats.org/drawingml/2006/main">
              <a:ext uri="{FF2B5EF4-FFF2-40B4-BE49-F238E27FC236}">
                <a16:creationId xmlns:a16="http://schemas.microsoft.com/office/drawing/2014/main" id="{587D0CAA-771E-4EE1-ABA8-E2ECF66A01A0}"/>
              </a:ext>
            </a:extLst>
          </p:cNvPr>
          <p:cNvSpPr>
            <a:spLocks xmlns:a="http://schemas.openxmlformats.org/drawingml/2006/main" noGrp="1"/>
          </p:cNvSpPr>
          <p:nvPr>
            <p:ph type="body" idx="6"/>
          </p:nvPr>
        </p:nvSpPr>
        <p:spPr>
          <a:xfrm xmlns:a="http://schemas.openxmlformats.org/drawingml/2006/main">
            <a:off x="201168" y="3616921"/>
            <a:ext cx="4297500" cy="207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lvl1pPr marL="457200" indent="-317500" algn="l">
              <a:lnSpc>
                <a:spcPct val="100000"/>
              </a:lnSpc>
              <a:spcBef>
                <a:spcPts val="0"/>
              </a:spcBef>
              <a:spcAft>
                <a:spcPts val="0"/>
              </a:spcAft>
              <a:buClr>
                <a:schemeClr val="dk1"/>
              </a:buClr>
              <a:buSzPts val="1400"/>
              <a:buFont typeface="Helvetica Neue"/>
              <a:buChar char="●"/>
              <a:defRPr sz="1400">
                <a:solidFill>
                  <a:schemeClr val="dk1"/>
                </a:solidFill>
              </a:defRPr>
            </a:lvl1pPr>
            <a:lvl2pPr marL="914400" indent="-273050" algn="l">
              <a:lnSpc>
                <a:spcPct val="100000"/>
              </a:lnSpc>
              <a:spcBef>
                <a:spcPts val="0"/>
              </a:spcBef>
              <a:spcAft>
                <a:spcPts val="0"/>
              </a:spcAft>
              <a:buClr>
                <a:srgbClr val="000000"/>
              </a:buClr>
              <a:buSzPts val="700"/>
              <a:buChar char="○"/>
              <a:defRPr sz="2100"/>
            </a:lvl2pPr>
            <a:lvl3pPr marL="1371600" indent="-273050" algn="l">
              <a:lnSpc>
                <a:spcPct val="100000"/>
              </a:lnSpc>
              <a:spcBef>
                <a:spcPts val="0"/>
              </a:spcBef>
              <a:spcAft>
                <a:spcPts val="0"/>
              </a:spcAft>
              <a:buClr>
                <a:srgbClr val="000000"/>
              </a:buClr>
              <a:buSzPts val="700"/>
              <a:buChar char="■"/>
              <a:defRPr sz="2100"/>
            </a:lvl3pPr>
            <a:lvl4pPr marL="1828800" indent="-273050" algn="l">
              <a:lnSpc>
                <a:spcPct val="100000"/>
              </a:lnSpc>
              <a:spcBef>
                <a:spcPts val="0"/>
              </a:spcBef>
              <a:spcAft>
                <a:spcPts val="0"/>
              </a:spcAft>
              <a:buClr>
                <a:srgbClr val="000000"/>
              </a:buClr>
              <a:buSzPts val="700"/>
              <a:buChar char="●"/>
              <a:defRPr sz="2100"/>
            </a:lvl4pPr>
            <a:lvl5pPr marL="2286000" indent="-273050" algn="l">
              <a:lnSpc>
                <a:spcPct val="100000"/>
              </a:lnSpc>
              <a:spcBef>
                <a:spcPts val="0"/>
              </a:spcBef>
              <a:spcAft>
                <a:spcPts val="0"/>
              </a:spcAft>
              <a:buClr>
                <a:srgbClr val="000000"/>
              </a:buClr>
              <a:buSzPts val="700"/>
              <a:buChar char="○"/>
              <a:defRPr sz="2100"/>
            </a:lvl5pPr>
            <a:lvl6pPr marL="2743200" indent="-273050" algn="l">
              <a:lnSpc>
                <a:spcPct val="100000"/>
              </a:lnSpc>
              <a:spcBef>
                <a:spcPts val="0"/>
              </a:spcBef>
              <a:spcAft>
                <a:spcPts val="0"/>
              </a:spcAft>
              <a:buClr>
                <a:srgbClr val="000000"/>
              </a:buClr>
              <a:buSzPts val="700"/>
              <a:buChar char="■"/>
              <a:defRPr sz="2100"/>
            </a:lvl6pPr>
            <a:lvl7pPr marL="3200400" indent="-273050" algn="l">
              <a:lnSpc>
                <a:spcPct val="100000"/>
              </a:lnSpc>
              <a:spcBef>
                <a:spcPts val="0"/>
              </a:spcBef>
              <a:spcAft>
                <a:spcPts val="0"/>
              </a:spcAft>
              <a:buClr>
                <a:srgbClr val="000000"/>
              </a:buClr>
              <a:buSzPts val="700"/>
              <a:buChar char="●"/>
              <a:defRPr sz="2100"/>
            </a:lvl7pPr>
            <a:lvl8pPr marL="3657600" indent="-273050" algn="l">
              <a:lnSpc>
                <a:spcPct val="100000"/>
              </a:lnSpc>
              <a:spcBef>
                <a:spcPts val="0"/>
              </a:spcBef>
              <a:spcAft>
                <a:spcPts val="0"/>
              </a:spcAft>
              <a:buClr>
                <a:srgbClr val="000000"/>
              </a:buClr>
              <a:buSzPts val="700"/>
              <a:buChar char="○"/>
              <a:defRPr sz="2100"/>
            </a:lvl8pPr>
            <a:lvl9pPr marL="4114800" indent="-273050" algn="l">
              <a:lnSpc>
                <a:spcPct val="100000"/>
              </a:lnSpc>
              <a:spcBef>
                <a:spcPts val="0"/>
              </a:spcBef>
              <a:spcAft>
                <a:spcPts val="0"/>
              </a:spcAft>
              <a:buClr>
                <a:srgbClr val="000000"/>
              </a:buClr>
              <a:buSzPts val="700"/>
              <a:buChar char="■"/>
              <a:defRPr sz="2100"/>
            </a:lvl9pPr>
          </a:lstStyle>
          <a:p xmlns:a="http://schemas.openxmlformats.org/drawingml/2006/main"/>
        </p:txBody>
      </p:sp>
      <p:sp>
        <p:nvSpPr>
          <p:cNvPr id="1143" name="Google Shape;1143;p141">
            <a:extLst xmlns:a="http://schemas.openxmlformats.org/drawingml/2006/main">
              <a:ext uri="{FF2B5EF4-FFF2-40B4-BE49-F238E27FC236}">
                <a16:creationId xmlns:a16="http://schemas.microsoft.com/office/drawing/2014/main" id="{087A3E74-3BCE-4CCB-871F-DCBE0C7EE690}"/>
              </a:ext>
            </a:extLst>
          </p:cNvPr>
          <p:cNvSpPr>
            <a:spLocks xmlns:a="http://schemas.openxmlformats.org/drawingml/2006/main" noGrp="1"/>
          </p:cNvSpPr>
          <p:nvPr/>
        </p:nvSpPr>
        <p:spPr>
          <a:xfrm xmlns:a="http://schemas.openxmlformats.org/drawingml/2006/main">
            <a:off x="4644950" y="228600"/>
            <a:ext cx="4270200" cy="4500000"/>
          </a:xfrm>
          <a:prstGeom xmlns:a="http://schemas.openxmlformats.org/drawingml/2006/main" prst="roundRect">
            <a:avLst>
              <a:gd name="adj" fmla="val 1931"/>
            </a:avLst>
          </a:prstGeom>
          <a:gradFill xmlns:a="http://schemas.openxmlformats.org/drawingml/2006/main">
            <a:gsLst>
              <a:gs pos="0">
                <a:schemeClr val="lt1">
                  <a:alpha val="4310"/>
                </a:schemeClr>
              </a:gs>
              <a:gs pos="50000">
                <a:schemeClr val="lt2">
                  <a:alpha val="4310"/>
                </a:schemeClr>
              </a:gs>
              <a:gs pos="100000">
                <a:schemeClr val="accent3">
                  <a:alpha val="4310"/>
                </a:schemeClr>
              </a:gs>
            </a:gsLst>
            <a:lin ang="5400012" scaled="0"/>
          </a:gradFill>
          <a:ln xmlns:a="http://schemas.openxmlformats.org/drawingml/2006/main">
            <a:noFill/>
          </a:ln>
        </p:spPr>
        <p:txBody>
          <a:bodyPr xmlns:a="http://schemas.openxmlformats.org/drawingml/2006/main" spcFirstLastPara="1" wrap="square" lIns="19050" tIns="19050" rIns="19050" bIns="1905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FFFFFF"/>
              </a:buClr>
              <a:buSzPts val="1800"/>
              <a:buFont typeface="Helvetica Neue"/>
              <a:buNone/>
            </a:pPr>
            <a:r>
              <a:t/>
            </a:r>
            <a:endParaRPr sz="1800" b="0" i="0" u="none" cap="none">
              <a:solidFill>
                <a:srgbClr val="000000"/>
              </a:solidFill>
              <a:latin typeface="Helvetica Neue"/>
              <a:ea typeface="Helvetica Neue"/>
              <a:cs typeface="Helvetica Neue"/>
            </a:endParaRPr>
          </a:p>
        </p:txBody>
      </p:sp>
      <p:sp>
        <p:nvSpPr>
          <p:cNvPr id="1144" name="Google Shape;1144;p141">
            <a:extLst xmlns:a="http://schemas.openxmlformats.org/drawingml/2006/main">
              <a:ext uri="{FF2B5EF4-FFF2-40B4-BE49-F238E27FC236}">
                <a16:creationId xmlns:a16="http://schemas.microsoft.com/office/drawing/2014/main" id="{CD9D6078-1F2B-4F13-97B6-1E5AC6F8C95C}"/>
              </a:ext>
            </a:extLst>
          </p:cNvPr>
          <p:cNvSpPr>
            <a:spLocks xmlns:a="http://schemas.openxmlformats.org/drawingml/2006/main" noGrp="1"/>
          </p:cNvSpPr>
          <p:nvPr>
            <p:ph type="body" idx="7"/>
          </p:nvPr>
        </p:nvSpPr>
        <p:spPr>
          <a:xfrm xmlns:a="http://schemas.openxmlformats.org/drawingml/2006/main">
            <a:off x="4840291" y="2052377"/>
            <a:ext cx="3906900" cy="1038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lvl1pPr marL="457200" indent="-374650" algn="ctr">
              <a:lnSpc>
                <a:spcPct val="100000"/>
              </a:lnSpc>
              <a:spcBef>
                <a:spcPts val="0"/>
              </a:spcBef>
              <a:spcAft>
                <a:spcPts val="0"/>
              </a:spcAft>
              <a:buClr>
                <a:schemeClr val="dk1"/>
              </a:buClr>
              <a:buSzPts val="2300"/>
              <a:buFont typeface="Libre Baskerville"/>
              <a:buChar char="●"/>
              <a:defRPr sz="2300">
                <a:solidFill>
                  <a:schemeClr val="dk1"/>
                </a:solidFill>
                <a:latin typeface="Libre Baskerville"/>
                <a:ea typeface="Libre Baskerville"/>
                <a:cs typeface="Libre Baskerville"/>
              </a:defRPr>
            </a:lvl1pPr>
            <a:lvl2pPr marL="914400" indent="-273050" algn="l">
              <a:lnSpc>
                <a:spcPct val="100000"/>
              </a:lnSpc>
              <a:spcBef>
                <a:spcPts val="0"/>
              </a:spcBef>
              <a:spcAft>
                <a:spcPts val="0"/>
              </a:spcAft>
              <a:buClr>
                <a:srgbClr val="000000"/>
              </a:buClr>
              <a:buSzPts val="700"/>
              <a:buFont typeface="Libre Baskerville"/>
              <a:buChar char="○"/>
              <a:defRPr sz="2100">
                <a:latin typeface="Libre Baskerville"/>
                <a:ea typeface="Libre Baskerville"/>
                <a:cs typeface="Libre Baskerville"/>
              </a:defRPr>
            </a:lvl2pPr>
            <a:lvl3pPr marL="1371600" indent="-273050" algn="l">
              <a:lnSpc>
                <a:spcPct val="100000"/>
              </a:lnSpc>
              <a:spcBef>
                <a:spcPts val="0"/>
              </a:spcBef>
              <a:spcAft>
                <a:spcPts val="0"/>
              </a:spcAft>
              <a:buClr>
                <a:srgbClr val="000000"/>
              </a:buClr>
              <a:buSzPts val="700"/>
              <a:buFont typeface="Libre Baskerville"/>
              <a:buChar char="■"/>
              <a:defRPr sz="2100">
                <a:latin typeface="Libre Baskerville"/>
                <a:ea typeface="Libre Baskerville"/>
                <a:cs typeface="Libre Baskerville"/>
              </a:defRPr>
            </a:lvl3pPr>
            <a:lvl4pPr marL="1828800" indent="-273050" algn="l">
              <a:lnSpc>
                <a:spcPct val="100000"/>
              </a:lnSpc>
              <a:spcBef>
                <a:spcPts val="0"/>
              </a:spcBef>
              <a:spcAft>
                <a:spcPts val="0"/>
              </a:spcAft>
              <a:buClr>
                <a:srgbClr val="000000"/>
              </a:buClr>
              <a:buSzPts val="700"/>
              <a:buFont typeface="Libre Baskerville"/>
              <a:buChar char="●"/>
              <a:defRPr sz="2100">
                <a:latin typeface="Libre Baskerville"/>
                <a:ea typeface="Libre Baskerville"/>
                <a:cs typeface="Libre Baskerville"/>
              </a:defRPr>
            </a:lvl4pPr>
            <a:lvl5pPr marL="2286000" indent="-273050" algn="l">
              <a:lnSpc>
                <a:spcPct val="100000"/>
              </a:lnSpc>
              <a:spcBef>
                <a:spcPts val="0"/>
              </a:spcBef>
              <a:spcAft>
                <a:spcPts val="0"/>
              </a:spcAft>
              <a:buClr>
                <a:srgbClr val="000000"/>
              </a:buClr>
              <a:buSzPts val="700"/>
              <a:buFont typeface="Libre Baskerville"/>
              <a:buChar char="○"/>
              <a:defRPr sz="2100">
                <a:latin typeface="Libre Baskerville"/>
                <a:ea typeface="Libre Baskerville"/>
                <a:cs typeface="Libre Baskerville"/>
              </a:defRPr>
            </a:lvl5pPr>
            <a:lvl6pPr marL="2743200" indent="-273050" algn="l">
              <a:lnSpc>
                <a:spcPct val="100000"/>
              </a:lnSpc>
              <a:spcBef>
                <a:spcPts val="0"/>
              </a:spcBef>
              <a:spcAft>
                <a:spcPts val="0"/>
              </a:spcAft>
              <a:buClr>
                <a:srgbClr val="000000"/>
              </a:buClr>
              <a:buSzPts val="700"/>
              <a:buFont typeface="Libre Baskerville"/>
              <a:buChar char="■"/>
              <a:defRPr sz="2100">
                <a:latin typeface="Libre Baskerville"/>
                <a:ea typeface="Libre Baskerville"/>
                <a:cs typeface="Libre Baskerville"/>
              </a:defRPr>
            </a:lvl6pPr>
            <a:lvl7pPr marL="3200400" indent="-273050" algn="l">
              <a:lnSpc>
                <a:spcPct val="100000"/>
              </a:lnSpc>
              <a:spcBef>
                <a:spcPts val="0"/>
              </a:spcBef>
              <a:spcAft>
                <a:spcPts val="0"/>
              </a:spcAft>
              <a:buClr>
                <a:srgbClr val="000000"/>
              </a:buClr>
              <a:buSzPts val="700"/>
              <a:buFont typeface="Libre Baskerville"/>
              <a:buChar char="●"/>
              <a:defRPr sz="2100">
                <a:latin typeface="Libre Baskerville"/>
                <a:ea typeface="Libre Baskerville"/>
                <a:cs typeface="Libre Baskerville"/>
              </a:defRPr>
            </a:lvl7pPr>
            <a:lvl8pPr marL="3657600" indent="-273050" algn="l">
              <a:lnSpc>
                <a:spcPct val="100000"/>
              </a:lnSpc>
              <a:spcBef>
                <a:spcPts val="0"/>
              </a:spcBef>
              <a:spcAft>
                <a:spcPts val="0"/>
              </a:spcAft>
              <a:buClr>
                <a:srgbClr val="000000"/>
              </a:buClr>
              <a:buSzPts val="700"/>
              <a:buFont typeface="Libre Baskerville"/>
              <a:buChar char="○"/>
              <a:defRPr sz="2100">
                <a:latin typeface="Libre Baskerville"/>
                <a:ea typeface="Libre Baskerville"/>
                <a:cs typeface="Libre Baskerville"/>
              </a:defRPr>
            </a:lvl8pPr>
            <a:lvl9pPr marL="4114800" indent="-273050" algn="l">
              <a:lnSpc>
                <a:spcPct val="100000"/>
              </a:lnSpc>
              <a:spcBef>
                <a:spcPts val="0"/>
              </a:spcBef>
              <a:spcAft>
                <a:spcPts val="0"/>
              </a:spcAft>
              <a:buClr>
                <a:srgbClr val="000000"/>
              </a:buClr>
              <a:buSzPts val="700"/>
              <a:buFont typeface="Libre Baskerville"/>
              <a:buChar char="■"/>
              <a:defRPr sz="2100">
                <a:latin typeface="Libre Baskerville"/>
                <a:ea typeface="Libre Baskerville"/>
                <a:cs typeface="Libre Baskerville"/>
              </a:defRPr>
            </a:lvl9pPr>
          </a:lstStyle>
          <a:p xmlns:a="http://schemas.openxmlformats.org/drawingml/2006/main"/>
        </p:txBody>
      </p:sp>
      <p:sp>
        <p:nvSpPr>
          <p:cNvPr id="1145" name="Google Shape;1145;p141">
            <a:extLst xmlns:a="http://schemas.openxmlformats.org/drawingml/2006/main">
              <a:ext uri="{FF2B5EF4-FFF2-40B4-BE49-F238E27FC236}">
                <a16:creationId xmlns:a16="http://schemas.microsoft.com/office/drawing/2014/main" id="{6A8F133F-63C9-4214-93F2-ECBCB71963E2}"/>
              </a:ext>
            </a:extLst>
          </p:cNvPr>
          <p:cNvSpPr>
            <a:spLocks xmlns:a="http://schemas.openxmlformats.org/drawingml/2006/main" noGrp="1"/>
          </p:cNvSpPr>
          <p:nvPr>
            <p:ph type="body" idx="8"/>
          </p:nvPr>
        </p:nvSpPr>
        <p:spPr>
          <a:xfrm xmlns:a="http://schemas.openxmlformats.org/drawingml/2006/main">
            <a:off x="4840291" y="1781085"/>
            <a:ext cx="3906900" cy="12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lvl1pPr marL="457200" indent="-279400" algn="ctr">
              <a:lnSpc>
                <a:spcPct val="120000"/>
              </a:lnSpc>
              <a:spcBef>
                <a:spcPts val="0"/>
              </a:spcBef>
              <a:spcAft>
                <a:spcPts val="0"/>
              </a:spcAft>
              <a:buClr>
                <a:srgbClr val="7F7F7F"/>
              </a:buClr>
              <a:buSzPts val="800"/>
              <a:buFont typeface="Helvetica Neue"/>
              <a:buChar char="●"/>
              <a:defRPr sz="800">
                <a:solidFill>
                  <a:srgbClr val="7F7F7F"/>
                </a:solidFill>
              </a:defRPr>
            </a:lvl1pPr>
            <a:lvl2pPr marL="914400" indent="-273050" algn="l">
              <a:lnSpc>
                <a:spcPct val="100000"/>
              </a:lnSpc>
              <a:spcBef>
                <a:spcPts val="0"/>
              </a:spcBef>
              <a:spcAft>
                <a:spcPts val="0"/>
              </a:spcAft>
              <a:buClr>
                <a:srgbClr val="000000"/>
              </a:buClr>
              <a:buSzPts val="700"/>
              <a:buChar char="○"/>
              <a:defRPr sz="2100"/>
            </a:lvl2pPr>
            <a:lvl3pPr marL="1371600" indent="-273050" algn="l">
              <a:lnSpc>
                <a:spcPct val="100000"/>
              </a:lnSpc>
              <a:spcBef>
                <a:spcPts val="0"/>
              </a:spcBef>
              <a:spcAft>
                <a:spcPts val="0"/>
              </a:spcAft>
              <a:buClr>
                <a:srgbClr val="000000"/>
              </a:buClr>
              <a:buSzPts val="700"/>
              <a:buChar char="■"/>
              <a:defRPr sz="2100"/>
            </a:lvl3pPr>
            <a:lvl4pPr marL="1828800" indent="-273050" algn="l">
              <a:lnSpc>
                <a:spcPct val="100000"/>
              </a:lnSpc>
              <a:spcBef>
                <a:spcPts val="0"/>
              </a:spcBef>
              <a:spcAft>
                <a:spcPts val="0"/>
              </a:spcAft>
              <a:buClr>
                <a:srgbClr val="000000"/>
              </a:buClr>
              <a:buSzPts val="700"/>
              <a:buChar char="●"/>
              <a:defRPr sz="2100"/>
            </a:lvl4pPr>
            <a:lvl5pPr marL="2286000" indent="-273050" algn="l">
              <a:lnSpc>
                <a:spcPct val="100000"/>
              </a:lnSpc>
              <a:spcBef>
                <a:spcPts val="0"/>
              </a:spcBef>
              <a:spcAft>
                <a:spcPts val="0"/>
              </a:spcAft>
              <a:buClr>
                <a:srgbClr val="000000"/>
              </a:buClr>
              <a:buSzPts val="700"/>
              <a:buChar char="○"/>
              <a:defRPr sz="2100"/>
            </a:lvl5pPr>
            <a:lvl6pPr marL="2743200" indent="-273050" algn="l">
              <a:lnSpc>
                <a:spcPct val="100000"/>
              </a:lnSpc>
              <a:spcBef>
                <a:spcPts val="0"/>
              </a:spcBef>
              <a:spcAft>
                <a:spcPts val="0"/>
              </a:spcAft>
              <a:buClr>
                <a:srgbClr val="000000"/>
              </a:buClr>
              <a:buSzPts val="700"/>
              <a:buChar char="■"/>
              <a:defRPr sz="2100"/>
            </a:lvl6pPr>
            <a:lvl7pPr marL="3200400" indent="-273050" algn="l">
              <a:lnSpc>
                <a:spcPct val="100000"/>
              </a:lnSpc>
              <a:spcBef>
                <a:spcPts val="0"/>
              </a:spcBef>
              <a:spcAft>
                <a:spcPts val="0"/>
              </a:spcAft>
              <a:buClr>
                <a:srgbClr val="000000"/>
              </a:buClr>
              <a:buSzPts val="700"/>
              <a:buChar char="●"/>
              <a:defRPr sz="2100"/>
            </a:lvl7pPr>
            <a:lvl8pPr marL="3657600" indent="-273050" algn="l">
              <a:lnSpc>
                <a:spcPct val="100000"/>
              </a:lnSpc>
              <a:spcBef>
                <a:spcPts val="0"/>
              </a:spcBef>
              <a:spcAft>
                <a:spcPts val="0"/>
              </a:spcAft>
              <a:buClr>
                <a:srgbClr val="000000"/>
              </a:buClr>
              <a:buSzPts val="700"/>
              <a:buChar char="○"/>
              <a:defRPr sz="2100"/>
            </a:lvl8pPr>
            <a:lvl9pPr marL="4114800" indent="-273050" algn="l">
              <a:lnSpc>
                <a:spcPct val="100000"/>
              </a:lnSpc>
              <a:spcBef>
                <a:spcPts val="0"/>
              </a:spcBef>
              <a:spcAft>
                <a:spcPts val="0"/>
              </a:spcAft>
              <a:buClr>
                <a:srgbClr val="000000"/>
              </a:buClr>
              <a:buSzPts val="700"/>
              <a:buChar char="■"/>
              <a:defRPr sz="2100"/>
            </a:lvl9pPr>
          </a:lstStyle>
          <a:p xmlns:a="http://schemas.openxmlformats.org/drawingml/2006/main"/>
        </p:txBody>
      </p:sp>
      <p:pic>
        <p:nvPicPr>
          <p:cNvPr id="1156" name="Google Shape;1146;p141"/>
          <p:cNvPicPr>
            <a:picLocks xmlns:a="http://schemas.openxmlformats.org/drawingml/2006/main" noChangeAspect="1"/>
          </p:cNvPicPr>
          <p:nvPr/>
        </p:nvPicPr>
        <p:blipFill>
          <a:blip xmlns:r="http://schemas.openxmlformats.org/officeDocument/2006/relationships" xmlns:a="http://schemas.openxmlformats.org/drawingml/2006/main" r:embed="R3bb715eb093c4b3b">
            <a:alphaModFix/>
          </a:blip>
          <a:stretch xmlns:a="http://schemas.openxmlformats.org/drawingml/2006/main">
            <a:fillRect l="0" t="0" r="0" b="0"/>
          </a:stretch>
        </p:blipFill>
        <p:spPr>
          <a:xfrm xmlns:a="http://schemas.openxmlformats.org/drawingml/2006/main">
            <a:off x="228600" y="4836074"/>
            <a:ext cx="153925" cy="153925"/>
          </a:xfrm>
          <a:prstGeom xmlns:a="http://schemas.openxmlformats.org/drawingml/2006/main" prst="rect">
            <a:avLst/>
          </a:prstGeom>
          <a:ln xmlns:a="http://schemas.openxmlformats.org/drawingml/2006/main">
            <a:noFill/>
          </a:ln>
        </p:spPr>
      </p:pic>
    </p:spTree>
  </p:cSld>
</p:sldLayout>
</file>

<file path=ppt/slideLayouts/slideLayout140.xml><?xml version="1.0" encoding="utf-8"?>
<p:sldLayout xmlns:p="http://schemas.openxmlformats.org/presentationml/2006/main" matchingName="text left image right">
  <p:cSld name="SECTION_TITLE_AND_DESCRIPTION_1">
    <p:spTree>
      <p:nvGrpSpPr>
        <p:cNvPr id="1" name=""/>
        <p:cNvGrpSpPr/>
        <p:nvPr/>
      </p:nvGrpSpPr>
      <p:grpSpPr>
        <a:xfrm xmlns:a="http://schemas.openxmlformats.org/drawingml/2006/main"/>
      </p:grpSpPr>
      <p:sp>
        <p:nvSpPr>
          <p:cNvPr id="1148" name="Google Shape;1148;p142">
            <a:extLst xmlns:a="http://schemas.openxmlformats.org/drawingml/2006/main">
              <a:ext uri="{FF2B5EF4-FFF2-40B4-BE49-F238E27FC236}">
                <a16:creationId xmlns:a16="http://schemas.microsoft.com/office/drawing/2014/main" id="{48D5AFCE-0335-4E7C-B625-2C9A3061DD9F}"/>
              </a:ext>
            </a:extLst>
          </p:cNvPr>
          <p:cNvSpPr>
            <a:spLocks xmlns:a="http://schemas.openxmlformats.org/drawingml/2006/main" noGrp="1"/>
          </p:cNvSpPr>
          <p:nvPr>
            <p:ph type="title" idx="0"/>
          </p:nvPr>
        </p:nvSpPr>
        <p:spPr>
          <a:xfrm xmlns:a="http://schemas.openxmlformats.org/drawingml/2006/main">
            <a:off x="494100" y="1080775"/>
            <a:ext cx="3341100" cy="1482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b">
            <a:noAutofit/>
          </a:bodyPr>
          <a:lstStyle xmlns:a="http://schemas.openxmlformats.org/drawingml/2006/main">
            <a:lvl1pPr algn="l">
              <a:lnSpc>
                <a:spcPct val="85000"/>
              </a:lnSpc>
              <a:spcBef>
                <a:spcPts val="0"/>
              </a:spcBef>
              <a:spcAft>
                <a:spcPts val="0"/>
              </a:spcAft>
              <a:buSzPts val="3000"/>
              <a:buNone/>
              <a:defRPr/>
            </a:lvl1pPr>
            <a:lvl2pPr algn="ctr">
              <a:lnSpc>
                <a:spcPct val="100000"/>
              </a:lnSpc>
              <a:spcBef>
                <a:spcPts val="0"/>
              </a:spcBef>
              <a:spcAft>
                <a:spcPts val="0"/>
              </a:spcAft>
              <a:buSzPts val="4200"/>
              <a:buFont typeface="Inter SemiBold"/>
              <a:buNone/>
              <a:defRPr sz="4200">
                <a:latin typeface="Inter SemiBold"/>
                <a:ea typeface="Inter SemiBold"/>
                <a:cs typeface="Inter SemiBold"/>
              </a:defRPr>
            </a:lvl2pPr>
            <a:lvl3pPr algn="ctr">
              <a:lnSpc>
                <a:spcPct val="100000"/>
              </a:lnSpc>
              <a:spcBef>
                <a:spcPts val="0"/>
              </a:spcBef>
              <a:spcAft>
                <a:spcPts val="0"/>
              </a:spcAft>
              <a:buSzPts val="4200"/>
              <a:buFont typeface="Inter SemiBold"/>
              <a:buNone/>
              <a:defRPr sz="4200">
                <a:latin typeface="Inter SemiBold"/>
                <a:ea typeface="Inter SemiBold"/>
                <a:cs typeface="Inter SemiBold"/>
              </a:defRPr>
            </a:lvl3pPr>
            <a:lvl4pPr algn="ctr">
              <a:lnSpc>
                <a:spcPct val="100000"/>
              </a:lnSpc>
              <a:spcBef>
                <a:spcPts val="0"/>
              </a:spcBef>
              <a:spcAft>
                <a:spcPts val="0"/>
              </a:spcAft>
              <a:buSzPts val="4200"/>
              <a:buFont typeface="Inter SemiBold"/>
              <a:buNone/>
              <a:defRPr sz="4200">
                <a:latin typeface="Inter SemiBold"/>
                <a:ea typeface="Inter SemiBold"/>
                <a:cs typeface="Inter SemiBold"/>
              </a:defRPr>
            </a:lvl4pPr>
            <a:lvl5pPr algn="ctr">
              <a:lnSpc>
                <a:spcPct val="100000"/>
              </a:lnSpc>
              <a:spcBef>
                <a:spcPts val="0"/>
              </a:spcBef>
              <a:spcAft>
                <a:spcPts val="0"/>
              </a:spcAft>
              <a:buSzPts val="4200"/>
              <a:buFont typeface="Inter SemiBold"/>
              <a:buNone/>
              <a:defRPr sz="4200">
                <a:latin typeface="Inter SemiBold"/>
                <a:ea typeface="Inter SemiBold"/>
                <a:cs typeface="Inter SemiBold"/>
              </a:defRPr>
            </a:lvl5pPr>
            <a:lvl6pPr algn="ctr">
              <a:lnSpc>
                <a:spcPct val="100000"/>
              </a:lnSpc>
              <a:spcBef>
                <a:spcPts val="0"/>
              </a:spcBef>
              <a:spcAft>
                <a:spcPts val="0"/>
              </a:spcAft>
              <a:buSzPts val="4200"/>
              <a:buFont typeface="Inter SemiBold"/>
              <a:buNone/>
              <a:defRPr sz="4200">
                <a:latin typeface="Inter SemiBold"/>
                <a:ea typeface="Inter SemiBold"/>
                <a:cs typeface="Inter SemiBold"/>
              </a:defRPr>
            </a:lvl6pPr>
            <a:lvl7pPr algn="ctr">
              <a:lnSpc>
                <a:spcPct val="100000"/>
              </a:lnSpc>
              <a:spcBef>
                <a:spcPts val="0"/>
              </a:spcBef>
              <a:spcAft>
                <a:spcPts val="0"/>
              </a:spcAft>
              <a:buSzPts val="4200"/>
              <a:buFont typeface="Inter SemiBold"/>
              <a:buNone/>
              <a:defRPr sz="4200">
                <a:latin typeface="Inter SemiBold"/>
                <a:ea typeface="Inter SemiBold"/>
                <a:cs typeface="Inter SemiBold"/>
              </a:defRPr>
            </a:lvl7pPr>
            <a:lvl8pPr algn="ctr">
              <a:lnSpc>
                <a:spcPct val="100000"/>
              </a:lnSpc>
              <a:spcBef>
                <a:spcPts val="0"/>
              </a:spcBef>
              <a:spcAft>
                <a:spcPts val="0"/>
              </a:spcAft>
              <a:buSzPts val="4200"/>
              <a:buFont typeface="Inter SemiBold"/>
              <a:buNone/>
              <a:defRPr sz="4200">
                <a:latin typeface="Inter SemiBold"/>
                <a:ea typeface="Inter SemiBold"/>
                <a:cs typeface="Inter SemiBold"/>
              </a:defRPr>
            </a:lvl8pPr>
            <a:lvl9pPr algn="ctr">
              <a:lnSpc>
                <a:spcPct val="100000"/>
              </a:lnSpc>
              <a:spcBef>
                <a:spcPts val="0"/>
              </a:spcBef>
              <a:spcAft>
                <a:spcPts val="0"/>
              </a:spcAft>
              <a:buSzPts val="4200"/>
              <a:buFont typeface="Inter SemiBold"/>
              <a:buNone/>
              <a:defRPr sz="4200">
                <a:latin typeface="Inter SemiBold"/>
                <a:ea typeface="Inter SemiBold"/>
                <a:cs typeface="Inter SemiBold"/>
              </a:defRPr>
            </a:lvl9pPr>
          </a:lstStyle>
          <a:p xmlns:a="http://schemas.openxmlformats.org/drawingml/2006/main"/>
        </p:txBody>
      </p:sp>
      <p:sp>
        <p:nvSpPr>
          <p:cNvPr id="1149" name="Google Shape;1149;p142">
            <a:extLst xmlns:a="http://schemas.openxmlformats.org/drawingml/2006/main">
              <a:ext uri="{FF2B5EF4-FFF2-40B4-BE49-F238E27FC236}">
                <a16:creationId xmlns:a16="http://schemas.microsoft.com/office/drawing/2014/main" id="{C43CFF25-D1B0-4B8C-AB25-529BB4562BCB}"/>
              </a:ext>
            </a:extLst>
          </p:cNvPr>
          <p:cNvSpPr>
            <a:spLocks xmlns:a="http://schemas.openxmlformats.org/drawingml/2006/main" noGrp="1"/>
          </p:cNvSpPr>
          <p:nvPr>
            <p:ph type="subTitle" idx="1"/>
          </p:nvPr>
        </p:nvSpPr>
        <p:spPr>
          <a:xfrm xmlns:a="http://schemas.openxmlformats.org/drawingml/2006/main">
            <a:off x="494100" y="2803075"/>
            <a:ext cx="3341100" cy="123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algn="l">
              <a:lnSpc>
                <a:spcPct val="120000"/>
              </a:lnSpc>
              <a:spcBef>
                <a:spcPts val="0"/>
              </a:spcBef>
              <a:spcAft>
                <a:spcPts val="0"/>
              </a:spcAft>
              <a:buClr>
                <a:schemeClr val="accent2"/>
              </a:buClr>
              <a:buSzPts val="1600"/>
              <a:buNone/>
              <a:defRPr/>
            </a:lvl1pPr>
            <a:lvl2pPr algn="ctr">
              <a:lnSpc>
                <a:spcPct val="100000"/>
              </a:lnSpc>
              <a:spcBef>
                <a:spcPts val="0"/>
              </a:spcBef>
              <a:spcAft>
                <a:spcPts val="0"/>
              </a:spcAft>
              <a:buSzPts val="2100"/>
              <a:buNone/>
              <a:defRPr sz="2100"/>
            </a:lvl2pPr>
            <a:lvl3pPr algn="ctr">
              <a:lnSpc>
                <a:spcPct val="100000"/>
              </a:lnSpc>
              <a:spcBef>
                <a:spcPts val="0"/>
              </a:spcBef>
              <a:spcAft>
                <a:spcPts val="0"/>
              </a:spcAft>
              <a:buSzPts val="2100"/>
              <a:buNone/>
              <a:defRPr sz="2100"/>
            </a:lvl3pPr>
            <a:lvl4pPr algn="ctr">
              <a:lnSpc>
                <a:spcPct val="100000"/>
              </a:lnSpc>
              <a:spcBef>
                <a:spcPts val="0"/>
              </a:spcBef>
              <a:spcAft>
                <a:spcPts val="0"/>
              </a:spcAft>
              <a:buSzPts val="2100"/>
              <a:buNone/>
              <a:defRPr sz="2100"/>
            </a:lvl4pPr>
            <a:lvl5pPr algn="ctr">
              <a:lnSpc>
                <a:spcPct val="100000"/>
              </a:lnSpc>
              <a:spcBef>
                <a:spcPts val="0"/>
              </a:spcBef>
              <a:spcAft>
                <a:spcPts val="0"/>
              </a:spcAft>
              <a:buSzPts val="2100"/>
              <a:buNone/>
              <a:defRPr sz="2100"/>
            </a:lvl5pPr>
            <a:lvl6pPr algn="ctr">
              <a:lnSpc>
                <a:spcPct val="100000"/>
              </a:lnSpc>
              <a:spcBef>
                <a:spcPts val="0"/>
              </a:spcBef>
              <a:spcAft>
                <a:spcPts val="0"/>
              </a:spcAft>
              <a:buSzPts val="2100"/>
              <a:buNone/>
              <a:defRPr sz="2100"/>
            </a:lvl6pPr>
            <a:lvl7pPr algn="ctr">
              <a:lnSpc>
                <a:spcPct val="100000"/>
              </a:lnSpc>
              <a:spcBef>
                <a:spcPts val="0"/>
              </a:spcBef>
              <a:spcAft>
                <a:spcPts val="0"/>
              </a:spcAft>
              <a:buSzPts val="2100"/>
              <a:buNone/>
              <a:defRPr sz="2100"/>
            </a:lvl7pPr>
            <a:lvl8pPr algn="ctr">
              <a:lnSpc>
                <a:spcPct val="100000"/>
              </a:lnSpc>
              <a:spcBef>
                <a:spcPts val="0"/>
              </a:spcBef>
              <a:spcAft>
                <a:spcPts val="0"/>
              </a:spcAft>
              <a:buSzPts val="2100"/>
              <a:buNone/>
              <a:defRPr sz="2100"/>
            </a:lvl8pPr>
            <a:lvl9pPr algn="ctr">
              <a:lnSpc>
                <a:spcPct val="100000"/>
              </a:lnSpc>
              <a:spcBef>
                <a:spcPts val="0"/>
              </a:spcBef>
              <a:spcAft>
                <a:spcPts val="0"/>
              </a:spcAft>
              <a:buSzPts val="2100"/>
              <a:buNone/>
              <a:defRPr sz="2100"/>
            </a:lvl9pPr>
          </a:lstStyle>
          <a:p xmlns:a="http://schemas.openxmlformats.org/drawingml/2006/main"/>
        </p:txBody>
      </p:sp>
      <p:sp>
        <p:nvSpPr>
          <p:cNvPr id="1150" name="Google Shape;1150;p142">
            <a:extLst xmlns:a="http://schemas.openxmlformats.org/drawingml/2006/main">
              <a:ext uri="{FF2B5EF4-FFF2-40B4-BE49-F238E27FC236}">
                <a16:creationId xmlns:a16="http://schemas.microsoft.com/office/drawing/2014/main" id="{FC80B604-ACA8-4509-9308-963FD3B4193A}"/>
              </a:ext>
            </a:extLst>
          </p:cNvPr>
          <p:cNvSpPr>
            <a:spLocks xmlns:a="http://schemas.openxmlformats.org/drawingml/2006/main" noGrp="1"/>
          </p:cNvSpPr>
          <p:nvPr/>
        </p:nvSpPr>
        <p:spPr>
          <a:xfrm xmlns:a="http://schemas.openxmlformats.org/drawingml/2006/main">
            <a:off x="4111350" y="228600"/>
            <a:ext cx="4804200" cy="4690800"/>
          </a:xfrm>
          <a:prstGeom xmlns:a="http://schemas.openxmlformats.org/drawingml/2006/main" prst="roundRect">
            <a:avLst>
              <a:gd name="adj" fmla="val 2494"/>
            </a:avLst>
          </a:prstGeom>
          <a:solidFill xmlns:a="http://schemas.openxmlformats.org/drawingml/2006/main">
            <a:schemeClr val="dk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cap="none">
              <a:solidFill>
                <a:schemeClr val="dk2"/>
              </a:solidFill>
              <a:latin typeface="Arial"/>
              <a:ea typeface="Arial"/>
              <a:cs typeface="Arial"/>
            </a:endParaRPr>
          </a:p>
        </p:txBody>
      </p:sp>
      <p:pic>
        <p:nvPicPr>
          <p:cNvPr id="1155" name="Google Shape;1151;p142"/>
          <p:cNvPicPr>
            <a:picLocks xmlns:a="http://schemas.openxmlformats.org/drawingml/2006/main" noChangeAspect="1"/>
          </p:cNvPicPr>
          <p:nvPr/>
        </p:nvPicPr>
        <p:blipFill>
          <a:blip xmlns:r="http://schemas.openxmlformats.org/officeDocument/2006/relationships" xmlns:a="http://schemas.openxmlformats.org/drawingml/2006/main" r:embed="R645cf7410b5e46c6">
            <a:alphaModFix/>
          </a:blip>
          <a:stretch xmlns:a="http://schemas.openxmlformats.org/drawingml/2006/main">
            <a:fillRect l="0" t="0" r="0" b="0"/>
          </a:stretch>
        </p:blipFill>
        <p:spPr>
          <a:xfrm xmlns:a="http://schemas.openxmlformats.org/drawingml/2006/main">
            <a:off x="228600" y="4836074"/>
            <a:ext cx="153925" cy="153925"/>
          </a:xfrm>
          <a:prstGeom xmlns:a="http://schemas.openxmlformats.org/drawingml/2006/main" prst="rect">
            <a:avLst/>
          </a:prstGeom>
          <a:ln xmlns:a="http://schemas.openxmlformats.org/drawingml/2006/main">
            <a:noFill/>
          </a:ln>
        </p:spPr>
      </p:pic>
    </p:spTree>
  </p:cSld>
</p:sldLayout>
</file>

<file path=ppt/slideLayouts/slideLayout141.xml><?xml version="1.0" encoding="utf-8"?>
<p:sldLayout xmlns:p="http://schemas.openxmlformats.org/presentationml/2006/main" matchingName="text left image right 1">
  <p:cSld name="SECTION_TITLE_AND_DESCRIPTION_1_2">
    <p:spTree>
      <p:nvGrpSpPr>
        <p:cNvPr id="1" name=""/>
        <p:cNvGrpSpPr/>
        <p:nvPr/>
      </p:nvGrpSpPr>
      <p:grpSpPr>
        <a:xfrm xmlns:a="http://schemas.openxmlformats.org/drawingml/2006/main"/>
      </p:grpSpPr>
      <p:sp>
        <p:nvSpPr>
          <p:cNvPr id="1153" name="Google Shape;1153;p143">
            <a:extLst xmlns:a="http://schemas.openxmlformats.org/drawingml/2006/main">
              <a:ext uri="{FF2B5EF4-FFF2-40B4-BE49-F238E27FC236}">
                <a16:creationId xmlns:a16="http://schemas.microsoft.com/office/drawing/2014/main" id="{C9E37E45-8F1C-4DC9-9150-DB02F65A7D3F}"/>
              </a:ext>
            </a:extLst>
          </p:cNvPr>
          <p:cNvSpPr>
            <a:spLocks xmlns:a="http://schemas.openxmlformats.org/drawingml/2006/main" noGrp="1"/>
          </p:cNvSpPr>
          <p:nvPr>
            <p:ph type="title" idx="0"/>
          </p:nvPr>
        </p:nvSpPr>
        <p:spPr>
          <a:xfrm xmlns:a="http://schemas.openxmlformats.org/drawingml/2006/main">
            <a:off x="494100" y="1080775"/>
            <a:ext cx="3341100" cy="1482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b">
            <a:noAutofit/>
          </a:bodyPr>
          <a:lstStyle xmlns:a="http://schemas.openxmlformats.org/drawingml/2006/main">
            <a:lvl1pPr algn="l">
              <a:lnSpc>
                <a:spcPct val="85000"/>
              </a:lnSpc>
              <a:spcBef>
                <a:spcPts val="0"/>
              </a:spcBef>
              <a:spcAft>
                <a:spcPts val="0"/>
              </a:spcAft>
              <a:buSzPts val="3000"/>
              <a:buNone/>
              <a:defRPr/>
            </a:lvl1pPr>
            <a:lvl2pPr algn="ctr">
              <a:lnSpc>
                <a:spcPct val="100000"/>
              </a:lnSpc>
              <a:spcBef>
                <a:spcPts val="0"/>
              </a:spcBef>
              <a:spcAft>
                <a:spcPts val="0"/>
              </a:spcAft>
              <a:buSzPts val="4200"/>
              <a:buFont typeface="Inter SemiBold"/>
              <a:buNone/>
              <a:defRPr sz="4200">
                <a:latin typeface="Inter SemiBold"/>
                <a:ea typeface="Inter SemiBold"/>
                <a:cs typeface="Inter SemiBold"/>
              </a:defRPr>
            </a:lvl2pPr>
            <a:lvl3pPr algn="ctr">
              <a:lnSpc>
                <a:spcPct val="100000"/>
              </a:lnSpc>
              <a:spcBef>
                <a:spcPts val="0"/>
              </a:spcBef>
              <a:spcAft>
                <a:spcPts val="0"/>
              </a:spcAft>
              <a:buSzPts val="4200"/>
              <a:buFont typeface="Inter SemiBold"/>
              <a:buNone/>
              <a:defRPr sz="4200">
                <a:latin typeface="Inter SemiBold"/>
                <a:ea typeface="Inter SemiBold"/>
                <a:cs typeface="Inter SemiBold"/>
              </a:defRPr>
            </a:lvl3pPr>
            <a:lvl4pPr algn="ctr">
              <a:lnSpc>
                <a:spcPct val="100000"/>
              </a:lnSpc>
              <a:spcBef>
                <a:spcPts val="0"/>
              </a:spcBef>
              <a:spcAft>
                <a:spcPts val="0"/>
              </a:spcAft>
              <a:buSzPts val="4200"/>
              <a:buFont typeface="Inter SemiBold"/>
              <a:buNone/>
              <a:defRPr sz="4200">
                <a:latin typeface="Inter SemiBold"/>
                <a:ea typeface="Inter SemiBold"/>
                <a:cs typeface="Inter SemiBold"/>
              </a:defRPr>
            </a:lvl4pPr>
            <a:lvl5pPr algn="ctr">
              <a:lnSpc>
                <a:spcPct val="100000"/>
              </a:lnSpc>
              <a:spcBef>
                <a:spcPts val="0"/>
              </a:spcBef>
              <a:spcAft>
                <a:spcPts val="0"/>
              </a:spcAft>
              <a:buSzPts val="4200"/>
              <a:buFont typeface="Inter SemiBold"/>
              <a:buNone/>
              <a:defRPr sz="4200">
                <a:latin typeface="Inter SemiBold"/>
                <a:ea typeface="Inter SemiBold"/>
                <a:cs typeface="Inter SemiBold"/>
              </a:defRPr>
            </a:lvl5pPr>
            <a:lvl6pPr algn="ctr">
              <a:lnSpc>
                <a:spcPct val="100000"/>
              </a:lnSpc>
              <a:spcBef>
                <a:spcPts val="0"/>
              </a:spcBef>
              <a:spcAft>
                <a:spcPts val="0"/>
              </a:spcAft>
              <a:buSzPts val="4200"/>
              <a:buFont typeface="Inter SemiBold"/>
              <a:buNone/>
              <a:defRPr sz="4200">
                <a:latin typeface="Inter SemiBold"/>
                <a:ea typeface="Inter SemiBold"/>
                <a:cs typeface="Inter SemiBold"/>
              </a:defRPr>
            </a:lvl6pPr>
            <a:lvl7pPr algn="ctr">
              <a:lnSpc>
                <a:spcPct val="100000"/>
              </a:lnSpc>
              <a:spcBef>
                <a:spcPts val="0"/>
              </a:spcBef>
              <a:spcAft>
                <a:spcPts val="0"/>
              </a:spcAft>
              <a:buSzPts val="4200"/>
              <a:buFont typeface="Inter SemiBold"/>
              <a:buNone/>
              <a:defRPr sz="4200">
                <a:latin typeface="Inter SemiBold"/>
                <a:ea typeface="Inter SemiBold"/>
                <a:cs typeface="Inter SemiBold"/>
              </a:defRPr>
            </a:lvl7pPr>
            <a:lvl8pPr algn="ctr">
              <a:lnSpc>
                <a:spcPct val="100000"/>
              </a:lnSpc>
              <a:spcBef>
                <a:spcPts val="0"/>
              </a:spcBef>
              <a:spcAft>
                <a:spcPts val="0"/>
              </a:spcAft>
              <a:buSzPts val="4200"/>
              <a:buFont typeface="Inter SemiBold"/>
              <a:buNone/>
              <a:defRPr sz="4200">
                <a:latin typeface="Inter SemiBold"/>
                <a:ea typeface="Inter SemiBold"/>
                <a:cs typeface="Inter SemiBold"/>
              </a:defRPr>
            </a:lvl8pPr>
            <a:lvl9pPr algn="ctr">
              <a:lnSpc>
                <a:spcPct val="100000"/>
              </a:lnSpc>
              <a:spcBef>
                <a:spcPts val="0"/>
              </a:spcBef>
              <a:spcAft>
                <a:spcPts val="0"/>
              </a:spcAft>
              <a:buSzPts val="4200"/>
              <a:buFont typeface="Inter SemiBold"/>
              <a:buNone/>
              <a:defRPr sz="4200">
                <a:latin typeface="Inter SemiBold"/>
                <a:ea typeface="Inter SemiBold"/>
                <a:cs typeface="Inter SemiBold"/>
              </a:defRPr>
            </a:lvl9pPr>
          </a:lstStyle>
          <a:p xmlns:a="http://schemas.openxmlformats.org/drawingml/2006/main"/>
        </p:txBody>
      </p:sp>
      <p:sp>
        <p:nvSpPr>
          <p:cNvPr id="1154" name="Google Shape;1154;p143">
            <a:extLst xmlns:a="http://schemas.openxmlformats.org/drawingml/2006/main">
              <a:ext uri="{FF2B5EF4-FFF2-40B4-BE49-F238E27FC236}">
                <a16:creationId xmlns:a16="http://schemas.microsoft.com/office/drawing/2014/main" id="{0B02EC55-D1FC-45C7-AE78-0E2D393FADCF}"/>
              </a:ext>
            </a:extLst>
          </p:cNvPr>
          <p:cNvSpPr>
            <a:spLocks xmlns:a="http://schemas.openxmlformats.org/drawingml/2006/main" noGrp="1"/>
          </p:cNvSpPr>
          <p:nvPr>
            <p:ph type="subTitle" idx="1"/>
          </p:nvPr>
        </p:nvSpPr>
        <p:spPr>
          <a:xfrm xmlns:a="http://schemas.openxmlformats.org/drawingml/2006/main">
            <a:off x="494100" y="2803075"/>
            <a:ext cx="3341100" cy="123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algn="l">
              <a:lnSpc>
                <a:spcPct val="120000"/>
              </a:lnSpc>
              <a:spcBef>
                <a:spcPts val="0"/>
              </a:spcBef>
              <a:spcAft>
                <a:spcPts val="0"/>
              </a:spcAft>
              <a:buClr>
                <a:schemeClr val="accent2"/>
              </a:buClr>
              <a:buSzPts val="1600"/>
              <a:buNone/>
              <a:defRPr/>
            </a:lvl1pPr>
            <a:lvl2pPr algn="ctr">
              <a:lnSpc>
                <a:spcPct val="100000"/>
              </a:lnSpc>
              <a:spcBef>
                <a:spcPts val="0"/>
              </a:spcBef>
              <a:spcAft>
                <a:spcPts val="0"/>
              </a:spcAft>
              <a:buSzPts val="2100"/>
              <a:buNone/>
              <a:defRPr sz="2100"/>
            </a:lvl2pPr>
            <a:lvl3pPr algn="ctr">
              <a:lnSpc>
                <a:spcPct val="100000"/>
              </a:lnSpc>
              <a:spcBef>
                <a:spcPts val="0"/>
              </a:spcBef>
              <a:spcAft>
                <a:spcPts val="0"/>
              </a:spcAft>
              <a:buSzPts val="2100"/>
              <a:buNone/>
              <a:defRPr sz="2100"/>
            </a:lvl3pPr>
            <a:lvl4pPr algn="ctr">
              <a:lnSpc>
                <a:spcPct val="100000"/>
              </a:lnSpc>
              <a:spcBef>
                <a:spcPts val="0"/>
              </a:spcBef>
              <a:spcAft>
                <a:spcPts val="0"/>
              </a:spcAft>
              <a:buSzPts val="2100"/>
              <a:buNone/>
              <a:defRPr sz="2100"/>
            </a:lvl4pPr>
            <a:lvl5pPr algn="ctr">
              <a:lnSpc>
                <a:spcPct val="100000"/>
              </a:lnSpc>
              <a:spcBef>
                <a:spcPts val="0"/>
              </a:spcBef>
              <a:spcAft>
                <a:spcPts val="0"/>
              </a:spcAft>
              <a:buSzPts val="2100"/>
              <a:buNone/>
              <a:defRPr sz="2100"/>
            </a:lvl5pPr>
            <a:lvl6pPr algn="ctr">
              <a:lnSpc>
                <a:spcPct val="100000"/>
              </a:lnSpc>
              <a:spcBef>
                <a:spcPts val="0"/>
              </a:spcBef>
              <a:spcAft>
                <a:spcPts val="0"/>
              </a:spcAft>
              <a:buSzPts val="2100"/>
              <a:buNone/>
              <a:defRPr sz="2100"/>
            </a:lvl6pPr>
            <a:lvl7pPr algn="ctr">
              <a:lnSpc>
                <a:spcPct val="100000"/>
              </a:lnSpc>
              <a:spcBef>
                <a:spcPts val="0"/>
              </a:spcBef>
              <a:spcAft>
                <a:spcPts val="0"/>
              </a:spcAft>
              <a:buSzPts val="2100"/>
              <a:buNone/>
              <a:defRPr sz="2100"/>
            </a:lvl7pPr>
            <a:lvl8pPr algn="ctr">
              <a:lnSpc>
                <a:spcPct val="100000"/>
              </a:lnSpc>
              <a:spcBef>
                <a:spcPts val="0"/>
              </a:spcBef>
              <a:spcAft>
                <a:spcPts val="0"/>
              </a:spcAft>
              <a:buSzPts val="2100"/>
              <a:buNone/>
              <a:defRPr sz="2100"/>
            </a:lvl8pPr>
            <a:lvl9pPr algn="ctr">
              <a:lnSpc>
                <a:spcPct val="100000"/>
              </a:lnSpc>
              <a:spcBef>
                <a:spcPts val="0"/>
              </a:spcBef>
              <a:spcAft>
                <a:spcPts val="0"/>
              </a:spcAft>
              <a:buSzPts val="2100"/>
              <a:buNone/>
              <a:defRPr sz="2100"/>
            </a:lvl9pPr>
          </a:lstStyle>
          <a:p xmlns:a="http://schemas.openxmlformats.org/drawingml/2006/main"/>
        </p:txBody>
      </p:sp>
      <p:sp>
        <p:nvSpPr>
          <p:cNvPr id="1155" name="Google Shape;1155;p143">
            <a:extLst xmlns:a="http://schemas.openxmlformats.org/drawingml/2006/main">
              <a:ext uri="{FF2B5EF4-FFF2-40B4-BE49-F238E27FC236}">
                <a16:creationId xmlns:a16="http://schemas.microsoft.com/office/drawing/2014/main" id="{241DE954-CAE7-4469-B43E-E44C4EB4F48C}"/>
              </a:ext>
            </a:extLst>
          </p:cNvPr>
          <p:cNvSpPr>
            <a:spLocks xmlns:a="http://schemas.openxmlformats.org/drawingml/2006/main" noGrp="1"/>
          </p:cNvSpPr>
          <p:nvPr/>
        </p:nvSpPr>
        <p:spPr>
          <a:xfrm xmlns:a="http://schemas.openxmlformats.org/drawingml/2006/main">
            <a:off x="4111350" y="228600"/>
            <a:ext cx="4804200" cy="4690800"/>
          </a:xfrm>
          <a:prstGeom xmlns:a="http://schemas.openxmlformats.org/drawingml/2006/main" prst="roundRect">
            <a:avLst>
              <a:gd name="adj" fmla="val 2494"/>
            </a:avLst>
          </a:prstGeom>
          <a:solidFill xmlns:a="http://schemas.openxmlformats.org/drawingml/2006/main">
            <a:srgbClr val="F4F2E6"/>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cap="none">
              <a:solidFill>
                <a:schemeClr val="dk2"/>
              </a:solidFill>
              <a:latin typeface="Arial"/>
              <a:ea typeface="Arial"/>
              <a:cs typeface="Arial"/>
            </a:endParaRPr>
          </a:p>
        </p:txBody>
      </p:sp>
      <p:pic>
        <p:nvPicPr>
          <p:cNvPr id="1160" name="Google Shape;1156;p143"/>
          <p:cNvPicPr>
            <a:picLocks xmlns:a="http://schemas.openxmlformats.org/drawingml/2006/main" noChangeAspect="1"/>
          </p:cNvPicPr>
          <p:nvPr/>
        </p:nvPicPr>
        <p:blipFill>
          <a:blip xmlns:r="http://schemas.openxmlformats.org/officeDocument/2006/relationships" xmlns:a="http://schemas.openxmlformats.org/drawingml/2006/main" r:embed="R0a8c49674bb74570">
            <a:alphaModFix/>
          </a:blip>
          <a:stretch xmlns:a="http://schemas.openxmlformats.org/drawingml/2006/main">
            <a:fillRect l="0" t="0" r="0" b="0"/>
          </a:stretch>
        </p:blipFill>
        <p:spPr>
          <a:xfrm xmlns:a="http://schemas.openxmlformats.org/drawingml/2006/main">
            <a:off x="228600" y="4836074"/>
            <a:ext cx="153925" cy="153925"/>
          </a:xfrm>
          <a:prstGeom xmlns:a="http://schemas.openxmlformats.org/drawingml/2006/main" prst="rect">
            <a:avLst/>
          </a:prstGeom>
          <a:ln xmlns:a="http://schemas.openxmlformats.org/drawingml/2006/main">
            <a:noFill/>
          </a:ln>
        </p:spPr>
      </p:pic>
    </p:spTree>
  </p:cSld>
</p:sldLayout>
</file>

<file path=ppt/slideLayouts/slideLayout142.xml><?xml version="1.0" encoding="utf-8"?>
<p:sldLayout xmlns:p="http://schemas.openxmlformats.org/presentationml/2006/main" matchingName="text left">
  <p:cSld name="SECTION_TITLE_AND_DESCRIPTION_1_1">
    <p:spTree>
      <p:nvGrpSpPr>
        <p:cNvPr id="1" name=""/>
        <p:cNvGrpSpPr/>
        <p:nvPr/>
      </p:nvGrpSpPr>
      <p:grpSpPr>
        <a:xfrm xmlns:a="http://schemas.openxmlformats.org/drawingml/2006/main"/>
      </p:grpSpPr>
      <p:sp>
        <p:nvSpPr>
          <p:cNvPr id="1158" name="Google Shape;1158;p144">
            <a:extLst xmlns:a="http://schemas.openxmlformats.org/drawingml/2006/main">
              <a:ext uri="{FF2B5EF4-FFF2-40B4-BE49-F238E27FC236}">
                <a16:creationId xmlns:a16="http://schemas.microsoft.com/office/drawing/2014/main" id="{C6CB511F-7E70-45DA-ADDB-FF4DEDE6A8DA}"/>
              </a:ext>
            </a:extLst>
          </p:cNvPr>
          <p:cNvSpPr>
            <a:spLocks xmlns:a="http://schemas.openxmlformats.org/drawingml/2006/main" noGrp="1"/>
          </p:cNvSpPr>
          <p:nvPr>
            <p:ph type="title" idx="0"/>
          </p:nvPr>
        </p:nvSpPr>
        <p:spPr>
          <a:xfrm xmlns:a="http://schemas.openxmlformats.org/drawingml/2006/main">
            <a:off x="494100" y="1080775"/>
            <a:ext cx="3341100" cy="1482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b">
            <a:noAutofit/>
          </a:bodyPr>
          <a:lstStyle xmlns:a="http://schemas.openxmlformats.org/drawingml/2006/main">
            <a:lvl1pPr algn="l">
              <a:lnSpc>
                <a:spcPct val="85000"/>
              </a:lnSpc>
              <a:spcBef>
                <a:spcPts val="0"/>
              </a:spcBef>
              <a:spcAft>
                <a:spcPts val="0"/>
              </a:spcAft>
              <a:buSzPts val="3000"/>
              <a:buNone/>
              <a:defRPr/>
            </a:lvl1pPr>
            <a:lvl2pPr algn="ctr">
              <a:lnSpc>
                <a:spcPct val="100000"/>
              </a:lnSpc>
              <a:spcBef>
                <a:spcPts val="0"/>
              </a:spcBef>
              <a:spcAft>
                <a:spcPts val="0"/>
              </a:spcAft>
              <a:buSzPts val="4200"/>
              <a:buFont typeface="Inter SemiBold"/>
              <a:buNone/>
              <a:defRPr sz="4200">
                <a:latin typeface="Inter SemiBold"/>
                <a:ea typeface="Inter SemiBold"/>
                <a:cs typeface="Inter SemiBold"/>
              </a:defRPr>
            </a:lvl2pPr>
            <a:lvl3pPr algn="ctr">
              <a:lnSpc>
                <a:spcPct val="100000"/>
              </a:lnSpc>
              <a:spcBef>
                <a:spcPts val="0"/>
              </a:spcBef>
              <a:spcAft>
                <a:spcPts val="0"/>
              </a:spcAft>
              <a:buSzPts val="4200"/>
              <a:buFont typeface="Inter SemiBold"/>
              <a:buNone/>
              <a:defRPr sz="4200">
                <a:latin typeface="Inter SemiBold"/>
                <a:ea typeface="Inter SemiBold"/>
                <a:cs typeface="Inter SemiBold"/>
              </a:defRPr>
            </a:lvl3pPr>
            <a:lvl4pPr algn="ctr">
              <a:lnSpc>
                <a:spcPct val="100000"/>
              </a:lnSpc>
              <a:spcBef>
                <a:spcPts val="0"/>
              </a:spcBef>
              <a:spcAft>
                <a:spcPts val="0"/>
              </a:spcAft>
              <a:buSzPts val="4200"/>
              <a:buFont typeface="Inter SemiBold"/>
              <a:buNone/>
              <a:defRPr sz="4200">
                <a:latin typeface="Inter SemiBold"/>
                <a:ea typeface="Inter SemiBold"/>
                <a:cs typeface="Inter SemiBold"/>
              </a:defRPr>
            </a:lvl4pPr>
            <a:lvl5pPr algn="ctr">
              <a:lnSpc>
                <a:spcPct val="100000"/>
              </a:lnSpc>
              <a:spcBef>
                <a:spcPts val="0"/>
              </a:spcBef>
              <a:spcAft>
                <a:spcPts val="0"/>
              </a:spcAft>
              <a:buSzPts val="4200"/>
              <a:buFont typeface="Inter SemiBold"/>
              <a:buNone/>
              <a:defRPr sz="4200">
                <a:latin typeface="Inter SemiBold"/>
                <a:ea typeface="Inter SemiBold"/>
                <a:cs typeface="Inter SemiBold"/>
              </a:defRPr>
            </a:lvl5pPr>
            <a:lvl6pPr algn="ctr">
              <a:lnSpc>
                <a:spcPct val="100000"/>
              </a:lnSpc>
              <a:spcBef>
                <a:spcPts val="0"/>
              </a:spcBef>
              <a:spcAft>
                <a:spcPts val="0"/>
              </a:spcAft>
              <a:buSzPts val="4200"/>
              <a:buFont typeface="Inter SemiBold"/>
              <a:buNone/>
              <a:defRPr sz="4200">
                <a:latin typeface="Inter SemiBold"/>
                <a:ea typeface="Inter SemiBold"/>
                <a:cs typeface="Inter SemiBold"/>
              </a:defRPr>
            </a:lvl6pPr>
            <a:lvl7pPr algn="ctr">
              <a:lnSpc>
                <a:spcPct val="100000"/>
              </a:lnSpc>
              <a:spcBef>
                <a:spcPts val="0"/>
              </a:spcBef>
              <a:spcAft>
                <a:spcPts val="0"/>
              </a:spcAft>
              <a:buSzPts val="4200"/>
              <a:buFont typeface="Inter SemiBold"/>
              <a:buNone/>
              <a:defRPr sz="4200">
                <a:latin typeface="Inter SemiBold"/>
                <a:ea typeface="Inter SemiBold"/>
                <a:cs typeface="Inter SemiBold"/>
              </a:defRPr>
            </a:lvl7pPr>
            <a:lvl8pPr algn="ctr">
              <a:lnSpc>
                <a:spcPct val="100000"/>
              </a:lnSpc>
              <a:spcBef>
                <a:spcPts val="0"/>
              </a:spcBef>
              <a:spcAft>
                <a:spcPts val="0"/>
              </a:spcAft>
              <a:buSzPts val="4200"/>
              <a:buFont typeface="Inter SemiBold"/>
              <a:buNone/>
              <a:defRPr sz="4200">
                <a:latin typeface="Inter SemiBold"/>
                <a:ea typeface="Inter SemiBold"/>
                <a:cs typeface="Inter SemiBold"/>
              </a:defRPr>
            </a:lvl8pPr>
            <a:lvl9pPr algn="ctr">
              <a:lnSpc>
                <a:spcPct val="100000"/>
              </a:lnSpc>
              <a:spcBef>
                <a:spcPts val="0"/>
              </a:spcBef>
              <a:spcAft>
                <a:spcPts val="0"/>
              </a:spcAft>
              <a:buSzPts val="4200"/>
              <a:buFont typeface="Inter SemiBold"/>
              <a:buNone/>
              <a:defRPr sz="4200">
                <a:latin typeface="Inter SemiBold"/>
                <a:ea typeface="Inter SemiBold"/>
                <a:cs typeface="Inter SemiBold"/>
              </a:defRPr>
            </a:lvl9pPr>
          </a:lstStyle>
          <a:p xmlns:a="http://schemas.openxmlformats.org/drawingml/2006/main"/>
        </p:txBody>
      </p:sp>
      <p:sp>
        <p:nvSpPr>
          <p:cNvPr id="1159" name="Google Shape;1159;p144">
            <a:extLst xmlns:a="http://schemas.openxmlformats.org/drawingml/2006/main">
              <a:ext uri="{FF2B5EF4-FFF2-40B4-BE49-F238E27FC236}">
                <a16:creationId xmlns:a16="http://schemas.microsoft.com/office/drawing/2014/main" id="{7FA6B6EC-A5C5-4BFD-A9F4-64E20529BEC7}"/>
              </a:ext>
            </a:extLst>
          </p:cNvPr>
          <p:cNvSpPr>
            <a:spLocks xmlns:a="http://schemas.openxmlformats.org/drawingml/2006/main" noGrp="1"/>
          </p:cNvSpPr>
          <p:nvPr>
            <p:ph type="subTitle" idx="1"/>
          </p:nvPr>
        </p:nvSpPr>
        <p:spPr>
          <a:xfrm xmlns:a="http://schemas.openxmlformats.org/drawingml/2006/main">
            <a:off x="494100" y="2803075"/>
            <a:ext cx="3341100" cy="123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algn="l">
              <a:lnSpc>
                <a:spcPct val="120000"/>
              </a:lnSpc>
              <a:spcBef>
                <a:spcPts val="0"/>
              </a:spcBef>
              <a:spcAft>
                <a:spcPts val="0"/>
              </a:spcAft>
              <a:buClr>
                <a:schemeClr val="accent2"/>
              </a:buClr>
              <a:buSzPts val="1600"/>
              <a:buNone/>
              <a:defRPr/>
            </a:lvl1pPr>
            <a:lvl2pPr algn="ctr">
              <a:lnSpc>
                <a:spcPct val="100000"/>
              </a:lnSpc>
              <a:spcBef>
                <a:spcPts val="0"/>
              </a:spcBef>
              <a:spcAft>
                <a:spcPts val="0"/>
              </a:spcAft>
              <a:buSzPts val="2100"/>
              <a:buNone/>
              <a:defRPr sz="2100"/>
            </a:lvl2pPr>
            <a:lvl3pPr algn="ctr">
              <a:lnSpc>
                <a:spcPct val="100000"/>
              </a:lnSpc>
              <a:spcBef>
                <a:spcPts val="0"/>
              </a:spcBef>
              <a:spcAft>
                <a:spcPts val="0"/>
              </a:spcAft>
              <a:buSzPts val="2100"/>
              <a:buNone/>
              <a:defRPr sz="2100"/>
            </a:lvl3pPr>
            <a:lvl4pPr algn="ctr">
              <a:lnSpc>
                <a:spcPct val="100000"/>
              </a:lnSpc>
              <a:spcBef>
                <a:spcPts val="0"/>
              </a:spcBef>
              <a:spcAft>
                <a:spcPts val="0"/>
              </a:spcAft>
              <a:buSzPts val="2100"/>
              <a:buNone/>
              <a:defRPr sz="2100"/>
            </a:lvl4pPr>
            <a:lvl5pPr algn="ctr">
              <a:lnSpc>
                <a:spcPct val="100000"/>
              </a:lnSpc>
              <a:spcBef>
                <a:spcPts val="0"/>
              </a:spcBef>
              <a:spcAft>
                <a:spcPts val="0"/>
              </a:spcAft>
              <a:buSzPts val="2100"/>
              <a:buNone/>
              <a:defRPr sz="2100"/>
            </a:lvl5pPr>
            <a:lvl6pPr algn="ctr">
              <a:lnSpc>
                <a:spcPct val="100000"/>
              </a:lnSpc>
              <a:spcBef>
                <a:spcPts val="0"/>
              </a:spcBef>
              <a:spcAft>
                <a:spcPts val="0"/>
              </a:spcAft>
              <a:buSzPts val="2100"/>
              <a:buNone/>
              <a:defRPr sz="2100"/>
            </a:lvl6pPr>
            <a:lvl7pPr algn="ctr">
              <a:lnSpc>
                <a:spcPct val="100000"/>
              </a:lnSpc>
              <a:spcBef>
                <a:spcPts val="0"/>
              </a:spcBef>
              <a:spcAft>
                <a:spcPts val="0"/>
              </a:spcAft>
              <a:buSzPts val="2100"/>
              <a:buNone/>
              <a:defRPr sz="2100"/>
            </a:lvl7pPr>
            <a:lvl8pPr algn="ctr">
              <a:lnSpc>
                <a:spcPct val="100000"/>
              </a:lnSpc>
              <a:spcBef>
                <a:spcPts val="0"/>
              </a:spcBef>
              <a:spcAft>
                <a:spcPts val="0"/>
              </a:spcAft>
              <a:buSzPts val="2100"/>
              <a:buNone/>
              <a:defRPr sz="2100"/>
            </a:lvl8pPr>
            <a:lvl9pPr algn="ctr">
              <a:lnSpc>
                <a:spcPct val="100000"/>
              </a:lnSpc>
              <a:spcBef>
                <a:spcPts val="0"/>
              </a:spcBef>
              <a:spcAft>
                <a:spcPts val="0"/>
              </a:spcAft>
              <a:buSzPts val="2100"/>
              <a:buNone/>
              <a:defRPr sz="2100"/>
            </a:lvl9pPr>
          </a:lstStyle>
          <a:p xmlns:a="http://schemas.openxmlformats.org/drawingml/2006/main"/>
        </p:txBody>
      </p:sp>
      <p:pic>
        <p:nvPicPr>
          <p:cNvPr id="1163" name="Google Shape;1160;p144"/>
          <p:cNvPicPr>
            <a:picLocks xmlns:a="http://schemas.openxmlformats.org/drawingml/2006/main" noChangeAspect="1"/>
          </p:cNvPicPr>
          <p:nvPr/>
        </p:nvPicPr>
        <p:blipFill>
          <a:blip xmlns:r="http://schemas.openxmlformats.org/officeDocument/2006/relationships" xmlns:a="http://schemas.openxmlformats.org/drawingml/2006/main" r:embed="R2e0d6acbad5746ec">
            <a:alphaModFix/>
          </a:blip>
          <a:stretch xmlns:a="http://schemas.openxmlformats.org/drawingml/2006/main">
            <a:fillRect l="0" t="0" r="0" b="0"/>
          </a:stretch>
        </p:blipFill>
        <p:spPr>
          <a:xfrm xmlns:a="http://schemas.openxmlformats.org/drawingml/2006/main">
            <a:off x="228600" y="4836074"/>
            <a:ext cx="153925" cy="153925"/>
          </a:xfrm>
          <a:prstGeom xmlns:a="http://schemas.openxmlformats.org/drawingml/2006/main" prst="rect">
            <a:avLst/>
          </a:prstGeom>
          <a:ln xmlns:a="http://schemas.openxmlformats.org/drawingml/2006/main">
            <a:noFill/>
          </a:ln>
        </p:spPr>
      </p:pic>
    </p:spTree>
  </p:cSld>
</p:sldLayout>
</file>

<file path=ppt/slideLayouts/slideLayout143.xml><?xml version="1.0" encoding="utf-8"?>
<p:sldLayout xmlns:p="http://schemas.openxmlformats.org/presentationml/2006/main" matchingName="Title List">
  <p:cSld name="TITLE_AND_BODY_5">
    <p:spTree>
      <p:nvGrpSpPr>
        <p:cNvPr id="1" name=""/>
        <p:cNvGrpSpPr/>
        <p:nvPr/>
      </p:nvGrpSpPr>
      <p:grpSpPr>
        <a:xfrm xmlns:a="http://schemas.openxmlformats.org/drawingml/2006/main"/>
      </p:grpSpPr>
      <p:sp>
        <p:nvSpPr>
          <p:cNvPr id="1162" name="Google Shape;1162;p145">
            <a:extLst xmlns:a="http://schemas.openxmlformats.org/drawingml/2006/main">
              <a:ext uri="{FF2B5EF4-FFF2-40B4-BE49-F238E27FC236}">
                <a16:creationId xmlns:a16="http://schemas.microsoft.com/office/drawing/2014/main" id="{3C94F1EE-C585-4805-9775-74140F54BB6B}"/>
              </a:ext>
            </a:extLst>
          </p:cNvPr>
          <p:cNvSpPr>
            <a:spLocks xmlns:a="http://schemas.openxmlformats.org/drawingml/2006/main" noGrp="1"/>
          </p:cNvSpPr>
          <p:nvPr>
            <p:ph type="title" idx="0"/>
          </p:nvPr>
        </p:nvSpPr>
        <p:spPr>
          <a:xfrm xmlns:a="http://schemas.openxmlformats.org/drawingml/2006/main">
            <a:off x="304800" y="304800"/>
            <a:ext cx="8520600" cy="572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algn="l">
              <a:lnSpc>
                <a:spcPct val="100000"/>
              </a:lnSpc>
              <a:spcBef>
                <a:spcPts val="0"/>
              </a:spcBef>
              <a:spcAft>
                <a:spcPts val="0"/>
              </a:spcAft>
              <a:buSzPts val="3000"/>
              <a:buNone/>
              <a:defRPr/>
            </a:lvl1pPr>
            <a:lvl2pPr algn="l">
              <a:lnSpc>
                <a:spcPct val="100000"/>
              </a:lnSpc>
              <a:spcBef>
                <a:spcPts val="0"/>
              </a:spcBef>
              <a:spcAft>
                <a:spcPts val="0"/>
              </a:spcAft>
              <a:buSzPts val="2800"/>
              <a:buNone/>
              <a:defRPr/>
            </a:lvl2pPr>
            <a:lvl3pPr algn="l">
              <a:lnSpc>
                <a:spcPct val="100000"/>
              </a:lnSpc>
              <a:spcBef>
                <a:spcPts val="0"/>
              </a:spcBef>
              <a:spcAft>
                <a:spcPts val="0"/>
              </a:spcAft>
              <a:buSzPts val="2800"/>
              <a:buNone/>
              <a:defRPr/>
            </a:lvl3pPr>
            <a:lvl4pPr algn="l">
              <a:lnSpc>
                <a:spcPct val="100000"/>
              </a:lnSpc>
              <a:spcBef>
                <a:spcPts val="0"/>
              </a:spcBef>
              <a:spcAft>
                <a:spcPts val="0"/>
              </a:spcAft>
              <a:buSzPts val="2800"/>
              <a:buNone/>
              <a:defRPr/>
            </a:lvl4pPr>
            <a:lvl5pPr algn="l">
              <a:lnSpc>
                <a:spcPct val="100000"/>
              </a:lnSpc>
              <a:spcBef>
                <a:spcPts val="0"/>
              </a:spcBef>
              <a:spcAft>
                <a:spcPts val="0"/>
              </a:spcAft>
              <a:buSzPts val="2800"/>
              <a:buNone/>
              <a:defRPr/>
            </a:lvl5pPr>
            <a:lvl6pPr algn="l">
              <a:lnSpc>
                <a:spcPct val="100000"/>
              </a:lnSpc>
              <a:spcBef>
                <a:spcPts val="0"/>
              </a:spcBef>
              <a:spcAft>
                <a:spcPts val="0"/>
              </a:spcAft>
              <a:buSzPts val="2800"/>
              <a:buNone/>
              <a:defRPr/>
            </a:lvl6pPr>
            <a:lvl7pPr algn="l">
              <a:lnSpc>
                <a:spcPct val="100000"/>
              </a:lnSpc>
              <a:spcBef>
                <a:spcPts val="0"/>
              </a:spcBef>
              <a:spcAft>
                <a:spcPts val="0"/>
              </a:spcAft>
              <a:buSzPts val="2800"/>
              <a:buNone/>
              <a:defRPr/>
            </a:lvl7pPr>
            <a:lvl8pPr algn="l">
              <a:lnSpc>
                <a:spcPct val="100000"/>
              </a:lnSpc>
              <a:spcBef>
                <a:spcPts val="0"/>
              </a:spcBef>
              <a:spcAft>
                <a:spcPts val="0"/>
              </a:spcAft>
              <a:buSzPts val="2800"/>
              <a:buNone/>
              <a:defRPr/>
            </a:lvl8pPr>
            <a:lvl9pPr algn="l">
              <a:lnSpc>
                <a:spcPct val="100000"/>
              </a:lnSpc>
              <a:spcBef>
                <a:spcPts val="0"/>
              </a:spcBef>
              <a:spcAft>
                <a:spcPts val="0"/>
              </a:spcAft>
              <a:buSzPts val="2800"/>
              <a:buNone/>
              <a:defRPr/>
            </a:lvl9pPr>
          </a:lstStyle>
          <a:p xmlns:a="http://schemas.openxmlformats.org/drawingml/2006/main"/>
        </p:txBody>
      </p:sp>
      <p:sp>
        <p:nvSpPr>
          <p:cNvPr id="1163" name="Google Shape;1163;p145">
            <a:extLst xmlns:a="http://schemas.openxmlformats.org/drawingml/2006/main">
              <a:ext uri="{FF2B5EF4-FFF2-40B4-BE49-F238E27FC236}">
                <a16:creationId xmlns:a16="http://schemas.microsoft.com/office/drawing/2014/main" id="{3C8DD086-3088-46F2-825C-F24A2F6CA725}"/>
              </a:ext>
            </a:extLst>
          </p:cNvPr>
          <p:cNvSpPr>
            <a:spLocks xmlns:a="http://schemas.openxmlformats.org/drawingml/2006/main" noGrp="1"/>
          </p:cNvSpPr>
          <p:nvPr>
            <p:ph type="body" idx="1"/>
          </p:nvPr>
        </p:nvSpPr>
        <p:spPr>
          <a:xfrm xmlns:a="http://schemas.openxmlformats.org/drawingml/2006/main">
            <a:off x="311700" y="1152475"/>
            <a:ext cx="8520600" cy="3416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indent="-342900" algn="l">
              <a:lnSpc>
                <a:spcPct val="115000"/>
              </a:lnSpc>
              <a:spcBef>
                <a:spcPts val="0"/>
              </a:spcBef>
              <a:spcAft>
                <a:spcPts val="0"/>
              </a:spcAft>
              <a:buSzPts val="1800"/>
              <a:buChar char="●"/>
              <a:defRPr/>
            </a:lvl1pPr>
            <a:lvl2pPr marL="914400" indent="-342900" algn="l">
              <a:lnSpc>
                <a:spcPct val="115000"/>
              </a:lnSpc>
              <a:spcBef>
                <a:spcPts val="1600"/>
              </a:spcBef>
              <a:spcAft>
                <a:spcPts val="0"/>
              </a:spcAft>
              <a:buSzPts val="1800"/>
              <a:buChar char="○"/>
              <a:defRPr/>
            </a:lvl2pPr>
            <a:lvl3pPr marL="1371600" indent="-342900" algn="l">
              <a:lnSpc>
                <a:spcPct val="115000"/>
              </a:lnSpc>
              <a:spcBef>
                <a:spcPts val="1600"/>
              </a:spcBef>
              <a:spcAft>
                <a:spcPts val="0"/>
              </a:spcAft>
              <a:buSzPts val="1800"/>
              <a:buChar char="■"/>
              <a:defRPr/>
            </a:lvl3pPr>
            <a:lvl4pPr marL="1828800" indent="-342900" algn="l">
              <a:lnSpc>
                <a:spcPct val="115000"/>
              </a:lnSpc>
              <a:spcBef>
                <a:spcPts val="1600"/>
              </a:spcBef>
              <a:spcAft>
                <a:spcPts val="0"/>
              </a:spcAft>
              <a:buSzPts val="1800"/>
              <a:buChar char="●"/>
              <a:defRPr/>
            </a:lvl4pPr>
            <a:lvl5pPr marL="2286000" indent="-342900" algn="l">
              <a:lnSpc>
                <a:spcPct val="115000"/>
              </a:lnSpc>
              <a:spcBef>
                <a:spcPts val="1600"/>
              </a:spcBef>
              <a:spcAft>
                <a:spcPts val="0"/>
              </a:spcAft>
              <a:buSzPts val="1800"/>
              <a:buChar char="○"/>
              <a:defRPr/>
            </a:lvl5pPr>
            <a:lvl6pPr marL="2743200" indent="-342900" algn="l">
              <a:lnSpc>
                <a:spcPct val="115000"/>
              </a:lnSpc>
              <a:spcBef>
                <a:spcPts val="1600"/>
              </a:spcBef>
              <a:spcAft>
                <a:spcPts val="0"/>
              </a:spcAft>
              <a:buSzPts val="1800"/>
              <a:buChar char="■"/>
              <a:defRPr/>
            </a:lvl6pPr>
            <a:lvl7pPr marL="3200400" indent="-342900" algn="l">
              <a:lnSpc>
                <a:spcPct val="115000"/>
              </a:lnSpc>
              <a:spcBef>
                <a:spcPts val="1600"/>
              </a:spcBef>
              <a:spcAft>
                <a:spcPts val="0"/>
              </a:spcAft>
              <a:buSzPts val="1800"/>
              <a:buChar char="●"/>
              <a:defRPr/>
            </a:lvl7pPr>
            <a:lvl8pPr marL="3657600" indent="-342900" algn="l">
              <a:lnSpc>
                <a:spcPct val="115000"/>
              </a:lnSpc>
              <a:spcBef>
                <a:spcPts val="1600"/>
              </a:spcBef>
              <a:spcAft>
                <a:spcPts val="0"/>
              </a:spcAft>
              <a:buSzPts val="1800"/>
              <a:buChar char="○"/>
              <a:defRPr/>
            </a:lvl8pPr>
            <a:lvl9pPr marL="4114800" indent="-342900" algn="l">
              <a:lnSpc>
                <a:spcPct val="115000"/>
              </a:lnSpc>
              <a:spcBef>
                <a:spcPts val="1600"/>
              </a:spcBef>
              <a:spcAft>
                <a:spcPts val="1600"/>
              </a:spcAft>
              <a:buSzPts val="1800"/>
              <a:buChar char="■"/>
              <a:defRPr/>
            </a:lvl9pPr>
          </a:lstStyle>
          <a:p xmlns:a="http://schemas.openxmlformats.org/drawingml/2006/main"/>
        </p:txBody>
      </p:sp>
      <p:pic>
        <p:nvPicPr>
          <p:cNvPr id="1167" name="Google Shape;1164;p145"/>
          <p:cNvPicPr>
            <a:picLocks xmlns:a="http://schemas.openxmlformats.org/drawingml/2006/main" noChangeAspect="1"/>
          </p:cNvPicPr>
          <p:nvPr/>
        </p:nvPicPr>
        <p:blipFill>
          <a:blip xmlns:r="http://schemas.openxmlformats.org/officeDocument/2006/relationships" xmlns:a="http://schemas.openxmlformats.org/drawingml/2006/main" r:embed="R5c240228326844b8">
            <a:alphaModFix/>
          </a:blip>
          <a:stretch xmlns:a="http://schemas.openxmlformats.org/drawingml/2006/main">
            <a:fillRect l="0" t="0" r="0" b="0"/>
          </a:stretch>
        </p:blipFill>
        <p:spPr>
          <a:xfrm xmlns:a="http://schemas.openxmlformats.org/drawingml/2006/main">
            <a:off x="228600" y="4836074"/>
            <a:ext cx="153925" cy="153925"/>
          </a:xfrm>
          <a:prstGeom xmlns:a="http://schemas.openxmlformats.org/drawingml/2006/main" prst="rect">
            <a:avLst/>
          </a:prstGeom>
          <a:ln xmlns:a="http://schemas.openxmlformats.org/drawingml/2006/main">
            <a:noFill/>
          </a:ln>
        </p:spPr>
      </p:pic>
    </p:spTree>
  </p:cSld>
</p:sldLayout>
</file>

<file path=ppt/slideLayouts/slideLayout144.xml><?xml version="1.0" encoding="utf-8"?>
<p:sldLayout xmlns:p="http://schemas.openxmlformats.org/presentationml/2006/main" matchingName="Section header" type="secHead">
  <p:cSld name="SECTION_HEADER">
    <p:spTree>
      <p:nvGrpSpPr>
        <p:cNvPr id="1" name=""/>
        <p:cNvGrpSpPr/>
        <p:nvPr/>
      </p:nvGrpSpPr>
      <p:grpSpPr>
        <a:xfrm xmlns:a="http://schemas.openxmlformats.org/drawingml/2006/main"/>
      </p:grpSpPr>
      <p:sp>
        <p:nvSpPr>
          <p:cNvPr id="1166" name="Google Shape;1166;p146">
            <a:extLst xmlns:a="http://schemas.openxmlformats.org/drawingml/2006/main">
              <a:ext uri="{FF2B5EF4-FFF2-40B4-BE49-F238E27FC236}">
                <a16:creationId xmlns:a16="http://schemas.microsoft.com/office/drawing/2014/main" id="{B9EE50E0-9D3A-48DD-A5F7-1E57F906B259}"/>
              </a:ext>
            </a:extLst>
          </p:cNvPr>
          <p:cNvSpPr>
            <a:spLocks xmlns:a="http://schemas.openxmlformats.org/drawingml/2006/main" noGrp="1"/>
          </p:cNvSpPr>
          <p:nvPr>
            <p:ph type="title" idx="0"/>
          </p:nvPr>
        </p:nvSpPr>
        <p:spPr>
          <a:xfrm xmlns:a="http://schemas.openxmlformats.org/drawingml/2006/main">
            <a:off x="311700" y="2150850"/>
            <a:ext cx="8520600" cy="8418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lgn="ctr">
              <a:spcBef>
                <a:spcPts val="0"/>
              </a:spcBef>
              <a:spcAft>
                <a:spcPts val="0"/>
              </a:spcAft>
              <a:buSzPts val="3600"/>
              <a:buNone/>
              <a:defRPr sz="3600"/>
            </a:lvl1pPr>
            <a:lvl2pPr algn="ctr">
              <a:spcBef>
                <a:spcPts val="0"/>
              </a:spcBef>
              <a:spcAft>
                <a:spcPts val="0"/>
              </a:spcAft>
              <a:buSzPts val="3600"/>
              <a:buNone/>
              <a:defRPr sz="3600"/>
            </a:lvl2pPr>
            <a:lvl3pPr algn="ctr">
              <a:spcBef>
                <a:spcPts val="0"/>
              </a:spcBef>
              <a:spcAft>
                <a:spcPts val="0"/>
              </a:spcAft>
              <a:buSzPts val="3600"/>
              <a:buNone/>
              <a:defRPr sz="3600"/>
            </a:lvl3pPr>
            <a:lvl4pPr algn="ctr">
              <a:spcBef>
                <a:spcPts val="0"/>
              </a:spcBef>
              <a:spcAft>
                <a:spcPts val="0"/>
              </a:spcAft>
              <a:buSzPts val="3600"/>
              <a:buNone/>
              <a:defRPr sz="3600"/>
            </a:lvl4pPr>
            <a:lvl5pPr algn="ctr">
              <a:spcBef>
                <a:spcPts val="0"/>
              </a:spcBef>
              <a:spcAft>
                <a:spcPts val="0"/>
              </a:spcAft>
              <a:buSzPts val="3600"/>
              <a:buNone/>
              <a:defRPr sz="3600"/>
            </a:lvl5pPr>
            <a:lvl6pPr algn="ctr">
              <a:spcBef>
                <a:spcPts val="0"/>
              </a:spcBef>
              <a:spcAft>
                <a:spcPts val="0"/>
              </a:spcAft>
              <a:buSzPts val="3600"/>
              <a:buNone/>
              <a:defRPr sz="3600"/>
            </a:lvl6pPr>
            <a:lvl7pPr algn="ctr">
              <a:spcBef>
                <a:spcPts val="0"/>
              </a:spcBef>
              <a:spcAft>
                <a:spcPts val="0"/>
              </a:spcAft>
              <a:buSzPts val="3600"/>
              <a:buNone/>
              <a:defRPr sz="3600"/>
            </a:lvl7pPr>
            <a:lvl8pPr algn="ctr">
              <a:spcBef>
                <a:spcPts val="0"/>
              </a:spcBef>
              <a:spcAft>
                <a:spcPts val="0"/>
              </a:spcAft>
              <a:buSzPts val="3600"/>
              <a:buNone/>
              <a:defRPr sz="3600"/>
            </a:lvl8pPr>
            <a:lvl9pPr algn="ctr">
              <a:spcBef>
                <a:spcPts val="0"/>
              </a:spcBef>
              <a:spcAft>
                <a:spcPts val="0"/>
              </a:spcAft>
              <a:buSzPts val="3600"/>
              <a:buNone/>
              <a:defRPr sz="3600"/>
            </a:lvl9pPr>
          </a:lstStyle>
          <a:p xmlns:a="http://schemas.openxmlformats.org/drawingml/2006/main"/>
        </p:txBody>
      </p:sp>
      <p:sp>
        <p:nvSpPr>
          <p:cNvPr id="1167" name="Google Shape;1167;p146">
            <a:extLst xmlns:a="http://schemas.openxmlformats.org/drawingml/2006/main">
              <a:ext uri="{FF2B5EF4-FFF2-40B4-BE49-F238E27FC236}">
                <a16:creationId xmlns:a16="http://schemas.microsoft.com/office/drawing/2014/main" id="{765A5B0C-C50D-4453-854C-02F896BFA3A2}"/>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45.xml><?xml version="1.0" encoding="utf-8"?>
<p:sldLayout xmlns:p="http://schemas.openxmlformats.org/presentationml/2006/main" matchingName="Center Title" type="titleOnly">
  <p:cSld name="TITLE_ONLY">
    <p:spTree>
      <p:nvGrpSpPr>
        <p:cNvPr id="1" name=""/>
        <p:cNvGrpSpPr/>
        <p:nvPr/>
      </p:nvGrpSpPr>
      <p:grpSpPr>
        <a:xfrm xmlns:a="http://schemas.openxmlformats.org/drawingml/2006/main"/>
      </p:grpSpPr>
    </p:spTree>
  </p:cSld>
</p:sldLayout>
</file>

<file path=ppt/slideLayouts/slideLayout146.xml><?xml version="1.0" encoding="utf-8"?>
<p:sldLayout xmlns:p="http://schemas.openxmlformats.org/presentationml/2006/main" matchingName="TITLE_ONLY_1">
  <p:cSld name="TITLE_ONLY_1">
    <p:spTree>
      <p:nvGrpSpPr>
        <p:cNvPr id="1" name=""/>
        <p:cNvGrpSpPr/>
        <p:nvPr/>
      </p:nvGrpSpPr>
      <p:grpSpPr>
        <a:xfrm xmlns:a="http://schemas.openxmlformats.org/drawingml/2006/main"/>
      </p:grpSpPr>
      <p:sp>
        <p:nvSpPr>
          <p:cNvPr id="1170" name="Google Shape;1170;p148">
            <a:extLst xmlns:a="http://schemas.openxmlformats.org/drawingml/2006/main">
              <a:ext uri="{FF2B5EF4-FFF2-40B4-BE49-F238E27FC236}">
                <a16:creationId xmlns:a16="http://schemas.microsoft.com/office/drawing/2014/main" id="{DA9ED857-7C4F-4537-930E-CF2437958C86}"/>
              </a:ext>
            </a:extLst>
          </p:cNvPr>
          <p:cNvSpPr>
            <a:spLocks xmlns:a="http://schemas.openxmlformats.org/drawingml/2006/main" noGrp="1"/>
          </p:cNvSpPr>
          <p:nvPr>
            <p:ph type="title" idx="0"/>
          </p:nvPr>
        </p:nvSpPr>
        <p:spPr>
          <a:xfrm xmlns:a="http://schemas.openxmlformats.org/drawingml/2006/main">
            <a:off x="311700" y="445025"/>
            <a:ext cx="8520600" cy="3876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SzPts val="28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xmlns:a="http://schemas.openxmlformats.org/drawingml/2006/main"/>
        </p:txBody>
      </p:sp>
    </p:spTree>
  </p:cSld>
</p:sldLayout>
</file>

<file path=ppt/slideLayouts/slideLayout147.xml><?xml version="1.0" encoding="utf-8"?>
<p:sldLayout xmlns:p="http://schemas.openxmlformats.org/presentationml/2006/main" matchingName="Phone Mock Shell 50/50">
  <p:cSld name="SECTION_HEADER_1_2">
    <p:spTree>
      <p:nvGrpSpPr>
        <p:cNvPr id="1" name=""/>
        <p:cNvGrpSpPr/>
        <p:nvPr/>
      </p:nvGrpSpPr>
      <p:grpSpPr>
        <a:xfrm xmlns:a="http://schemas.openxmlformats.org/drawingml/2006/main"/>
      </p:grpSpPr>
      <p:sp>
        <p:nvSpPr>
          <p:cNvPr id="1172" name="Google Shape;1172;p149">
            <a:extLst xmlns:a="http://schemas.openxmlformats.org/drawingml/2006/main">
              <a:ext uri="{FF2B5EF4-FFF2-40B4-BE49-F238E27FC236}">
                <a16:creationId xmlns:a16="http://schemas.microsoft.com/office/drawing/2014/main" id="{2E10FA32-F3A8-471E-837E-A90FED700287}"/>
              </a:ext>
            </a:extLst>
          </p:cNvPr>
          <p:cNvSpPr>
            <a:spLocks xmlns:a="http://schemas.openxmlformats.org/drawingml/2006/main" noGrp="1"/>
          </p:cNvSpPr>
          <p:nvPr>
            <p:ph type="title" idx="0"/>
          </p:nvPr>
        </p:nvSpPr>
        <p:spPr>
          <a:xfrm xmlns:a="http://schemas.openxmlformats.org/drawingml/2006/main">
            <a:off x="457200" y="457200"/>
            <a:ext cx="3657600" cy="4197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lvl1pPr>
              <a:spcBef>
                <a:spcPts val="0"/>
              </a:spcBef>
              <a:spcAft>
                <a:spcPts val="0"/>
              </a:spcAft>
              <a:buSzPts val="2800"/>
              <a:buNone/>
              <a:defRPr/>
            </a:lvl1pPr>
            <a:lvl2pPr>
              <a:spcBef>
                <a:spcPts val="0"/>
              </a:spcBef>
              <a:spcAft>
                <a:spcPts val="0"/>
              </a:spcAft>
              <a:buSzPts val="2600"/>
              <a:buNone/>
              <a:defRPr sz="2600"/>
            </a:lvl2pPr>
            <a:lvl3pPr>
              <a:spcBef>
                <a:spcPts val="0"/>
              </a:spcBef>
              <a:spcAft>
                <a:spcPts val="0"/>
              </a:spcAft>
              <a:buSzPts val="2600"/>
              <a:buNone/>
              <a:defRPr sz="2600"/>
            </a:lvl3pPr>
            <a:lvl4pPr>
              <a:spcBef>
                <a:spcPts val="0"/>
              </a:spcBef>
              <a:spcAft>
                <a:spcPts val="0"/>
              </a:spcAft>
              <a:buSzPts val="2600"/>
              <a:buNone/>
              <a:defRPr sz="2600"/>
            </a:lvl4pPr>
            <a:lvl5pPr>
              <a:spcBef>
                <a:spcPts val="0"/>
              </a:spcBef>
              <a:spcAft>
                <a:spcPts val="0"/>
              </a:spcAft>
              <a:buSzPts val="2600"/>
              <a:buNone/>
              <a:defRPr sz="2600"/>
            </a:lvl5pPr>
            <a:lvl6pPr>
              <a:spcBef>
                <a:spcPts val="0"/>
              </a:spcBef>
              <a:spcAft>
                <a:spcPts val="0"/>
              </a:spcAft>
              <a:buSzPts val="2600"/>
              <a:buNone/>
              <a:defRPr sz="2600"/>
            </a:lvl6pPr>
            <a:lvl7pPr>
              <a:spcBef>
                <a:spcPts val="0"/>
              </a:spcBef>
              <a:spcAft>
                <a:spcPts val="0"/>
              </a:spcAft>
              <a:buSzPts val="2600"/>
              <a:buNone/>
              <a:defRPr sz="2600"/>
            </a:lvl7pPr>
            <a:lvl8pPr>
              <a:spcBef>
                <a:spcPts val="0"/>
              </a:spcBef>
              <a:spcAft>
                <a:spcPts val="0"/>
              </a:spcAft>
              <a:buSzPts val="2600"/>
              <a:buNone/>
              <a:defRPr sz="2600"/>
            </a:lvl8pPr>
            <a:lvl9pPr>
              <a:spcBef>
                <a:spcPts val="0"/>
              </a:spcBef>
              <a:spcAft>
                <a:spcPts val="0"/>
              </a:spcAft>
              <a:buSzPts val="2600"/>
              <a:buNone/>
              <a:defRPr sz="2600"/>
            </a:lvl9pPr>
          </a:lstStyle>
          <a:p xmlns:a="http://schemas.openxmlformats.org/drawingml/2006/main"/>
        </p:txBody>
      </p:sp>
      <p:sp>
        <p:nvSpPr>
          <p:cNvPr id="1173" name="Google Shape;1173;p149">
            <a:extLst xmlns:a="http://schemas.openxmlformats.org/drawingml/2006/main">
              <a:ext uri="{FF2B5EF4-FFF2-40B4-BE49-F238E27FC236}">
                <a16:creationId xmlns:a16="http://schemas.microsoft.com/office/drawing/2014/main" id="{326F7774-BEDB-4EFF-857A-58D102C4B854}"/>
              </a:ext>
            </a:extLst>
          </p:cNvPr>
          <p:cNvSpPr>
            <a:spLocks xmlns:a="http://schemas.openxmlformats.org/drawingml/2006/main" noGrp="1"/>
          </p:cNvSpPr>
          <p:nvPr>
            <p:ph type="subTitle" idx="1"/>
          </p:nvPr>
        </p:nvSpPr>
        <p:spPr>
          <a:xfrm xmlns:a="http://schemas.openxmlformats.org/drawingml/2006/main">
            <a:off x="457200" y="935725"/>
            <a:ext cx="3840600" cy="2343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lnSpc>
                <a:spcPct val="115000"/>
              </a:lnSpc>
              <a:spcBef>
                <a:spcPts val="0"/>
              </a:spcBef>
              <a:spcAft>
                <a:spcPts val="0"/>
              </a:spcAft>
              <a:buSzPts val="1300"/>
              <a:buNone/>
              <a:defRPr/>
            </a:lvl1pPr>
            <a:lvl2pPr>
              <a:lnSpc>
                <a:spcPct val="115000"/>
              </a:lnSpc>
              <a:spcBef>
                <a:spcPts val="0"/>
              </a:spcBef>
              <a:spcAft>
                <a:spcPts val="0"/>
              </a:spcAft>
              <a:buSzPts val="1500"/>
              <a:buNone/>
              <a:defRPr sz="1500"/>
            </a:lvl2pPr>
            <a:lvl3pPr>
              <a:lnSpc>
                <a:spcPct val="115000"/>
              </a:lnSpc>
              <a:spcBef>
                <a:spcPts val="0"/>
              </a:spcBef>
              <a:spcAft>
                <a:spcPts val="0"/>
              </a:spcAft>
              <a:buSzPts val="1500"/>
              <a:buNone/>
              <a:defRPr sz="1500"/>
            </a:lvl3pPr>
            <a:lvl4pPr>
              <a:lnSpc>
                <a:spcPct val="115000"/>
              </a:lnSpc>
              <a:spcBef>
                <a:spcPts val="0"/>
              </a:spcBef>
              <a:spcAft>
                <a:spcPts val="0"/>
              </a:spcAft>
              <a:buSzPts val="1500"/>
              <a:buNone/>
              <a:defRPr sz="1500"/>
            </a:lvl4pPr>
            <a:lvl5pPr>
              <a:lnSpc>
                <a:spcPct val="115000"/>
              </a:lnSpc>
              <a:spcBef>
                <a:spcPts val="0"/>
              </a:spcBef>
              <a:spcAft>
                <a:spcPts val="0"/>
              </a:spcAft>
              <a:buSzPts val="1500"/>
              <a:buNone/>
              <a:defRPr sz="1500"/>
            </a:lvl5pPr>
            <a:lvl6pPr>
              <a:lnSpc>
                <a:spcPct val="115000"/>
              </a:lnSpc>
              <a:spcBef>
                <a:spcPts val="0"/>
              </a:spcBef>
              <a:spcAft>
                <a:spcPts val="0"/>
              </a:spcAft>
              <a:buSzPts val="1500"/>
              <a:buNone/>
              <a:defRPr sz="1500"/>
            </a:lvl6pPr>
            <a:lvl7pPr>
              <a:lnSpc>
                <a:spcPct val="115000"/>
              </a:lnSpc>
              <a:spcBef>
                <a:spcPts val="0"/>
              </a:spcBef>
              <a:spcAft>
                <a:spcPts val="0"/>
              </a:spcAft>
              <a:buSzPts val="1500"/>
              <a:buNone/>
              <a:defRPr sz="1500"/>
            </a:lvl7pPr>
            <a:lvl8pPr>
              <a:lnSpc>
                <a:spcPct val="115000"/>
              </a:lnSpc>
              <a:spcBef>
                <a:spcPts val="0"/>
              </a:spcBef>
              <a:spcAft>
                <a:spcPts val="0"/>
              </a:spcAft>
              <a:buSzPts val="1500"/>
              <a:buNone/>
              <a:defRPr sz="1500"/>
            </a:lvl8pPr>
            <a:lvl9pPr>
              <a:lnSpc>
                <a:spcPct val="115000"/>
              </a:lnSpc>
              <a:spcBef>
                <a:spcPts val="0"/>
              </a:spcBef>
              <a:spcAft>
                <a:spcPts val="0"/>
              </a:spcAft>
              <a:buSzPts val="1500"/>
              <a:buNone/>
              <a:defRPr sz="1500"/>
            </a:lvl9pPr>
          </a:lstStyle>
          <a:p xmlns:a="http://schemas.openxmlformats.org/drawingml/2006/main"/>
        </p:txBody>
      </p:sp>
      <p:pic>
        <p:nvPicPr>
          <p:cNvPr id="1177" name="Google Shape;1174;p149"/>
          <p:cNvPicPr>
            <a:picLocks xmlns:a="http://schemas.openxmlformats.org/drawingml/2006/main" noChangeAspect="1"/>
          </p:cNvPicPr>
          <p:nvPr/>
        </p:nvPicPr>
        <p:blipFill>
          <a:blip xmlns:r="http://schemas.openxmlformats.org/officeDocument/2006/relationships" xmlns:a="http://schemas.openxmlformats.org/drawingml/2006/main" r:embed="Rc38e0eec8f0d44dc">
            <a:alphaModFix/>
          </a:blip>
          <a:stretch xmlns:a="http://schemas.openxmlformats.org/drawingml/2006/main">
            <a:fillRect l="0" t="0" r="0" b="0"/>
          </a:stretch>
        </p:blipFill>
        <p:spPr>
          <a:xfrm xmlns:a="http://schemas.openxmlformats.org/drawingml/2006/main">
            <a:off x="8354675" y="4896050"/>
            <a:ext cx="634100" cy="110800"/>
          </a:xfrm>
          <a:prstGeom xmlns:a="http://schemas.openxmlformats.org/drawingml/2006/main" prst="rect">
            <a:avLst/>
          </a:prstGeom>
          <a:ln xmlns:a="http://schemas.openxmlformats.org/drawingml/2006/main">
            <a:noFill/>
          </a:ln>
        </p:spPr>
      </p:pic>
    </p:spTree>
  </p:cSld>
</p:sldLayout>
</file>

<file path=ppt/slideLayouts/slideLayout148.xml><?xml version="1.0" encoding="utf-8"?>
<p:sldLayout xmlns:p="http://schemas.openxmlformats.org/presentationml/2006/main" matchingName="Title slide" type="title">
  <p:cSld name="TITLE">
    <p:spTree>
      <p:nvGrpSpPr>
        <p:cNvPr id="1" name=""/>
        <p:cNvGrpSpPr/>
        <p:nvPr/>
      </p:nvGrpSpPr>
      <p:grpSpPr>
        <a:xfrm xmlns:a="http://schemas.openxmlformats.org/drawingml/2006/main"/>
      </p:grpSpPr>
      <p:sp>
        <p:nvSpPr>
          <p:cNvPr id="1176" name="Google Shape;1176;p150">
            <a:extLst xmlns:a="http://schemas.openxmlformats.org/drawingml/2006/main">
              <a:ext uri="{FF2B5EF4-FFF2-40B4-BE49-F238E27FC236}">
                <a16:creationId xmlns:a16="http://schemas.microsoft.com/office/drawing/2014/main" id="{1EC809CE-3584-49F3-8D4A-7D3015875C47}"/>
              </a:ext>
            </a:extLst>
          </p:cNvPr>
          <p:cNvSpPr>
            <a:spLocks xmlns:a="http://schemas.openxmlformats.org/drawingml/2006/main" noGrp="1"/>
          </p:cNvSpPr>
          <p:nvPr>
            <p:ph type="ctrTitle" idx="0"/>
          </p:nvPr>
        </p:nvSpPr>
        <p:spPr>
          <a:xfrm xmlns:a="http://schemas.openxmlformats.org/drawingml/2006/main">
            <a:off x="311708" y="744575"/>
            <a:ext cx="8520600" cy="2052600"/>
          </a:xfrm>
          <a:prstGeom xmlns:a="http://schemas.openxmlformats.org/drawingml/2006/main" prst="rect">
            <a:avLst/>
          </a:prstGeom>
        </p:spPr>
        <p:txBody>
          <a:bodyPr xmlns:a="http://schemas.openxmlformats.org/drawingml/2006/main" spcFirstLastPara="1" wrap="square" lIns="91425" tIns="91425" rIns="91425" bIns="91425" anchor="b">
            <a:normAutofit/>
          </a:bodyPr>
          <a:lstStyle xmlns:a="http://schemas.openxmlformats.org/drawingml/2006/main">
            <a:lvl1pPr algn="ctr">
              <a:spcBef>
                <a:spcPts val="0"/>
              </a:spcBef>
              <a:spcAft>
                <a:spcPts val="0"/>
              </a:spcAft>
              <a:buSzPts val="5200"/>
              <a:buNone/>
              <a:defRPr sz="5200"/>
            </a:lvl1pPr>
            <a:lvl2pPr algn="ctr">
              <a:spcBef>
                <a:spcPts val="0"/>
              </a:spcBef>
              <a:spcAft>
                <a:spcPts val="0"/>
              </a:spcAft>
              <a:buSzPts val="5200"/>
              <a:buNone/>
              <a:defRPr sz="5200"/>
            </a:lvl2pPr>
            <a:lvl3pPr algn="ctr">
              <a:spcBef>
                <a:spcPts val="0"/>
              </a:spcBef>
              <a:spcAft>
                <a:spcPts val="0"/>
              </a:spcAft>
              <a:buSzPts val="5200"/>
              <a:buNone/>
              <a:defRPr sz="5200"/>
            </a:lvl3pPr>
            <a:lvl4pPr algn="ctr">
              <a:spcBef>
                <a:spcPts val="0"/>
              </a:spcBef>
              <a:spcAft>
                <a:spcPts val="0"/>
              </a:spcAft>
              <a:buSzPts val="5200"/>
              <a:buNone/>
              <a:defRPr sz="5200"/>
            </a:lvl4pPr>
            <a:lvl5pPr algn="ctr">
              <a:spcBef>
                <a:spcPts val="0"/>
              </a:spcBef>
              <a:spcAft>
                <a:spcPts val="0"/>
              </a:spcAft>
              <a:buSzPts val="5200"/>
              <a:buNone/>
              <a:defRPr sz="5200"/>
            </a:lvl5pPr>
            <a:lvl6pPr algn="ctr">
              <a:spcBef>
                <a:spcPts val="0"/>
              </a:spcBef>
              <a:spcAft>
                <a:spcPts val="0"/>
              </a:spcAft>
              <a:buSzPts val="5200"/>
              <a:buNone/>
              <a:defRPr sz="5200"/>
            </a:lvl6pPr>
            <a:lvl7pPr algn="ctr">
              <a:spcBef>
                <a:spcPts val="0"/>
              </a:spcBef>
              <a:spcAft>
                <a:spcPts val="0"/>
              </a:spcAft>
              <a:buSzPts val="5200"/>
              <a:buNone/>
              <a:defRPr sz="5200"/>
            </a:lvl7pPr>
            <a:lvl8pPr algn="ctr">
              <a:spcBef>
                <a:spcPts val="0"/>
              </a:spcBef>
              <a:spcAft>
                <a:spcPts val="0"/>
              </a:spcAft>
              <a:buSzPts val="5200"/>
              <a:buNone/>
              <a:defRPr sz="5200"/>
            </a:lvl8pPr>
            <a:lvl9pPr algn="ctr">
              <a:spcBef>
                <a:spcPts val="0"/>
              </a:spcBef>
              <a:spcAft>
                <a:spcPts val="0"/>
              </a:spcAft>
              <a:buSzPts val="5200"/>
              <a:buNone/>
              <a:defRPr sz="5200"/>
            </a:lvl9pPr>
          </a:lstStyle>
          <a:p xmlns:a="http://schemas.openxmlformats.org/drawingml/2006/main"/>
        </p:txBody>
      </p:sp>
      <p:sp>
        <p:nvSpPr>
          <p:cNvPr id="1177" name="Google Shape;1177;p150">
            <a:extLst xmlns:a="http://schemas.openxmlformats.org/drawingml/2006/main">
              <a:ext uri="{FF2B5EF4-FFF2-40B4-BE49-F238E27FC236}">
                <a16:creationId xmlns:a16="http://schemas.microsoft.com/office/drawing/2014/main" id="{D538BA71-2EF3-498F-9AAB-EE25125FD3E4}"/>
              </a:ext>
            </a:extLst>
          </p:cNvPr>
          <p:cNvSpPr>
            <a:spLocks xmlns:a="http://schemas.openxmlformats.org/drawingml/2006/main" noGrp="1"/>
          </p:cNvSpPr>
          <p:nvPr>
            <p:ph type="subTitle" idx="1"/>
          </p:nvPr>
        </p:nvSpPr>
        <p:spPr>
          <a:xfrm xmlns:a="http://schemas.openxmlformats.org/drawingml/2006/main">
            <a:off x="311700" y="2834125"/>
            <a:ext cx="8520600" cy="7926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lgn="ctr">
              <a:lnSpc>
                <a:spcPct val="100000"/>
              </a:lnSpc>
              <a:spcBef>
                <a:spcPts val="0"/>
              </a:spcBef>
              <a:spcAft>
                <a:spcPts val="0"/>
              </a:spcAft>
              <a:buSzPts val="2800"/>
              <a:buNone/>
              <a:defRPr sz="2800"/>
            </a:lvl1pPr>
            <a:lvl2pPr algn="ctr">
              <a:lnSpc>
                <a:spcPct val="100000"/>
              </a:lnSpc>
              <a:spcBef>
                <a:spcPts val="0"/>
              </a:spcBef>
              <a:spcAft>
                <a:spcPts val="0"/>
              </a:spcAft>
              <a:buSzPts val="2800"/>
              <a:buNone/>
              <a:defRPr sz="2800"/>
            </a:lvl2pPr>
            <a:lvl3pPr algn="ctr">
              <a:lnSpc>
                <a:spcPct val="100000"/>
              </a:lnSpc>
              <a:spcBef>
                <a:spcPts val="0"/>
              </a:spcBef>
              <a:spcAft>
                <a:spcPts val="0"/>
              </a:spcAft>
              <a:buSzPts val="2800"/>
              <a:buNone/>
              <a:defRPr sz="2800"/>
            </a:lvl3pPr>
            <a:lvl4pPr algn="ctr">
              <a:lnSpc>
                <a:spcPct val="100000"/>
              </a:lnSpc>
              <a:spcBef>
                <a:spcPts val="0"/>
              </a:spcBef>
              <a:spcAft>
                <a:spcPts val="0"/>
              </a:spcAft>
              <a:buSzPts val="2800"/>
              <a:buNone/>
              <a:defRPr sz="2800"/>
            </a:lvl4pPr>
            <a:lvl5pPr algn="ctr">
              <a:lnSpc>
                <a:spcPct val="100000"/>
              </a:lnSpc>
              <a:spcBef>
                <a:spcPts val="0"/>
              </a:spcBef>
              <a:spcAft>
                <a:spcPts val="0"/>
              </a:spcAft>
              <a:buSzPts val="2800"/>
              <a:buNone/>
              <a:defRPr sz="2800"/>
            </a:lvl5pPr>
            <a:lvl6pPr algn="ctr">
              <a:lnSpc>
                <a:spcPct val="100000"/>
              </a:lnSpc>
              <a:spcBef>
                <a:spcPts val="0"/>
              </a:spcBef>
              <a:spcAft>
                <a:spcPts val="0"/>
              </a:spcAft>
              <a:buSzPts val="2800"/>
              <a:buNone/>
              <a:defRPr sz="2800"/>
            </a:lvl6pPr>
            <a:lvl7pPr algn="ctr">
              <a:lnSpc>
                <a:spcPct val="100000"/>
              </a:lnSpc>
              <a:spcBef>
                <a:spcPts val="0"/>
              </a:spcBef>
              <a:spcAft>
                <a:spcPts val="0"/>
              </a:spcAft>
              <a:buSzPts val="2800"/>
              <a:buNone/>
              <a:defRPr sz="2800"/>
            </a:lvl7pPr>
            <a:lvl8pPr algn="ctr">
              <a:lnSpc>
                <a:spcPct val="100000"/>
              </a:lnSpc>
              <a:spcBef>
                <a:spcPts val="0"/>
              </a:spcBef>
              <a:spcAft>
                <a:spcPts val="0"/>
              </a:spcAft>
              <a:buSzPts val="2800"/>
              <a:buNone/>
              <a:defRPr sz="2800"/>
            </a:lvl8pPr>
            <a:lvl9pPr algn="ctr">
              <a:lnSpc>
                <a:spcPct val="100000"/>
              </a:lnSpc>
              <a:spcBef>
                <a:spcPts val="0"/>
              </a:spcBef>
              <a:spcAft>
                <a:spcPts val="0"/>
              </a:spcAft>
              <a:buSzPts val="2800"/>
              <a:buNone/>
              <a:defRPr sz="2800"/>
            </a:lvl9pPr>
          </a:lstStyle>
          <a:p xmlns:a="http://schemas.openxmlformats.org/drawingml/2006/main"/>
        </p:txBody>
      </p:sp>
      <p:sp>
        <p:nvSpPr>
          <p:cNvPr id="1178" name="Google Shape;1178;p150">
            <a:extLst xmlns:a="http://schemas.openxmlformats.org/drawingml/2006/main">
              <a:ext uri="{FF2B5EF4-FFF2-40B4-BE49-F238E27FC236}">
                <a16:creationId xmlns:a16="http://schemas.microsoft.com/office/drawing/2014/main" id="{0109AFB9-F14F-4565-BCDD-992704B515B3}"/>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49.xml><?xml version="1.0" encoding="utf-8"?>
<p:sldLayout xmlns:p="http://schemas.openxmlformats.org/presentationml/2006/main" matchingName="TITLE_ONLY_2">
  <p:cSld name="TITLE_ONLY_2">
    <p:spTree>
      <p:nvGrpSpPr>
        <p:cNvPr id="1" name=""/>
        <p:cNvGrpSpPr/>
        <p:nvPr/>
      </p:nvGrpSpPr>
      <p:grpSpPr>
        <a:xfrm xmlns:a="http://schemas.openxmlformats.org/drawingml/2006/main"/>
      </p:grpSpPr>
      <p:sp>
        <p:nvSpPr>
          <p:cNvPr id="1180" name="Google Shape;1180;p151">
            <a:extLst xmlns:a="http://schemas.openxmlformats.org/drawingml/2006/main">
              <a:ext uri="{FF2B5EF4-FFF2-40B4-BE49-F238E27FC236}">
                <a16:creationId xmlns:a16="http://schemas.microsoft.com/office/drawing/2014/main" id="{DDC529C4-1DD7-4580-B1A9-261AF5CD1772}"/>
              </a:ext>
            </a:extLst>
          </p:cNvPr>
          <p:cNvSpPr>
            <a:spLocks xmlns:a="http://schemas.openxmlformats.org/drawingml/2006/main" noGrp="1"/>
          </p:cNvSpPr>
          <p:nvPr>
            <p:ph type="title" idx="0"/>
          </p:nvPr>
        </p:nvSpPr>
        <p:spPr>
          <a:xfrm xmlns:a="http://schemas.openxmlformats.org/drawingml/2006/main">
            <a:off x="311700" y="445025"/>
            <a:ext cx="8520600" cy="3876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SzPts val="28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xmlns:a="http://schemas.openxmlformats.org/drawingml/2006/main"/>
        </p:txBody>
      </p:sp>
    </p:spTree>
  </p:cSld>
</p:sldLayout>
</file>

<file path=ppt/slideLayouts/slideLayout150.xml><?xml version="1.0" encoding="utf-8"?>
<p:sldLayout xmlns:p="http://schemas.openxmlformats.org/presentationml/2006/main" matchingName="TITLE_ONLY_3">
  <p:cSld name="TITLE_ONLY_3">
    <p:spTree>
      <p:nvGrpSpPr>
        <p:cNvPr id="1" name=""/>
        <p:cNvGrpSpPr/>
        <p:nvPr/>
      </p:nvGrpSpPr>
      <p:grpSpPr>
        <a:xfrm xmlns:a="http://schemas.openxmlformats.org/drawingml/2006/main"/>
      </p:grpSpPr>
      <p:sp>
        <p:nvSpPr>
          <p:cNvPr id="1182" name="Google Shape;1182;p152">
            <a:extLst xmlns:a="http://schemas.openxmlformats.org/drawingml/2006/main">
              <a:ext uri="{FF2B5EF4-FFF2-40B4-BE49-F238E27FC236}">
                <a16:creationId xmlns:a16="http://schemas.microsoft.com/office/drawing/2014/main" id="{772BA8E6-C1C4-408B-945D-B3EA9FE18FE8}"/>
              </a:ext>
            </a:extLst>
          </p:cNvPr>
          <p:cNvSpPr>
            <a:spLocks xmlns:a="http://schemas.openxmlformats.org/drawingml/2006/main" noGrp="1"/>
          </p:cNvSpPr>
          <p:nvPr>
            <p:ph type="title" idx="0"/>
          </p:nvPr>
        </p:nvSpPr>
        <p:spPr>
          <a:xfrm xmlns:a="http://schemas.openxmlformats.org/drawingml/2006/main">
            <a:off x="311700" y="445025"/>
            <a:ext cx="8520600" cy="3876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SzPts val="28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xmlns:a="http://schemas.openxmlformats.org/drawingml/2006/main"/>
        </p:txBody>
      </p:sp>
    </p:spTree>
  </p:cSld>
</p:sldLayout>
</file>

<file path=ppt/slideLayouts/slideLayout151.xml><?xml version="1.0" encoding="utf-8"?>
<p:sldLayout xmlns:p="http://schemas.openxmlformats.org/presentationml/2006/main" matchingName="TITLE_ONLY_4">
  <p:cSld name="TITLE_ONLY_4">
    <p:spTree>
      <p:nvGrpSpPr>
        <p:cNvPr id="1" name=""/>
        <p:cNvGrpSpPr/>
        <p:nvPr/>
      </p:nvGrpSpPr>
      <p:grpSpPr>
        <a:xfrm xmlns:a="http://schemas.openxmlformats.org/drawingml/2006/main"/>
      </p:grpSpPr>
      <p:sp>
        <p:nvSpPr>
          <p:cNvPr id="1184" name="Google Shape;1184;p153">
            <a:extLst xmlns:a="http://schemas.openxmlformats.org/drawingml/2006/main">
              <a:ext uri="{FF2B5EF4-FFF2-40B4-BE49-F238E27FC236}">
                <a16:creationId xmlns:a16="http://schemas.microsoft.com/office/drawing/2014/main" id="{6F8E02B9-9017-4860-B5A9-185DCCEC0621}"/>
              </a:ext>
            </a:extLst>
          </p:cNvPr>
          <p:cNvSpPr>
            <a:spLocks xmlns:a="http://schemas.openxmlformats.org/drawingml/2006/main" noGrp="1"/>
          </p:cNvSpPr>
          <p:nvPr>
            <p:ph type="title" idx="0"/>
          </p:nvPr>
        </p:nvSpPr>
        <p:spPr>
          <a:xfrm xmlns:a="http://schemas.openxmlformats.org/drawingml/2006/main">
            <a:off x="311700" y="445025"/>
            <a:ext cx="8520600" cy="3876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SzPts val="28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xmlns:a="http://schemas.openxmlformats.org/drawingml/2006/main"/>
        </p:txBody>
      </p:sp>
    </p:spTree>
  </p:cSld>
</p:sldLayout>
</file>

<file path=ppt/slideLayouts/slideLayout152.xml><?xml version="1.0" encoding="utf-8"?>
<p:sldLayout xmlns:p="http://schemas.openxmlformats.org/presentationml/2006/main" matchingName="Content Cards 3-Col White_Icon 1">
  <p:cSld name="CUSTOM_1_3_1_3_1_3_1">
    <p:spTree>
      <p:nvGrpSpPr>
        <p:cNvPr id="1" name=""/>
        <p:cNvGrpSpPr/>
        <p:nvPr/>
      </p:nvGrpSpPr>
      <p:grpSpPr>
        <a:xfrm xmlns:a="http://schemas.openxmlformats.org/drawingml/2006/main"/>
      </p:grpSpPr>
      <p:sp>
        <p:nvSpPr>
          <p:cNvPr id="1186" name="Google Shape;1186;p154">
            <a:extLst xmlns:a="http://schemas.openxmlformats.org/drawingml/2006/main">
              <a:ext uri="{FF2B5EF4-FFF2-40B4-BE49-F238E27FC236}">
                <a16:creationId xmlns:a16="http://schemas.microsoft.com/office/drawing/2014/main" id="{29FA2664-65DA-40FE-904C-4726CD77BEFC}"/>
              </a:ext>
            </a:extLst>
          </p:cNvPr>
          <p:cNvSpPr>
            <a:spLocks xmlns:a="http://schemas.openxmlformats.org/drawingml/2006/main" noGrp="1"/>
          </p:cNvSpPr>
          <p:nvPr>
            <p:ph type="subTitle" idx="1"/>
          </p:nvPr>
        </p:nvSpPr>
        <p:spPr>
          <a:xfrm xmlns:a="http://schemas.openxmlformats.org/drawingml/2006/main">
            <a:off x="2913150" y="455426"/>
            <a:ext cx="3317700" cy="173700"/>
          </a:xfrm>
          <a:prstGeom xmlns:a="http://schemas.openxmlformats.org/drawingml/2006/main" prst="rect">
            <a:avLst/>
          </a:prstGeom>
        </p:spPr>
        <p:txBody>
          <a:bodyPr xmlns:a="http://schemas.openxmlformats.org/drawingml/2006/main" spcFirstLastPara="1" wrap="square" lIns="91425" tIns="91425" rIns="91425" bIns="91425" anchor="ctr">
            <a:noAutofit/>
          </a:bodyPr>
          <a:lstStyle xmlns:a="http://schemas.openxmlformats.org/drawingml/2006/main">
            <a:lvl1pPr marL="0" marR="0" indent="0" algn="ctr">
              <a:lnSpc>
                <a:spcPct val="100000"/>
              </a:lnSpc>
              <a:spcBef>
                <a:spcPts val="0"/>
              </a:spcBef>
              <a:spcAft>
                <a:spcPts val="0"/>
              </a:spcAft>
              <a:buNone/>
              <a:defRPr sz="1100" b="1">
                <a:solidFill>
                  <a:srgbClr val="000000"/>
                </a:solidFill>
              </a:defRPr>
            </a:lvl1pPr>
            <a:lvl2pPr>
              <a:spcBef>
                <a:spcPts val="0"/>
              </a:spcBef>
              <a:spcAft>
                <a:spcPts val="0"/>
              </a:spcAft>
              <a:buSzPts val="1100"/>
              <a:buNone/>
              <a:defRPr/>
            </a:lvl2pPr>
            <a:lvl3pPr>
              <a:spcBef>
                <a:spcPts val="0"/>
              </a:spcBef>
              <a:spcAft>
                <a:spcPts val="0"/>
              </a:spcAft>
              <a:buSzPts val="1100"/>
              <a:buNone/>
              <a:defRPr/>
            </a:lvl3pPr>
            <a:lvl4pPr>
              <a:spcBef>
                <a:spcPts val="0"/>
              </a:spcBef>
              <a:spcAft>
                <a:spcPts val="0"/>
              </a:spcAft>
              <a:buSzPts val="1100"/>
              <a:buNone/>
              <a:defRPr/>
            </a:lvl4pPr>
            <a:lvl5pPr>
              <a:spcBef>
                <a:spcPts val="0"/>
              </a:spcBef>
              <a:spcAft>
                <a:spcPts val="0"/>
              </a:spcAft>
              <a:buSzPts val="1100"/>
              <a:buNone/>
              <a:defRPr/>
            </a:lvl5pPr>
            <a:lvl6pPr>
              <a:spcBef>
                <a:spcPts val="0"/>
              </a:spcBef>
              <a:spcAft>
                <a:spcPts val="0"/>
              </a:spcAft>
              <a:buSzPts val="800"/>
              <a:buNone/>
              <a:defRPr/>
            </a:lvl6pPr>
            <a:lvl7pPr>
              <a:spcBef>
                <a:spcPts val="0"/>
              </a:spcBef>
              <a:spcAft>
                <a:spcPts val="0"/>
              </a:spcAft>
              <a:buSzPts val="800"/>
              <a:buNone/>
              <a:defRPr/>
            </a:lvl7pPr>
            <a:lvl8pPr>
              <a:spcBef>
                <a:spcPts val="0"/>
              </a:spcBef>
              <a:spcAft>
                <a:spcPts val="0"/>
              </a:spcAft>
              <a:buSzPts val="800"/>
              <a:buNone/>
              <a:defRPr/>
            </a:lvl8pPr>
            <a:lvl9pPr>
              <a:spcBef>
                <a:spcPts val="0"/>
              </a:spcBef>
              <a:spcAft>
                <a:spcPts val="0"/>
              </a:spcAft>
              <a:buSzPts val="800"/>
              <a:buNone/>
              <a:defRPr/>
            </a:lvl9pPr>
          </a:lstStyle>
          <a:p xmlns:a="http://schemas.openxmlformats.org/drawingml/2006/main"/>
        </p:txBody>
      </p:sp>
      <p:sp>
        <p:nvSpPr>
          <p:cNvPr id="1187" name="Google Shape;1187;p154">
            <a:extLst xmlns:a="http://schemas.openxmlformats.org/drawingml/2006/main">
              <a:ext uri="{FF2B5EF4-FFF2-40B4-BE49-F238E27FC236}">
                <a16:creationId xmlns:a16="http://schemas.microsoft.com/office/drawing/2014/main" id="{C3A60DFC-EB56-4986-A429-C69AD2EE5CFE}"/>
              </a:ext>
            </a:extLst>
          </p:cNvPr>
          <p:cNvSpPr>
            <a:spLocks xmlns:a="http://schemas.openxmlformats.org/drawingml/2006/main" noGrp="1"/>
          </p:cNvSpPr>
          <p:nvPr>
            <p:ph type="title" idx="0"/>
          </p:nvPr>
        </p:nvSpPr>
        <p:spPr>
          <a:xfrm xmlns:a="http://schemas.openxmlformats.org/drawingml/2006/main">
            <a:off x="365700" y="768096"/>
            <a:ext cx="8412600" cy="6768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lvl1pPr marL="0" marR="0" indent="0" algn="ctr">
              <a:lnSpc>
                <a:spcPct val="100000"/>
              </a:lnSpc>
              <a:spcBef>
                <a:spcPts val="0"/>
              </a:spcBef>
              <a:spcAft>
                <a:spcPts val="0"/>
              </a:spcAft>
              <a:buNone/>
              <a:defRPr sz="2200"/>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xmlns:a="http://schemas.openxmlformats.org/drawingml/2006/main"/>
        </p:txBody>
      </p:sp>
    </p:spTree>
  </p:cSld>
</p:sldLayout>
</file>

<file path=ppt/slideLayouts/slideLayout153.xml><?xml version="1.0" encoding="utf-8"?>
<p:sldLayout xmlns:p="http://schemas.openxmlformats.org/presentationml/2006/main" matchingName="TITLE_ONLY_5">
  <p:cSld name="TITLE_ONLY_5">
    <p:spTree>
      <p:nvGrpSpPr>
        <p:cNvPr id="1" name=""/>
        <p:cNvGrpSpPr/>
        <p:nvPr/>
      </p:nvGrpSpPr>
      <p:grpSpPr>
        <a:xfrm xmlns:a="http://schemas.openxmlformats.org/drawingml/2006/main"/>
      </p:grpSpPr>
      <p:sp>
        <p:nvSpPr>
          <p:cNvPr id="1189" name="Google Shape;1189;p155">
            <a:extLst xmlns:a="http://schemas.openxmlformats.org/drawingml/2006/main">
              <a:ext uri="{FF2B5EF4-FFF2-40B4-BE49-F238E27FC236}">
                <a16:creationId xmlns:a16="http://schemas.microsoft.com/office/drawing/2014/main" id="{A803DEAE-F486-4258-A84E-9C8AC6D879F7}"/>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SzPts val="28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xmlns:a="http://schemas.openxmlformats.org/drawingml/2006/main"/>
        </p:txBody>
      </p:sp>
      <p:sp>
        <p:nvSpPr>
          <p:cNvPr id="1190" name="Google Shape;1190;p155">
            <a:extLst xmlns:a="http://schemas.openxmlformats.org/drawingml/2006/main">
              <a:ext uri="{FF2B5EF4-FFF2-40B4-BE49-F238E27FC236}">
                <a16:creationId xmlns:a16="http://schemas.microsoft.com/office/drawing/2014/main" id="{4089D776-8C35-430B-A917-DD88D5F4BB71}"/>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54.xml><?xml version="1.0" encoding="utf-8"?>
<p:sldLayout xmlns:p="http://schemas.openxmlformats.org/presentationml/2006/main" matchingName="TITLE_ONLY_6">
  <p:cSld name="TITLE_ONLY_6">
    <p:spTree>
      <p:nvGrpSpPr>
        <p:cNvPr id="1" name=""/>
        <p:cNvGrpSpPr/>
        <p:nvPr/>
      </p:nvGrpSpPr>
      <p:grpSpPr>
        <a:xfrm xmlns:a="http://schemas.openxmlformats.org/drawingml/2006/main"/>
      </p:grpSpPr>
      <p:sp>
        <p:nvSpPr>
          <p:cNvPr id="1192" name="Google Shape;1192;p156">
            <a:extLst xmlns:a="http://schemas.openxmlformats.org/drawingml/2006/main">
              <a:ext uri="{FF2B5EF4-FFF2-40B4-BE49-F238E27FC236}">
                <a16:creationId xmlns:a16="http://schemas.microsoft.com/office/drawing/2014/main" id="{E9A4FE9E-E2E7-431A-8B5C-F3554B2BA328}"/>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SzPts val="28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xmlns:a="http://schemas.openxmlformats.org/drawingml/2006/main"/>
        </p:txBody>
      </p:sp>
      <p:sp>
        <p:nvSpPr>
          <p:cNvPr id="1193" name="Google Shape;1193;p156">
            <a:extLst xmlns:a="http://schemas.openxmlformats.org/drawingml/2006/main">
              <a:ext uri="{FF2B5EF4-FFF2-40B4-BE49-F238E27FC236}">
                <a16:creationId xmlns:a16="http://schemas.microsoft.com/office/drawing/2014/main" id="{192C8EE1-64A5-46E8-BA18-86F593834765}"/>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55.xml><?xml version="1.0" encoding="utf-8"?>
<p:sldLayout xmlns:p="http://schemas.openxmlformats.org/presentationml/2006/main" matchingName="TITLE_ONLY_7">
  <p:cSld name="TITLE_ONLY_7">
    <p:spTree>
      <p:nvGrpSpPr>
        <p:cNvPr id="1" name=""/>
        <p:cNvGrpSpPr/>
        <p:nvPr/>
      </p:nvGrpSpPr>
      <p:grpSpPr>
        <a:xfrm xmlns:a="http://schemas.openxmlformats.org/drawingml/2006/main"/>
      </p:grpSpPr>
      <p:sp>
        <p:nvSpPr>
          <p:cNvPr id="1195" name="Google Shape;1195;p157">
            <a:extLst xmlns:a="http://schemas.openxmlformats.org/drawingml/2006/main">
              <a:ext uri="{FF2B5EF4-FFF2-40B4-BE49-F238E27FC236}">
                <a16:creationId xmlns:a16="http://schemas.microsoft.com/office/drawing/2014/main" id="{5BE4A866-BED3-4530-A127-F3779C57030A}"/>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SzPts val="28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xmlns:a="http://schemas.openxmlformats.org/drawingml/2006/main"/>
        </p:txBody>
      </p:sp>
      <p:sp>
        <p:nvSpPr>
          <p:cNvPr id="1196" name="Google Shape;1196;p157">
            <a:extLst xmlns:a="http://schemas.openxmlformats.org/drawingml/2006/main">
              <a:ext uri="{FF2B5EF4-FFF2-40B4-BE49-F238E27FC236}">
                <a16:creationId xmlns:a16="http://schemas.microsoft.com/office/drawing/2014/main" id="{13AC269D-27DB-4E46-8450-7B4D540DB31A}"/>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56.xml><?xml version="1.0" encoding="utf-8"?>
<p:sldLayout xmlns:p="http://schemas.openxmlformats.org/presentationml/2006/main" matchingName="Text Only Slide">
  <p:cSld name="SECTION_HEADER_1_3">
    <p:spTree>
      <p:nvGrpSpPr>
        <p:cNvPr id="1" name=""/>
        <p:cNvGrpSpPr/>
        <p:nvPr/>
      </p:nvGrpSpPr>
      <p:grpSpPr>
        <a:xfrm xmlns:a="http://schemas.openxmlformats.org/drawingml/2006/main"/>
      </p:grpSpPr>
      <p:sp>
        <p:nvSpPr>
          <p:cNvPr id="1198" name="Google Shape;1198;p158">
            <a:extLst xmlns:a="http://schemas.openxmlformats.org/drawingml/2006/main">
              <a:ext uri="{FF2B5EF4-FFF2-40B4-BE49-F238E27FC236}">
                <a16:creationId xmlns:a16="http://schemas.microsoft.com/office/drawing/2014/main" id="{C4F5D36E-B212-43C3-8B3D-7FC59D11FE37}"/>
              </a:ext>
            </a:extLst>
          </p:cNvPr>
          <p:cNvSpPr>
            <a:spLocks xmlns:a="http://schemas.openxmlformats.org/drawingml/2006/main" noGrp="1"/>
          </p:cNvSpPr>
          <p:nvPr>
            <p:ph type="title" idx="0"/>
          </p:nvPr>
        </p:nvSpPr>
        <p:spPr>
          <a:xfrm xmlns:a="http://schemas.openxmlformats.org/drawingml/2006/main">
            <a:off x="457200" y="457200"/>
            <a:ext cx="8229600" cy="4197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lvl1pPr>
              <a:spcBef>
                <a:spcPts val="0"/>
              </a:spcBef>
              <a:spcAft>
                <a:spcPts val="0"/>
              </a:spcAft>
              <a:buSzPts val="2800"/>
              <a:buNone/>
              <a:defRPr/>
            </a:lvl1pPr>
            <a:lvl2pPr>
              <a:spcBef>
                <a:spcPts val="0"/>
              </a:spcBef>
              <a:spcAft>
                <a:spcPts val="0"/>
              </a:spcAft>
              <a:buSzPts val="2600"/>
              <a:buNone/>
              <a:defRPr sz="2600"/>
            </a:lvl2pPr>
            <a:lvl3pPr>
              <a:spcBef>
                <a:spcPts val="0"/>
              </a:spcBef>
              <a:spcAft>
                <a:spcPts val="0"/>
              </a:spcAft>
              <a:buSzPts val="2600"/>
              <a:buNone/>
              <a:defRPr sz="2600"/>
            </a:lvl3pPr>
            <a:lvl4pPr>
              <a:spcBef>
                <a:spcPts val="0"/>
              </a:spcBef>
              <a:spcAft>
                <a:spcPts val="0"/>
              </a:spcAft>
              <a:buSzPts val="2600"/>
              <a:buNone/>
              <a:defRPr sz="2600"/>
            </a:lvl4pPr>
            <a:lvl5pPr>
              <a:spcBef>
                <a:spcPts val="0"/>
              </a:spcBef>
              <a:spcAft>
                <a:spcPts val="0"/>
              </a:spcAft>
              <a:buSzPts val="2600"/>
              <a:buNone/>
              <a:defRPr sz="2600"/>
            </a:lvl5pPr>
            <a:lvl6pPr>
              <a:spcBef>
                <a:spcPts val="0"/>
              </a:spcBef>
              <a:spcAft>
                <a:spcPts val="0"/>
              </a:spcAft>
              <a:buSzPts val="2600"/>
              <a:buNone/>
              <a:defRPr sz="2600"/>
            </a:lvl6pPr>
            <a:lvl7pPr>
              <a:spcBef>
                <a:spcPts val="0"/>
              </a:spcBef>
              <a:spcAft>
                <a:spcPts val="0"/>
              </a:spcAft>
              <a:buSzPts val="2600"/>
              <a:buNone/>
              <a:defRPr sz="2600"/>
            </a:lvl7pPr>
            <a:lvl8pPr>
              <a:spcBef>
                <a:spcPts val="0"/>
              </a:spcBef>
              <a:spcAft>
                <a:spcPts val="0"/>
              </a:spcAft>
              <a:buSzPts val="2600"/>
              <a:buNone/>
              <a:defRPr sz="2600"/>
            </a:lvl8pPr>
            <a:lvl9pPr>
              <a:spcBef>
                <a:spcPts val="0"/>
              </a:spcBef>
              <a:spcAft>
                <a:spcPts val="0"/>
              </a:spcAft>
              <a:buSzPts val="2600"/>
              <a:buNone/>
              <a:defRPr sz="2600"/>
            </a:lvl9pPr>
          </a:lstStyle>
          <a:p xmlns:a="http://schemas.openxmlformats.org/drawingml/2006/main"/>
        </p:txBody>
      </p:sp>
      <p:sp>
        <p:nvSpPr>
          <p:cNvPr id="1199" name="Google Shape;1199;p158">
            <a:extLst xmlns:a="http://schemas.openxmlformats.org/drawingml/2006/main">
              <a:ext uri="{FF2B5EF4-FFF2-40B4-BE49-F238E27FC236}">
                <a16:creationId xmlns:a16="http://schemas.microsoft.com/office/drawing/2014/main" id="{29D4D635-D66E-42FF-BDE5-45CA62B5AA92}"/>
              </a:ext>
            </a:extLst>
          </p:cNvPr>
          <p:cNvSpPr>
            <a:spLocks xmlns:a="http://schemas.openxmlformats.org/drawingml/2006/main" noGrp="1"/>
          </p:cNvSpPr>
          <p:nvPr>
            <p:ph type="subTitle" idx="1"/>
          </p:nvPr>
        </p:nvSpPr>
        <p:spPr>
          <a:xfrm xmlns:a="http://schemas.openxmlformats.org/drawingml/2006/main">
            <a:off x="457200" y="935725"/>
            <a:ext cx="8229600" cy="2343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lnSpc>
                <a:spcPct val="115000"/>
              </a:lnSpc>
              <a:spcBef>
                <a:spcPts val="0"/>
              </a:spcBef>
              <a:spcAft>
                <a:spcPts val="0"/>
              </a:spcAft>
              <a:buSzPts val="1300"/>
              <a:buNone/>
              <a:defRPr/>
            </a:lvl1pPr>
            <a:lvl2pPr>
              <a:lnSpc>
                <a:spcPct val="115000"/>
              </a:lnSpc>
              <a:spcBef>
                <a:spcPts val="0"/>
              </a:spcBef>
              <a:spcAft>
                <a:spcPts val="0"/>
              </a:spcAft>
              <a:buSzPts val="1500"/>
              <a:buNone/>
              <a:defRPr sz="1500"/>
            </a:lvl2pPr>
            <a:lvl3pPr>
              <a:lnSpc>
                <a:spcPct val="115000"/>
              </a:lnSpc>
              <a:spcBef>
                <a:spcPts val="0"/>
              </a:spcBef>
              <a:spcAft>
                <a:spcPts val="0"/>
              </a:spcAft>
              <a:buSzPts val="1500"/>
              <a:buNone/>
              <a:defRPr sz="1500"/>
            </a:lvl3pPr>
            <a:lvl4pPr>
              <a:lnSpc>
                <a:spcPct val="115000"/>
              </a:lnSpc>
              <a:spcBef>
                <a:spcPts val="0"/>
              </a:spcBef>
              <a:spcAft>
                <a:spcPts val="0"/>
              </a:spcAft>
              <a:buSzPts val="1500"/>
              <a:buNone/>
              <a:defRPr sz="1500"/>
            </a:lvl4pPr>
            <a:lvl5pPr>
              <a:lnSpc>
                <a:spcPct val="115000"/>
              </a:lnSpc>
              <a:spcBef>
                <a:spcPts val="0"/>
              </a:spcBef>
              <a:spcAft>
                <a:spcPts val="0"/>
              </a:spcAft>
              <a:buSzPts val="1500"/>
              <a:buNone/>
              <a:defRPr sz="1500"/>
            </a:lvl5pPr>
            <a:lvl6pPr>
              <a:lnSpc>
                <a:spcPct val="115000"/>
              </a:lnSpc>
              <a:spcBef>
                <a:spcPts val="0"/>
              </a:spcBef>
              <a:spcAft>
                <a:spcPts val="0"/>
              </a:spcAft>
              <a:buSzPts val="1500"/>
              <a:buNone/>
              <a:defRPr sz="1500"/>
            </a:lvl6pPr>
            <a:lvl7pPr>
              <a:lnSpc>
                <a:spcPct val="115000"/>
              </a:lnSpc>
              <a:spcBef>
                <a:spcPts val="0"/>
              </a:spcBef>
              <a:spcAft>
                <a:spcPts val="0"/>
              </a:spcAft>
              <a:buSzPts val="1500"/>
              <a:buNone/>
              <a:defRPr sz="1500"/>
            </a:lvl7pPr>
            <a:lvl8pPr>
              <a:lnSpc>
                <a:spcPct val="115000"/>
              </a:lnSpc>
              <a:spcBef>
                <a:spcPts val="0"/>
              </a:spcBef>
              <a:spcAft>
                <a:spcPts val="0"/>
              </a:spcAft>
              <a:buSzPts val="1500"/>
              <a:buNone/>
              <a:defRPr sz="1500"/>
            </a:lvl8pPr>
            <a:lvl9pPr>
              <a:lnSpc>
                <a:spcPct val="115000"/>
              </a:lnSpc>
              <a:spcBef>
                <a:spcPts val="0"/>
              </a:spcBef>
              <a:spcAft>
                <a:spcPts val="0"/>
              </a:spcAft>
              <a:buSzPts val="1500"/>
              <a:buNone/>
              <a:defRPr sz="1500"/>
            </a:lvl9pPr>
          </a:lstStyle>
          <a:p xmlns:a="http://schemas.openxmlformats.org/drawingml/2006/main"/>
        </p:txBody>
      </p:sp>
    </p:spTree>
  </p:cSld>
</p:sldLayout>
</file>

<file path=ppt/slideLayouts/slideLayout157.xml><?xml version="1.0" encoding="utf-8"?>
<p:sldLayout xmlns:p="http://schemas.openxmlformats.org/presentationml/2006/main" matchingName="TITLE_ONLY_8">
  <p:cSld name="TITLE_ONLY_8">
    <p:spTree>
      <p:nvGrpSpPr>
        <p:cNvPr id="1" name=""/>
        <p:cNvGrpSpPr/>
        <p:nvPr/>
      </p:nvGrpSpPr>
      <p:grpSpPr>
        <a:xfrm xmlns:a="http://schemas.openxmlformats.org/drawingml/2006/main"/>
      </p:grpSpPr>
      <p:sp>
        <p:nvSpPr>
          <p:cNvPr id="1201" name="Google Shape;1201;p159">
            <a:extLst xmlns:a="http://schemas.openxmlformats.org/drawingml/2006/main">
              <a:ext uri="{FF2B5EF4-FFF2-40B4-BE49-F238E27FC236}">
                <a16:creationId xmlns:a16="http://schemas.microsoft.com/office/drawing/2014/main" id="{4E209C84-268F-4191-A9D7-95B3221F8140}"/>
              </a:ext>
            </a:extLst>
          </p:cNvPr>
          <p:cNvSpPr>
            <a:spLocks xmlns:a="http://schemas.openxmlformats.org/drawingml/2006/main" noGrp="1"/>
          </p:cNvSpPr>
          <p:nvPr>
            <p:ph type="title" idx="0"/>
          </p:nvPr>
        </p:nvSpPr>
        <p:spPr>
          <a:xfrm xmlns:a="http://schemas.openxmlformats.org/drawingml/2006/main">
            <a:off x="311700" y="445025"/>
            <a:ext cx="8520600" cy="3876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SzPts val="28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xmlns:a="http://schemas.openxmlformats.org/drawingml/2006/main"/>
        </p:txBody>
      </p:sp>
    </p:spTree>
  </p:cSld>
</p:sldLayout>
</file>

<file path=ppt/slideLayouts/slideLayout158.xml><?xml version="1.0" encoding="utf-8"?>
<p:sldLayout xmlns:p="http://schemas.openxmlformats.org/presentationml/2006/main" matchingName="TITLE_39">
  <p:cSld name="TITLE_39">
    <p:spTree>
      <p:nvGrpSpPr>
        <p:cNvPr id="1" name=""/>
        <p:cNvGrpSpPr/>
        <p:nvPr/>
      </p:nvGrpSpPr>
      <p:grpSpPr>
        <a:xfrm xmlns:a="http://schemas.openxmlformats.org/drawingml/2006/main"/>
      </p:grpSpPr>
    </p:spTree>
  </p:cSld>
</p:sldLayout>
</file>

<file path=ppt/slideLayouts/slideLayout159.xml><?xml version="1.0" encoding="utf-8"?>
<p:sldLayout xmlns:p="http://schemas.openxmlformats.org/presentationml/2006/main" matchingName="TITLE_ONLY_9">
  <p:cSld name="TITLE_ONLY_9">
    <p:spTree>
      <p:nvGrpSpPr>
        <p:cNvPr id="1" name=""/>
        <p:cNvGrpSpPr/>
        <p:nvPr/>
      </p:nvGrpSpPr>
      <p:grpSpPr>
        <a:xfrm xmlns:a="http://schemas.openxmlformats.org/drawingml/2006/main"/>
      </p:grpSpPr>
      <p:sp>
        <p:nvSpPr>
          <p:cNvPr id="1204" name="Google Shape;1204;p161">
            <a:extLst xmlns:a="http://schemas.openxmlformats.org/drawingml/2006/main">
              <a:ext uri="{FF2B5EF4-FFF2-40B4-BE49-F238E27FC236}">
                <a16:creationId xmlns:a16="http://schemas.microsoft.com/office/drawing/2014/main" id="{E20DD5F6-10F5-4ECC-B787-8655F606B0E7}"/>
              </a:ext>
            </a:extLst>
          </p:cNvPr>
          <p:cNvSpPr>
            <a:spLocks xmlns:a="http://schemas.openxmlformats.org/drawingml/2006/main" noGrp="1"/>
          </p:cNvSpPr>
          <p:nvPr>
            <p:ph type="title" idx="0"/>
          </p:nvPr>
        </p:nvSpPr>
        <p:spPr>
          <a:xfrm xmlns:a="http://schemas.openxmlformats.org/drawingml/2006/main">
            <a:off x="311700" y="445025"/>
            <a:ext cx="8520600" cy="3876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SzPts val="28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xmlns:a="http://schemas.openxmlformats.org/drawingml/2006/main"/>
        </p:txBody>
      </p:sp>
    </p:spTree>
  </p:cSld>
</p:sldLayout>
</file>

<file path=ppt/slideLayouts/slideLayout160.xml><?xml version="1.0" encoding="utf-8"?>
<p:sldLayout xmlns:p="http://schemas.openxmlformats.org/presentationml/2006/main" matchingName="TITLE_ONLY_10">
  <p:cSld name="TITLE_ONLY_10">
    <p:spTree>
      <p:nvGrpSpPr>
        <p:cNvPr id="1" name=""/>
        <p:cNvGrpSpPr/>
        <p:nvPr/>
      </p:nvGrpSpPr>
      <p:grpSpPr>
        <a:xfrm xmlns:a="http://schemas.openxmlformats.org/drawingml/2006/main"/>
      </p:grpSpPr>
      <p:sp>
        <p:nvSpPr>
          <p:cNvPr id="1206" name="Google Shape;1206;p162">
            <a:extLst xmlns:a="http://schemas.openxmlformats.org/drawingml/2006/main">
              <a:ext uri="{FF2B5EF4-FFF2-40B4-BE49-F238E27FC236}">
                <a16:creationId xmlns:a16="http://schemas.microsoft.com/office/drawing/2014/main" id="{489A4BCE-E99D-4EFD-8151-8E27098E109A}"/>
              </a:ext>
            </a:extLst>
          </p:cNvPr>
          <p:cNvSpPr>
            <a:spLocks xmlns:a="http://schemas.openxmlformats.org/drawingml/2006/main" noGrp="1"/>
          </p:cNvSpPr>
          <p:nvPr>
            <p:ph type="title" idx="0"/>
          </p:nvPr>
        </p:nvSpPr>
        <p:spPr>
          <a:xfrm xmlns:a="http://schemas.openxmlformats.org/drawingml/2006/main">
            <a:off x="311700" y="445025"/>
            <a:ext cx="8520600" cy="3876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SzPts val="28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xmlns:a="http://schemas.openxmlformats.org/drawingml/2006/main"/>
        </p:txBody>
      </p:sp>
    </p:spTree>
  </p:cSld>
</p:sldLayout>
</file>

<file path=ppt/slideLayouts/slideLayout161.xml><?xml version="1.0" encoding="utf-8"?>
<p:sldLayout xmlns:p="http://schemas.openxmlformats.org/presentationml/2006/main" matchingName="TITLE_ONLY_11">
  <p:cSld name="TITLE_ONLY_11">
    <p:spTree>
      <p:nvGrpSpPr>
        <p:cNvPr id="1" name=""/>
        <p:cNvGrpSpPr/>
        <p:nvPr/>
      </p:nvGrpSpPr>
      <p:grpSpPr>
        <a:xfrm xmlns:a="http://schemas.openxmlformats.org/drawingml/2006/main"/>
      </p:grpSpPr>
      <p:sp>
        <p:nvSpPr>
          <p:cNvPr id="1208" name="Google Shape;1208;p163">
            <a:extLst xmlns:a="http://schemas.openxmlformats.org/drawingml/2006/main">
              <a:ext uri="{FF2B5EF4-FFF2-40B4-BE49-F238E27FC236}">
                <a16:creationId xmlns:a16="http://schemas.microsoft.com/office/drawing/2014/main" id="{28EA8B7D-C0B6-4E7B-AB9F-9B9CA1148EFE}"/>
              </a:ext>
            </a:extLst>
          </p:cNvPr>
          <p:cNvSpPr>
            <a:spLocks xmlns:a="http://schemas.openxmlformats.org/drawingml/2006/main" noGrp="1"/>
          </p:cNvSpPr>
          <p:nvPr>
            <p:ph type="title" idx="0"/>
          </p:nvPr>
        </p:nvSpPr>
        <p:spPr>
          <a:xfrm xmlns:a="http://schemas.openxmlformats.org/drawingml/2006/main">
            <a:off x="311700" y="445025"/>
            <a:ext cx="8520600" cy="3876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SzPts val="28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xmlns:a="http://schemas.openxmlformats.org/drawingml/2006/main"/>
        </p:txBody>
      </p:sp>
    </p:spTree>
  </p:cSld>
</p:sldLayout>
</file>

<file path=ppt/slideLayouts/slideLayout162.xml><?xml version="1.0" encoding="utf-8"?>
<p:sldLayout xmlns:p="http://schemas.openxmlformats.org/presentationml/2006/main" matchingName="Text Only Slide 2">
  <p:cSld name="SECTION_HEADER_1_13">
    <p:spTree>
      <p:nvGrpSpPr>
        <p:cNvPr id="1" name=""/>
        <p:cNvGrpSpPr/>
        <p:nvPr/>
      </p:nvGrpSpPr>
      <p:grpSpPr>
        <a:xfrm xmlns:a="http://schemas.openxmlformats.org/drawingml/2006/main"/>
      </p:grpSpPr>
      <p:sp>
        <p:nvSpPr>
          <p:cNvPr id="1210" name="Google Shape;1210;p164">
            <a:extLst xmlns:a="http://schemas.openxmlformats.org/drawingml/2006/main">
              <a:ext uri="{FF2B5EF4-FFF2-40B4-BE49-F238E27FC236}">
                <a16:creationId xmlns:a16="http://schemas.microsoft.com/office/drawing/2014/main" id="{C9C3B07B-F6D4-49BD-B588-03CECBD7B1B1}"/>
              </a:ext>
            </a:extLst>
          </p:cNvPr>
          <p:cNvSpPr>
            <a:spLocks xmlns:a="http://schemas.openxmlformats.org/drawingml/2006/main" noGrp="1"/>
          </p:cNvSpPr>
          <p:nvPr>
            <p:ph type="title" idx="0"/>
          </p:nvPr>
        </p:nvSpPr>
        <p:spPr>
          <a:xfrm xmlns:a="http://schemas.openxmlformats.org/drawingml/2006/main">
            <a:off x="457200" y="457200"/>
            <a:ext cx="8229600" cy="4197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lvl1pPr>
              <a:spcBef>
                <a:spcPts val="0"/>
              </a:spcBef>
              <a:spcAft>
                <a:spcPts val="0"/>
              </a:spcAft>
              <a:buSzPts val="2800"/>
              <a:buNone/>
              <a:defRPr/>
            </a:lvl1pPr>
            <a:lvl2pPr>
              <a:spcBef>
                <a:spcPts val="0"/>
              </a:spcBef>
              <a:spcAft>
                <a:spcPts val="0"/>
              </a:spcAft>
              <a:buSzPts val="2600"/>
              <a:buNone/>
              <a:defRPr sz="2600"/>
            </a:lvl2pPr>
            <a:lvl3pPr>
              <a:spcBef>
                <a:spcPts val="0"/>
              </a:spcBef>
              <a:spcAft>
                <a:spcPts val="0"/>
              </a:spcAft>
              <a:buSzPts val="2600"/>
              <a:buNone/>
              <a:defRPr sz="2600"/>
            </a:lvl3pPr>
            <a:lvl4pPr>
              <a:spcBef>
                <a:spcPts val="0"/>
              </a:spcBef>
              <a:spcAft>
                <a:spcPts val="0"/>
              </a:spcAft>
              <a:buSzPts val="2600"/>
              <a:buNone/>
              <a:defRPr sz="2600"/>
            </a:lvl4pPr>
            <a:lvl5pPr>
              <a:spcBef>
                <a:spcPts val="0"/>
              </a:spcBef>
              <a:spcAft>
                <a:spcPts val="0"/>
              </a:spcAft>
              <a:buSzPts val="2600"/>
              <a:buNone/>
              <a:defRPr sz="2600"/>
            </a:lvl5pPr>
            <a:lvl6pPr>
              <a:spcBef>
                <a:spcPts val="0"/>
              </a:spcBef>
              <a:spcAft>
                <a:spcPts val="0"/>
              </a:spcAft>
              <a:buSzPts val="2600"/>
              <a:buNone/>
              <a:defRPr sz="2600"/>
            </a:lvl6pPr>
            <a:lvl7pPr>
              <a:spcBef>
                <a:spcPts val="0"/>
              </a:spcBef>
              <a:spcAft>
                <a:spcPts val="0"/>
              </a:spcAft>
              <a:buSzPts val="2600"/>
              <a:buNone/>
              <a:defRPr sz="2600"/>
            </a:lvl7pPr>
            <a:lvl8pPr>
              <a:spcBef>
                <a:spcPts val="0"/>
              </a:spcBef>
              <a:spcAft>
                <a:spcPts val="0"/>
              </a:spcAft>
              <a:buSzPts val="2600"/>
              <a:buNone/>
              <a:defRPr sz="2600"/>
            </a:lvl8pPr>
            <a:lvl9pPr>
              <a:spcBef>
                <a:spcPts val="0"/>
              </a:spcBef>
              <a:spcAft>
                <a:spcPts val="0"/>
              </a:spcAft>
              <a:buSzPts val="2600"/>
              <a:buNone/>
              <a:defRPr sz="2600"/>
            </a:lvl9pPr>
          </a:lstStyle>
          <a:p xmlns:a="http://schemas.openxmlformats.org/drawingml/2006/main"/>
        </p:txBody>
      </p:sp>
      <p:sp>
        <p:nvSpPr>
          <p:cNvPr id="1211" name="Google Shape;1211;p164">
            <a:extLst xmlns:a="http://schemas.openxmlformats.org/drawingml/2006/main">
              <a:ext uri="{FF2B5EF4-FFF2-40B4-BE49-F238E27FC236}">
                <a16:creationId xmlns:a16="http://schemas.microsoft.com/office/drawing/2014/main" id="{9A45F66C-6472-4B11-BE89-2DE6DCD073AC}"/>
              </a:ext>
            </a:extLst>
          </p:cNvPr>
          <p:cNvSpPr>
            <a:spLocks xmlns:a="http://schemas.openxmlformats.org/drawingml/2006/main" noGrp="1"/>
          </p:cNvSpPr>
          <p:nvPr>
            <p:ph type="subTitle" idx="1"/>
          </p:nvPr>
        </p:nvSpPr>
        <p:spPr>
          <a:xfrm xmlns:a="http://schemas.openxmlformats.org/drawingml/2006/main">
            <a:off x="457200" y="935725"/>
            <a:ext cx="8229600" cy="2343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lnSpc>
                <a:spcPct val="115000"/>
              </a:lnSpc>
              <a:spcBef>
                <a:spcPts val="0"/>
              </a:spcBef>
              <a:spcAft>
                <a:spcPts val="0"/>
              </a:spcAft>
              <a:buSzPts val="1300"/>
              <a:buNone/>
              <a:defRPr/>
            </a:lvl1pPr>
            <a:lvl2pPr>
              <a:lnSpc>
                <a:spcPct val="115000"/>
              </a:lnSpc>
              <a:spcBef>
                <a:spcPts val="0"/>
              </a:spcBef>
              <a:spcAft>
                <a:spcPts val="0"/>
              </a:spcAft>
              <a:buSzPts val="1500"/>
              <a:buNone/>
              <a:defRPr sz="1500"/>
            </a:lvl2pPr>
            <a:lvl3pPr>
              <a:lnSpc>
                <a:spcPct val="115000"/>
              </a:lnSpc>
              <a:spcBef>
                <a:spcPts val="0"/>
              </a:spcBef>
              <a:spcAft>
                <a:spcPts val="0"/>
              </a:spcAft>
              <a:buSzPts val="1500"/>
              <a:buNone/>
              <a:defRPr sz="1500"/>
            </a:lvl3pPr>
            <a:lvl4pPr>
              <a:lnSpc>
                <a:spcPct val="115000"/>
              </a:lnSpc>
              <a:spcBef>
                <a:spcPts val="0"/>
              </a:spcBef>
              <a:spcAft>
                <a:spcPts val="0"/>
              </a:spcAft>
              <a:buSzPts val="1500"/>
              <a:buNone/>
              <a:defRPr sz="1500"/>
            </a:lvl4pPr>
            <a:lvl5pPr>
              <a:lnSpc>
                <a:spcPct val="115000"/>
              </a:lnSpc>
              <a:spcBef>
                <a:spcPts val="0"/>
              </a:spcBef>
              <a:spcAft>
                <a:spcPts val="0"/>
              </a:spcAft>
              <a:buSzPts val="1500"/>
              <a:buNone/>
              <a:defRPr sz="1500"/>
            </a:lvl5pPr>
            <a:lvl6pPr>
              <a:lnSpc>
                <a:spcPct val="115000"/>
              </a:lnSpc>
              <a:spcBef>
                <a:spcPts val="0"/>
              </a:spcBef>
              <a:spcAft>
                <a:spcPts val="0"/>
              </a:spcAft>
              <a:buSzPts val="1500"/>
              <a:buNone/>
              <a:defRPr sz="1500"/>
            </a:lvl6pPr>
            <a:lvl7pPr>
              <a:lnSpc>
                <a:spcPct val="115000"/>
              </a:lnSpc>
              <a:spcBef>
                <a:spcPts val="0"/>
              </a:spcBef>
              <a:spcAft>
                <a:spcPts val="0"/>
              </a:spcAft>
              <a:buSzPts val="1500"/>
              <a:buNone/>
              <a:defRPr sz="1500"/>
            </a:lvl7pPr>
            <a:lvl8pPr>
              <a:lnSpc>
                <a:spcPct val="115000"/>
              </a:lnSpc>
              <a:spcBef>
                <a:spcPts val="0"/>
              </a:spcBef>
              <a:spcAft>
                <a:spcPts val="0"/>
              </a:spcAft>
              <a:buSzPts val="1500"/>
              <a:buNone/>
              <a:defRPr sz="1500"/>
            </a:lvl8pPr>
            <a:lvl9pPr>
              <a:lnSpc>
                <a:spcPct val="115000"/>
              </a:lnSpc>
              <a:spcBef>
                <a:spcPts val="0"/>
              </a:spcBef>
              <a:spcAft>
                <a:spcPts val="0"/>
              </a:spcAft>
              <a:buSzPts val="1500"/>
              <a:buNone/>
              <a:defRPr sz="1500"/>
            </a:lvl9pPr>
          </a:lstStyle>
          <a:p xmlns:a="http://schemas.openxmlformats.org/drawingml/2006/main"/>
        </p:txBody>
      </p:sp>
      <p:pic>
        <p:nvPicPr>
          <p:cNvPr id="1215" name="Google Shape;1212;p164"/>
          <p:cNvPicPr>
            <a:picLocks xmlns:a="http://schemas.openxmlformats.org/drawingml/2006/main" noChangeAspect="1"/>
          </p:cNvPicPr>
          <p:nvPr/>
        </p:nvPicPr>
        <p:blipFill>
          <a:blip xmlns:r="http://schemas.openxmlformats.org/officeDocument/2006/relationships" xmlns:a="http://schemas.openxmlformats.org/drawingml/2006/main" r:embed="R5da8c724afd846bd">
            <a:alphaModFix/>
          </a:blip>
          <a:stretch xmlns:a="http://schemas.openxmlformats.org/drawingml/2006/main">
            <a:fillRect l="0" t="0" r="0" b="0"/>
          </a:stretch>
        </p:blipFill>
        <p:spPr>
          <a:xfrm xmlns:a="http://schemas.openxmlformats.org/drawingml/2006/main">
            <a:off x="8354675" y="4896050"/>
            <a:ext cx="634100" cy="110800"/>
          </a:xfrm>
          <a:prstGeom xmlns:a="http://schemas.openxmlformats.org/drawingml/2006/main" prst="rect">
            <a:avLst/>
          </a:prstGeom>
          <a:ln xmlns:a="http://schemas.openxmlformats.org/drawingml/2006/main">
            <a:noFill/>
          </a:ln>
        </p:spPr>
      </p:pic>
    </p:spTree>
  </p:cSld>
</p:sldLayout>
</file>

<file path=ppt/slideLayouts/slideLayout163.xml><?xml version="1.0" encoding="utf-8"?>
<p:sldLayout xmlns:p="http://schemas.openxmlformats.org/presentationml/2006/main" matchingName="TITLE_ONLY_12">
  <p:cSld name="TITLE_ONLY_12">
    <p:spTree>
      <p:nvGrpSpPr>
        <p:cNvPr id="1" name=""/>
        <p:cNvGrpSpPr/>
        <p:nvPr/>
      </p:nvGrpSpPr>
      <p:grpSpPr>
        <a:xfrm xmlns:a="http://schemas.openxmlformats.org/drawingml/2006/main"/>
      </p:grpSpPr>
      <p:sp>
        <p:nvSpPr>
          <p:cNvPr id="1214" name="Google Shape;1214;p165">
            <a:extLst xmlns:a="http://schemas.openxmlformats.org/drawingml/2006/main">
              <a:ext uri="{FF2B5EF4-FFF2-40B4-BE49-F238E27FC236}">
                <a16:creationId xmlns:a16="http://schemas.microsoft.com/office/drawing/2014/main" id="{239E2402-8C1A-48CA-AF23-1ED459BA5E96}"/>
              </a:ext>
            </a:extLst>
          </p:cNvPr>
          <p:cNvSpPr>
            <a:spLocks xmlns:a="http://schemas.openxmlformats.org/drawingml/2006/main" noGrp="1"/>
          </p:cNvSpPr>
          <p:nvPr>
            <p:ph type="title" idx="0"/>
          </p:nvPr>
        </p:nvSpPr>
        <p:spPr>
          <a:xfrm xmlns:a="http://schemas.openxmlformats.org/drawingml/2006/main">
            <a:off x="311700" y="445025"/>
            <a:ext cx="8520600" cy="3876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SzPts val="28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xmlns:a="http://schemas.openxmlformats.org/drawingml/2006/main"/>
        </p:txBody>
      </p:sp>
    </p:spTree>
  </p:cSld>
</p:sldLayout>
</file>

<file path=ppt/slideLayouts/slideLayout164.xml><?xml version="1.0" encoding="utf-8"?>
<p:sldLayout xmlns:p="http://schemas.openxmlformats.org/presentationml/2006/main" matchingName="TITLE_ONLY_13">
  <p:cSld name="TITLE_ONLY_13">
    <p:spTree>
      <p:nvGrpSpPr>
        <p:cNvPr id="1" name=""/>
        <p:cNvGrpSpPr/>
        <p:nvPr/>
      </p:nvGrpSpPr>
      <p:grpSpPr>
        <a:xfrm xmlns:a="http://schemas.openxmlformats.org/drawingml/2006/main"/>
      </p:grpSpPr>
      <p:sp>
        <p:nvSpPr>
          <p:cNvPr id="1216" name="Google Shape;1216;p166">
            <a:extLst xmlns:a="http://schemas.openxmlformats.org/drawingml/2006/main">
              <a:ext uri="{FF2B5EF4-FFF2-40B4-BE49-F238E27FC236}">
                <a16:creationId xmlns:a16="http://schemas.microsoft.com/office/drawing/2014/main" id="{E0C785E0-5448-4D23-9444-A7C88B65DF5F}"/>
              </a:ext>
            </a:extLst>
          </p:cNvPr>
          <p:cNvSpPr>
            <a:spLocks xmlns:a="http://schemas.openxmlformats.org/drawingml/2006/main" noGrp="1"/>
          </p:cNvSpPr>
          <p:nvPr>
            <p:ph type="title" idx="0"/>
          </p:nvPr>
        </p:nvSpPr>
        <p:spPr>
          <a:xfrm xmlns:a="http://schemas.openxmlformats.org/drawingml/2006/main">
            <a:off x="311700" y="445025"/>
            <a:ext cx="8520600" cy="3876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SzPts val="28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xmlns:a="http://schemas.openxmlformats.org/drawingml/2006/main"/>
        </p:txBody>
      </p:sp>
    </p:spTree>
  </p:cSld>
</p:sldLayout>
</file>

<file path=ppt/slideLayouts/slideLayout165.xml><?xml version="1.0" encoding="utf-8"?>
<p:sldLayout xmlns:p="http://schemas.openxmlformats.org/presentationml/2006/main" matchingName="TITLE_ONLY_14">
  <p:cSld name="TITLE_ONLY_14">
    <p:spTree>
      <p:nvGrpSpPr>
        <p:cNvPr id="1" name=""/>
        <p:cNvGrpSpPr/>
        <p:nvPr/>
      </p:nvGrpSpPr>
      <p:grpSpPr>
        <a:xfrm xmlns:a="http://schemas.openxmlformats.org/drawingml/2006/main"/>
      </p:grpSpPr>
      <p:sp>
        <p:nvSpPr>
          <p:cNvPr id="1218" name="Google Shape;1218;p167">
            <a:extLst xmlns:a="http://schemas.openxmlformats.org/drawingml/2006/main">
              <a:ext uri="{FF2B5EF4-FFF2-40B4-BE49-F238E27FC236}">
                <a16:creationId xmlns:a16="http://schemas.microsoft.com/office/drawing/2014/main" id="{15FB5EDD-DD4A-4D79-A7EA-07034143AB36}"/>
              </a:ext>
            </a:extLst>
          </p:cNvPr>
          <p:cNvSpPr>
            <a:spLocks xmlns:a="http://schemas.openxmlformats.org/drawingml/2006/main" noGrp="1"/>
          </p:cNvSpPr>
          <p:nvPr>
            <p:ph type="title" idx="0"/>
          </p:nvPr>
        </p:nvSpPr>
        <p:spPr>
          <a:xfrm xmlns:a="http://schemas.openxmlformats.org/drawingml/2006/main">
            <a:off x="311700" y="445025"/>
            <a:ext cx="8520600" cy="3876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SzPts val="28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xmlns:a="http://schemas.openxmlformats.org/drawingml/2006/main"/>
        </p:txBody>
      </p:sp>
    </p:spTree>
  </p:cSld>
</p:sldLayout>
</file>

<file path=ppt/slideLayouts/slideLayout166.xml><?xml version="1.0" encoding="utf-8"?>
<p:sldLayout xmlns:p="http://schemas.openxmlformats.org/presentationml/2006/main" matchingName="TITLE_ONLY_15">
  <p:cSld name="TITLE_ONLY_15">
    <p:spTree>
      <p:nvGrpSpPr>
        <p:cNvPr id="1" name=""/>
        <p:cNvGrpSpPr/>
        <p:nvPr/>
      </p:nvGrpSpPr>
      <p:grpSpPr>
        <a:xfrm xmlns:a="http://schemas.openxmlformats.org/drawingml/2006/main"/>
      </p:grpSpPr>
      <p:sp>
        <p:nvSpPr>
          <p:cNvPr id="1220" name="Google Shape;1220;p168">
            <a:extLst xmlns:a="http://schemas.openxmlformats.org/drawingml/2006/main">
              <a:ext uri="{FF2B5EF4-FFF2-40B4-BE49-F238E27FC236}">
                <a16:creationId xmlns:a16="http://schemas.microsoft.com/office/drawing/2014/main" id="{696198CC-50DB-49B9-9E94-69E6B8091CC9}"/>
              </a:ext>
            </a:extLst>
          </p:cNvPr>
          <p:cNvSpPr>
            <a:spLocks xmlns:a="http://schemas.openxmlformats.org/drawingml/2006/main" noGrp="1"/>
          </p:cNvSpPr>
          <p:nvPr>
            <p:ph type="title" idx="0"/>
          </p:nvPr>
        </p:nvSpPr>
        <p:spPr>
          <a:xfrm xmlns:a="http://schemas.openxmlformats.org/drawingml/2006/main">
            <a:off x="311700" y="445025"/>
            <a:ext cx="8520600" cy="3876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SzPts val="28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xmlns:a="http://schemas.openxmlformats.org/drawingml/2006/main"/>
        </p:txBody>
      </p:sp>
    </p:spTree>
  </p:cSld>
</p:sldLayout>
</file>

<file path=ppt/slideLayouts/slideLayout167.xml><?xml version="1.0" encoding="utf-8"?>
<p:sldLayout xmlns:p="http://schemas.openxmlformats.org/presentationml/2006/main" matchingName="TITLE_ONLY_16">
  <p:cSld name="TITLE_ONLY_16">
    <p:spTree>
      <p:nvGrpSpPr>
        <p:cNvPr id="1" name=""/>
        <p:cNvGrpSpPr/>
        <p:nvPr/>
      </p:nvGrpSpPr>
      <p:grpSpPr>
        <a:xfrm xmlns:a="http://schemas.openxmlformats.org/drawingml/2006/main"/>
      </p:grpSpPr>
      <p:sp>
        <p:nvSpPr>
          <p:cNvPr id="1222" name="Google Shape;1222;p169">
            <a:extLst xmlns:a="http://schemas.openxmlformats.org/drawingml/2006/main">
              <a:ext uri="{FF2B5EF4-FFF2-40B4-BE49-F238E27FC236}">
                <a16:creationId xmlns:a16="http://schemas.microsoft.com/office/drawing/2014/main" id="{652741F0-A4EB-4A60-80B4-E474787663D0}"/>
              </a:ext>
            </a:extLst>
          </p:cNvPr>
          <p:cNvSpPr>
            <a:spLocks xmlns:a="http://schemas.openxmlformats.org/drawingml/2006/main" noGrp="1"/>
          </p:cNvSpPr>
          <p:nvPr>
            <p:ph type="title" idx="0"/>
          </p:nvPr>
        </p:nvSpPr>
        <p:spPr>
          <a:xfrm xmlns:a="http://schemas.openxmlformats.org/drawingml/2006/main">
            <a:off x="311700" y="445025"/>
            <a:ext cx="8520600" cy="3876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SzPts val="28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xmlns:a="http://schemas.openxmlformats.org/drawingml/2006/main"/>
        </p:txBody>
      </p:sp>
    </p:spTree>
  </p:cSld>
</p:sldLayout>
</file>

<file path=ppt/slideLayouts/slideLayout168.xml><?xml version="1.0" encoding="utf-8"?>
<p:sldLayout xmlns:p="http://schemas.openxmlformats.org/presentationml/2006/main" matchingName="TITLE_ONLY_17">
  <p:cSld name="TITLE_ONLY_17">
    <p:spTree>
      <p:nvGrpSpPr>
        <p:cNvPr id="1" name=""/>
        <p:cNvGrpSpPr/>
        <p:nvPr/>
      </p:nvGrpSpPr>
      <p:grpSpPr>
        <a:xfrm xmlns:a="http://schemas.openxmlformats.org/drawingml/2006/main"/>
      </p:grpSpPr>
      <p:sp>
        <p:nvSpPr>
          <p:cNvPr id="1224" name="Google Shape;1224;p170">
            <a:extLst xmlns:a="http://schemas.openxmlformats.org/drawingml/2006/main">
              <a:ext uri="{FF2B5EF4-FFF2-40B4-BE49-F238E27FC236}">
                <a16:creationId xmlns:a16="http://schemas.microsoft.com/office/drawing/2014/main" id="{C7DCFE02-6695-4DAE-BFF5-7D982B55A49B}"/>
              </a:ext>
            </a:extLst>
          </p:cNvPr>
          <p:cNvSpPr>
            <a:spLocks xmlns:a="http://schemas.openxmlformats.org/drawingml/2006/main" noGrp="1"/>
          </p:cNvSpPr>
          <p:nvPr>
            <p:ph type="title" idx="0"/>
          </p:nvPr>
        </p:nvSpPr>
        <p:spPr>
          <a:xfrm xmlns:a="http://schemas.openxmlformats.org/drawingml/2006/main">
            <a:off x="311700" y="445025"/>
            <a:ext cx="8520600" cy="3876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SzPts val="28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xmlns:a="http://schemas.openxmlformats.org/drawingml/2006/main"/>
        </p:txBody>
      </p:sp>
    </p:spTree>
  </p:cSld>
</p:sldLayout>
</file>

<file path=ppt/slideLayouts/slideLayout169.xml><?xml version="1.0" encoding="utf-8"?>
<p:sldLayout xmlns:p="http://schemas.openxmlformats.org/presentationml/2006/main" matchingName="TITLE_ONLY_18">
  <p:cSld name="TITLE_ONLY_18">
    <p:spTree>
      <p:nvGrpSpPr>
        <p:cNvPr id="1" name=""/>
        <p:cNvGrpSpPr/>
        <p:nvPr/>
      </p:nvGrpSpPr>
      <p:grpSpPr>
        <a:xfrm xmlns:a="http://schemas.openxmlformats.org/drawingml/2006/main"/>
      </p:grpSpPr>
      <p:sp>
        <p:nvSpPr>
          <p:cNvPr id="1226" name="Google Shape;1226;p171">
            <a:extLst xmlns:a="http://schemas.openxmlformats.org/drawingml/2006/main">
              <a:ext uri="{FF2B5EF4-FFF2-40B4-BE49-F238E27FC236}">
                <a16:creationId xmlns:a16="http://schemas.microsoft.com/office/drawing/2014/main" id="{2F41FC36-325F-4475-9FD7-20E93FD7B2DD}"/>
              </a:ext>
            </a:extLst>
          </p:cNvPr>
          <p:cNvSpPr>
            <a:spLocks xmlns:a="http://schemas.openxmlformats.org/drawingml/2006/main" noGrp="1"/>
          </p:cNvSpPr>
          <p:nvPr>
            <p:ph type="title" idx="0"/>
          </p:nvPr>
        </p:nvSpPr>
        <p:spPr>
          <a:xfrm xmlns:a="http://schemas.openxmlformats.org/drawingml/2006/main">
            <a:off x="311700" y="445025"/>
            <a:ext cx="8520600" cy="3876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SzPts val="28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xmlns:a="http://schemas.openxmlformats.org/drawingml/2006/main"/>
        </p:txBody>
      </p:sp>
    </p:spTree>
  </p:cSld>
</p:sldLayout>
</file>

<file path=ppt/slideLayouts/slideLayout170.xml><?xml version="1.0" encoding="utf-8"?>
<p:sldLayout xmlns:p="http://schemas.openxmlformats.org/presentationml/2006/main" matchingName="TITLE_ONLY_19">
  <p:cSld name="TITLE_ONLY_19">
    <p:spTree>
      <p:nvGrpSpPr>
        <p:cNvPr id="1" name=""/>
        <p:cNvGrpSpPr/>
        <p:nvPr/>
      </p:nvGrpSpPr>
      <p:grpSpPr>
        <a:xfrm xmlns:a="http://schemas.openxmlformats.org/drawingml/2006/main"/>
      </p:grpSpPr>
      <p:sp>
        <p:nvSpPr>
          <p:cNvPr id="1228" name="Google Shape;1228;p172">
            <a:extLst xmlns:a="http://schemas.openxmlformats.org/drawingml/2006/main">
              <a:ext uri="{FF2B5EF4-FFF2-40B4-BE49-F238E27FC236}">
                <a16:creationId xmlns:a16="http://schemas.microsoft.com/office/drawing/2014/main" id="{DBCD3475-AEBD-4964-9183-B9FFA277A0E2}"/>
              </a:ext>
            </a:extLst>
          </p:cNvPr>
          <p:cNvSpPr>
            <a:spLocks xmlns:a="http://schemas.openxmlformats.org/drawingml/2006/main" noGrp="1"/>
          </p:cNvSpPr>
          <p:nvPr>
            <p:ph type="title" idx="0"/>
          </p:nvPr>
        </p:nvSpPr>
        <p:spPr>
          <a:xfrm xmlns:a="http://schemas.openxmlformats.org/drawingml/2006/main">
            <a:off x="311700" y="445025"/>
            <a:ext cx="8520600" cy="3876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SzPts val="28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xmlns:a="http://schemas.openxmlformats.org/drawingml/2006/main"/>
        </p:txBody>
      </p:sp>
    </p:spTree>
  </p:cSld>
</p:sldLayout>
</file>

<file path=ppt/slideLayouts/slideLayout171.xml><?xml version="1.0" encoding="utf-8"?>
<p:sldLayout xmlns:p="http://schemas.openxmlformats.org/presentationml/2006/main" matchingName="Text Only Slide 1">
  <p:cSld name="SECTION_HEADER_1_14">
    <p:spTree>
      <p:nvGrpSpPr>
        <p:cNvPr id="1" name=""/>
        <p:cNvGrpSpPr/>
        <p:nvPr/>
      </p:nvGrpSpPr>
      <p:grpSpPr>
        <a:xfrm xmlns:a="http://schemas.openxmlformats.org/drawingml/2006/main"/>
      </p:grpSpPr>
      <p:sp>
        <p:nvSpPr>
          <p:cNvPr id="1230" name="Google Shape;1230;p173">
            <a:extLst xmlns:a="http://schemas.openxmlformats.org/drawingml/2006/main">
              <a:ext uri="{FF2B5EF4-FFF2-40B4-BE49-F238E27FC236}">
                <a16:creationId xmlns:a16="http://schemas.microsoft.com/office/drawing/2014/main" id="{1A2EA0E6-3370-4E5B-9CE2-F791DE2C8BE5}"/>
              </a:ext>
            </a:extLst>
          </p:cNvPr>
          <p:cNvSpPr>
            <a:spLocks xmlns:a="http://schemas.openxmlformats.org/drawingml/2006/main" noGrp="1"/>
          </p:cNvSpPr>
          <p:nvPr>
            <p:ph type="title" idx="0"/>
          </p:nvPr>
        </p:nvSpPr>
        <p:spPr>
          <a:xfrm xmlns:a="http://schemas.openxmlformats.org/drawingml/2006/main">
            <a:off x="457200" y="457200"/>
            <a:ext cx="8229600" cy="4197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lvl1pPr>
              <a:spcBef>
                <a:spcPts val="0"/>
              </a:spcBef>
              <a:spcAft>
                <a:spcPts val="0"/>
              </a:spcAft>
              <a:buSzPts val="2800"/>
              <a:buNone/>
              <a:defRPr/>
            </a:lvl1pPr>
            <a:lvl2pPr>
              <a:spcBef>
                <a:spcPts val="0"/>
              </a:spcBef>
              <a:spcAft>
                <a:spcPts val="0"/>
              </a:spcAft>
              <a:buSzPts val="2600"/>
              <a:buNone/>
              <a:defRPr sz="2600"/>
            </a:lvl2pPr>
            <a:lvl3pPr>
              <a:spcBef>
                <a:spcPts val="0"/>
              </a:spcBef>
              <a:spcAft>
                <a:spcPts val="0"/>
              </a:spcAft>
              <a:buSzPts val="2600"/>
              <a:buNone/>
              <a:defRPr sz="2600"/>
            </a:lvl3pPr>
            <a:lvl4pPr>
              <a:spcBef>
                <a:spcPts val="0"/>
              </a:spcBef>
              <a:spcAft>
                <a:spcPts val="0"/>
              </a:spcAft>
              <a:buSzPts val="2600"/>
              <a:buNone/>
              <a:defRPr sz="2600"/>
            </a:lvl4pPr>
            <a:lvl5pPr>
              <a:spcBef>
                <a:spcPts val="0"/>
              </a:spcBef>
              <a:spcAft>
                <a:spcPts val="0"/>
              </a:spcAft>
              <a:buSzPts val="2600"/>
              <a:buNone/>
              <a:defRPr sz="2600"/>
            </a:lvl5pPr>
            <a:lvl6pPr>
              <a:spcBef>
                <a:spcPts val="0"/>
              </a:spcBef>
              <a:spcAft>
                <a:spcPts val="0"/>
              </a:spcAft>
              <a:buSzPts val="2600"/>
              <a:buNone/>
              <a:defRPr sz="2600"/>
            </a:lvl6pPr>
            <a:lvl7pPr>
              <a:spcBef>
                <a:spcPts val="0"/>
              </a:spcBef>
              <a:spcAft>
                <a:spcPts val="0"/>
              </a:spcAft>
              <a:buSzPts val="2600"/>
              <a:buNone/>
              <a:defRPr sz="2600"/>
            </a:lvl7pPr>
            <a:lvl8pPr>
              <a:spcBef>
                <a:spcPts val="0"/>
              </a:spcBef>
              <a:spcAft>
                <a:spcPts val="0"/>
              </a:spcAft>
              <a:buSzPts val="2600"/>
              <a:buNone/>
              <a:defRPr sz="2600"/>
            </a:lvl8pPr>
            <a:lvl9pPr>
              <a:spcBef>
                <a:spcPts val="0"/>
              </a:spcBef>
              <a:spcAft>
                <a:spcPts val="0"/>
              </a:spcAft>
              <a:buSzPts val="2600"/>
              <a:buNone/>
              <a:defRPr sz="2600"/>
            </a:lvl9pPr>
          </a:lstStyle>
          <a:p xmlns:a="http://schemas.openxmlformats.org/drawingml/2006/main"/>
        </p:txBody>
      </p:sp>
      <p:sp>
        <p:nvSpPr>
          <p:cNvPr id="1231" name="Google Shape;1231;p173">
            <a:extLst xmlns:a="http://schemas.openxmlformats.org/drawingml/2006/main">
              <a:ext uri="{FF2B5EF4-FFF2-40B4-BE49-F238E27FC236}">
                <a16:creationId xmlns:a16="http://schemas.microsoft.com/office/drawing/2014/main" id="{8C888446-2102-4A60-8BAA-226021794F21}"/>
              </a:ext>
            </a:extLst>
          </p:cNvPr>
          <p:cNvSpPr>
            <a:spLocks xmlns:a="http://schemas.openxmlformats.org/drawingml/2006/main" noGrp="1"/>
          </p:cNvSpPr>
          <p:nvPr>
            <p:ph type="subTitle" idx="1"/>
          </p:nvPr>
        </p:nvSpPr>
        <p:spPr>
          <a:xfrm xmlns:a="http://schemas.openxmlformats.org/drawingml/2006/main">
            <a:off x="457200" y="935725"/>
            <a:ext cx="8229600" cy="2343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lnSpc>
                <a:spcPct val="115000"/>
              </a:lnSpc>
              <a:spcBef>
                <a:spcPts val="0"/>
              </a:spcBef>
              <a:spcAft>
                <a:spcPts val="0"/>
              </a:spcAft>
              <a:buSzPts val="1300"/>
              <a:buNone/>
              <a:defRPr/>
            </a:lvl1pPr>
            <a:lvl2pPr>
              <a:lnSpc>
                <a:spcPct val="115000"/>
              </a:lnSpc>
              <a:spcBef>
                <a:spcPts val="0"/>
              </a:spcBef>
              <a:spcAft>
                <a:spcPts val="0"/>
              </a:spcAft>
              <a:buSzPts val="1500"/>
              <a:buNone/>
              <a:defRPr sz="1500"/>
            </a:lvl2pPr>
            <a:lvl3pPr>
              <a:lnSpc>
                <a:spcPct val="115000"/>
              </a:lnSpc>
              <a:spcBef>
                <a:spcPts val="0"/>
              </a:spcBef>
              <a:spcAft>
                <a:spcPts val="0"/>
              </a:spcAft>
              <a:buSzPts val="1500"/>
              <a:buNone/>
              <a:defRPr sz="1500"/>
            </a:lvl3pPr>
            <a:lvl4pPr>
              <a:lnSpc>
                <a:spcPct val="115000"/>
              </a:lnSpc>
              <a:spcBef>
                <a:spcPts val="0"/>
              </a:spcBef>
              <a:spcAft>
                <a:spcPts val="0"/>
              </a:spcAft>
              <a:buSzPts val="1500"/>
              <a:buNone/>
              <a:defRPr sz="1500"/>
            </a:lvl4pPr>
            <a:lvl5pPr>
              <a:lnSpc>
                <a:spcPct val="115000"/>
              </a:lnSpc>
              <a:spcBef>
                <a:spcPts val="0"/>
              </a:spcBef>
              <a:spcAft>
                <a:spcPts val="0"/>
              </a:spcAft>
              <a:buSzPts val="1500"/>
              <a:buNone/>
              <a:defRPr sz="1500"/>
            </a:lvl5pPr>
            <a:lvl6pPr>
              <a:lnSpc>
                <a:spcPct val="115000"/>
              </a:lnSpc>
              <a:spcBef>
                <a:spcPts val="0"/>
              </a:spcBef>
              <a:spcAft>
                <a:spcPts val="0"/>
              </a:spcAft>
              <a:buSzPts val="1500"/>
              <a:buNone/>
              <a:defRPr sz="1500"/>
            </a:lvl6pPr>
            <a:lvl7pPr>
              <a:lnSpc>
                <a:spcPct val="115000"/>
              </a:lnSpc>
              <a:spcBef>
                <a:spcPts val="0"/>
              </a:spcBef>
              <a:spcAft>
                <a:spcPts val="0"/>
              </a:spcAft>
              <a:buSzPts val="1500"/>
              <a:buNone/>
              <a:defRPr sz="1500"/>
            </a:lvl7pPr>
            <a:lvl8pPr>
              <a:lnSpc>
                <a:spcPct val="115000"/>
              </a:lnSpc>
              <a:spcBef>
                <a:spcPts val="0"/>
              </a:spcBef>
              <a:spcAft>
                <a:spcPts val="0"/>
              </a:spcAft>
              <a:buSzPts val="1500"/>
              <a:buNone/>
              <a:defRPr sz="1500"/>
            </a:lvl8pPr>
            <a:lvl9pPr>
              <a:lnSpc>
                <a:spcPct val="115000"/>
              </a:lnSpc>
              <a:spcBef>
                <a:spcPts val="0"/>
              </a:spcBef>
              <a:spcAft>
                <a:spcPts val="0"/>
              </a:spcAft>
              <a:buSzPts val="1500"/>
              <a:buNone/>
              <a:defRPr sz="1500"/>
            </a:lvl9pPr>
          </a:lstStyle>
          <a:p xmlns:a="http://schemas.openxmlformats.org/drawingml/2006/main"/>
        </p:txBody>
      </p:sp>
    </p:spTree>
  </p:cSld>
</p:sldLayout>
</file>

<file path=ppt/slideLayouts/slideLayout172.xml><?xml version="1.0" encoding="utf-8"?>
<p:sldLayout xmlns:p="http://schemas.openxmlformats.org/presentationml/2006/main" matchingName="True Blank 2">
  <p:cSld name="SECTION_HEADER_5">
    <p:spTree>
      <p:nvGrpSpPr>
        <p:cNvPr id="1" name=""/>
        <p:cNvGrpSpPr/>
        <p:nvPr/>
      </p:nvGrpSpPr>
      <p:grpSpPr>
        <a:xfrm xmlns:a="http://schemas.openxmlformats.org/drawingml/2006/main"/>
      </p:grpSpPr>
    </p:spTree>
  </p:cSld>
</p:sldLayout>
</file>

<file path=ppt/slideLayouts/slideLayout173.xml><?xml version="1.0" encoding="utf-8"?>
<p:sldLayout xmlns:p="http://schemas.openxmlformats.org/presentationml/2006/main" matchingName="TITLE_ONLY_20">
  <p:cSld name="TITLE_ONLY_20">
    <p:spTree>
      <p:nvGrpSpPr>
        <p:cNvPr id="1" name=""/>
        <p:cNvGrpSpPr/>
        <p:nvPr/>
      </p:nvGrpSpPr>
      <p:grpSpPr>
        <a:xfrm xmlns:a="http://schemas.openxmlformats.org/drawingml/2006/main"/>
      </p:grpSpPr>
      <p:sp>
        <p:nvSpPr>
          <p:cNvPr id="1234" name="Google Shape;1234;p175">
            <a:extLst xmlns:a="http://schemas.openxmlformats.org/drawingml/2006/main">
              <a:ext uri="{FF2B5EF4-FFF2-40B4-BE49-F238E27FC236}">
                <a16:creationId xmlns:a16="http://schemas.microsoft.com/office/drawing/2014/main" id="{E1000573-9A09-4654-8D1E-357ABDBF5227}"/>
              </a:ext>
            </a:extLst>
          </p:cNvPr>
          <p:cNvSpPr>
            <a:spLocks xmlns:a="http://schemas.openxmlformats.org/drawingml/2006/main" noGrp="1"/>
          </p:cNvSpPr>
          <p:nvPr>
            <p:ph type="title" idx="0"/>
          </p:nvPr>
        </p:nvSpPr>
        <p:spPr>
          <a:xfrm xmlns:a="http://schemas.openxmlformats.org/drawingml/2006/main">
            <a:off x="311700" y="445025"/>
            <a:ext cx="8520600" cy="3876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SzPts val="28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xmlns:a="http://schemas.openxmlformats.org/drawingml/2006/main"/>
        </p:txBody>
      </p:sp>
    </p:spTree>
  </p:cSld>
</p:sldLayout>
</file>

<file path=ppt/slideLayouts/slideLayout174.xml><?xml version="1.0" encoding="utf-8"?>
<p:sldLayout xmlns:p="http://schemas.openxmlformats.org/presentationml/2006/main" matchingName="TITLE_ONLY_21">
  <p:cSld name="TITLE_ONLY_21">
    <p:spTree>
      <p:nvGrpSpPr>
        <p:cNvPr id="1" name=""/>
        <p:cNvGrpSpPr/>
        <p:nvPr/>
      </p:nvGrpSpPr>
      <p:grpSpPr>
        <a:xfrm xmlns:a="http://schemas.openxmlformats.org/drawingml/2006/main"/>
      </p:grpSpPr>
      <p:sp>
        <p:nvSpPr>
          <p:cNvPr id="1236" name="Google Shape;1236;p176">
            <a:extLst xmlns:a="http://schemas.openxmlformats.org/drawingml/2006/main">
              <a:ext uri="{FF2B5EF4-FFF2-40B4-BE49-F238E27FC236}">
                <a16:creationId xmlns:a16="http://schemas.microsoft.com/office/drawing/2014/main" id="{D8B78770-B827-4844-86F0-44676FD0B95B}"/>
              </a:ext>
            </a:extLst>
          </p:cNvPr>
          <p:cNvSpPr>
            <a:spLocks xmlns:a="http://schemas.openxmlformats.org/drawingml/2006/main" noGrp="1"/>
          </p:cNvSpPr>
          <p:nvPr>
            <p:ph type="title" idx="0"/>
          </p:nvPr>
        </p:nvSpPr>
        <p:spPr>
          <a:xfrm xmlns:a="http://schemas.openxmlformats.org/drawingml/2006/main">
            <a:off x="311700" y="445025"/>
            <a:ext cx="8520600" cy="3876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SzPts val="28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xmlns:a="http://schemas.openxmlformats.org/drawingml/2006/main"/>
        </p:txBody>
      </p:sp>
    </p:spTree>
  </p:cSld>
</p:sldLayout>
</file>

<file path=ppt/slideLayouts/slideLayout175.xml><?xml version="1.0" encoding="utf-8"?>
<p:sldLayout xmlns:p="http://schemas.openxmlformats.org/presentationml/2006/main" matchingName="Text Only with Decorative Bar">
  <p:cSld name="SECTION_HEADER_1_5">
    <p:spTree>
      <p:nvGrpSpPr>
        <p:cNvPr id="1" name=""/>
        <p:cNvGrpSpPr/>
        <p:nvPr/>
      </p:nvGrpSpPr>
      <p:grpSpPr>
        <a:xfrm xmlns:a="http://schemas.openxmlformats.org/drawingml/2006/main"/>
      </p:grpSpPr>
    </p:spTree>
  </p:cSld>
</p:sldLayout>
</file>

<file path=ppt/slideLayouts/slideLayout176.xml><?xml version="1.0" encoding="utf-8"?>
<p:sldLayout xmlns:p="http://schemas.openxmlformats.org/presentationml/2006/main" matchingName="Center Title 1">
  <p:cSld name="TITLE_ONLY_2_1">
    <p:spTree>
      <p:nvGrpSpPr>
        <p:cNvPr id="1" name=""/>
        <p:cNvGrpSpPr/>
        <p:nvPr/>
      </p:nvGrpSpPr>
      <p:grpSpPr>
        <a:xfrm xmlns:a="http://schemas.openxmlformats.org/drawingml/2006/main"/>
      </p:grpSpPr>
      <p:pic>
        <p:nvPicPr>
          <p:cNvPr id="2" name="Google Shape;1239;p178"/>
          <p:cNvPicPr>
            <a:picLocks xmlns:a="http://schemas.openxmlformats.org/drawingml/2006/main" noChangeAspect="1"/>
          </p:cNvPicPr>
          <p:nvPr/>
        </p:nvPicPr>
        <p:blipFill>
          <a:blip xmlns:r="http://schemas.openxmlformats.org/officeDocument/2006/relationships" xmlns:a="http://schemas.openxmlformats.org/drawingml/2006/main" r:embed="R13a46a46f52c4506">
            <a:alphaModFix/>
          </a:blip>
          <a:stretch xmlns:a="http://schemas.openxmlformats.org/drawingml/2006/main">
            <a:fillRect l="0" t="0" r="0" b="0"/>
          </a:stretch>
        </p:blipFill>
        <p:spPr>
          <a:xfrm xmlns:a="http://schemas.openxmlformats.org/drawingml/2006/main">
            <a:off x="8432385" y="219650"/>
            <a:ext cx="490815" cy="84300"/>
          </a:xfrm>
          <a:prstGeom xmlns:a="http://schemas.openxmlformats.org/drawingml/2006/main" prst="rect">
            <a:avLst/>
          </a:prstGeom>
          <a:ln xmlns:a="http://schemas.openxmlformats.org/drawingml/2006/main">
            <a:noFill/>
          </a:ln>
        </p:spPr>
      </p:pic>
    </p:spTree>
  </p:cSld>
</p:sldLayout>
</file>

<file path=ppt/slideLayouts/slideLayout177.xml><?xml version="1.0" encoding="utf-8"?>
<p:sldLayout xmlns:p="http://schemas.openxmlformats.org/presentationml/2006/main" matchingName="Center Title 1 1">
  <p:cSld name="TITLE_ONLY_2_2">
    <p:spTree>
      <p:nvGrpSpPr>
        <p:cNvPr id="1" name=""/>
        <p:cNvGrpSpPr/>
        <p:nvPr/>
      </p:nvGrpSpPr>
      <p:grpSpPr>
        <a:xfrm xmlns:a="http://schemas.openxmlformats.org/drawingml/2006/main"/>
      </p:grpSpPr>
    </p:spTree>
  </p:cSld>
</p:sldLayout>
</file>

<file path=ppt/slideLayouts/slideLayout178.xml><?xml version="1.0" encoding="utf-8"?>
<p:sldLayout xmlns:p="http://schemas.openxmlformats.org/presentationml/2006/main" matchingName="Center Title 1 2">
  <p:cSld name="TITLE_ONLY_2_3">
    <p:spTree>
      <p:nvGrpSpPr>
        <p:cNvPr id="1" name=""/>
        <p:cNvGrpSpPr/>
        <p:nvPr/>
      </p:nvGrpSpPr>
      <p:grpSpPr>
        <a:xfrm xmlns:a="http://schemas.openxmlformats.org/drawingml/2006/main"/>
      </p:grpSpPr>
      <p:pic>
        <p:nvPicPr>
          <p:cNvPr id="2" name="Google Shape;1242;p180"/>
          <p:cNvPicPr>
            <a:picLocks xmlns:a="http://schemas.openxmlformats.org/drawingml/2006/main" noChangeAspect="1"/>
          </p:cNvPicPr>
          <p:nvPr/>
        </p:nvPicPr>
        <p:blipFill>
          <a:blip xmlns:r="http://schemas.openxmlformats.org/officeDocument/2006/relationships" xmlns:a="http://schemas.openxmlformats.org/drawingml/2006/main" r:embed="R19e5825c8ddb4872">
            <a:alphaModFix/>
          </a:blip>
          <a:stretch xmlns:a="http://schemas.openxmlformats.org/drawingml/2006/main">
            <a:fillRect l="0" t="0" r="0" b="0"/>
          </a:stretch>
        </p:blipFill>
        <p:spPr>
          <a:xfrm xmlns:a="http://schemas.openxmlformats.org/drawingml/2006/main">
            <a:off x="8432385" y="219650"/>
            <a:ext cx="490815" cy="84300"/>
          </a:xfrm>
          <a:prstGeom xmlns:a="http://schemas.openxmlformats.org/drawingml/2006/main" prst="rect">
            <a:avLst/>
          </a:prstGeom>
          <a:ln xmlns:a="http://schemas.openxmlformats.org/drawingml/2006/main">
            <a:noFill/>
          </a:ln>
        </p:spPr>
      </p:pic>
    </p:spTree>
  </p:cSld>
</p:sldLayout>
</file>

<file path=ppt/slideLayouts/slideLayout179.xml><?xml version="1.0" encoding="utf-8"?>
<p:sldLayout xmlns:p="http://schemas.openxmlformats.org/presentationml/2006/main" matchingName="Center Title 1 3">
  <p:cSld name="TITLE_ONLY_2_4">
    <p:spTree>
      <p:nvGrpSpPr>
        <p:cNvPr id="1" name=""/>
        <p:cNvGrpSpPr/>
        <p:nvPr/>
      </p:nvGrpSpPr>
      <p:grpSpPr>
        <a:xfrm xmlns:a="http://schemas.openxmlformats.org/drawingml/2006/main"/>
      </p:grpSpPr>
      <p:pic>
        <p:nvPicPr>
          <p:cNvPr id="2" name="Google Shape;1244;p181"/>
          <p:cNvPicPr>
            <a:picLocks xmlns:a="http://schemas.openxmlformats.org/drawingml/2006/main" noChangeAspect="1"/>
          </p:cNvPicPr>
          <p:nvPr/>
        </p:nvPicPr>
        <p:blipFill>
          <a:blip xmlns:r="http://schemas.openxmlformats.org/officeDocument/2006/relationships" xmlns:a="http://schemas.openxmlformats.org/drawingml/2006/main" r:embed="R46e54418fc654b37">
            <a:alphaModFix/>
          </a:blip>
          <a:stretch xmlns:a="http://schemas.openxmlformats.org/drawingml/2006/main">
            <a:fillRect l="0" t="0" r="0" b="0"/>
          </a:stretch>
        </p:blipFill>
        <p:spPr>
          <a:xfrm xmlns:a="http://schemas.openxmlformats.org/drawingml/2006/main">
            <a:off x="8432385" y="219650"/>
            <a:ext cx="490815" cy="84300"/>
          </a:xfrm>
          <a:prstGeom xmlns:a="http://schemas.openxmlformats.org/drawingml/2006/main" prst="rect">
            <a:avLst/>
          </a:prstGeom>
          <a:ln xmlns:a="http://schemas.openxmlformats.org/drawingml/2006/main">
            <a:noFill/>
          </a:ln>
        </p:spPr>
      </p:pic>
    </p:spTree>
  </p:cSld>
</p:sldLayout>
</file>

<file path=ppt/slideLayouts/slideLayout180.xml><?xml version="1.0" encoding="utf-8"?>
<p:sldLayout xmlns:p="http://schemas.openxmlformats.org/presentationml/2006/main" matchingName="Center Title 1 4">
  <p:cSld name="TITLE_ONLY_2_5">
    <p:spTree>
      <p:nvGrpSpPr>
        <p:cNvPr id="1" name=""/>
        <p:cNvGrpSpPr/>
        <p:nvPr/>
      </p:nvGrpSpPr>
      <p:grpSpPr>
        <a:xfrm xmlns:a="http://schemas.openxmlformats.org/drawingml/2006/main"/>
      </p:grpSpPr>
      <p:pic>
        <p:nvPicPr>
          <p:cNvPr id="2" name="Google Shape;1246;p182"/>
          <p:cNvPicPr>
            <a:picLocks xmlns:a="http://schemas.openxmlformats.org/drawingml/2006/main" noChangeAspect="1"/>
          </p:cNvPicPr>
          <p:nvPr/>
        </p:nvPicPr>
        <p:blipFill>
          <a:blip xmlns:r="http://schemas.openxmlformats.org/officeDocument/2006/relationships" xmlns:a="http://schemas.openxmlformats.org/drawingml/2006/main" r:embed="Rf7e6e0d231f3499c">
            <a:alphaModFix/>
          </a:blip>
          <a:stretch xmlns:a="http://schemas.openxmlformats.org/drawingml/2006/main">
            <a:fillRect l="0" t="0" r="0" b="0"/>
          </a:stretch>
        </p:blipFill>
        <p:spPr>
          <a:xfrm xmlns:a="http://schemas.openxmlformats.org/drawingml/2006/main">
            <a:off x="8432385" y="219650"/>
            <a:ext cx="490815" cy="84300"/>
          </a:xfrm>
          <a:prstGeom xmlns:a="http://schemas.openxmlformats.org/drawingml/2006/main" prst="rect">
            <a:avLst/>
          </a:prstGeom>
          <a:ln xmlns:a="http://schemas.openxmlformats.org/drawingml/2006/main">
            <a:noFill/>
          </a:ln>
        </p:spPr>
      </p:pic>
    </p:spTree>
  </p:cSld>
</p:sldLayout>
</file>

<file path=ppt/slideLayouts/slideLayout181.xml><?xml version="1.0" encoding="utf-8"?>
<p:sldLayout xmlns:p="http://schemas.openxmlformats.org/presentationml/2006/main" matchingName="Center Title 1 5">
  <p:cSld name="TITLE_ONLY_2_6">
    <p:spTree>
      <p:nvGrpSpPr>
        <p:cNvPr id="1" name=""/>
        <p:cNvGrpSpPr/>
        <p:nvPr/>
      </p:nvGrpSpPr>
      <p:grpSpPr>
        <a:xfrm xmlns:a="http://schemas.openxmlformats.org/drawingml/2006/main"/>
      </p:grpSpPr>
      <p:pic>
        <p:nvPicPr>
          <p:cNvPr id="2" name="Google Shape;1248;p183"/>
          <p:cNvPicPr>
            <a:picLocks xmlns:a="http://schemas.openxmlformats.org/drawingml/2006/main" noChangeAspect="1"/>
          </p:cNvPicPr>
          <p:nvPr/>
        </p:nvPicPr>
        <p:blipFill>
          <a:blip xmlns:r="http://schemas.openxmlformats.org/officeDocument/2006/relationships" xmlns:a="http://schemas.openxmlformats.org/drawingml/2006/main" r:embed="Raee90859ebb24fae">
            <a:alphaModFix/>
          </a:blip>
          <a:stretch xmlns:a="http://schemas.openxmlformats.org/drawingml/2006/main">
            <a:fillRect l="0" t="0" r="0" b="0"/>
          </a:stretch>
        </p:blipFill>
        <p:spPr>
          <a:xfrm xmlns:a="http://schemas.openxmlformats.org/drawingml/2006/main">
            <a:off x="8432385" y="219650"/>
            <a:ext cx="490815" cy="84300"/>
          </a:xfrm>
          <a:prstGeom xmlns:a="http://schemas.openxmlformats.org/drawingml/2006/main" prst="rect">
            <a:avLst/>
          </a:prstGeom>
          <a:ln xmlns:a="http://schemas.openxmlformats.org/drawingml/2006/main">
            <a:noFill/>
          </a:ln>
        </p:spPr>
      </p:pic>
    </p:spTree>
  </p:cSld>
</p:sldLayout>
</file>

<file path=ppt/slideLayouts/slideLayout182.xml><?xml version="1.0" encoding="utf-8"?>
<p:sldLayout xmlns:p="http://schemas.openxmlformats.org/presentationml/2006/main" matchingName="Center Title 1 6">
  <p:cSld name="TITLE_ONLY_2_7">
    <p:spTree>
      <p:nvGrpSpPr>
        <p:cNvPr id="1" name=""/>
        <p:cNvGrpSpPr/>
        <p:nvPr/>
      </p:nvGrpSpPr>
      <p:grpSpPr>
        <a:xfrm xmlns:a="http://schemas.openxmlformats.org/drawingml/2006/main"/>
      </p:grpSpPr>
      <p:pic>
        <p:nvPicPr>
          <p:cNvPr id="2" name="Google Shape;1250;p184"/>
          <p:cNvPicPr>
            <a:picLocks xmlns:a="http://schemas.openxmlformats.org/drawingml/2006/main" noChangeAspect="1"/>
          </p:cNvPicPr>
          <p:nvPr/>
        </p:nvPicPr>
        <p:blipFill>
          <a:blip xmlns:r="http://schemas.openxmlformats.org/officeDocument/2006/relationships" xmlns:a="http://schemas.openxmlformats.org/drawingml/2006/main" r:embed="R24f60e0cbf7c4825">
            <a:alphaModFix/>
          </a:blip>
          <a:stretch xmlns:a="http://schemas.openxmlformats.org/drawingml/2006/main">
            <a:fillRect l="0" t="0" r="0" b="0"/>
          </a:stretch>
        </p:blipFill>
        <p:spPr>
          <a:xfrm xmlns:a="http://schemas.openxmlformats.org/drawingml/2006/main">
            <a:off x="8432385" y="219650"/>
            <a:ext cx="490815" cy="84300"/>
          </a:xfrm>
          <a:prstGeom xmlns:a="http://schemas.openxmlformats.org/drawingml/2006/main" prst="rect">
            <a:avLst/>
          </a:prstGeom>
          <a:ln xmlns:a="http://schemas.openxmlformats.org/drawingml/2006/main">
            <a:noFill/>
          </a:ln>
        </p:spPr>
      </p:pic>
    </p:spTree>
  </p:cSld>
</p:sldLayout>
</file>

<file path=ppt/slideLayouts/slideLayout183.xml><?xml version="1.0" encoding="utf-8"?>
<p:sldLayout xmlns:p="http://schemas.openxmlformats.org/presentationml/2006/main" matchingName="TITLE_ONLY_22">
  <p:cSld name="TITLE_ONLY_22">
    <p:spTree>
      <p:nvGrpSpPr>
        <p:cNvPr id="1" name=""/>
        <p:cNvGrpSpPr/>
        <p:nvPr/>
      </p:nvGrpSpPr>
      <p:grpSpPr>
        <a:xfrm xmlns:a="http://schemas.openxmlformats.org/drawingml/2006/main"/>
      </p:grpSpPr>
      <p:sp>
        <p:nvSpPr>
          <p:cNvPr id="1252" name="Google Shape;1252;p185">
            <a:extLst xmlns:a="http://schemas.openxmlformats.org/drawingml/2006/main">
              <a:ext uri="{FF2B5EF4-FFF2-40B4-BE49-F238E27FC236}">
                <a16:creationId xmlns:a16="http://schemas.microsoft.com/office/drawing/2014/main" id="{997CBF55-5F32-4A88-8F21-D0E792E2E8AE}"/>
              </a:ext>
            </a:extLst>
          </p:cNvPr>
          <p:cNvSpPr>
            <a:spLocks xmlns:a="http://schemas.openxmlformats.org/drawingml/2006/main" noGrp="1"/>
          </p:cNvSpPr>
          <p:nvPr>
            <p:ph type="title" idx="0"/>
          </p:nvPr>
        </p:nvSpPr>
        <p:spPr>
          <a:xfrm xmlns:a="http://schemas.openxmlformats.org/drawingml/2006/main">
            <a:off x="311700" y="445025"/>
            <a:ext cx="8520600" cy="3876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SzPts val="28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xmlns:a="http://schemas.openxmlformats.org/drawingml/2006/main"/>
        </p:txBody>
      </p:sp>
    </p:spTree>
  </p:cSld>
</p:sldLayout>
</file>

<file path=ppt/slideLayouts/slideLayout184.xml><?xml version="1.0" encoding="utf-8"?>
<p:sldLayout xmlns:p="http://schemas.openxmlformats.org/presentationml/2006/main" matchingName="TITLE_ONLY_23">
  <p:cSld name="TITLE_ONLY_23">
    <p:spTree>
      <p:nvGrpSpPr>
        <p:cNvPr id="1" name=""/>
        <p:cNvGrpSpPr/>
        <p:nvPr/>
      </p:nvGrpSpPr>
      <p:grpSpPr>
        <a:xfrm xmlns:a="http://schemas.openxmlformats.org/drawingml/2006/main"/>
      </p:grpSpPr>
      <p:sp>
        <p:nvSpPr>
          <p:cNvPr id="1254" name="Google Shape;1254;p186">
            <a:extLst xmlns:a="http://schemas.openxmlformats.org/drawingml/2006/main">
              <a:ext uri="{FF2B5EF4-FFF2-40B4-BE49-F238E27FC236}">
                <a16:creationId xmlns:a16="http://schemas.microsoft.com/office/drawing/2014/main" id="{99329D58-E5BA-42C7-BE46-58A6DA713DA4}"/>
              </a:ext>
            </a:extLst>
          </p:cNvPr>
          <p:cNvSpPr>
            <a:spLocks xmlns:a="http://schemas.openxmlformats.org/drawingml/2006/main" noGrp="1"/>
          </p:cNvSpPr>
          <p:nvPr>
            <p:ph type="title" idx="0"/>
          </p:nvPr>
        </p:nvSpPr>
        <p:spPr>
          <a:xfrm xmlns:a="http://schemas.openxmlformats.org/drawingml/2006/main">
            <a:off x="311700" y="445025"/>
            <a:ext cx="8520600" cy="3876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SzPts val="28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xmlns:a="http://schemas.openxmlformats.org/drawingml/2006/main"/>
        </p:txBody>
      </p:sp>
    </p:spTree>
  </p:cSld>
</p:sldLayout>
</file>

<file path=ppt/slideLayouts/slideLayout185.xml><?xml version="1.0" encoding="utf-8"?>
<p:sldLayout xmlns:p="http://schemas.openxmlformats.org/presentationml/2006/main" matchingName="TITLE_ONLY_24">
  <p:cSld name="TITLE_ONLY_24">
    <p:spTree>
      <p:nvGrpSpPr>
        <p:cNvPr id="1" name=""/>
        <p:cNvGrpSpPr/>
        <p:nvPr/>
      </p:nvGrpSpPr>
      <p:grpSpPr>
        <a:xfrm xmlns:a="http://schemas.openxmlformats.org/drawingml/2006/main"/>
      </p:grpSpPr>
      <p:sp>
        <p:nvSpPr>
          <p:cNvPr id="1256" name="Google Shape;1256;p187">
            <a:extLst xmlns:a="http://schemas.openxmlformats.org/drawingml/2006/main">
              <a:ext uri="{FF2B5EF4-FFF2-40B4-BE49-F238E27FC236}">
                <a16:creationId xmlns:a16="http://schemas.microsoft.com/office/drawing/2014/main" id="{97FEF02D-9683-46B2-8641-D75310A4B116}"/>
              </a:ext>
            </a:extLst>
          </p:cNvPr>
          <p:cNvSpPr>
            <a:spLocks xmlns:a="http://schemas.openxmlformats.org/drawingml/2006/main" noGrp="1"/>
          </p:cNvSpPr>
          <p:nvPr>
            <p:ph type="title" idx="0"/>
          </p:nvPr>
        </p:nvSpPr>
        <p:spPr>
          <a:xfrm xmlns:a="http://schemas.openxmlformats.org/drawingml/2006/main">
            <a:off x="311700" y="445025"/>
            <a:ext cx="8520600" cy="3876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SzPts val="28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xmlns:a="http://schemas.openxmlformats.org/drawingml/2006/main"/>
        </p:txBody>
      </p:sp>
    </p:spTree>
  </p:cSld>
</p:sldLayout>
</file>

<file path=ppt/slideLayouts/slideLayout186.xml><?xml version="1.0" encoding="utf-8"?>
<p:sldLayout xmlns:p="http://schemas.openxmlformats.org/presentationml/2006/main" matchingName="Center Title 1 7">
  <p:cSld name="TITLE_ONLY_2_8">
    <p:spTree>
      <p:nvGrpSpPr>
        <p:cNvPr id="1" name=""/>
        <p:cNvGrpSpPr/>
        <p:nvPr/>
      </p:nvGrpSpPr>
      <p:grpSpPr>
        <a:xfrm xmlns:a="http://schemas.openxmlformats.org/drawingml/2006/main"/>
      </p:grpSpPr>
      <p:pic>
        <p:nvPicPr>
          <p:cNvPr id="2" name="Google Shape;1258;p188"/>
          <p:cNvPicPr>
            <a:picLocks xmlns:a="http://schemas.openxmlformats.org/drawingml/2006/main" noChangeAspect="1"/>
          </p:cNvPicPr>
          <p:nvPr/>
        </p:nvPicPr>
        <p:blipFill>
          <a:blip xmlns:r="http://schemas.openxmlformats.org/officeDocument/2006/relationships" xmlns:a="http://schemas.openxmlformats.org/drawingml/2006/main" r:embed="Rba2c989d0f914a39">
            <a:alphaModFix/>
          </a:blip>
          <a:stretch xmlns:a="http://schemas.openxmlformats.org/drawingml/2006/main">
            <a:fillRect l="0" t="0" r="0" b="0"/>
          </a:stretch>
        </p:blipFill>
        <p:spPr>
          <a:xfrm xmlns:a="http://schemas.openxmlformats.org/drawingml/2006/main">
            <a:off x="8432385" y="219650"/>
            <a:ext cx="490815" cy="84300"/>
          </a:xfrm>
          <a:prstGeom xmlns:a="http://schemas.openxmlformats.org/drawingml/2006/main" prst="rect">
            <a:avLst/>
          </a:prstGeom>
          <a:ln xmlns:a="http://schemas.openxmlformats.org/drawingml/2006/main">
            <a:noFill/>
          </a:ln>
        </p:spPr>
      </p:pic>
    </p:spTree>
  </p:cSld>
</p:sldLayout>
</file>

<file path=ppt/slideLayouts/slideLayout187.xml><?xml version="1.0" encoding="utf-8"?>
<p:sldLayout xmlns:p="http://schemas.openxmlformats.org/presentationml/2006/main" matchingName="Center Title 1 8">
  <p:cSld name="TITLE_ONLY_2_9">
    <p:spTree>
      <p:nvGrpSpPr>
        <p:cNvPr id="1" name=""/>
        <p:cNvGrpSpPr/>
        <p:nvPr/>
      </p:nvGrpSpPr>
      <p:grpSpPr>
        <a:xfrm xmlns:a="http://schemas.openxmlformats.org/drawingml/2006/main"/>
      </p:grpSpPr>
      <p:pic>
        <p:nvPicPr>
          <p:cNvPr id="2" name="Google Shape;1260;p189"/>
          <p:cNvPicPr>
            <a:picLocks xmlns:a="http://schemas.openxmlformats.org/drawingml/2006/main" noChangeAspect="1"/>
          </p:cNvPicPr>
          <p:nvPr/>
        </p:nvPicPr>
        <p:blipFill>
          <a:blip xmlns:r="http://schemas.openxmlformats.org/officeDocument/2006/relationships" xmlns:a="http://schemas.openxmlformats.org/drawingml/2006/main" r:embed="R63a9acc4fe404359">
            <a:alphaModFix/>
          </a:blip>
          <a:stretch xmlns:a="http://schemas.openxmlformats.org/drawingml/2006/main">
            <a:fillRect l="0" t="0" r="0" b="0"/>
          </a:stretch>
        </p:blipFill>
        <p:spPr>
          <a:xfrm xmlns:a="http://schemas.openxmlformats.org/drawingml/2006/main">
            <a:off x="8432385" y="219650"/>
            <a:ext cx="490815" cy="84300"/>
          </a:xfrm>
          <a:prstGeom xmlns:a="http://schemas.openxmlformats.org/drawingml/2006/main" prst="rect">
            <a:avLst/>
          </a:prstGeom>
          <a:ln xmlns:a="http://schemas.openxmlformats.org/drawingml/2006/main">
            <a:noFill/>
          </a:ln>
        </p:spPr>
      </p:pic>
    </p:spTree>
  </p:cSld>
</p:sldLayout>
</file>

<file path=ppt/slideLayouts/slideLayout188.xml><?xml version="1.0" encoding="utf-8"?>
<p:sldLayout xmlns:p="http://schemas.openxmlformats.org/presentationml/2006/main" matchingName="Center Title 1 9">
  <p:cSld name="TITLE_ONLY_2_10">
    <p:spTree>
      <p:nvGrpSpPr>
        <p:cNvPr id="1" name=""/>
        <p:cNvGrpSpPr/>
        <p:nvPr/>
      </p:nvGrpSpPr>
      <p:grpSpPr>
        <a:xfrm xmlns:a="http://schemas.openxmlformats.org/drawingml/2006/main"/>
      </p:grpSpPr>
      <p:pic>
        <p:nvPicPr>
          <p:cNvPr id="2" name="Google Shape;1262;p190"/>
          <p:cNvPicPr>
            <a:picLocks xmlns:a="http://schemas.openxmlformats.org/drawingml/2006/main" noChangeAspect="1"/>
          </p:cNvPicPr>
          <p:nvPr/>
        </p:nvPicPr>
        <p:blipFill>
          <a:blip xmlns:r="http://schemas.openxmlformats.org/officeDocument/2006/relationships" xmlns:a="http://schemas.openxmlformats.org/drawingml/2006/main" r:embed="R743177cf877342d4">
            <a:alphaModFix/>
          </a:blip>
          <a:stretch xmlns:a="http://schemas.openxmlformats.org/drawingml/2006/main">
            <a:fillRect l="0" t="0" r="0" b="0"/>
          </a:stretch>
        </p:blipFill>
        <p:spPr>
          <a:xfrm xmlns:a="http://schemas.openxmlformats.org/drawingml/2006/main">
            <a:off x="8432385" y="219650"/>
            <a:ext cx="490815" cy="84300"/>
          </a:xfrm>
          <a:prstGeom xmlns:a="http://schemas.openxmlformats.org/drawingml/2006/main" prst="rect">
            <a:avLst/>
          </a:prstGeom>
          <a:ln xmlns:a="http://schemas.openxmlformats.org/drawingml/2006/main">
            <a:noFill/>
          </a:ln>
        </p:spPr>
      </p:pic>
    </p:spTree>
  </p:cSld>
</p:sldLayout>
</file>

<file path=ppt/slideLayouts/slideLayout189.xml><?xml version="1.0" encoding="utf-8"?>
<p:sldLayout xmlns:p="http://schemas.openxmlformats.org/presentationml/2006/main" matchingName="Attentive Black Logo - Use on Color BG">
  <p:cSld name="TITLE_6">
    <p:spTree>
      <p:nvGrpSpPr>
        <p:cNvPr id="1" name=""/>
        <p:cNvGrpSpPr/>
        <p:nvPr/>
      </p:nvGrpSpPr>
      <p:grpSpPr>
        <a:xfrm xmlns:a="http://schemas.openxmlformats.org/drawingml/2006/main"/>
      </p:grpSpPr>
      <p:pic>
        <p:nvPicPr>
          <p:cNvPr id="1267" name="Google Shape;1264;p191"/>
          <p:cNvPicPr>
            <a:picLocks xmlns:a="http://schemas.openxmlformats.org/drawingml/2006/main" noChangeAspect="1"/>
          </p:cNvPicPr>
          <p:nvPr/>
        </p:nvPicPr>
        <p:blipFill>
          <a:blip xmlns:r="http://schemas.openxmlformats.org/officeDocument/2006/relationships" xmlns:a="http://schemas.openxmlformats.org/drawingml/2006/main" r:embed="Rf86a55c9a8ba403d">
            <a:alphaModFix/>
          </a:blip>
          <a:stretch xmlns:a="http://schemas.openxmlformats.org/drawingml/2006/main">
            <a:fillRect l="0" t="0" r="0" b="0"/>
          </a:stretch>
        </p:blipFill>
        <p:spPr>
          <a:xfrm xmlns:a="http://schemas.openxmlformats.org/drawingml/2006/main">
            <a:off x="8356511" y="4884548"/>
            <a:ext cx="640082" cy="110734"/>
          </a:xfrm>
          <a:prstGeom xmlns:a="http://schemas.openxmlformats.org/drawingml/2006/main" prst="rect">
            <a:avLst/>
          </a:prstGeom>
          <a:ln xmlns:a="http://schemas.openxmlformats.org/drawingml/2006/main">
            <a:noFill/>
          </a:ln>
        </p:spPr>
      </p:pic>
      <p:sp>
        <p:nvSpPr>
          <p:cNvPr id="1265" name="Google Shape;1265;p191">
            <a:extLst xmlns:a="http://schemas.openxmlformats.org/drawingml/2006/main">
              <a:ext uri="{FF2B5EF4-FFF2-40B4-BE49-F238E27FC236}">
                <a16:creationId xmlns:a16="http://schemas.microsoft.com/office/drawing/2014/main" id="{AD85A522-A4DF-4D8C-85B2-FE6C08289972}"/>
              </a:ext>
            </a:extLst>
          </p:cNvPr>
          <p:cNvSpPr>
            <a:spLocks xmlns:a="http://schemas.openxmlformats.org/drawingml/2006/main" noGrp="1"/>
          </p:cNvSpPr>
          <p:nvPr>
            <p:ph type="sldNum" idx="12"/>
          </p:nvPr>
        </p:nvSpPr>
        <p:spPr>
          <a:xfrm xmlns:a="http://schemas.openxmlformats.org/drawingml/2006/main">
            <a:off x="8556784" y="4749851"/>
            <a:ext cx="548700" cy="3936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lvl1pPr>
              <a:buNone/>
              <a:defRPr sz="1300"/>
            </a:lvl1pPr>
            <a:lvl2pPr>
              <a:buNone/>
              <a:defRPr sz="1300"/>
            </a:lvl2pPr>
            <a:lvl3pPr>
              <a:buNone/>
              <a:defRPr sz="1300"/>
            </a:lvl3pPr>
            <a:lvl4pPr>
              <a:buNone/>
              <a:defRPr sz="1300"/>
            </a:lvl4pPr>
            <a:lvl5pPr>
              <a:buNone/>
              <a:defRPr sz="1300"/>
            </a:lvl5pPr>
            <a:lvl6pPr>
              <a:buNone/>
              <a:defRPr sz="1300"/>
            </a:lvl6pPr>
            <a:lvl7pPr>
              <a:buNone/>
              <a:defRPr sz="1300"/>
            </a:lvl7pPr>
            <a:lvl8pPr>
              <a:buNone/>
              <a:defRPr sz="1300"/>
            </a:lvl8pPr>
            <a:lvl9pPr>
              <a:buNone/>
              <a:defRPr sz="1300"/>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90.xml><?xml version="1.0" encoding="utf-8"?>
<p:sldLayout xmlns:p="http://schemas.openxmlformats.org/presentationml/2006/main" matchingName="TITLE_ONLY_25">
  <p:cSld name="TITLE_ONLY_25">
    <p:spTree>
      <p:nvGrpSpPr>
        <p:cNvPr id="1" name=""/>
        <p:cNvGrpSpPr/>
        <p:nvPr/>
      </p:nvGrpSpPr>
      <p:grpSpPr>
        <a:xfrm xmlns:a="http://schemas.openxmlformats.org/drawingml/2006/main"/>
      </p:grpSpPr>
      <p:sp>
        <p:nvSpPr>
          <p:cNvPr id="1267" name="Google Shape;1267;p192">
            <a:extLst xmlns:a="http://schemas.openxmlformats.org/drawingml/2006/main">
              <a:ext uri="{FF2B5EF4-FFF2-40B4-BE49-F238E27FC236}">
                <a16:creationId xmlns:a16="http://schemas.microsoft.com/office/drawing/2014/main" id="{320E3816-5C7E-44E3-99BE-B61EA714B177}"/>
              </a:ext>
            </a:extLst>
          </p:cNvPr>
          <p:cNvSpPr>
            <a:spLocks xmlns:a="http://schemas.openxmlformats.org/drawingml/2006/main" noGrp="1"/>
          </p:cNvSpPr>
          <p:nvPr>
            <p:ph type="title" idx="0"/>
          </p:nvPr>
        </p:nvSpPr>
        <p:spPr>
          <a:xfrm xmlns:a="http://schemas.openxmlformats.org/drawingml/2006/main">
            <a:off x="311700" y="445025"/>
            <a:ext cx="8520600" cy="3876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SzPts val="28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xmlns:a="http://schemas.openxmlformats.org/drawingml/2006/main"/>
        </p:txBody>
      </p:sp>
    </p:spTree>
  </p:cSld>
</p:sldLayout>
</file>

<file path=ppt/slideLayouts/slideLayout191.xml><?xml version="1.0" encoding="utf-8"?>
<p:sldLayout xmlns:p="http://schemas.openxmlformats.org/presentationml/2006/main" matchingName="TITLE_ONLY_26">
  <p:cSld name="TITLE_ONLY_26">
    <p:spTree>
      <p:nvGrpSpPr>
        <p:cNvPr id="1" name=""/>
        <p:cNvGrpSpPr/>
        <p:nvPr/>
      </p:nvGrpSpPr>
      <p:grpSpPr>
        <a:xfrm xmlns:a="http://schemas.openxmlformats.org/drawingml/2006/main"/>
      </p:grpSpPr>
      <p:sp>
        <p:nvSpPr>
          <p:cNvPr id="1269" name="Google Shape;1269;p193">
            <a:extLst xmlns:a="http://schemas.openxmlformats.org/drawingml/2006/main">
              <a:ext uri="{FF2B5EF4-FFF2-40B4-BE49-F238E27FC236}">
                <a16:creationId xmlns:a16="http://schemas.microsoft.com/office/drawing/2014/main" id="{B5E13684-13C6-4810-A83E-D66A3669D4C0}"/>
              </a:ext>
            </a:extLst>
          </p:cNvPr>
          <p:cNvSpPr>
            <a:spLocks xmlns:a="http://schemas.openxmlformats.org/drawingml/2006/main" noGrp="1"/>
          </p:cNvSpPr>
          <p:nvPr>
            <p:ph type="title" idx="0"/>
          </p:nvPr>
        </p:nvSpPr>
        <p:spPr>
          <a:xfrm xmlns:a="http://schemas.openxmlformats.org/drawingml/2006/main">
            <a:off x="311700" y="445025"/>
            <a:ext cx="8520600" cy="3876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SzPts val="28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xmlns:a="http://schemas.openxmlformats.org/drawingml/2006/main"/>
        </p:txBody>
      </p:sp>
    </p:spTree>
  </p:cSld>
</p:sldLayout>
</file>

<file path=ppt/slideLayouts/slideLayout192.xml><?xml version="1.0" encoding="utf-8"?>
<p:sldLayout xmlns:p="http://schemas.openxmlformats.org/presentationml/2006/main" matchingName="TITLE_ONLY_27">
  <p:cSld name="TITLE_ONLY_27">
    <p:spTree>
      <p:nvGrpSpPr>
        <p:cNvPr id="1" name=""/>
        <p:cNvGrpSpPr/>
        <p:nvPr/>
      </p:nvGrpSpPr>
      <p:grpSpPr>
        <a:xfrm xmlns:a="http://schemas.openxmlformats.org/drawingml/2006/main"/>
      </p:grpSpPr>
      <p:sp>
        <p:nvSpPr>
          <p:cNvPr id="1271" name="Google Shape;1271;p194">
            <a:extLst xmlns:a="http://schemas.openxmlformats.org/drawingml/2006/main">
              <a:ext uri="{FF2B5EF4-FFF2-40B4-BE49-F238E27FC236}">
                <a16:creationId xmlns:a16="http://schemas.microsoft.com/office/drawing/2014/main" id="{A3C82D4A-9703-4A94-84E5-FB0BDE0EFF50}"/>
              </a:ext>
            </a:extLst>
          </p:cNvPr>
          <p:cNvSpPr>
            <a:spLocks xmlns:a="http://schemas.openxmlformats.org/drawingml/2006/main" noGrp="1"/>
          </p:cNvSpPr>
          <p:nvPr>
            <p:ph type="title" idx="0"/>
          </p:nvPr>
        </p:nvSpPr>
        <p:spPr>
          <a:xfrm xmlns:a="http://schemas.openxmlformats.org/drawingml/2006/main">
            <a:off x="311700" y="445025"/>
            <a:ext cx="8520600" cy="3876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SzPts val="28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xmlns:a="http://schemas.openxmlformats.org/drawingml/2006/main"/>
        </p:txBody>
      </p:sp>
    </p:spTree>
  </p:cSld>
</p:sldLayout>
</file>

<file path=ppt/slideLayouts/slideLayout193.xml><?xml version="1.0" encoding="utf-8"?>
<p:sldLayout xmlns:p="http://schemas.openxmlformats.org/presentationml/2006/main" matchingName="TITLE_ONLY_28">
  <p:cSld name="TITLE_ONLY_28">
    <p:spTree>
      <p:nvGrpSpPr>
        <p:cNvPr id="1" name=""/>
        <p:cNvGrpSpPr/>
        <p:nvPr/>
      </p:nvGrpSpPr>
      <p:grpSpPr>
        <a:xfrm xmlns:a="http://schemas.openxmlformats.org/drawingml/2006/main"/>
      </p:grpSpPr>
      <p:sp>
        <p:nvSpPr>
          <p:cNvPr id="1273" name="Google Shape;1273;p195">
            <a:extLst xmlns:a="http://schemas.openxmlformats.org/drawingml/2006/main">
              <a:ext uri="{FF2B5EF4-FFF2-40B4-BE49-F238E27FC236}">
                <a16:creationId xmlns:a16="http://schemas.microsoft.com/office/drawing/2014/main" id="{88C6D49D-0A56-4C39-A019-C76C5345604F}"/>
              </a:ext>
            </a:extLst>
          </p:cNvPr>
          <p:cNvSpPr>
            <a:spLocks xmlns:a="http://schemas.openxmlformats.org/drawingml/2006/main" noGrp="1"/>
          </p:cNvSpPr>
          <p:nvPr>
            <p:ph type="title" idx="0"/>
          </p:nvPr>
        </p:nvSpPr>
        <p:spPr>
          <a:xfrm xmlns:a="http://schemas.openxmlformats.org/drawingml/2006/main">
            <a:off x="311700" y="445025"/>
            <a:ext cx="8520600" cy="3876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SzPts val="28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xmlns:a="http://schemas.openxmlformats.org/drawingml/2006/main"/>
        </p:txBody>
      </p:sp>
    </p:spTree>
  </p:cSld>
</p:sldLayout>
</file>

<file path=ppt/slideLayouts/slideLayout194.xml><?xml version="1.0" encoding="utf-8"?>
<p:sldLayout xmlns:p="http://schemas.openxmlformats.org/presentationml/2006/main" showMasterSp="0" matchingName="Main">
  <p:cSld name="Main">
    <p:spTree>
      <p:nvGrpSpPr>
        <p:cNvPr id="1" name=""/>
        <p:cNvGrpSpPr/>
        <p:nvPr/>
      </p:nvGrpSpPr>
      <p:grpSpPr>
        <a:xfrm xmlns:a="http://schemas.openxmlformats.org/drawingml/2006/main"/>
      </p:grpSpPr>
      <p:sp>
        <p:nvSpPr>
          <p:cNvPr id="1275" name="Google Shape;1275;p196">
            <a:extLst xmlns:a="http://schemas.openxmlformats.org/drawingml/2006/main">
              <a:ext uri="{FF2B5EF4-FFF2-40B4-BE49-F238E27FC236}">
                <a16:creationId xmlns:a16="http://schemas.microsoft.com/office/drawing/2014/main" id="{C4C62292-82EC-42A0-A517-111C6E84B414}"/>
              </a:ext>
            </a:extLst>
          </p:cNvPr>
          <p:cNvSpPr>
            <a:spLocks xmlns:a="http://schemas.openxmlformats.org/drawingml/2006/main" noGrp="1"/>
          </p:cNvSpPr>
          <p:nvPr/>
        </p:nvSpPr>
        <p:spPr>
          <a:xfrm xmlns:a="http://schemas.openxmlformats.org/drawingml/2006/main">
            <a:off x="5948582" y="4939384"/>
            <a:ext cx="2290500" cy="107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b">
            <a:spAutoFit/>
          </a:bodyPr>
          <a:lstStyle xmlns:a="http://schemas.openxmlformats.org/drawingml/2006/main"/>
          <a:p xmlns:a="http://schemas.openxmlformats.org/drawingml/2006/main">
            <a:pPr marL="0" marR="25400" lvl="0" indent="0" algn="r">
              <a:lnSpc>
                <a:spcPct val="100000"/>
              </a:lnSpc>
              <a:spcBef>
                <a:spcPts val="0"/>
              </a:spcBef>
              <a:spcAft>
                <a:spcPts val="0"/>
              </a:spcAft>
              <a:buClr>
                <a:srgbClr val="1A1E22"/>
              </a:buClr>
              <a:buSzPts val="700"/>
              <a:buFont typeface="Montserrat"/>
              <a:buNone/>
            </a:pPr>
            <a:r>
              <a:rPr sz="700" b="0" i="0" u="none" cap="none">
                <a:solidFill>
                  <a:srgbClr val="1A1E22"/>
                </a:solidFill>
                <a:latin typeface="Montserrat"/>
                <a:ea typeface="Montserrat"/>
                <a:cs typeface="Montserrat"/>
              </a:rPr>
              <a:t>© 2026. Confidential &amp; Proprietary.</a:t>
            </a:r>
            <a:endParaRPr sz="500"/>
          </a:p>
        </p:txBody>
      </p:sp>
      <p:pic>
        <p:nvPicPr>
          <p:cNvPr id="1282" name="Google Shape;1276;p196"/>
          <p:cNvPicPr>
            <a:picLocks xmlns:a="http://schemas.openxmlformats.org/drawingml/2006/main" noChangeAspect="1"/>
          </p:cNvPicPr>
          <p:nvPr/>
        </p:nvPicPr>
        <p:blipFill rotWithShape="1">
          <a:blip xmlns:r="http://schemas.openxmlformats.org/officeDocument/2006/relationships" xmlns:a="http://schemas.openxmlformats.org/drawingml/2006/main" r:embed="R69ef74c1ba1e4b3c">
            <a:alphaModFix/>
          </a:blip>
          <a:srcRect xmlns:a="http://schemas.openxmlformats.org/drawingml/2006/main" l="0" t="0" r="0" b="0"/>
          <a:stretch xmlns:a="http://schemas.openxmlformats.org/drawingml/2006/main"/>
        </p:blipFill>
        <p:spPr>
          <a:xfrm xmlns:a="http://schemas.openxmlformats.org/drawingml/2006/main">
            <a:off x="381000" y="4894505"/>
            <a:ext cx="713631" cy="127859"/>
          </a:xfrm>
          <a:prstGeom xmlns:a="http://schemas.openxmlformats.org/drawingml/2006/main" prst="rect">
            <a:avLst/>
          </a:prstGeom>
          <a:ln xmlns:a="http://schemas.openxmlformats.org/drawingml/2006/main">
            <a:noFill/>
          </a:ln>
        </p:spPr>
      </p:pic>
      <p:sp>
        <p:nvSpPr>
          <p:cNvPr id="1277" name="Google Shape;1277;p196">
            <a:extLst xmlns:a="http://schemas.openxmlformats.org/drawingml/2006/main">
              <a:ext uri="{FF2B5EF4-FFF2-40B4-BE49-F238E27FC236}">
                <a16:creationId xmlns:a16="http://schemas.microsoft.com/office/drawing/2014/main" id="{5DD8B7C4-D38B-4C6B-B401-8694377549D0}"/>
              </a:ext>
            </a:extLst>
          </p:cNvPr>
          <p:cNvSpPr>
            <a:spLocks xmlns:a="http://schemas.openxmlformats.org/drawingml/2006/main" noGrp="1"/>
          </p:cNvSpPr>
          <p:nvPr>
            <p:ph type="title" idx="0"/>
          </p:nvPr>
        </p:nvSpPr>
        <p:spPr>
          <a:xfrm xmlns:a="http://schemas.openxmlformats.org/drawingml/2006/main">
            <a:off x="381000" y="762000"/>
            <a:ext cx="8382000" cy="381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a:bodyPr>
          <a:lstStyle xmlns:a="http://schemas.openxmlformats.org/drawingml/2006/main">
            <a:lvl1pPr algn="l">
              <a:lnSpc>
                <a:spcPct val="90000"/>
              </a:lnSpc>
              <a:spcBef>
                <a:spcPts val="0"/>
              </a:spcBef>
              <a:spcAft>
                <a:spcPts val="0"/>
              </a:spcAft>
              <a:buClr>
                <a:srgbClr val="1A1E22"/>
              </a:buClr>
              <a:buSzPts val="700"/>
              <a:buNone/>
              <a:defRPr/>
            </a:lvl1pPr>
            <a:lvl2pPr algn="l">
              <a:lnSpc>
                <a:spcPct val="90000"/>
              </a:lnSpc>
              <a:spcBef>
                <a:spcPts val="0"/>
              </a:spcBef>
              <a:spcAft>
                <a:spcPts val="0"/>
              </a:spcAft>
              <a:buClr>
                <a:srgbClr val="1A1E22"/>
              </a:buClr>
              <a:buSzPts val="700"/>
              <a:buNone/>
              <a:defRPr/>
            </a:lvl2pPr>
            <a:lvl3pPr algn="l">
              <a:lnSpc>
                <a:spcPct val="90000"/>
              </a:lnSpc>
              <a:spcBef>
                <a:spcPts val="0"/>
              </a:spcBef>
              <a:spcAft>
                <a:spcPts val="0"/>
              </a:spcAft>
              <a:buClr>
                <a:srgbClr val="1A1E22"/>
              </a:buClr>
              <a:buSzPts val="700"/>
              <a:buNone/>
              <a:defRPr/>
            </a:lvl3pPr>
            <a:lvl4pPr algn="l">
              <a:lnSpc>
                <a:spcPct val="90000"/>
              </a:lnSpc>
              <a:spcBef>
                <a:spcPts val="0"/>
              </a:spcBef>
              <a:spcAft>
                <a:spcPts val="0"/>
              </a:spcAft>
              <a:buClr>
                <a:srgbClr val="1A1E22"/>
              </a:buClr>
              <a:buSzPts val="700"/>
              <a:buNone/>
              <a:defRPr/>
            </a:lvl4pPr>
            <a:lvl5pPr algn="l">
              <a:lnSpc>
                <a:spcPct val="90000"/>
              </a:lnSpc>
              <a:spcBef>
                <a:spcPts val="0"/>
              </a:spcBef>
              <a:spcAft>
                <a:spcPts val="0"/>
              </a:spcAft>
              <a:buClr>
                <a:srgbClr val="1A1E22"/>
              </a:buClr>
              <a:buSzPts val="700"/>
              <a:buNone/>
              <a:defRPr/>
            </a:lvl5pPr>
            <a:lvl6pPr algn="l">
              <a:lnSpc>
                <a:spcPct val="90000"/>
              </a:lnSpc>
              <a:spcBef>
                <a:spcPts val="0"/>
              </a:spcBef>
              <a:spcAft>
                <a:spcPts val="0"/>
              </a:spcAft>
              <a:buClr>
                <a:srgbClr val="1A1E22"/>
              </a:buClr>
              <a:buSzPts val="700"/>
              <a:buNone/>
              <a:defRPr/>
            </a:lvl6pPr>
            <a:lvl7pPr algn="l">
              <a:lnSpc>
                <a:spcPct val="90000"/>
              </a:lnSpc>
              <a:spcBef>
                <a:spcPts val="0"/>
              </a:spcBef>
              <a:spcAft>
                <a:spcPts val="0"/>
              </a:spcAft>
              <a:buClr>
                <a:srgbClr val="1A1E22"/>
              </a:buClr>
              <a:buSzPts val="700"/>
              <a:buNone/>
              <a:defRPr/>
            </a:lvl7pPr>
            <a:lvl8pPr algn="l">
              <a:lnSpc>
                <a:spcPct val="90000"/>
              </a:lnSpc>
              <a:spcBef>
                <a:spcPts val="0"/>
              </a:spcBef>
              <a:spcAft>
                <a:spcPts val="0"/>
              </a:spcAft>
              <a:buClr>
                <a:srgbClr val="1A1E22"/>
              </a:buClr>
              <a:buSzPts val="700"/>
              <a:buNone/>
              <a:defRPr/>
            </a:lvl8pPr>
            <a:lvl9pPr algn="l">
              <a:lnSpc>
                <a:spcPct val="90000"/>
              </a:lnSpc>
              <a:spcBef>
                <a:spcPts val="0"/>
              </a:spcBef>
              <a:spcAft>
                <a:spcPts val="0"/>
              </a:spcAft>
              <a:buClr>
                <a:srgbClr val="1A1E22"/>
              </a:buClr>
              <a:buSzPts val="700"/>
              <a:buNone/>
              <a:defRPr/>
            </a:lvl9pPr>
          </a:lstStyle>
          <a:p xmlns:a="http://schemas.openxmlformats.org/drawingml/2006/main"/>
        </p:txBody>
      </p:sp>
      <p:sp>
        <p:nvSpPr>
          <p:cNvPr id="1278" name="Google Shape;1278;p196">
            <a:extLst xmlns:a="http://schemas.openxmlformats.org/drawingml/2006/main">
              <a:ext uri="{FF2B5EF4-FFF2-40B4-BE49-F238E27FC236}">
                <a16:creationId xmlns:a16="http://schemas.microsoft.com/office/drawing/2014/main" id="{27E81DAC-CD1A-4922-93EC-2F68B4E6A711}"/>
              </a:ext>
            </a:extLst>
          </p:cNvPr>
          <p:cNvSpPr>
            <a:spLocks xmlns:a="http://schemas.openxmlformats.org/drawingml/2006/main" noGrp="1"/>
          </p:cNvSpPr>
          <p:nvPr>
            <p:ph type="body" idx="1"/>
          </p:nvPr>
        </p:nvSpPr>
        <p:spPr>
          <a:xfrm xmlns:a="http://schemas.openxmlformats.org/drawingml/2006/main">
            <a:off x="381000" y="285750"/>
            <a:ext cx="83820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a:bodyPr>
          <a:lstStyle xmlns:a="http://schemas.openxmlformats.org/drawingml/2006/main">
            <a:lvl1pPr marL="457200" indent="-298450" algn="l">
              <a:lnSpc>
                <a:spcPct val="90000"/>
              </a:lnSpc>
              <a:spcBef>
                <a:spcPts val="0"/>
              </a:spcBef>
              <a:spcAft>
                <a:spcPts val="0"/>
              </a:spcAft>
              <a:buClr>
                <a:srgbClr val="000000"/>
              </a:buClr>
              <a:buSzPts val="1100"/>
              <a:buFont typeface="Montserrat Medium"/>
              <a:buChar char="●"/>
              <a:defRPr sz="1100" cap="none">
                <a:solidFill>
                  <a:srgbClr val="000000"/>
                </a:solidFill>
                <a:latin typeface="Montserrat Medium"/>
                <a:ea typeface="Montserrat Medium"/>
                <a:cs typeface="Montserrat Medium"/>
              </a:defRPr>
            </a:lvl1pPr>
            <a:lvl2pPr marL="914400" indent="-317500" algn="l">
              <a:lnSpc>
                <a:spcPct val="100000"/>
              </a:lnSpc>
              <a:spcBef>
                <a:spcPts val="900"/>
              </a:spcBef>
              <a:spcAft>
                <a:spcPts val="0"/>
              </a:spcAft>
              <a:buClr>
                <a:srgbClr val="555555"/>
              </a:buClr>
              <a:buSzPts val="1400"/>
              <a:buChar char="○"/>
              <a:defRPr/>
            </a:lvl2pPr>
            <a:lvl3pPr marL="1371600" indent="-317500" algn="l">
              <a:lnSpc>
                <a:spcPct val="100000"/>
              </a:lnSpc>
              <a:spcBef>
                <a:spcPts val="900"/>
              </a:spcBef>
              <a:spcAft>
                <a:spcPts val="0"/>
              </a:spcAft>
              <a:buClr>
                <a:srgbClr val="555555"/>
              </a:buClr>
              <a:buSzPts val="1400"/>
              <a:buChar char="■"/>
              <a:defRPr/>
            </a:lvl3pPr>
            <a:lvl4pPr marL="1828800" indent="-317500" algn="l">
              <a:lnSpc>
                <a:spcPct val="100000"/>
              </a:lnSpc>
              <a:spcBef>
                <a:spcPts val="900"/>
              </a:spcBef>
              <a:spcAft>
                <a:spcPts val="0"/>
              </a:spcAft>
              <a:buClr>
                <a:srgbClr val="555555"/>
              </a:buClr>
              <a:buSzPts val="1400"/>
              <a:buChar char="●"/>
              <a:defRPr/>
            </a:lvl4pPr>
            <a:lvl5pPr marL="2286000" indent="-317500" algn="l">
              <a:lnSpc>
                <a:spcPct val="100000"/>
              </a:lnSpc>
              <a:spcBef>
                <a:spcPts val="900"/>
              </a:spcBef>
              <a:spcAft>
                <a:spcPts val="0"/>
              </a:spcAft>
              <a:buClr>
                <a:srgbClr val="555555"/>
              </a:buClr>
              <a:buSzPts val="1400"/>
              <a:buChar char="○"/>
              <a:defRPr/>
            </a:lvl5pPr>
            <a:lvl6pPr marL="2743200" indent="-317500" algn="l">
              <a:lnSpc>
                <a:spcPct val="100000"/>
              </a:lnSpc>
              <a:spcBef>
                <a:spcPts val="900"/>
              </a:spcBef>
              <a:spcAft>
                <a:spcPts val="0"/>
              </a:spcAft>
              <a:buClr>
                <a:srgbClr val="555555"/>
              </a:buClr>
              <a:buSzPts val="1400"/>
              <a:buChar char="■"/>
              <a:defRPr/>
            </a:lvl6pPr>
            <a:lvl7pPr marL="3200400" indent="-317500" algn="l">
              <a:lnSpc>
                <a:spcPct val="100000"/>
              </a:lnSpc>
              <a:spcBef>
                <a:spcPts val="900"/>
              </a:spcBef>
              <a:spcAft>
                <a:spcPts val="0"/>
              </a:spcAft>
              <a:buClr>
                <a:srgbClr val="555555"/>
              </a:buClr>
              <a:buSzPts val="1400"/>
              <a:buChar char="●"/>
              <a:defRPr/>
            </a:lvl7pPr>
            <a:lvl8pPr marL="3657600" indent="-317500" algn="l">
              <a:lnSpc>
                <a:spcPct val="100000"/>
              </a:lnSpc>
              <a:spcBef>
                <a:spcPts val="900"/>
              </a:spcBef>
              <a:spcAft>
                <a:spcPts val="0"/>
              </a:spcAft>
              <a:buClr>
                <a:srgbClr val="555555"/>
              </a:buClr>
              <a:buSzPts val="1400"/>
              <a:buChar char="○"/>
              <a:defRPr/>
            </a:lvl8pPr>
            <a:lvl9pPr marL="4114800" indent="-317500" algn="l">
              <a:lnSpc>
                <a:spcPct val="100000"/>
              </a:lnSpc>
              <a:spcBef>
                <a:spcPts val="900"/>
              </a:spcBef>
              <a:spcAft>
                <a:spcPts val="0"/>
              </a:spcAft>
              <a:buClr>
                <a:srgbClr val="555555"/>
              </a:buClr>
              <a:buSzPts val="1400"/>
              <a:buChar char="■"/>
              <a:defRPr/>
            </a:lvl9pPr>
          </a:lstStyle>
          <a:p xmlns:a="http://schemas.openxmlformats.org/drawingml/2006/main"/>
        </p:txBody>
      </p:sp>
      <p:sp>
        <p:nvSpPr>
          <p:cNvPr id="1279" name="Google Shape;1279;p196">
            <a:extLst xmlns:a="http://schemas.openxmlformats.org/drawingml/2006/main">
              <a:ext uri="{FF2B5EF4-FFF2-40B4-BE49-F238E27FC236}">
                <a16:creationId xmlns:a16="http://schemas.microsoft.com/office/drawing/2014/main" id="{1EC4A070-7D4F-4D43-8F84-AF5127FA07BA}"/>
              </a:ext>
            </a:extLst>
          </p:cNvPr>
          <p:cNvSpPr>
            <a:spLocks xmlns:a="http://schemas.openxmlformats.org/drawingml/2006/main" noGrp="1"/>
          </p:cNvSpPr>
          <p:nvPr>
            <p:ph type="sldNum" idx="12"/>
          </p:nvPr>
        </p:nvSpPr>
        <p:spPr>
          <a:xfrm xmlns:a="http://schemas.openxmlformats.org/drawingml/2006/main">
            <a:off x="8670712" y="4939384"/>
            <a:ext cx="92400" cy="107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spAutoFit/>
          </a:bodyPr>
          <a:lstStyle xmlns:a="http://schemas.openxmlformats.org/drawingml/2006/main">
            <a:lvl1pPr marL="0" marR="25400" indent="0" algn="r">
              <a:lnSpc>
                <a:spcPct val="100000"/>
              </a:lnSpc>
              <a:spcBef>
                <a:spcPts val="0"/>
              </a:spcBef>
              <a:spcAft>
                <a:spcPts val="0"/>
              </a:spcAft>
              <a:buClr>
                <a:srgbClr val="1A1E22"/>
              </a:buClr>
              <a:buSzPts val="700"/>
              <a:buFont typeface="Montserrat"/>
              <a:buNone/>
              <a:defRPr sz="700">
                <a:latin typeface="Montserrat"/>
                <a:ea typeface="Montserrat"/>
                <a:cs typeface="Montserrat"/>
              </a:defRPr>
            </a:lvl1pPr>
            <a:lvl2pPr marL="0" marR="25400" indent="0" algn="r">
              <a:lnSpc>
                <a:spcPct val="100000"/>
              </a:lnSpc>
              <a:spcBef>
                <a:spcPts val="0"/>
              </a:spcBef>
              <a:spcAft>
                <a:spcPts val="0"/>
              </a:spcAft>
              <a:buClr>
                <a:srgbClr val="1A1E22"/>
              </a:buClr>
              <a:buSzPts val="700"/>
              <a:buFont typeface="Montserrat"/>
              <a:buNone/>
              <a:defRPr sz="700">
                <a:latin typeface="Montserrat"/>
                <a:ea typeface="Montserrat"/>
                <a:cs typeface="Montserrat"/>
              </a:defRPr>
            </a:lvl2pPr>
            <a:lvl3pPr marL="0" marR="25400" indent="0" algn="r">
              <a:lnSpc>
                <a:spcPct val="100000"/>
              </a:lnSpc>
              <a:spcBef>
                <a:spcPts val="0"/>
              </a:spcBef>
              <a:spcAft>
                <a:spcPts val="0"/>
              </a:spcAft>
              <a:buClr>
                <a:srgbClr val="1A1E22"/>
              </a:buClr>
              <a:buSzPts val="700"/>
              <a:buFont typeface="Montserrat"/>
              <a:buNone/>
              <a:defRPr sz="700">
                <a:latin typeface="Montserrat"/>
                <a:ea typeface="Montserrat"/>
                <a:cs typeface="Montserrat"/>
              </a:defRPr>
            </a:lvl3pPr>
            <a:lvl4pPr marL="0" marR="25400" indent="0" algn="r">
              <a:lnSpc>
                <a:spcPct val="100000"/>
              </a:lnSpc>
              <a:spcBef>
                <a:spcPts val="0"/>
              </a:spcBef>
              <a:spcAft>
                <a:spcPts val="0"/>
              </a:spcAft>
              <a:buClr>
                <a:srgbClr val="1A1E22"/>
              </a:buClr>
              <a:buSzPts val="700"/>
              <a:buFont typeface="Montserrat"/>
              <a:buNone/>
              <a:defRPr sz="700">
                <a:latin typeface="Montserrat"/>
                <a:ea typeface="Montserrat"/>
                <a:cs typeface="Montserrat"/>
              </a:defRPr>
            </a:lvl4pPr>
            <a:lvl5pPr marL="0" marR="25400" indent="0" algn="r">
              <a:lnSpc>
                <a:spcPct val="100000"/>
              </a:lnSpc>
              <a:spcBef>
                <a:spcPts val="0"/>
              </a:spcBef>
              <a:spcAft>
                <a:spcPts val="0"/>
              </a:spcAft>
              <a:buClr>
                <a:srgbClr val="1A1E22"/>
              </a:buClr>
              <a:buSzPts val="700"/>
              <a:buFont typeface="Montserrat"/>
              <a:buNone/>
              <a:defRPr sz="700">
                <a:latin typeface="Montserrat"/>
                <a:ea typeface="Montserrat"/>
                <a:cs typeface="Montserrat"/>
              </a:defRPr>
            </a:lvl5pPr>
            <a:lvl6pPr marL="0" marR="25400" indent="0" algn="r">
              <a:lnSpc>
                <a:spcPct val="100000"/>
              </a:lnSpc>
              <a:spcBef>
                <a:spcPts val="0"/>
              </a:spcBef>
              <a:spcAft>
                <a:spcPts val="0"/>
              </a:spcAft>
              <a:buClr>
                <a:srgbClr val="1A1E22"/>
              </a:buClr>
              <a:buSzPts val="700"/>
              <a:buFont typeface="Montserrat"/>
              <a:buNone/>
              <a:defRPr sz="700">
                <a:latin typeface="Montserrat"/>
                <a:ea typeface="Montserrat"/>
                <a:cs typeface="Montserrat"/>
              </a:defRPr>
            </a:lvl6pPr>
            <a:lvl7pPr marL="0" marR="25400" indent="0" algn="r">
              <a:lnSpc>
                <a:spcPct val="100000"/>
              </a:lnSpc>
              <a:spcBef>
                <a:spcPts val="0"/>
              </a:spcBef>
              <a:spcAft>
                <a:spcPts val="0"/>
              </a:spcAft>
              <a:buClr>
                <a:srgbClr val="1A1E22"/>
              </a:buClr>
              <a:buSzPts val="700"/>
              <a:buFont typeface="Montserrat"/>
              <a:buNone/>
              <a:defRPr sz="700">
                <a:latin typeface="Montserrat"/>
                <a:ea typeface="Montserrat"/>
                <a:cs typeface="Montserrat"/>
              </a:defRPr>
            </a:lvl7pPr>
            <a:lvl8pPr marL="0" marR="25400" indent="0" algn="r">
              <a:lnSpc>
                <a:spcPct val="100000"/>
              </a:lnSpc>
              <a:spcBef>
                <a:spcPts val="0"/>
              </a:spcBef>
              <a:spcAft>
                <a:spcPts val="0"/>
              </a:spcAft>
              <a:buClr>
                <a:srgbClr val="1A1E22"/>
              </a:buClr>
              <a:buSzPts val="700"/>
              <a:buFont typeface="Montserrat"/>
              <a:buNone/>
              <a:defRPr sz="700">
                <a:latin typeface="Montserrat"/>
                <a:ea typeface="Montserrat"/>
                <a:cs typeface="Montserrat"/>
              </a:defRPr>
            </a:lvl8pPr>
            <a:lvl9pPr marL="0" marR="25400" indent="0" algn="r">
              <a:lnSpc>
                <a:spcPct val="100000"/>
              </a:lnSpc>
              <a:spcBef>
                <a:spcPts val="0"/>
              </a:spcBef>
              <a:spcAft>
                <a:spcPts val="0"/>
              </a:spcAft>
              <a:buClr>
                <a:srgbClr val="1A1E22"/>
              </a:buClr>
              <a:buSzPts val="700"/>
              <a:buFont typeface="Montserrat"/>
              <a:buNone/>
              <a:defRPr sz="700">
                <a:latin typeface="Montserrat"/>
                <a:ea typeface="Montserrat"/>
                <a:cs typeface="Montserrat"/>
              </a:defRPr>
            </a:lvl9pPr>
          </a:lstStyle>
          <a:p xmlns:a="http://schemas.openxmlformats.org/drawingml/2006/main">
            <a:pPr marL="0" lvl="0" indent="0" algn="r">
              <a:spcBef>
                <a:spcPts val="0"/>
              </a:spcBef>
              <a:spcAft>
                <a:spcPts val="0"/>
              </a:spcAft>
              <a:buNone/>
            </a:pPr>
            <a:fld id="{00000000-1234-1234-1234-123412341234}" type="slidenum">
              <a:t>‹#›</a:t>
            </a:fld>
            <a:endParaRPr sz="600">
              <a:latin typeface="Inter"/>
              <a:ea typeface="Inter"/>
              <a:cs typeface="Inter"/>
            </a:endParaRPr>
          </a:p>
        </p:txBody>
      </p:sp>
    </p:spTree>
  </p:cSld>
</p:sldLayout>
</file>

<file path=ppt/slideLayouts/slideLayout195.xml><?xml version="1.0" encoding="utf-8"?>
<p:sldLayout xmlns:p="http://schemas.openxmlformats.org/presentationml/2006/main" matchingName="Blank" type="blank">
  <p:cSld name="BLANK">
    <p:spTree>
      <p:nvGrpSpPr>
        <p:cNvPr id="1" name=""/>
        <p:cNvGrpSpPr/>
        <p:nvPr/>
      </p:nvGrpSpPr>
      <p:grpSpPr>
        <a:xfrm xmlns:a="http://schemas.openxmlformats.org/drawingml/2006/main"/>
      </p:grpSpPr>
      <p:sp>
        <p:nvSpPr>
          <p:cNvPr id="1281" name="Google Shape;1281;p197">
            <a:extLst xmlns:a="http://schemas.openxmlformats.org/drawingml/2006/main">
              <a:ext uri="{FF2B5EF4-FFF2-40B4-BE49-F238E27FC236}">
                <a16:creationId xmlns:a16="http://schemas.microsoft.com/office/drawing/2014/main" id="{0117C0ED-28FB-4D3B-A8EE-0628E730E4D5}"/>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96.xml><?xml version="1.0" encoding="utf-8"?>
<p:sldLayout xmlns:p="http://schemas.openxmlformats.org/presentationml/2006/main" matchingName="Left Title">
  <p:cSld name="SECTION_HEADER_1_12">
    <p:spTree>
      <p:nvGrpSpPr>
        <p:cNvPr id="1" name=""/>
        <p:cNvGrpSpPr/>
        <p:nvPr/>
      </p:nvGrpSpPr>
      <p:grpSpPr>
        <a:xfrm xmlns:a="http://schemas.openxmlformats.org/drawingml/2006/main"/>
      </p:grpSpPr>
      <p:sp>
        <p:nvSpPr>
          <p:cNvPr id="1283" name="Google Shape;1283;p198">
            <a:extLst xmlns:a="http://schemas.openxmlformats.org/drawingml/2006/main">
              <a:ext uri="{FF2B5EF4-FFF2-40B4-BE49-F238E27FC236}">
                <a16:creationId xmlns:a16="http://schemas.microsoft.com/office/drawing/2014/main" id="{99605E7F-96E8-4D54-B910-291F054E8E1F}"/>
              </a:ext>
            </a:extLst>
          </p:cNvPr>
          <p:cNvSpPr>
            <a:spLocks xmlns:a="http://schemas.openxmlformats.org/drawingml/2006/main" noGrp="1"/>
          </p:cNvSpPr>
          <p:nvPr>
            <p:ph type="title" idx="0"/>
          </p:nvPr>
        </p:nvSpPr>
        <p:spPr>
          <a:xfrm xmlns:a="http://schemas.openxmlformats.org/drawingml/2006/main">
            <a:off x="311700" y="521225"/>
            <a:ext cx="8520600" cy="572700"/>
          </a:xfrm>
          <a:prstGeom xmlns:a="http://schemas.openxmlformats.org/drawingml/2006/main" prst="rect">
            <a:avLst/>
          </a:prstGeom>
        </p:spPr>
        <p:txBody>
          <a:bodyPr xmlns:a="http://schemas.openxmlformats.org/drawingml/2006/main" spcFirstLastPara="1" wrap="square" lIns="91425" tIns="91425" rIns="91425" bIns="91425" anchor="ctr">
            <a:noAutofit/>
          </a:bodyPr>
          <a:lstStyle xmlns:a="http://schemas.openxmlformats.org/drawingml/2006/main">
            <a:lvl1pPr>
              <a:spcBef>
                <a:spcPts val="0"/>
              </a:spcBef>
              <a:spcAft>
                <a:spcPts val="0"/>
              </a:spcAft>
              <a:buSzPts val="2200"/>
              <a:buNone/>
              <a:defRPr sz="2200"/>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xmlns:a="http://schemas.openxmlformats.org/drawingml/2006/main"/>
        </p:txBody>
      </p:sp>
      <p:pic>
        <p:nvPicPr>
          <p:cNvPr id="1286" name="Google Shape;1284;p198"/>
          <p:cNvPicPr>
            <a:picLocks xmlns:a="http://schemas.openxmlformats.org/drawingml/2006/main" noChangeAspect="1"/>
          </p:cNvPicPr>
          <p:nvPr/>
        </p:nvPicPr>
        <p:blipFill>
          <a:blip xmlns:r="http://schemas.openxmlformats.org/officeDocument/2006/relationships" xmlns:a="http://schemas.openxmlformats.org/drawingml/2006/main" r:embed="Rf02bbf23eacc418d">
            <a:alphaModFix/>
          </a:blip>
          <a:stretch xmlns:a="http://schemas.openxmlformats.org/drawingml/2006/main">
            <a:fillRect l="0" t="0" r="0" b="0"/>
          </a:stretch>
        </p:blipFill>
        <p:spPr>
          <a:xfrm xmlns:a="http://schemas.openxmlformats.org/drawingml/2006/main">
            <a:off x="201375" y="4857900"/>
            <a:ext cx="583422" cy="100200"/>
          </a:xfrm>
          <a:prstGeom xmlns:a="http://schemas.openxmlformats.org/drawingml/2006/main" prst="rect">
            <a:avLst/>
          </a:prstGeom>
          <a:ln xmlns:a="http://schemas.openxmlformats.org/drawingml/2006/main">
            <a:noFill/>
          </a:ln>
        </p:spPr>
      </p:pic>
    </p:spTree>
  </p:cSld>
</p:sldLayout>
</file>

<file path=ppt/slideLayouts/slideLayout197.xml><?xml version="1.0" encoding="utf-8"?>
<p:sldLayout xmlns:p="http://schemas.openxmlformats.org/presentationml/2006/main" matchingName="TITLE_ONLY_29">
  <p:cSld name="TITLE_ONLY_29">
    <p:spTree>
      <p:nvGrpSpPr>
        <p:cNvPr id="1" name=""/>
        <p:cNvGrpSpPr/>
        <p:nvPr/>
      </p:nvGrpSpPr>
      <p:grpSpPr>
        <a:xfrm xmlns:a="http://schemas.openxmlformats.org/drawingml/2006/main"/>
      </p:grpSpPr>
      <p:sp>
        <p:nvSpPr>
          <p:cNvPr id="1286" name="Google Shape;1286;p199">
            <a:extLst xmlns:a="http://schemas.openxmlformats.org/drawingml/2006/main">
              <a:ext uri="{FF2B5EF4-FFF2-40B4-BE49-F238E27FC236}">
                <a16:creationId xmlns:a16="http://schemas.microsoft.com/office/drawing/2014/main" id="{2416FB9D-88EA-4678-9A7F-34C8B4255076}"/>
              </a:ext>
            </a:extLst>
          </p:cNvPr>
          <p:cNvSpPr>
            <a:spLocks xmlns:a="http://schemas.openxmlformats.org/drawingml/2006/main" noGrp="1"/>
          </p:cNvSpPr>
          <p:nvPr>
            <p:ph type="title" idx="0"/>
          </p:nvPr>
        </p:nvSpPr>
        <p:spPr>
          <a:xfrm xmlns:a="http://schemas.openxmlformats.org/drawingml/2006/main">
            <a:off x="311700" y="445025"/>
            <a:ext cx="8520600" cy="3876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SzPts val="28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xmlns:a="http://schemas.openxmlformats.org/drawingml/2006/main"/>
        </p:txBody>
      </p:sp>
    </p:spTree>
  </p:cSld>
</p:sldLayout>
</file>

<file path=ppt/slideMasters/_rels/slideMaster1.xml.rels><?xml version='1.0' encoding='UTF-8' standalone='yes'?>
<Relationships xmlns="http://schemas.openxmlformats.org/package/2006/relationships"><Relationship Id="R04019a13b40a4646" Type="http://schemas.openxmlformats.org/officeDocument/2006/relationships/slideLayout" Target="../slideLayouts/slideLayout31.xml"/><Relationship Id="R0960ed46a8a743ad" Type="http://schemas.openxmlformats.org/officeDocument/2006/relationships/slideLayout" Target="../slideLayouts/slideLayout67.xml"/><Relationship Id="R0c4c5af2b8964910" Type="http://schemas.openxmlformats.org/officeDocument/2006/relationships/slideLayout" Target="../slideLayouts/slideLayout15.xml"/><Relationship Id="R0d6ca4d6c0384745" Type="http://schemas.openxmlformats.org/officeDocument/2006/relationships/slideLayout" Target="../slideLayouts/slideLayout22.xml"/><Relationship Id="R132cf3a95dbd47af" Type="http://schemas.openxmlformats.org/officeDocument/2006/relationships/slideLayout" Target="../slideLayouts/slideLayout68.xml"/><Relationship Id="R13a8e88fe0ff4400" Type="http://schemas.openxmlformats.org/officeDocument/2006/relationships/slideLayout" Target="../slideLayouts/slideLayout53.xml"/><Relationship Id="R1d61aaf6c6ad42d7" Type="http://schemas.openxmlformats.org/officeDocument/2006/relationships/slideLayout" Target="../slideLayouts/slideLayout9.xml"/><Relationship Id="R1e23295c44104713" Type="http://schemas.openxmlformats.org/officeDocument/2006/relationships/slideLayout" Target="../slideLayouts/slideLayout52.xml"/><Relationship Id="R2188758787da4da3" Type="http://schemas.openxmlformats.org/officeDocument/2006/relationships/slideLayout" Target="../slideLayouts/slideLayout21.xml"/><Relationship Id="R231b1a27697c42bf" Type="http://schemas.openxmlformats.org/officeDocument/2006/relationships/slideLayout" Target="../slideLayouts/slideLayout56.xml"/><Relationship Id="R2598e7d08ba6480f" Type="http://schemas.openxmlformats.org/officeDocument/2006/relationships/slideLayout" Target="../slideLayouts/slideLayout24.xml"/><Relationship Id="R26e986b565654065" Type="http://schemas.openxmlformats.org/officeDocument/2006/relationships/slideLayout" Target="../slideLayouts/slideLayout3.xml"/><Relationship Id="R2aa62e9b4bee4587" Type="http://schemas.openxmlformats.org/officeDocument/2006/relationships/slideLayout" Target="../slideLayouts/slideLayout55.xml"/><Relationship Id="R3055d73f835f4293" Type="http://schemas.openxmlformats.org/officeDocument/2006/relationships/slideLayout" Target="../slideLayouts/slideLayout48.xml"/><Relationship Id="R344a08d076e64aca" Type="http://schemas.openxmlformats.org/officeDocument/2006/relationships/slideLayout" Target="../slideLayouts/slideLayout60.xml"/><Relationship Id="R37af2abffcb44e66" Type="http://schemas.openxmlformats.org/officeDocument/2006/relationships/slideLayout" Target="../slideLayouts/slideLayout69.xml"/><Relationship Id="R388e15e320c942b3" Type="http://schemas.openxmlformats.org/officeDocument/2006/relationships/slideLayout" Target="../slideLayouts/slideLayout14.xml"/><Relationship Id="R398511769519492e" Type="http://schemas.openxmlformats.org/officeDocument/2006/relationships/slideLayout" Target="../slideLayouts/slideLayout1.xml"/><Relationship Id="R3d865460e02c48c7" Type="http://schemas.openxmlformats.org/officeDocument/2006/relationships/slideLayout" Target="../slideLayouts/slideLayout41.xml"/><Relationship Id="R3f530e987bba49f2" Type="http://schemas.openxmlformats.org/officeDocument/2006/relationships/slideLayout" Target="../slideLayouts/slideLayout10.xml"/><Relationship Id="R3ff67ca6111243b7" Type="http://schemas.openxmlformats.org/officeDocument/2006/relationships/slideLayout" Target="../slideLayouts/slideLayout8.xml"/><Relationship Id="R40f4ed0526b74bb7" Type="http://schemas.openxmlformats.org/officeDocument/2006/relationships/slideLayout" Target="../slideLayouts/slideLayout47.xml"/><Relationship Id="R42f3d1d704c346d0" Type="http://schemas.openxmlformats.org/officeDocument/2006/relationships/slideLayout" Target="../slideLayouts/slideLayout58.xml"/><Relationship Id="R438d2446d27b4ddb" Type="http://schemas.openxmlformats.org/officeDocument/2006/relationships/slideLayout" Target="../slideLayouts/slideLayout33.xml"/><Relationship Id="R47be490511684ae6" Type="http://schemas.openxmlformats.org/officeDocument/2006/relationships/slideLayout" Target="../slideLayouts/slideLayout20.xml"/><Relationship Id="R5fd50180049d42ca" Type="http://schemas.openxmlformats.org/officeDocument/2006/relationships/slideLayout" Target="../slideLayouts/slideLayout54.xml"/><Relationship Id="R60e6f09cb9164b2e" Type="http://schemas.openxmlformats.org/officeDocument/2006/relationships/slideLayout" Target="../slideLayouts/slideLayout39.xml"/><Relationship Id="R65bdf3254ffb4b79" Type="http://schemas.openxmlformats.org/officeDocument/2006/relationships/slideLayout" Target="../slideLayouts/slideLayout35.xml"/><Relationship Id="R6a70a1318621452c" Type="http://schemas.openxmlformats.org/officeDocument/2006/relationships/slideLayout" Target="../slideLayouts/slideLayout32.xml"/><Relationship Id="R6d310f843d044d85" Type="http://schemas.openxmlformats.org/officeDocument/2006/relationships/slideLayout" Target="../slideLayouts/slideLayout63.xml"/><Relationship Id="R75dfc322a7984681" Type="http://schemas.openxmlformats.org/officeDocument/2006/relationships/slideLayout" Target="../slideLayouts/slideLayout7.xml"/><Relationship Id="R76b1f8dfcfb74be6" Type="http://schemas.openxmlformats.org/officeDocument/2006/relationships/slideLayout" Target="../slideLayouts/slideLayout72.xml"/><Relationship Id="R77b0cc0cae834267" Type="http://schemas.openxmlformats.org/officeDocument/2006/relationships/slideLayout" Target="../slideLayouts/slideLayout12.xml"/><Relationship Id="R7e61186a423f449a" Type="http://schemas.openxmlformats.org/officeDocument/2006/relationships/slideLayout" Target="../slideLayouts/slideLayout2.xml"/><Relationship Id="R7fd9dba4eeec428e" Type="http://schemas.openxmlformats.org/officeDocument/2006/relationships/slideLayout" Target="../slideLayouts/slideLayout30.xml"/><Relationship Id="R8a26caaba79e498a" Type="http://schemas.openxmlformats.org/officeDocument/2006/relationships/slideLayout" Target="../slideLayouts/slideLayout59.xml"/><Relationship Id="R8bd18a8219d847a8" Type="http://schemas.openxmlformats.org/officeDocument/2006/relationships/slideLayout" Target="../slideLayouts/slideLayout40.xml"/><Relationship Id="R8c0b3487a02b4c69" Type="http://schemas.openxmlformats.org/officeDocument/2006/relationships/slideLayout" Target="../slideLayouts/slideLayout6.xml"/><Relationship Id="R8de31db7840c4552" Type="http://schemas.openxmlformats.org/officeDocument/2006/relationships/slideLayout" Target="../slideLayouts/slideLayout64.xml"/><Relationship Id="R90aceff68cb14ae7" Type="http://schemas.openxmlformats.org/officeDocument/2006/relationships/slideLayout" Target="../slideLayouts/slideLayout44.xml"/><Relationship Id="R940a551127c74153" Type="http://schemas.openxmlformats.org/officeDocument/2006/relationships/slideLayout" Target="../slideLayouts/slideLayout34.xml"/><Relationship Id="R956d43c4db8b4eae" Type="http://schemas.openxmlformats.org/officeDocument/2006/relationships/slideLayout" Target="../slideLayouts/slideLayout71.xml"/><Relationship Id="R967a75ea77834da1" Type="http://schemas.openxmlformats.org/officeDocument/2006/relationships/slideLayout" Target="../slideLayouts/slideLayout27.xml"/><Relationship Id="R96846d164fcc4253" Type="http://schemas.openxmlformats.org/officeDocument/2006/relationships/slideLayout" Target="../slideLayouts/slideLayout50.xml"/><Relationship Id="R99337fc4ea1a46c9" Type="http://schemas.openxmlformats.org/officeDocument/2006/relationships/slideLayout" Target="../slideLayouts/slideLayout45.xml"/><Relationship Id="R9ca7bf88cc8b4801" Type="http://schemas.openxmlformats.org/officeDocument/2006/relationships/slideLayout" Target="../slideLayouts/slideLayout65.xml"/><Relationship Id="R9e62a04d03ff4e70" Type="http://schemas.openxmlformats.org/officeDocument/2006/relationships/slideLayout" Target="../slideLayouts/slideLayout43.xml"/><Relationship Id="Ra058d2a937f84062" Type="http://schemas.openxmlformats.org/officeDocument/2006/relationships/slideLayout" Target="../slideLayouts/slideLayout28.xml"/><Relationship Id="Ra786e933b9d9477f" Type="http://schemas.openxmlformats.org/officeDocument/2006/relationships/slideLayout" Target="../slideLayouts/slideLayout29.xml"/><Relationship Id="Rad11387b25aa466d" Type="http://schemas.openxmlformats.org/officeDocument/2006/relationships/slideLayout" Target="../slideLayouts/slideLayout16.xml"/><Relationship Id="Rad97dd5a8c0d41f0" Type="http://schemas.openxmlformats.org/officeDocument/2006/relationships/slideLayout" Target="../slideLayouts/slideLayout66.xml"/><Relationship Id="Rae6696abfc9d4221" Type="http://schemas.openxmlformats.org/officeDocument/2006/relationships/slideLayout" Target="../slideLayouts/slideLayout26.xml"/><Relationship Id="Rb220e4c0464543be" Type="http://schemas.openxmlformats.org/officeDocument/2006/relationships/slideLayout" Target="../slideLayouts/slideLayout38.xml"/><Relationship Id="Rb5458b091bec4147" Type="http://schemas.openxmlformats.org/officeDocument/2006/relationships/slideLayout" Target="../slideLayouts/slideLayout18.xml"/><Relationship Id="Rb799f3f40d0b4223" Type="http://schemas.openxmlformats.org/officeDocument/2006/relationships/slideLayout" Target="../slideLayouts/slideLayout42.xml"/><Relationship Id="Rb8ba54c3be8445f5" Type="http://schemas.openxmlformats.org/officeDocument/2006/relationships/slideLayout" Target="../slideLayouts/slideLayout49.xml"/><Relationship Id="Rbbbce97389584375" Type="http://schemas.openxmlformats.org/officeDocument/2006/relationships/slideLayout" Target="../slideLayouts/slideLayout51.xml"/><Relationship Id="Rc6c4444837ba4ca0" Type="http://schemas.openxmlformats.org/officeDocument/2006/relationships/theme" Target="theme/theme2.xml"/><Relationship Id="Rc8c2b0adf7f04b80" Type="http://schemas.openxmlformats.org/officeDocument/2006/relationships/slideLayout" Target="../slideLayouts/slideLayout36.xml"/><Relationship Id="Rcad0bcdb0a104c90" Type="http://schemas.openxmlformats.org/officeDocument/2006/relationships/slideLayout" Target="../slideLayouts/slideLayout5.xml"/><Relationship Id="Rcf19e205185547fb" Type="http://schemas.openxmlformats.org/officeDocument/2006/relationships/slideLayout" Target="../slideLayouts/slideLayout4.xml"/><Relationship Id="Rd491f7fff32d4a07" Type="http://schemas.openxmlformats.org/officeDocument/2006/relationships/slideLayout" Target="../slideLayouts/slideLayout70.xml"/><Relationship Id="Rd7851ac6bcef4500" Type="http://schemas.openxmlformats.org/officeDocument/2006/relationships/slideLayout" Target="../slideLayouts/slideLayout37.xml"/><Relationship Id="Rd7c84cf3905b421a" Type="http://schemas.openxmlformats.org/officeDocument/2006/relationships/slideLayout" Target="../slideLayouts/slideLayout46.xml"/><Relationship Id="Rda492e0827e24944" Type="http://schemas.openxmlformats.org/officeDocument/2006/relationships/slideLayout" Target="../slideLayouts/slideLayout11.xml"/><Relationship Id="Re069c3d6a2864efc" Type="http://schemas.openxmlformats.org/officeDocument/2006/relationships/slideLayout" Target="../slideLayouts/slideLayout62.xml"/><Relationship Id="Re4fa9f9d79a84219" Type="http://schemas.openxmlformats.org/officeDocument/2006/relationships/slideLayout" Target="../slideLayouts/slideLayout17.xml"/><Relationship Id="Re6e0c4382eb24d4f" Type="http://schemas.openxmlformats.org/officeDocument/2006/relationships/slideLayout" Target="../slideLayouts/slideLayout13.xml"/><Relationship Id="Rebd1ca41d22f41a8" Type="http://schemas.openxmlformats.org/officeDocument/2006/relationships/slideLayout" Target="../slideLayouts/slideLayout23.xml"/><Relationship Id="Rf115c1763f1c4bd5" Type="http://schemas.openxmlformats.org/officeDocument/2006/relationships/slideLayout" Target="../slideLayouts/slideLayout25.xml"/><Relationship Id="Rfb6b85ae969040c1" Type="http://schemas.openxmlformats.org/officeDocument/2006/relationships/slideLayout" Target="../slideLayouts/slideLayout19.xml"/><Relationship Id="Rfce39ab41a314f75" Type="http://schemas.openxmlformats.org/officeDocument/2006/relationships/slideLayout" Target="../slideLayouts/slideLayout57.xml"/><Relationship Id="Rfede4d1082b84046" Type="http://schemas.openxmlformats.org/officeDocument/2006/relationships/slideLayout" Target="../slideLayouts/slideLayout61.xml"/></Relationships>
</file>

<file path=ppt/slideMasters/_rels/slideMaster2.xml.rels><?xml version='1.0' encoding='UTF-8' standalone='yes'?>
<Relationships xmlns="http://schemas.openxmlformats.org/package/2006/relationships"><Relationship Id="R04a307e18fa3479a" Type="http://schemas.openxmlformats.org/officeDocument/2006/relationships/slideLayout" Target="../slideLayouts/slideLayout167.xml"/><Relationship Id="R077d646e6cdb41e0" Type="http://schemas.openxmlformats.org/officeDocument/2006/relationships/slideLayout" Target="../slideLayouts/slideLayout86.xml"/><Relationship Id="R0bc60642f7074287" Type="http://schemas.openxmlformats.org/officeDocument/2006/relationships/slideLayout" Target="../slideLayouts/slideLayout194.xml"/><Relationship Id="R0c8dc48e0ea04425" Type="http://schemas.openxmlformats.org/officeDocument/2006/relationships/slideLayout" Target="../slideLayouts/slideLayout107.xml"/><Relationship Id="R0cff2d451171405b" Type="http://schemas.openxmlformats.org/officeDocument/2006/relationships/slideLayout" Target="../slideLayouts/slideLayout141.xml"/><Relationship Id="R0d22e565c7da4179" Type="http://schemas.openxmlformats.org/officeDocument/2006/relationships/slideLayout" Target="../slideLayouts/slideLayout137.xml"/><Relationship Id="R0e598aedf89346d2" Type="http://schemas.openxmlformats.org/officeDocument/2006/relationships/slideLayout" Target="../slideLayouts/slideLayout111.xml"/><Relationship Id="R0eb016039b574338" Type="http://schemas.openxmlformats.org/officeDocument/2006/relationships/slideLayout" Target="../slideLayouts/slideLayout73.xml"/><Relationship Id="R159a0ff92e964b23" Type="http://schemas.openxmlformats.org/officeDocument/2006/relationships/slideLayout" Target="../slideLayouts/slideLayout183.xml"/><Relationship Id="R17520bcc2c744a46" Type="http://schemas.openxmlformats.org/officeDocument/2006/relationships/slideLayout" Target="../slideLayouts/slideLayout113.xml"/><Relationship Id="R1909d6360da441e0" Type="http://schemas.openxmlformats.org/officeDocument/2006/relationships/slideLayout" Target="../slideLayouts/slideLayout118.xml"/><Relationship Id="R19af35079570448c" Type="http://schemas.openxmlformats.org/officeDocument/2006/relationships/slideLayout" Target="../slideLayouts/slideLayout123.xml"/><Relationship Id="R1b2c04d3bf574c7b" Type="http://schemas.openxmlformats.org/officeDocument/2006/relationships/slideLayout" Target="../slideLayouts/slideLayout76.xml"/><Relationship Id="R1fa34f05c9744f57" Type="http://schemas.openxmlformats.org/officeDocument/2006/relationships/slideLayout" Target="../slideLayouts/slideLayout125.xml"/><Relationship Id="R207fefa892c84398" Type="http://schemas.openxmlformats.org/officeDocument/2006/relationships/slideLayout" Target="../slideLayouts/slideLayout176.xml"/><Relationship Id="R20a876c211674062" Type="http://schemas.openxmlformats.org/officeDocument/2006/relationships/slideLayout" Target="../slideLayouts/slideLayout174.xml"/><Relationship Id="R2391571e7be74288" Type="http://schemas.openxmlformats.org/officeDocument/2006/relationships/slideLayout" Target="../slideLayouts/slideLayout101.xml"/><Relationship Id="R2638d5559ef7463e" Type="http://schemas.openxmlformats.org/officeDocument/2006/relationships/slideLayout" Target="../slideLayouts/slideLayout158.xml"/><Relationship Id="R26fea2ae63bb4664" Type="http://schemas.openxmlformats.org/officeDocument/2006/relationships/slideLayout" Target="../slideLayouts/slideLayout178.xml"/><Relationship Id="R2b932aef388a49e3" Type="http://schemas.openxmlformats.org/officeDocument/2006/relationships/slideLayout" Target="../slideLayouts/slideLayout151.xml"/><Relationship Id="R2bd2410c14cf47ad" Type="http://schemas.openxmlformats.org/officeDocument/2006/relationships/slideLayout" Target="../slideLayouts/slideLayout115.xml"/><Relationship Id="R305bc5d717114b16" Type="http://schemas.openxmlformats.org/officeDocument/2006/relationships/slideLayout" Target="../slideLayouts/slideLayout163.xml"/><Relationship Id="R30c8fe2867c04f37" Type="http://schemas.openxmlformats.org/officeDocument/2006/relationships/slideLayout" Target="../slideLayouts/slideLayout87.xml"/><Relationship Id="R368d5f0dddb247bb" Type="http://schemas.openxmlformats.org/officeDocument/2006/relationships/slideLayout" Target="../slideLayouts/slideLayout130.xml"/><Relationship Id="R38732353a9f04bae" Type="http://schemas.openxmlformats.org/officeDocument/2006/relationships/slideLayout" Target="../slideLayouts/slideLayout127.xml"/><Relationship Id="R38d96cbd447b4111" Type="http://schemas.openxmlformats.org/officeDocument/2006/relationships/slideLayout" Target="../slideLayouts/slideLayout146.xml"/><Relationship Id="R39c959cd23d54c70" Type="http://schemas.openxmlformats.org/officeDocument/2006/relationships/slideLayout" Target="../slideLayouts/slideLayout182.xml"/><Relationship Id="R3c084eddfdab42e9" Type="http://schemas.openxmlformats.org/officeDocument/2006/relationships/slideLayout" Target="../slideLayouts/slideLayout164.xml"/><Relationship Id="R3d40570d521c4c52" Type="http://schemas.openxmlformats.org/officeDocument/2006/relationships/slideLayout" Target="../slideLayouts/slideLayout175.xml"/><Relationship Id="R3f06fb638486418f" Type="http://schemas.openxmlformats.org/officeDocument/2006/relationships/slideLayout" Target="../slideLayouts/slideLayout191.xml"/><Relationship Id="R42780488fcb74fbb" Type="http://schemas.openxmlformats.org/officeDocument/2006/relationships/slideLayout" Target="../slideLayouts/slideLayout106.xml"/><Relationship Id="R42d1d60483da4e2a" Type="http://schemas.openxmlformats.org/officeDocument/2006/relationships/slideLayout" Target="../slideLayouts/slideLayout83.xml"/><Relationship Id="R439fb3bdbe6e457a" Type="http://schemas.openxmlformats.org/officeDocument/2006/relationships/slideLayout" Target="../slideLayouts/slideLayout144.xml"/><Relationship Id="R441a9e18d51e4b9e" Type="http://schemas.openxmlformats.org/officeDocument/2006/relationships/slideLayout" Target="../slideLayouts/slideLayout170.xml"/><Relationship Id="R451406222d2a4719" Type="http://schemas.openxmlformats.org/officeDocument/2006/relationships/slideLayout" Target="../slideLayouts/slideLayout133.xml"/><Relationship Id="R4849b793380447d2" Type="http://schemas.openxmlformats.org/officeDocument/2006/relationships/slideLayout" Target="../slideLayouts/slideLayout104.xml"/><Relationship Id="R4861b1c271aa46c4" Type="http://schemas.openxmlformats.org/officeDocument/2006/relationships/slideLayout" Target="../slideLayouts/slideLayout154.xml"/><Relationship Id="R4a042dc0aa30464a" Type="http://schemas.openxmlformats.org/officeDocument/2006/relationships/slideLayout" Target="../slideLayouts/slideLayout80.xml"/><Relationship Id="R4ac1c85eb01c456b" Type="http://schemas.openxmlformats.org/officeDocument/2006/relationships/slideLayout" Target="../slideLayouts/slideLayout138.xml"/><Relationship Id="R4cce6fcf90ac409b" Type="http://schemas.openxmlformats.org/officeDocument/2006/relationships/slideLayout" Target="../slideLayouts/slideLayout160.xml"/><Relationship Id="R570551e66a10434b" Type="http://schemas.openxmlformats.org/officeDocument/2006/relationships/slideLayout" Target="../slideLayouts/slideLayout145.xml"/><Relationship Id="R5a5f84a5412c4e19" Type="http://schemas.openxmlformats.org/officeDocument/2006/relationships/slideLayout" Target="../slideLayouts/slideLayout188.xml"/><Relationship Id="R6090cc8ba77b45f0" Type="http://schemas.openxmlformats.org/officeDocument/2006/relationships/slideLayout" Target="../slideLayouts/slideLayout193.xml"/><Relationship Id="R64c05d9cbcf848a2" Type="http://schemas.openxmlformats.org/officeDocument/2006/relationships/slideLayout" Target="../slideLayouts/slideLayout116.xml"/><Relationship Id="R66cf7e2669334a35" Type="http://schemas.openxmlformats.org/officeDocument/2006/relationships/slideLayout" Target="../slideLayouts/slideLayout97.xml"/><Relationship Id="R67bf165a3c6a4d6b" Type="http://schemas.openxmlformats.org/officeDocument/2006/relationships/slideLayout" Target="../slideLayouts/slideLayout184.xml"/><Relationship Id="R6bcfaa18780e466b" Type="http://schemas.openxmlformats.org/officeDocument/2006/relationships/slideLayout" Target="../slideLayouts/slideLayout85.xml"/><Relationship Id="R6c57f76004d346e6" Type="http://schemas.openxmlformats.org/officeDocument/2006/relationships/slideLayout" Target="../slideLayouts/slideLayout92.xml"/><Relationship Id="R6d2bf9f9f8004b46" Type="http://schemas.openxmlformats.org/officeDocument/2006/relationships/slideLayout" Target="../slideLayouts/slideLayout75.xml"/><Relationship Id="R6f37e046d01141c1" Type="http://schemas.openxmlformats.org/officeDocument/2006/relationships/slideLayout" Target="../slideLayouts/slideLayout181.xml"/><Relationship Id="R6fb9beea28204e0c" Type="http://schemas.openxmlformats.org/officeDocument/2006/relationships/slideLayout" Target="../slideLayouts/slideLayout180.xml"/><Relationship Id="R7186283da5434aae" Type="http://schemas.openxmlformats.org/officeDocument/2006/relationships/theme" Target="theme/theme3.xml"/><Relationship Id="R745350832c154cfc" Type="http://schemas.openxmlformats.org/officeDocument/2006/relationships/slideLayout" Target="../slideLayouts/slideLayout108.xml"/><Relationship Id="R7bfee56888e44549" Type="http://schemas.openxmlformats.org/officeDocument/2006/relationships/slideLayout" Target="../slideLayouts/slideLayout148.xml"/><Relationship Id="R7ebde2dbc0b1461c" Type="http://schemas.openxmlformats.org/officeDocument/2006/relationships/slideLayout" Target="../slideLayouts/slideLayout150.xml"/><Relationship Id="R7f2652a1686d4f56" Type="http://schemas.openxmlformats.org/officeDocument/2006/relationships/slideLayout" Target="../slideLayouts/slideLayout98.xml"/><Relationship Id="R7f59b3b4339e4690" Type="http://schemas.openxmlformats.org/officeDocument/2006/relationships/slideLayout" Target="../slideLayouts/slideLayout121.xml"/><Relationship Id="R824c0644ac2741b6" Type="http://schemas.openxmlformats.org/officeDocument/2006/relationships/slideLayout" Target="../slideLayouts/slideLayout77.xml"/><Relationship Id="R852ebc5f114149d3" Type="http://schemas.openxmlformats.org/officeDocument/2006/relationships/slideLayout" Target="../slideLayouts/slideLayout122.xml"/><Relationship Id="R85a072caca854b8f" Type="http://schemas.openxmlformats.org/officeDocument/2006/relationships/slideLayout" Target="../slideLayouts/slideLayout78.xml"/><Relationship Id="R87be9cc7c8ae4ba2" Type="http://schemas.openxmlformats.org/officeDocument/2006/relationships/slideLayout" Target="../slideLayouts/slideLayout157.xml"/><Relationship Id="R880b56e655c140a4" Type="http://schemas.openxmlformats.org/officeDocument/2006/relationships/slideLayout" Target="../slideLayouts/slideLayout88.xml"/><Relationship Id="R8a96cc7f2af34fdd" Type="http://schemas.openxmlformats.org/officeDocument/2006/relationships/slideLayout" Target="../slideLayouts/slideLayout109.xml"/><Relationship Id="R8b0ba1e502714907" Type="http://schemas.openxmlformats.org/officeDocument/2006/relationships/slideLayout" Target="../slideLayouts/slideLayout139.xml"/><Relationship Id="R8c7d25c7f1bc4cf5" Type="http://schemas.openxmlformats.org/officeDocument/2006/relationships/slideLayout" Target="../slideLayouts/slideLayout142.xml"/><Relationship Id="R908ec973af5f4027" Type="http://schemas.openxmlformats.org/officeDocument/2006/relationships/slideLayout" Target="../slideLayouts/slideLayout161.xml"/><Relationship Id="R912b6885fc80422b" Type="http://schemas.openxmlformats.org/officeDocument/2006/relationships/slideLayout" Target="../slideLayouts/slideLayout196.xml"/><Relationship Id="R921ccbf6dbbe4f1e" Type="http://schemas.openxmlformats.org/officeDocument/2006/relationships/slideLayout" Target="../slideLayouts/slideLayout84.xml"/><Relationship Id="R9400082ebfac4651" Type="http://schemas.openxmlformats.org/officeDocument/2006/relationships/slideLayout" Target="../slideLayouts/slideLayout135.xml"/><Relationship Id="R9475249104b6491b" Type="http://schemas.openxmlformats.org/officeDocument/2006/relationships/slideLayout" Target="../slideLayouts/slideLayout185.xml"/><Relationship Id="R94b52d8068fc43c0" Type="http://schemas.openxmlformats.org/officeDocument/2006/relationships/slideLayout" Target="../slideLayouts/slideLayout100.xml"/><Relationship Id="R9512f6a001984b06" Type="http://schemas.openxmlformats.org/officeDocument/2006/relationships/slideLayout" Target="../slideLayouts/slideLayout189.xml"/><Relationship Id="R9812b76dc3cc4b59" Type="http://schemas.openxmlformats.org/officeDocument/2006/relationships/slideLayout" Target="../slideLayouts/slideLayout155.xml"/><Relationship Id="R995996d43650435f" Type="http://schemas.openxmlformats.org/officeDocument/2006/relationships/slideLayout" Target="../slideLayouts/slideLayout140.xml"/><Relationship Id="R9e7c7bd394be4bf0" Type="http://schemas.openxmlformats.org/officeDocument/2006/relationships/slideLayout" Target="../slideLayouts/slideLayout169.xml"/><Relationship Id="R9eda08ccfe484613" Type="http://schemas.openxmlformats.org/officeDocument/2006/relationships/slideLayout" Target="../slideLayouts/slideLayout173.xml"/><Relationship Id="R9ff0f34cdccf4bc2" Type="http://schemas.openxmlformats.org/officeDocument/2006/relationships/slideLayout" Target="../slideLayouts/slideLayout91.xml"/><Relationship Id="Ra056021c33b24edd" Type="http://schemas.openxmlformats.org/officeDocument/2006/relationships/slideLayout" Target="../slideLayouts/slideLayout117.xml"/><Relationship Id="Ra16d1d1c47e24791" Type="http://schemas.openxmlformats.org/officeDocument/2006/relationships/slideLayout" Target="../slideLayouts/slideLayout159.xml"/><Relationship Id="Ra50b86b2c5ed4b83" Type="http://schemas.openxmlformats.org/officeDocument/2006/relationships/slideLayout" Target="../slideLayouts/slideLayout192.xml"/><Relationship Id="Ra820a671909d449f" Type="http://schemas.openxmlformats.org/officeDocument/2006/relationships/slideLayout" Target="../slideLayouts/slideLayout96.xml"/><Relationship Id="Ra83cbd0c3cc64418" Type="http://schemas.openxmlformats.org/officeDocument/2006/relationships/slideLayout" Target="../slideLayouts/slideLayout179.xml"/><Relationship Id="Rac4e65f6bb6d4064" Type="http://schemas.openxmlformats.org/officeDocument/2006/relationships/slideLayout" Target="../slideLayouts/slideLayout168.xml"/><Relationship Id="Radc2a29f7d6b4039" Type="http://schemas.openxmlformats.org/officeDocument/2006/relationships/slideLayout" Target="../slideLayouts/slideLayout147.xml"/><Relationship Id="Raff7733389c94ee5" Type="http://schemas.openxmlformats.org/officeDocument/2006/relationships/slideLayout" Target="../slideLayouts/slideLayout99.xml"/><Relationship Id="Rb8ba013cc2ad4245" Type="http://schemas.openxmlformats.org/officeDocument/2006/relationships/slideLayout" Target="../slideLayouts/slideLayout129.xml"/><Relationship Id="Rb92ec615c90d49c0" Type="http://schemas.openxmlformats.org/officeDocument/2006/relationships/slideLayout" Target="../slideLayouts/slideLayout124.xml"/><Relationship Id="Rbbeeeef98b464551" Type="http://schemas.openxmlformats.org/officeDocument/2006/relationships/slideLayout" Target="../slideLayouts/slideLayout165.xml"/><Relationship Id="Rbe5088cf8fdb4cf6" Type="http://schemas.openxmlformats.org/officeDocument/2006/relationships/slideLayout" Target="../slideLayouts/slideLayout103.xml"/><Relationship Id="Rc14a5919f3794044" Type="http://schemas.openxmlformats.org/officeDocument/2006/relationships/slideLayout" Target="../slideLayouts/slideLayout79.xml"/><Relationship Id="Rc75149dca9b84263" Type="http://schemas.openxmlformats.org/officeDocument/2006/relationships/slideLayout" Target="../slideLayouts/slideLayout153.xml"/><Relationship Id="Rc8d18af787254b23" Type="http://schemas.openxmlformats.org/officeDocument/2006/relationships/slideLayout" Target="../slideLayouts/slideLayout186.xml"/><Relationship Id="Rc99ef8ad1a9f4d24" Type="http://schemas.openxmlformats.org/officeDocument/2006/relationships/slideLayout" Target="../slideLayouts/slideLayout112.xml"/><Relationship Id="Rcc58b8969d6b4307" Type="http://schemas.openxmlformats.org/officeDocument/2006/relationships/slideLayout" Target="../slideLayouts/slideLayout197.xml"/><Relationship Id="Rce60b466f48342da" Type="http://schemas.openxmlformats.org/officeDocument/2006/relationships/slideLayout" Target="../slideLayouts/slideLayout74.xml"/><Relationship Id="Rd015b198566c459b" Type="http://schemas.openxmlformats.org/officeDocument/2006/relationships/slideLayout" Target="../slideLayouts/slideLayout195.xml"/><Relationship Id="Rd34cdfa0f50d4798" Type="http://schemas.openxmlformats.org/officeDocument/2006/relationships/slideLayout" Target="../slideLayouts/slideLayout152.xml"/><Relationship Id="Rd3bac448ed0949f3" Type="http://schemas.openxmlformats.org/officeDocument/2006/relationships/slideLayout" Target="../slideLayouts/slideLayout172.xml"/><Relationship Id="Rd648042835dc4965" Type="http://schemas.openxmlformats.org/officeDocument/2006/relationships/slideLayout" Target="../slideLayouts/slideLayout114.xml"/><Relationship Id="Rda6cdf231f2f499b" Type="http://schemas.openxmlformats.org/officeDocument/2006/relationships/slideLayout" Target="../slideLayouts/slideLayout190.xml"/><Relationship Id="Re05788e3439e4160" Type="http://schemas.openxmlformats.org/officeDocument/2006/relationships/slideLayout" Target="../slideLayouts/slideLayout128.xml"/><Relationship Id="Re0d4b72e17a642b8" Type="http://schemas.openxmlformats.org/officeDocument/2006/relationships/slideLayout" Target="../slideLayouts/slideLayout105.xml"/><Relationship Id="Re15e079495264715" Type="http://schemas.openxmlformats.org/officeDocument/2006/relationships/slideLayout" Target="../slideLayouts/slideLayout156.xml"/><Relationship Id="Re1ed7adcec7d4167" Type="http://schemas.openxmlformats.org/officeDocument/2006/relationships/slideLayout" Target="../slideLayouts/slideLayout94.xml"/><Relationship Id="Re350cfac80bb447c" Type="http://schemas.openxmlformats.org/officeDocument/2006/relationships/slideLayout" Target="../slideLayouts/slideLayout81.xml"/><Relationship Id="Re37905eb1afb4bfe" Type="http://schemas.openxmlformats.org/officeDocument/2006/relationships/slideLayout" Target="../slideLayouts/slideLayout131.xml"/><Relationship Id="Re3ad1e25350247e9" Type="http://schemas.openxmlformats.org/officeDocument/2006/relationships/slideLayout" Target="../slideLayouts/slideLayout102.xml"/><Relationship Id="Re43299d7124542b1" Type="http://schemas.openxmlformats.org/officeDocument/2006/relationships/slideLayout" Target="../slideLayouts/slideLayout162.xml"/><Relationship Id="Re5bbdea1b07749bf" Type="http://schemas.openxmlformats.org/officeDocument/2006/relationships/slideLayout" Target="../slideLayouts/slideLayout95.xml"/><Relationship Id="Re7d91e56c0054d97" Type="http://schemas.openxmlformats.org/officeDocument/2006/relationships/slideLayout" Target="../slideLayouts/slideLayout166.xml"/><Relationship Id="Re8068eb422314ad5" Type="http://schemas.openxmlformats.org/officeDocument/2006/relationships/slideLayout" Target="../slideLayouts/slideLayout82.xml"/><Relationship Id="Re9d8e551ecaf4a99" Type="http://schemas.openxmlformats.org/officeDocument/2006/relationships/slideLayout" Target="../slideLayouts/slideLayout177.xml"/><Relationship Id="Reaaa5f4b4825459e" Type="http://schemas.openxmlformats.org/officeDocument/2006/relationships/slideLayout" Target="../slideLayouts/slideLayout171.xml"/><Relationship Id="Reacdd41583104fd4" Type="http://schemas.openxmlformats.org/officeDocument/2006/relationships/slideLayout" Target="../slideLayouts/slideLayout89.xml"/><Relationship Id="Red698dd259f845ee" Type="http://schemas.openxmlformats.org/officeDocument/2006/relationships/slideLayout" Target="../slideLayouts/slideLayout149.xml"/><Relationship Id="Redb0bac45e9c4075" Type="http://schemas.openxmlformats.org/officeDocument/2006/relationships/slideLayout" Target="../slideLayouts/slideLayout187.xml"/><Relationship Id="Rf0de7d8d6a6844af" Type="http://schemas.openxmlformats.org/officeDocument/2006/relationships/slideLayout" Target="../slideLayouts/slideLayout110.xml"/><Relationship Id="Rf32dcb8885274cc0" Type="http://schemas.openxmlformats.org/officeDocument/2006/relationships/slideLayout" Target="../slideLayouts/slideLayout134.xml"/><Relationship Id="Rf3f5b76af5ad4f07" Type="http://schemas.openxmlformats.org/officeDocument/2006/relationships/slideLayout" Target="../slideLayouts/slideLayout136.xml"/><Relationship Id="Rf4ec1db09c3f4d43" Type="http://schemas.openxmlformats.org/officeDocument/2006/relationships/slideLayout" Target="../slideLayouts/slideLayout90.xml"/><Relationship Id="Rf590ad44b74d4532" Type="http://schemas.openxmlformats.org/officeDocument/2006/relationships/slideLayout" Target="../slideLayouts/slideLayout132.xml"/><Relationship Id="Rfa429249818e4b42" Type="http://schemas.openxmlformats.org/officeDocument/2006/relationships/slideLayout" Target="../slideLayouts/slideLayout120.xml"/><Relationship Id="Rfa838e0e7c534dc2" Type="http://schemas.openxmlformats.org/officeDocument/2006/relationships/slideLayout" Target="../slideLayouts/slideLayout126.xml"/><Relationship Id="Rfb13044ae7a1491c" Type="http://schemas.openxmlformats.org/officeDocument/2006/relationships/slideLayout" Target="../slideLayouts/slideLayout143.xml"/><Relationship Id="Rfce12e352ec8439c" Type="http://schemas.openxmlformats.org/officeDocument/2006/relationships/slideLayout" Target="../slideLayouts/slideLayout119.xml"/><Relationship Id="Rfd69bf9a195c4b4d" Type="http://schemas.openxmlformats.org/officeDocument/2006/relationships/slideLayout" Target="../slideLayouts/slideLayout93.xml"/></Relationships>
</file>

<file path=ppt/slideMasters/slideMaster1.xml><?xml version="1.0" encoding="utf-8"?>
<p:sldMaster xmlns:p="http://schemas.openxmlformats.org/presentationml/2006/main">
  <p:cSld name="simple-light-2">
    <p:bg>
      <p:bgPr>
        <a:solidFill xmlns:a="http://schemas.openxmlformats.org/drawingml/2006/main">
          <a:schemeClr val="lt1"/>
        </a:solidFill>
      </p:bgPr>
    </p:bg>
    <p:spTree>
      <p:nvGrpSpPr>
        <p:cNvPr id="1" name=""/>
        <p:cNvGrpSpPr/>
        <p:nvPr/>
      </p:nvGrpSpPr>
      <p:grpSpPr>
        <a:xfrm xmlns:a="http://schemas.openxmlformats.org/drawingml/2006/main"/>
      </p:grpSpPr>
      <p:sp>
        <p:nvSpPr>
          <p:cNvPr id="6" name="Google Shape;6;p1">
            <a:extLst xmlns:a="http://schemas.openxmlformats.org/drawingml/2006/main">
              <a:ext uri="{FF2B5EF4-FFF2-40B4-BE49-F238E27FC236}">
                <a16:creationId xmlns:a16="http://schemas.microsoft.com/office/drawing/2014/main" id="{4BA0EBB9-984F-4F0B-B13A-7AD7D7156386}"/>
              </a:ext>
            </a:extLst>
          </p:cNvPr>
          <p:cNvSpPr>
            <a:spLocks xmlns:a="http://schemas.openxmlformats.org/drawingml/2006/main" noGrp="1"/>
          </p:cNvSpPr>
          <p:nvPr>
            <p:ph type="title" idx="0"/>
          </p:nvPr>
        </p:nvSpPr>
        <p:spPr>
          <a:xfrm xmlns:a="http://schemas.openxmlformats.org/drawingml/2006/main">
            <a:off x="404300" y="386300"/>
            <a:ext cx="8520600" cy="572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Clr>
                <a:schemeClr val="dk1"/>
              </a:buClr>
              <a:buSzPts val="2800"/>
              <a:buFont typeface="Libre Baskerville"/>
              <a:buNone/>
              <a:defRPr sz="2800">
                <a:solidFill>
                  <a:schemeClr val="dk1"/>
                </a:solidFill>
                <a:latin typeface="Libre Baskerville"/>
                <a:ea typeface="Libre Baskerville"/>
                <a:cs typeface="Libre Baskerville"/>
              </a:defRPr>
            </a:lvl1pPr>
            <a:lvl2pPr>
              <a:spcBef>
                <a:spcPts val="0"/>
              </a:spcBef>
              <a:spcAft>
                <a:spcPts val="0"/>
              </a:spcAft>
              <a:buClr>
                <a:schemeClr val="dk1"/>
              </a:buClr>
              <a:buSzPts val="2800"/>
              <a:buFont typeface="Montserrat Medium"/>
              <a:buNone/>
              <a:defRPr sz="2800">
                <a:solidFill>
                  <a:schemeClr val="dk1"/>
                </a:solidFill>
                <a:latin typeface="Montserrat Medium"/>
                <a:ea typeface="Montserrat Medium"/>
                <a:cs typeface="Montserrat Medium"/>
              </a:defRPr>
            </a:lvl2pPr>
            <a:lvl3pPr>
              <a:spcBef>
                <a:spcPts val="0"/>
              </a:spcBef>
              <a:spcAft>
                <a:spcPts val="0"/>
              </a:spcAft>
              <a:buClr>
                <a:schemeClr val="dk1"/>
              </a:buClr>
              <a:buSzPts val="2800"/>
              <a:buFont typeface="Montserrat Medium"/>
              <a:buNone/>
              <a:defRPr sz="2800">
                <a:solidFill>
                  <a:schemeClr val="dk1"/>
                </a:solidFill>
                <a:latin typeface="Montserrat Medium"/>
                <a:ea typeface="Montserrat Medium"/>
                <a:cs typeface="Montserrat Medium"/>
              </a:defRPr>
            </a:lvl3pPr>
            <a:lvl4pPr>
              <a:spcBef>
                <a:spcPts val="0"/>
              </a:spcBef>
              <a:spcAft>
                <a:spcPts val="0"/>
              </a:spcAft>
              <a:buClr>
                <a:schemeClr val="dk1"/>
              </a:buClr>
              <a:buSzPts val="2800"/>
              <a:buFont typeface="Montserrat Medium"/>
              <a:buNone/>
              <a:defRPr sz="2800">
                <a:solidFill>
                  <a:schemeClr val="dk1"/>
                </a:solidFill>
                <a:latin typeface="Montserrat Medium"/>
                <a:ea typeface="Montserrat Medium"/>
                <a:cs typeface="Montserrat Medium"/>
              </a:defRPr>
            </a:lvl4pPr>
            <a:lvl5pPr>
              <a:spcBef>
                <a:spcPts val="0"/>
              </a:spcBef>
              <a:spcAft>
                <a:spcPts val="0"/>
              </a:spcAft>
              <a:buClr>
                <a:schemeClr val="dk1"/>
              </a:buClr>
              <a:buSzPts val="2800"/>
              <a:buFont typeface="Montserrat Medium"/>
              <a:buNone/>
              <a:defRPr sz="2800">
                <a:solidFill>
                  <a:schemeClr val="dk1"/>
                </a:solidFill>
                <a:latin typeface="Montserrat Medium"/>
                <a:ea typeface="Montserrat Medium"/>
                <a:cs typeface="Montserrat Medium"/>
              </a:defRPr>
            </a:lvl5pPr>
            <a:lvl6pPr>
              <a:spcBef>
                <a:spcPts val="0"/>
              </a:spcBef>
              <a:spcAft>
                <a:spcPts val="0"/>
              </a:spcAft>
              <a:buClr>
                <a:schemeClr val="dk1"/>
              </a:buClr>
              <a:buSzPts val="2800"/>
              <a:buFont typeface="Montserrat Medium"/>
              <a:buNone/>
              <a:defRPr sz="2800">
                <a:solidFill>
                  <a:schemeClr val="dk1"/>
                </a:solidFill>
                <a:latin typeface="Montserrat Medium"/>
                <a:ea typeface="Montserrat Medium"/>
                <a:cs typeface="Montserrat Medium"/>
              </a:defRPr>
            </a:lvl6pPr>
            <a:lvl7pPr>
              <a:spcBef>
                <a:spcPts val="0"/>
              </a:spcBef>
              <a:spcAft>
                <a:spcPts val="0"/>
              </a:spcAft>
              <a:buClr>
                <a:schemeClr val="dk1"/>
              </a:buClr>
              <a:buSzPts val="2800"/>
              <a:buFont typeface="Montserrat Medium"/>
              <a:buNone/>
              <a:defRPr sz="2800">
                <a:solidFill>
                  <a:schemeClr val="dk1"/>
                </a:solidFill>
                <a:latin typeface="Montserrat Medium"/>
                <a:ea typeface="Montserrat Medium"/>
                <a:cs typeface="Montserrat Medium"/>
              </a:defRPr>
            </a:lvl7pPr>
            <a:lvl8pPr>
              <a:spcBef>
                <a:spcPts val="0"/>
              </a:spcBef>
              <a:spcAft>
                <a:spcPts val="0"/>
              </a:spcAft>
              <a:buClr>
                <a:schemeClr val="dk1"/>
              </a:buClr>
              <a:buSzPts val="2800"/>
              <a:buFont typeface="Montserrat Medium"/>
              <a:buNone/>
              <a:defRPr sz="2800">
                <a:solidFill>
                  <a:schemeClr val="dk1"/>
                </a:solidFill>
                <a:latin typeface="Montserrat Medium"/>
                <a:ea typeface="Montserrat Medium"/>
                <a:cs typeface="Montserrat Medium"/>
              </a:defRPr>
            </a:lvl8pPr>
            <a:lvl9pPr>
              <a:spcBef>
                <a:spcPts val="0"/>
              </a:spcBef>
              <a:spcAft>
                <a:spcPts val="0"/>
              </a:spcAft>
              <a:buClr>
                <a:schemeClr val="dk1"/>
              </a:buClr>
              <a:buSzPts val="2800"/>
              <a:buFont typeface="Montserrat Medium"/>
              <a:buNone/>
              <a:defRPr sz="2800">
                <a:solidFill>
                  <a:schemeClr val="dk1"/>
                </a:solidFill>
                <a:latin typeface="Montserrat Medium"/>
                <a:ea typeface="Montserrat Medium"/>
                <a:cs typeface="Montserrat Medium"/>
              </a:defRPr>
            </a:lvl9pPr>
          </a:lstStyle>
          <a:p xmlns:a="http://schemas.openxmlformats.org/drawingml/2006/main"/>
        </p:txBody>
      </p:sp>
      <p:sp>
        <p:nvSpPr>
          <p:cNvPr id="7" name="Google Shape;7;p1">
            <a:extLst xmlns:a="http://schemas.openxmlformats.org/drawingml/2006/main">
              <a:ext uri="{FF2B5EF4-FFF2-40B4-BE49-F238E27FC236}">
                <a16:creationId xmlns:a16="http://schemas.microsoft.com/office/drawing/2014/main" id="{1B10651E-4524-4B96-B4FB-7B742800E466}"/>
              </a:ext>
            </a:extLst>
          </p:cNvPr>
          <p:cNvSpPr>
            <a:spLocks xmlns:a="http://schemas.openxmlformats.org/drawingml/2006/main" noGrp="1"/>
          </p:cNvSpPr>
          <p:nvPr>
            <p:ph type="body" idx="1"/>
          </p:nvPr>
        </p:nvSpPr>
        <p:spPr>
          <a:xfrm xmlns:a="http://schemas.openxmlformats.org/drawingml/2006/main">
            <a:off x="404300" y="1152475"/>
            <a:ext cx="8520600" cy="3416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11150">
              <a:lnSpc>
                <a:spcPct val="115000"/>
              </a:lnSpc>
              <a:spcBef>
                <a:spcPts val="0"/>
              </a:spcBef>
              <a:spcAft>
                <a:spcPts val="0"/>
              </a:spcAft>
              <a:buClr>
                <a:schemeClr val="dk2"/>
              </a:buClr>
              <a:buSzPts val="1300"/>
              <a:buFont typeface="Inter"/>
              <a:buChar char="●"/>
              <a:defRPr sz="1300">
                <a:solidFill>
                  <a:schemeClr val="dk2"/>
                </a:solidFill>
                <a:latin typeface="Inter"/>
                <a:ea typeface="Inter"/>
                <a:cs typeface="Inter"/>
              </a:defRPr>
            </a:lvl1pPr>
            <a:lvl2pPr marL="914400" indent="-298450">
              <a:lnSpc>
                <a:spcPct val="115000"/>
              </a:lnSpc>
              <a:spcBef>
                <a:spcPts val="0"/>
              </a:spcBef>
              <a:spcAft>
                <a:spcPts val="0"/>
              </a:spcAft>
              <a:buClr>
                <a:schemeClr val="dk2"/>
              </a:buClr>
              <a:buSzPts val="1100"/>
              <a:buFont typeface="Inter"/>
              <a:buChar char="○"/>
              <a:defRPr sz="1100">
                <a:solidFill>
                  <a:schemeClr val="dk2"/>
                </a:solidFill>
                <a:latin typeface="Inter"/>
                <a:ea typeface="Inter"/>
                <a:cs typeface="Inter"/>
              </a:defRPr>
            </a:lvl2pPr>
            <a:lvl3pPr marL="1371600" indent="-298450">
              <a:lnSpc>
                <a:spcPct val="115000"/>
              </a:lnSpc>
              <a:spcBef>
                <a:spcPts val="0"/>
              </a:spcBef>
              <a:spcAft>
                <a:spcPts val="0"/>
              </a:spcAft>
              <a:buClr>
                <a:schemeClr val="dk2"/>
              </a:buClr>
              <a:buSzPts val="1100"/>
              <a:buFont typeface="Inter"/>
              <a:buChar char="■"/>
              <a:defRPr sz="1100">
                <a:solidFill>
                  <a:schemeClr val="dk2"/>
                </a:solidFill>
                <a:latin typeface="Inter"/>
                <a:ea typeface="Inter"/>
                <a:cs typeface="Inter"/>
              </a:defRPr>
            </a:lvl3pPr>
            <a:lvl4pPr marL="1828800" indent="-298450">
              <a:lnSpc>
                <a:spcPct val="115000"/>
              </a:lnSpc>
              <a:spcBef>
                <a:spcPts val="0"/>
              </a:spcBef>
              <a:spcAft>
                <a:spcPts val="0"/>
              </a:spcAft>
              <a:buClr>
                <a:schemeClr val="dk2"/>
              </a:buClr>
              <a:buSzPts val="1100"/>
              <a:buFont typeface="Inter"/>
              <a:buChar char="●"/>
              <a:defRPr sz="1100">
                <a:solidFill>
                  <a:schemeClr val="dk2"/>
                </a:solidFill>
                <a:latin typeface="Inter"/>
                <a:ea typeface="Inter"/>
                <a:cs typeface="Inter"/>
              </a:defRPr>
            </a:lvl4pPr>
            <a:lvl5pPr marL="2286000" indent="-298450">
              <a:lnSpc>
                <a:spcPct val="115000"/>
              </a:lnSpc>
              <a:spcBef>
                <a:spcPts val="0"/>
              </a:spcBef>
              <a:spcAft>
                <a:spcPts val="0"/>
              </a:spcAft>
              <a:buClr>
                <a:schemeClr val="dk2"/>
              </a:buClr>
              <a:buSzPts val="1100"/>
              <a:buFont typeface="Inter"/>
              <a:buChar char="○"/>
              <a:defRPr sz="1100">
                <a:solidFill>
                  <a:schemeClr val="dk2"/>
                </a:solidFill>
                <a:latin typeface="Inter"/>
                <a:ea typeface="Inter"/>
                <a:cs typeface="Inter"/>
              </a:defRPr>
            </a:lvl5pPr>
            <a:lvl6pPr marL="2743200" indent="-279400">
              <a:lnSpc>
                <a:spcPct val="115000"/>
              </a:lnSpc>
              <a:spcBef>
                <a:spcPts val="0"/>
              </a:spcBef>
              <a:spcAft>
                <a:spcPts val="0"/>
              </a:spcAft>
              <a:buClr>
                <a:schemeClr val="dk2"/>
              </a:buClr>
              <a:buSzPts val="800"/>
              <a:buFont typeface="Inter"/>
              <a:buChar char="■"/>
              <a:defRPr sz="800">
                <a:solidFill>
                  <a:schemeClr val="dk2"/>
                </a:solidFill>
                <a:latin typeface="Inter"/>
                <a:ea typeface="Inter"/>
                <a:cs typeface="Inter"/>
              </a:defRPr>
            </a:lvl6pPr>
            <a:lvl7pPr marL="3200400" indent="-279400">
              <a:lnSpc>
                <a:spcPct val="115000"/>
              </a:lnSpc>
              <a:spcBef>
                <a:spcPts val="0"/>
              </a:spcBef>
              <a:spcAft>
                <a:spcPts val="0"/>
              </a:spcAft>
              <a:buClr>
                <a:schemeClr val="dk2"/>
              </a:buClr>
              <a:buSzPts val="800"/>
              <a:buFont typeface="Inter"/>
              <a:buChar char="●"/>
              <a:defRPr sz="800">
                <a:solidFill>
                  <a:schemeClr val="dk2"/>
                </a:solidFill>
                <a:latin typeface="Inter"/>
                <a:ea typeface="Inter"/>
                <a:cs typeface="Inter"/>
              </a:defRPr>
            </a:lvl7pPr>
            <a:lvl8pPr marL="3657600" indent="-279400">
              <a:lnSpc>
                <a:spcPct val="115000"/>
              </a:lnSpc>
              <a:spcBef>
                <a:spcPts val="0"/>
              </a:spcBef>
              <a:spcAft>
                <a:spcPts val="0"/>
              </a:spcAft>
              <a:buClr>
                <a:schemeClr val="dk2"/>
              </a:buClr>
              <a:buSzPts val="800"/>
              <a:buFont typeface="Inter"/>
              <a:buChar char="○"/>
              <a:defRPr sz="800">
                <a:solidFill>
                  <a:schemeClr val="dk2"/>
                </a:solidFill>
                <a:latin typeface="Inter"/>
                <a:ea typeface="Inter"/>
                <a:cs typeface="Inter"/>
              </a:defRPr>
            </a:lvl8pPr>
            <a:lvl9pPr marL="4114800" indent="-279400">
              <a:lnSpc>
                <a:spcPct val="115000"/>
              </a:lnSpc>
              <a:spcBef>
                <a:spcPts val="0"/>
              </a:spcBef>
              <a:spcAft>
                <a:spcPts val="0"/>
              </a:spcAft>
              <a:buClr>
                <a:schemeClr val="dk2"/>
              </a:buClr>
              <a:buSzPts val="800"/>
              <a:buFont typeface="Inter"/>
              <a:buChar char="■"/>
              <a:defRPr sz="800">
                <a:solidFill>
                  <a:schemeClr val="dk2"/>
                </a:solidFill>
                <a:latin typeface="Inter"/>
                <a:ea typeface="Inter"/>
                <a:cs typeface="Inter"/>
              </a:defRPr>
            </a:lvl9pPr>
          </a:lstStyle>
          <a:p xmlns:a="http://schemas.openxmlformats.org/drawingml/2006/main"/>
        </p:txBody>
      </p:sp>
      <p:sp>
        <p:nvSpPr>
          <p:cNvPr id="8" name="Google Shape;8;p1">
            <a:extLst xmlns:a="http://schemas.openxmlformats.org/drawingml/2006/main">
              <a:ext uri="{FF2B5EF4-FFF2-40B4-BE49-F238E27FC236}">
                <a16:creationId xmlns:a16="http://schemas.microsoft.com/office/drawing/2014/main" id="{BA3CF050-9269-4FF2-8BCD-4AA0484A2C27}"/>
              </a:ext>
            </a:extLst>
          </p:cNvPr>
          <p:cNvSpPr>
            <a:spLocks xmlns:a="http://schemas.openxmlformats.org/drawingml/2006/main" noGrp="1"/>
          </p:cNvSpPr>
          <p:nvPr>
            <p:ph type="sldNum" idx="12"/>
          </p:nvPr>
        </p:nvSpPr>
        <p:spPr>
          <a:xfrm xmlns:a="http://schemas.openxmlformats.org/drawingml/2006/main">
            <a:off x="8472450" y="5002025"/>
            <a:ext cx="442800" cy="91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algn="r">
              <a:buNone/>
              <a:defRPr sz="600">
                <a:solidFill>
                  <a:schemeClr val="dk2"/>
                </a:solidFill>
                <a:latin typeface="Inter"/>
                <a:ea typeface="Inter"/>
                <a:cs typeface="Inter"/>
              </a:defRPr>
            </a:lvl1pPr>
            <a:lvl2pPr algn="r">
              <a:buNone/>
              <a:defRPr sz="600">
                <a:solidFill>
                  <a:schemeClr val="dk2"/>
                </a:solidFill>
                <a:latin typeface="Inter"/>
                <a:ea typeface="Inter"/>
                <a:cs typeface="Inter"/>
              </a:defRPr>
            </a:lvl2pPr>
            <a:lvl3pPr algn="r">
              <a:buNone/>
              <a:defRPr sz="600">
                <a:solidFill>
                  <a:schemeClr val="dk2"/>
                </a:solidFill>
                <a:latin typeface="Inter"/>
                <a:ea typeface="Inter"/>
                <a:cs typeface="Inter"/>
              </a:defRPr>
            </a:lvl3pPr>
            <a:lvl4pPr algn="r">
              <a:buNone/>
              <a:defRPr sz="600">
                <a:solidFill>
                  <a:schemeClr val="dk2"/>
                </a:solidFill>
                <a:latin typeface="Inter"/>
                <a:ea typeface="Inter"/>
                <a:cs typeface="Inter"/>
              </a:defRPr>
            </a:lvl4pPr>
            <a:lvl5pPr algn="r">
              <a:buNone/>
              <a:defRPr sz="600">
                <a:solidFill>
                  <a:schemeClr val="dk2"/>
                </a:solidFill>
                <a:latin typeface="Inter"/>
                <a:ea typeface="Inter"/>
                <a:cs typeface="Inter"/>
              </a:defRPr>
            </a:lvl5pPr>
            <a:lvl6pPr algn="r">
              <a:buNone/>
              <a:defRPr sz="600">
                <a:solidFill>
                  <a:schemeClr val="dk2"/>
                </a:solidFill>
                <a:latin typeface="Inter"/>
                <a:ea typeface="Inter"/>
                <a:cs typeface="Inter"/>
              </a:defRPr>
            </a:lvl6pPr>
            <a:lvl7pPr algn="r">
              <a:buNone/>
              <a:defRPr sz="600">
                <a:solidFill>
                  <a:schemeClr val="dk2"/>
                </a:solidFill>
                <a:latin typeface="Inter"/>
                <a:ea typeface="Inter"/>
                <a:cs typeface="Inter"/>
              </a:defRPr>
            </a:lvl7pPr>
            <a:lvl8pPr algn="r">
              <a:buNone/>
              <a:defRPr sz="600">
                <a:solidFill>
                  <a:schemeClr val="dk2"/>
                </a:solidFill>
                <a:latin typeface="Inter"/>
                <a:ea typeface="Inter"/>
                <a:cs typeface="Inter"/>
              </a:defRPr>
            </a:lvl8pPr>
            <a:lvl9pPr algn="r">
              <a:buNone/>
              <a:defRPr sz="600">
                <a:solidFill>
                  <a:schemeClr val="dk2"/>
                </a:solidFill>
                <a:latin typeface="Inter"/>
                <a:ea typeface="Inter"/>
                <a:cs typeface="Inter"/>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398511769519492e"/>
    <p:sldLayoutId xmlns:r="http://schemas.openxmlformats.org/officeDocument/2006/relationships" id="2147483650" r:id="R7e61186a423f449a"/>
    <p:sldLayoutId xmlns:r="http://schemas.openxmlformats.org/officeDocument/2006/relationships" id="2147483651" r:id="R26e986b565654065"/>
    <p:sldLayoutId xmlns:r="http://schemas.openxmlformats.org/officeDocument/2006/relationships" id="2147483652" r:id="Rcf19e205185547fb"/>
    <p:sldLayoutId xmlns:r="http://schemas.openxmlformats.org/officeDocument/2006/relationships" id="2147483653" r:id="Rcad0bcdb0a104c90"/>
    <p:sldLayoutId xmlns:r="http://schemas.openxmlformats.org/officeDocument/2006/relationships" id="2147483654" r:id="R8c0b3487a02b4c69"/>
    <p:sldLayoutId xmlns:r="http://schemas.openxmlformats.org/officeDocument/2006/relationships" id="2147483655" r:id="R75dfc322a7984681"/>
    <p:sldLayoutId xmlns:r="http://schemas.openxmlformats.org/officeDocument/2006/relationships" id="2147483656" r:id="R3ff67ca6111243b7"/>
    <p:sldLayoutId xmlns:r="http://schemas.openxmlformats.org/officeDocument/2006/relationships" id="2147483657" r:id="R1d61aaf6c6ad42d7"/>
    <p:sldLayoutId xmlns:r="http://schemas.openxmlformats.org/officeDocument/2006/relationships" id="2147483658" r:id="R3f530e987bba49f2"/>
    <p:sldLayoutId xmlns:r="http://schemas.openxmlformats.org/officeDocument/2006/relationships" id="2147483659" r:id="Rda492e0827e24944"/>
    <p:sldLayoutId xmlns:r="http://schemas.openxmlformats.org/officeDocument/2006/relationships" id="2147483660" r:id="R77b0cc0cae834267"/>
    <p:sldLayoutId xmlns:r="http://schemas.openxmlformats.org/officeDocument/2006/relationships" id="2147483661" r:id="Re6e0c4382eb24d4f"/>
    <p:sldLayoutId xmlns:r="http://schemas.openxmlformats.org/officeDocument/2006/relationships" id="2147483662" r:id="R388e15e320c942b3"/>
    <p:sldLayoutId xmlns:r="http://schemas.openxmlformats.org/officeDocument/2006/relationships" id="2147483663" r:id="R0c4c5af2b8964910"/>
    <p:sldLayoutId xmlns:r="http://schemas.openxmlformats.org/officeDocument/2006/relationships" id="2147483664" r:id="Rad11387b25aa466d"/>
    <p:sldLayoutId xmlns:r="http://schemas.openxmlformats.org/officeDocument/2006/relationships" id="2147483665" r:id="Re4fa9f9d79a84219"/>
    <p:sldLayoutId xmlns:r="http://schemas.openxmlformats.org/officeDocument/2006/relationships" id="2147483666" r:id="Rb5458b091bec4147"/>
    <p:sldLayoutId xmlns:r="http://schemas.openxmlformats.org/officeDocument/2006/relationships" id="2147483667" r:id="Rfb6b85ae969040c1"/>
    <p:sldLayoutId xmlns:r="http://schemas.openxmlformats.org/officeDocument/2006/relationships" id="2147483668" r:id="R47be490511684ae6"/>
    <p:sldLayoutId xmlns:r="http://schemas.openxmlformats.org/officeDocument/2006/relationships" id="2147483669" r:id="R2188758787da4da3"/>
    <p:sldLayoutId xmlns:r="http://schemas.openxmlformats.org/officeDocument/2006/relationships" id="2147483670" r:id="R0d6ca4d6c0384745"/>
    <p:sldLayoutId xmlns:r="http://schemas.openxmlformats.org/officeDocument/2006/relationships" id="2147483671" r:id="Rebd1ca41d22f41a8"/>
    <p:sldLayoutId xmlns:r="http://schemas.openxmlformats.org/officeDocument/2006/relationships" id="2147483672" r:id="R2598e7d08ba6480f"/>
    <p:sldLayoutId xmlns:r="http://schemas.openxmlformats.org/officeDocument/2006/relationships" id="2147483673" r:id="Rf115c1763f1c4bd5"/>
    <p:sldLayoutId xmlns:r="http://schemas.openxmlformats.org/officeDocument/2006/relationships" id="2147483674" r:id="Rae6696abfc9d4221"/>
    <p:sldLayoutId xmlns:r="http://schemas.openxmlformats.org/officeDocument/2006/relationships" id="2147483675" r:id="R967a75ea77834da1"/>
    <p:sldLayoutId xmlns:r="http://schemas.openxmlformats.org/officeDocument/2006/relationships" id="2147483676" r:id="Ra058d2a937f84062"/>
    <p:sldLayoutId xmlns:r="http://schemas.openxmlformats.org/officeDocument/2006/relationships" id="2147483677" r:id="Ra786e933b9d9477f"/>
    <p:sldLayoutId xmlns:r="http://schemas.openxmlformats.org/officeDocument/2006/relationships" id="2147483678" r:id="R7fd9dba4eeec428e"/>
    <p:sldLayoutId xmlns:r="http://schemas.openxmlformats.org/officeDocument/2006/relationships" id="2147483679" r:id="R04019a13b40a4646"/>
    <p:sldLayoutId xmlns:r="http://schemas.openxmlformats.org/officeDocument/2006/relationships" id="2147483680" r:id="R6a70a1318621452c"/>
    <p:sldLayoutId xmlns:r="http://schemas.openxmlformats.org/officeDocument/2006/relationships" id="2147483681" r:id="R438d2446d27b4ddb"/>
    <p:sldLayoutId xmlns:r="http://schemas.openxmlformats.org/officeDocument/2006/relationships" id="2147483682" r:id="R940a551127c74153"/>
    <p:sldLayoutId xmlns:r="http://schemas.openxmlformats.org/officeDocument/2006/relationships" id="2147483683" r:id="R65bdf3254ffb4b79"/>
    <p:sldLayoutId xmlns:r="http://schemas.openxmlformats.org/officeDocument/2006/relationships" id="2147483684" r:id="Rc8c2b0adf7f04b80"/>
    <p:sldLayoutId xmlns:r="http://schemas.openxmlformats.org/officeDocument/2006/relationships" id="2147483685" r:id="Rd7851ac6bcef4500"/>
    <p:sldLayoutId xmlns:r="http://schemas.openxmlformats.org/officeDocument/2006/relationships" id="2147483686" r:id="Rb220e4c0464543be"/>
    <p:sldLayoutId xmlns:r="http://schemas.openxmlformats.org/officeDocument/2006/relationships" id="2147483687" r:id="R60e6f09cb9164b2e"/>
    <p:sldLayoutId xmlns:r="http://schemas.openxmlformats.org/officeDocument/2006/relationships" id="2147483688" r:id="R8bd18a8219d847a8"/>
    <p:sldLayoutId xmlns:r="http://schemas.openxmlformats.org/officeDocument/2006/relationships" id="2147483689" r:id="R3d865460e02c48c7"/>
    <p:sldLayoutId xmlns:r="http://schemas.openxmlformats.org/officeDocument/2006/relationships" id="2147483690" r:id="Rb799f3f40d0b4223"/>
    <p:sldLayoutId xmlns:r="http://schemas.openxmlformats.org/officeDocument/2006/relationships" id="2147483691" r:id="R9e62a04d03ff4e70"/>
    <p:sldLayoutId xmlns:r="http://schemas.openxmlformats.org/officeDocument/2006/relationships" id="2147483692" r:id="R90aceff68cb14ae7"/>
    <p:sldLayoutId xmlns:r="http://schemas.openxmlformats.org/officeDocument/2006/relationships" id="2147483693" r:id="R99337fc4ea1a46c9"/>
    <p:sldLayoutId xmlns:r="http://schemas.openxmlformats.org/officeDocument/2006/relationships" id="2147483694" r:id="Rd7c84cf3905b421a"/>
    <p:sldLayoutId xmlns:r="http://schemas.openxmlformats.org/officeDocument/2006/relationships" id="2147483695" r:id="R40f4ed0526b74bb7"/>
    <p:sldLayoutId xmlns:r="http://schemas.openxmlformats.org/officeDocument/2006/relationships" id="2147483696" r:id="R3055d73f835f4293"/>
    <p:sldLayoutId xmlns:r="http://schemas.openxmlformats.org/officeDocument/2006/relationships" id="2147483697" r:id="Rb8ba54c3be8445f5"/>
    <p:sldLayoutId xmlns:r="http://schemas.openxmlformats.org/officeDocument/2006/relationships" id="2147483698" r:id="R96846d164fcc4253"/>
    <p:sldLayoutId xmlns:r="http://schemas.openxmlformats.org/officeDocument/2006/relationships" id="2147483699" r:id="Rbbbce97389584375"/>
    <p:sldLayoutId xmlns:r="http://schemas.openxmlformats.org/officeDocument/2006/relationships" id="2147483700" r:id="R1e23295c44104713"/>
    <p:sldLayoutId xmlns:r="http://schemas.openxmlformats.org/officeDocument/2006/relationships" id="2147483701" r:id="R13a8e88fe0ff4400"/>
    <p:sldLayoutId xmlns:r="http://schemas.openxmlformats.org/officeDocument/2006/relationships" id="2147483702" r:id="R5fd50180049d42ca"/>
    <p:sldLayoutId xmlns:r="http://schemas.openxmlformats.org/officeDocument/2006/relationships" id="2147483703" r:id="R2aa62e9b4bee4587"/>
    <p:sldLayoutId xmlns:r="http://schemas.openxmlformats.org/officeDocument/2006/relationships" id="2147483704" r:id="R231b1a27697c42bf"/>
    <p:sldLayoutId xmlns:r="http://schemas.openxmlformats.org/officeDocument/2006/relationships" id="2147483705" r:id="Rfce39ab41a314f75"/>
    <p:sldLayoutId xmlns:r="http://schemas.openxmlformats.org/officeDocument/2006/relationships" id="2147483706" r:id="R42f3d1d704c346d0"/>
    <p:sldLayoutId xmlns:r="http://schemas.openxmlformats.org/officeDocument/2006/relationships" id="2147483707" r:id="R8a26caaba79e498a"/>
    <p:sldLayoutId xmlns:r="http://schemas.openxmlformats.org/officeDocument/2006/relationships" id="2147483708" r:id="R344a08d076e64aca"/>
    <p:sldLayoutId xmlns:r="http://schemas.openxmlformats.org/officeDocument/2006/relationships" id="2147483709" r:id="Rfede4d1082b84046"/>
    <p:sldLayoutId xmlns:r="http://schemas.openxmlformats.org/officeDocument/2006/relationships" id="2147483710" r:id="Re069c3d6a2864efc"/>
    <p:sldLayoutId xmlns:r="http://schemas.openxmlformats.org/officeDocument/2006/relationships" id="2147483711" r:id="R6d310f843d044d85"/>
    <p:sldLayoutId xmlns:r="http://schemas.openxmlformats.org/officeDocument/2006/relationships" id="2147483712" r:id="R8de31db7840c4552"/>
    <p:sldLayoutId xmlns:r="http://schemas.openxmlformats.org/officeDocument/2006/relationships" id="2147483713" r:id="R9ca7bf88cc8b4801"/>
    <p:sldLayoutId xmlns:r="http://schemas.openxmlformats.org/officeDocument/2006/relationships" id="2147483714" r:id="Rad97dd5a8c0d41f0"/>
    <p:sldLayoutId xmlns:r="http://schemas.openxmlformats.org/officeDocument/2006/relationships" id="2147483715" r:id="R0960ed46a8a743ad"/>
    <p:sldLayoutId xmlns:r="http://schemas.openxmlformats.org/officeDocument/2006/relationships" id="2147483716" r:id="R132cf3a95dbd47af"/>
    <p:sldLayoutId xmlns:r="http://schemas.openxmlformats.org/officeDocument/2006/relationships" id="2147483717" r:id="R37af2abffcb44e66"/>
    <p:sldLayoutId xmlns:r="http://schemas.openxmlformats.org/officeDocument/2006/relationships" id="2147483718" r:id="Rd491f7fff32d4a07"/>
    <p:sldLayoutId xmlns:r="http://schemas.openxmlformats.org/officeDocument/2006/relationships" id="2147483719" r:id="R956d43c4db8b4eae"/>
    <p:sldLayoutId xmlns:r="http://schemas.openxmlformats.org/officeDocument/2006/relationships" id="2147483720" r:id="R76b1f8dfcfb74be6"/>
  </p:sldLayoutIdLst>
  <p:hf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otherStyle>
  </p:txStyles>
  <p:extLst>
    <p:ext uri="{27BBF7A9-308A-43DC-89C8-2F10F3537804}">
      <p15:sldGuideLst xmlns:p15="http://schemas.microsoft.com/office/powerpoint/2012/main">
        <p15:guide id="1" orient="horz" pos="144">
          <p15:clr>
            <a:srgbClr xmlns:a="http://schemas.openxmlformats.org/drawingml/2006/main" val="E46962"/>
          </p15:clr>
        </p15:guide>
        <p15:guide id="2" pos="144">
          <p15:clr>
            <a:srgbClr xmlns:a="http://schemas.openxmlformats.org/drawingml/2006/main" val="E46962"/>
          </p15:clr>
        </p15:guide>
        <p15:guide id="3" orient="horz">
          <p15:clr>
            <a:srgbClr xmlns:a="http://schemas.openxmlformats.org/drawingml/2006/main" val="E46962"/>
          </p15:clr>
        </p15:guide>
        <p15:guide id="4" orient="horz" pos="3240">
          <p15:clr>
            <a:srgbClr xmlns:a="http://schemas.openxmlformats.org/drawingml/2006/main" val="E46962"/>
          </p15:clr>
        </p15:guide>
        <p15:guide id="5" pos="5616">
          <p15:clr>
            <a:srgbClr xmlns:a="http://schemas.openxmlformats.org/drawingml/2006/main" val="E46962"/>
          </p15:clr>
        </p15:guide>
        <p15:guide id="6" orient="horz" pos="3099">
          <p15:clr>
            <a:srgbClr xmlns:a="http://schemas.openxmlformats.org/drawingml/2006/main" val="E46962"/>
          </p15:clr>
        </p15:guide>
        <p15:guide id="7" orient="horz" pos="1621">
          <p15:clr>
            <a:srgbClr xmlns:a="http://schemas.openxmlformats.org/drawingml/2006/main" val="E46962"/>
          </p15:clr>
        </p15:guide>
        <p15:guide id="8" orient="horz" pos="1653">
          <p15:clr>
            <a:srgbClr xmlns:a="http://schemas.openxmlformats.org/drawingml/2006/main" val="E46962"/>
          </p15:clr>
        </p15:guide>
        <p15:guide id="9" orient="horz" pos="1590">
          <p15:clr>
            <a:srgbClr xmlns:a="http://schemas.openxmlformats.org/drawingml/2006/main" val="E46962"/>
          </p15:clr>
        </p15:guide>
        <p15:guide id="10" pos="985">
          <p15:clr>
            <a:srgbClr xmlns:a="http://schemas.openxmlformats.org/drawingml/2006/main" val="E46962"/>
          </p15:clr>
        </p15:guide>
        <p15:guide id="11" pos="1071">
          <p15:clr>
            <a:srgbClr xmlns:a="http://schemas.openxmlformats.org/drawingml/2006/main" val="E46962"/>
          </p15:clr>
        </p15:guide>
        <p15:guide id="12" pos="1912">
          <p15:clr>
            <a:srgbClr xmlns:a="http://schemas.openxmlformats.org/drawingml/2006/main" val="E46962"/>
          </p15:clr>
        </p15:guide>
        <p15:guide id="13" pos="1999">
          <p15:clr>
            <a:srgbClr xmlns:a="http://schemas.openxmlformats.org/drawingml/2006/main" val="E46962"/>
          </p15:clr>
        </p15:guide>
        <p15:guide id="14" pos="2840">
          <p15:clr>
            <a:srgbClr xmlns:a="http://schemas.openxmlformats.org/drawingml/2006/main" val="E46962"/>
          </p15:clr>
        </p15:guide>
        <p15:guide id="15" pos="2880">
          <p15:clr>
            <a:srgbClr xmlns:a="http://schemas.openxmlformats.org/drawingml/2006/main" val="E46962"/>
          </p15:clr>
        </p15:guide>
        <p15:guide id="16" pos="2926">
          <p15:clr>
            <a:srgbClr xmlns:a="http://schemas.openxmlformats.org/drawingml/2006/main" val="E46962"/>
          </p15:clr>
        </p15:guide>
        <p15:guide id="17" pos="3767">
          <p15:clr>
            <a:srgbClr xmlns:a="http://schemas.openxmlformats.org/drawingml/2006/main" val="E46962"/>
          </p15:clr>
        </p15:guide>
        <p15:guide id="18" pos="3853">
          <p15:clr>
            <a:srgbClr xmlns:a="http://schemas.openxmlformats.org/drawingml/2006/main" val="E46962"/>
          </p15:clr>
        </p15:guide>
        <p15:guide id="19" pos="4694">
          <p15:clr>
            <a:srgbClr xmlns:a="http://schemas.openxmlformats.org/drawingml/2006/main" val="E46962"/>
          </p15:clr>
        </p15:guide>
        <p15:guide id="20" pos="4781">
          <p15:clr>
            <a:srgbClr xmlns:a="http://schemas.openxmlformats.org/drawingml/2006/main" val="E46962"/>
          </p15:clr>
        </p15:guide>
      </p15:sldGuideLst>
    </p:ext>
  </p:extLst>
</p:sldMaster>
</file>

<file path=ppt/slideMasters/slideMaster2.xml><?xml version="1.0" encoding="utf-8"?>
<p:sldMaster xmlns:p="http://schemas.openxmlformats.org/presentationml/2006/main">
  <p:cSld name="simple-light-2">
    <p:bg>
      <p:bgPr>
        <a:solidFill xmlns:a="http://schemas.openxmlformats.org/drawingml/2006/main">
          <a:srgbClr val="FCFAEE"/>
        </a:solidFill>
      </p:bgPr>
    </p:bg>
    <p:spTree>
      <p:nvGrpSpPr>
        <p:cNvPr id="1" name=""/>
        <p:cNvGrpSpPr/>
        <p:nvPr/>
      </p:nvGrpSpPr>
      <p:grpSpPr>
        <a:xfrm xmlns:a="http://schemas.openxmlformats.org/drawingml/2006/main"/>
      </p:grpSpPr>
      <p:sp>
        <p:nvSpPr>
          <p:cNvPr id="587" name="Google Shape;587;p74">
            <a:extLst xmlns:a="http://schemas.openxmlformats.org/drawingml/2006/main">
              <a:ext uri="{FF2B5EF4-FFF2-40B4-BE49-F238E27FC236}">
                <a16:creationId xmlns:a16="http://schemas.microsoft.com/office/drawing/2014/main" id="{14B962D9-EE03-46D6-B490-C5274745D0DC}"/>
              </a:ext>
            </a:extLst>
          </p:cNvPr>
          <p:cNvSpPr>
            <a:spLocks xmlns:a="http://schemas.openxmlformats.org/drawingml/2006/main" noGrp="1"/>
          </p:cNvSpPr>
          <p:nvPr>
            <p:ph type="title" idx="0"/>
          </p:nvPr>
        </p:nvSpPr>
        <p:spPr>
          <a:xfrm xmlns:a="http://schemas.openxmlformats.org/drawingml/2006/main">
            <a:off x="404300" y="386300"/>
            <a:ext cx="8520600" cy="572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Clr>
                <a:schemeClr val="dk1"/>
              </a:buClr>
              <a:buSzPts val="2800"/>
              <a:buFont typeface="Libre Baskerville"/>
              <a:buNone/>
              <a:defRPr sz="2800">
                <a:solidFill>
                  <a:schemeClr val="dk1"/>
                </a:solidFill>
                <a:latin typeface="Libre Baskerville"/>
                <a:ea typeface="Libre Baskerville"/>
                <a:cs typeface="Libre Baskerville"/>
              </a:defRPr>
            </a:lvl1pPr>
            <a:lvl2pPr>
              <a:spcBef>
                <a:spcPts val="0"/>
              </a:spcBef>
              <a:spcAft>
                <a:spcPts val="0"/>
              </a:spcAft>
              <a:buClr>
                <a:schemeClr val="dk1"/>
              </a:buClr>
              <a:buSzPts val="2800"/>
              <a:buFont typeface="Montserrat Medium"/>
              <a:buNone/>
              <a:defRPr sz="2800">
                <a:solidFill>
                  <a:schemeClr val="dk1"/>
                </a:solidFill>
                <a:latin typeface="Montserrat Medium"/>
                <a:ea typeface="Montserrat Medium"/>
                <a:cs typeface="Montserrat Medium"/>
              </a:defRPr>
            </a:lvl2pPr>
            <a:lvl3pPr>
              <a:spcBef>
                <a:spcPts val="0"/>
              </a:spcBef>
              <a:spcAft>
                <a:spcPts val="0"/>
              </a:spcAft>
              <a:buClr>
                <a:schemeClr val="dk1"/>
              </a:buClr>
              <a:buSzPts val="2800"/>
              <a:buFont typeface="Montserrat Medium"/>
              <a:buNone/>
              <a:defRPr sz="2800">
                <a:solidFill>
                  <a:schemeClr val="dk1"/>
                </a:solidFill>
                <a:latin typeface="Montserrat Medium"/>
                <a:ea typeface="Montserrat Medium"/>
                <a:cs typeface="Montserrat Medium"/>
              </a:defRPr>
            </a:lvl3pPr>
            <a:lvl4pPr>
              <a:spcBef>
                <a:spcPts val="0"/>
              </a:spcBef>
              <a:spcAft>
                <a:spcPts val="0"/>
              </a:spcAft>
              <a:buClr>
                <a:schemeClr val="dk1"/>
              </a:buClr>
              <a:buSzPts val="2800"/>
              <a:buFont typeface="Montserrat Medium"/>
              <a:buNone/>
              <a:defRPr sz="2800">
                <a:solidFill>
                  <a:schemeClr val="dk1"/>
                </a:solidFill>
                <a:latin typeface="Montserrat Medium"/>
                <a:ea typeface="Montserrat Medium"/>
                <a:cs typeface="Montserrat Medium"/>
              </a:defRPr>
            </a:lvl4pPr>
            <a:lvl5pPr>
              <a:spcBef>
                <a:spcPts val="0"/>
              </a:spcBef>
              <a:spcAft>
                <a:spcPts val="0"/>
              </a:spcAft>
              <a:buClr>
                <a:schemeClr val="dk1"/>
              </a:buClr>
              <a:buSzPts val="2800"/>
              <a:buFont typeface="Montserrat Medium"/>
              <a:buNone/>
              <a:defRPr sz="2800">
                <a:solidFill>
                  <a:schemeClr val="dk1"/>
                </a:solidFill>
                <a:latin typeface="Montserrat Medium"/>
                <a:ea typeface="Montserrat Medium"/>
                <a:cs typeface="Montserrat Medium"/>
              </a:defRPr>
            </a:lvl5pPr>
            <a:lvl6pPr>
              <a:spcBef>
                <a:spcPts val="0"/>
              </a:spcBef>
              <a:spcAft>
                <a:spcPts val="0"/>
              </a:spcAft>
              <a:buClr>
                <a:schemeClr val="dk1"/>
              </a:buClr>
              <a:buSzPts val="2800"/>
              <a:buFont typeface="Montserrat Medium"/>
              <a:buNone/>
              <a:defRPr sz="2800">
                <a:solidFill>
                  <a:schemeClr val="dk1"/>
                </a:solidFill>
                <a:latin typeface="Montserrat Medium"/>
                <a:ea typeface="Montserrat Medium"/>
                <a:cs typeface="Montserrat Medium"/>
              </a:defRPr>
            </a:lvl6pPr>
            <a:lvl7pPr>
              <a:spcBef>
                <a:spcPts val="0"/>
              </a:spcBef>
              <a:spcAft>
                <a:spcPts val="0"/>
              </a:spcAft>
              <a:buClr>
                <a:schemeClr val="dk1"/>
              </a:buClr>
              <a:buSzPts val="2800"/>
              <a:buFont typeface="Montserrat Medium"/>
              <a:buNone/>
              <a:defRPr sz="2800">
                <a:solidFill>
                  <a:schemeClr val="dk1"/>
                </a:solidFill>
                <a:latin typeface="Montserrat Medium"/>
                <a:ea typeface="Montserrat Medium"/>
                <a:cs typeface="Montserrat Medium"/>
              </a:defRPr>
            </a:lvl7pPr>
            <a:lvl8pPr>
              <a:spcBef>
                <a:spcPts val="0"/>
              </a:spcBef>
              <a:spcAft>
                <a:spcPts val="0"/>
              </a:spcAft>
              <a:buClr>
                <a:schemeClr val="dk1"/>
              </a:buClr>
              <a:buSzPts val="2800"/>
              <a:buFont typeface="Montserrat Medium"/>
              <a:buNone/>
              <a:defRPr sz="2800">
                <a:solidFill>
                  <a:schemeClr val="dk1"/>
                </a:solidFill>
                <a:latin typeface="Montserrat Medium"/>
                <a:ea typeface="Montserrat Medium"/>
                <a:cs typeface="Montserrat Medium"/>
              </a:defRPr>
            </a:lvl8pPr>
            <a:lvl9pPr>
              <a:spcBef>
                <a:spcPts val="0"/>
              </a:spcBef>
              <a:spcAft>
                <a:spcPts val="0"/>
              </a:spcAft>
              <a:buClr>
                <a:schemeClr val="dk1"/>
              </a:buClr>
              <a:buSzPts val="2800"/>
              <a:buFont typeface="Montserrat Medium"/>
              <a:buNone/>
              <a:defRPr sz="2800">
                <a:solidFill>
                  <a:schemeClr val="dk1"/>
                </a:solidFill>
                <a:latin typeface="Montserrat Medium"/>
                <a:ea typeface="Montserrat Medium"/>
                <a:cs typeface="Montserrat Medium"/>
              </a:defRPr>
            </a:lvl9pPr>
          </a:lstStyle>
          <a:p xmlns:a="http://schemas.openxmlformats.org/drawingml/2006/main"/>
        </p:txBody>
      </p:sp>
      <p:sp>
        <p:nvSpPr>
          <p:cNvPr id="588" name="Google Shape;588;p74">
            <a:extLst xmlns:a="http://schemas.openxmlformats.org/drawingml/2006/main">
              <a:ext uri="{FF2B5EF4-FFF2-40B4-BE49-F238E27FC236}">
                <a16:creationId xmlns:a16="http://schemas.microsoft.com/office/drawing/2014/main" id="{C5822472-DB7E-474C-9F8C-59EED6A580A7}"/>
              </a:ext>
            </a:extLst>
          </p:cNvPr>
          <p:cNvSpPr>
            <a:spLocks xmlns:a="http://schemas.openxmlformats.org/drawingml/2006/main" noGrp="1"/>
          </p:cNvSpPr>
          <p:nvPr>
            <p:ph type="body" idx="1"/>
          </p:nvPr>
        </p:nvSpPr>
        <p:spPr>
          <a:xfrm xmlns:a="http://schemas.openxmlformats.org/drawingml/2006/main">
            <a:off x="404300" y="1152475"/>
            <a:ext cx="8520600" cy="3416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11150">
              <a:lnSpc>
                <a:spcPct val="115000"/>
              </a:lnSpc>
              <a:spcBef>
                <a:spcPts val="0"/>
              </a:spcBef>
              <a:spcAft>
                <a:spcPts val="0"/>
              </a:spcAft>
              <a:buClr>
                <a:schemeClr val="dk2"/>
              </a:buClr>
              <a:buSzPts val="1300"/>
              <a:buFont typeface="Inter"/>
              <a:buChar char="●"/>
              <a:defRPr sz="1300">
                <a:solidFill>
                  <a:schemeClr val="dk2"/>
                </a:solidFill>
                <a:latin typeface="Inter"/>
                <a:ea typeface="Inter"/>
                <a:cs typeface="Inter"/>
              </a:defRPr>
            </a:lvl1pPr>
            <a:lvl2pPr marL="914400" indent="-298450">
              <a:lnSpc>
                <a:spcPct val="115000"/>
              </a:lnSpc>
              <a:spcBef>
                <a:spcPts val="0"/>
              </a:spcBef>
              <a:spcAft>
                <a:spcPts val="0"/>
              </a:spcAft>
              <a:buClr>
                <a:schemeClr val="dk2"/>
              </a:buClr>
              <a:buSzPts val="1100"/>
              <a:buFont typeface="Inter"/>
              <a:buChar char="○"/>
              <a:defRPr sz="1100">
                <a:solidFill>
                  <a:schemeClr val="dk2"/>
                </a:solidFill>
                <a:latin typeface="Inter"/>
                <a:ea typeface="Inter"/>
                <a:cs typeface="Inter"/>
              </a:defRPr>
            </a:lvl2pPr>
            <a:lvl3pPr marL="1371600" indent="-298450">
              <a:lnSpc>
                <a:spcPct val="115000"/>
              </a:lnSpc>
              <a:spcBef>
                <a:spcPts val="0"/>
              </a:spcBef>
              <a:spcAft>
                <a:spcPts val="0"/>
              </a:spcAft>
              <a:buClr>
                <a:schemeClr val="dk2"/>
              </a:buClr>
              <a:buSzPts val="1100"/>
              <a:buFont typeface="Inter"/>
              <a:buChar char="■"/>
              <a:defRPr sz="1100">
                <a:solidFill>
                  <a:schemeClr val="dk2"/>
                </a:solidFill>
                <a:latin typeface="Inter"/>
                <a:ea typeface="Inter"/>
                <a:cs typeface="Inter"/>
              </a:defRPr>
            </a:lvl3pPr>
            <a:lvl4pPr marL="1828800" indent="-298450">
              <a:lnSpc>
                <a:spcPct val="115000"/>
              </a:lnSpc>
              <a:spcBef>
                <a:spcPts val="0"/>
              </a:spcBef>
              <a:spcAft>
                <a:spcPts val="0"/>
              </a:spcAft>
              <a:buClr>
                <a:schemeClr val="dk2"/>
              </a:buClr>
              <a:buSzPts val="1100"/>
              <a:buFont typeface="Inter"/>
              <a:buChar char="●"/>
              <a:defRPr sz="1100">
                <a:solidFill>
                  <a:schemeClr val="dk2"/>
                </a:solidFill>
                <a:latin typeface="Inter"/>
                <a:ea typeface="Inter"/>
                <a:cs typeface="Inter"/>
              </a:defRPr>
            </a:lvl4pPr>
            <a:lvl5pPr marL="2286000" indent="-298450">
              <a:lnSpc>
                <a:spcPct val="115000"/>
              </a:lnSpc>
              <a:spcBef>
                <a:spcPts val="0"/>
              </a:spcBef>
              <a:spcAft>
                <a:spcPts val="0"/>
              </a:spcAft>
              <a:buClr>
                <a:schemeClr val="dk2"/>
              </a:buClr>
              <a:buSzPts val="1100"/>
              <a:buFont typeface="Inter"/>
              <a:buChar char="○"/>
              <a:defRPr sz="1100">
                <a:solidFill>
                  <a:schemeClr val="dk2"/>
                </a:solidFill>
                <a:latin typeface="Inter"/>
                <a:ea typeface="Inter"/>
                <a:cs typeface="Inter"/>
              </a:defRPr>
            </a:lvl5pPr>
            <a:lvl6pPr marL="2743200" indent="-279400">
              <a:lnSpc>
                <a:spcPct val="115000"/>
              </a:lnSpc>
              <a:spcBef>
                <a:spcPts val="0"/>
              </a:spcBef>
              <a:spcAft>
                <a:spcPts val="0"/>
              </a:spcAft>
              <a:buClr>
                <a:schemeClr val="dk2"/>
              </a:buClr>
              <a:buSzPts val="800"/>
              <a:buFont typeface="Inter"/>
              <a:buChar char="■"/>
              <a:defRPr sz="800">
                <a:solidFill>
                  <a:schemeClr val="dk2"/>
                </a:solidFill>
                <a:latin typeface="Inter"/>
                <a:ea typeface="Inter"/>
                <a:cs typeface="Inter"/>
              </a:defRPr>
            </a:lvl6pPr>
            <a:lvl7pPr marL="3200400" indent="-279400">
              <a:lnSpc>
                <a:spcPct val="115000"/>
              </a:lnSpc>
              <a:spcBef>
                <a:spcPts val="0"/>
              </a:spcBef>
              <a:spcAft>
                <a:spcPts val="0"/>
              </a:spcAft>
              <a:buClr>
                <a:schemeClr val="dk2"/>
              </a:buClr>
              <a:buSzPts val="800"/>
              <a:buFont typeface="Inter"/>
              <a:buChar char="●"/>
              <a:defRPr sz="800">
                <a:solidFill>
                  <a:schemeClr val="dk2"/>
                </a:solidFill>
                <a:latin typeface="Inter"/>
                <a:ea typeface="Inter"/>
                <a:cs typeface="Inter"/>
              </a:defRPr>
            </a:lvl7pPr>
            <a:lvl8pPr marL="3657600" indent="-279400">
              <a:lnSpc>
                <a:spcPct val="115000"/>
              </a:lnSpc>
              <a:spcBef>
                <a:spcPts val="0"/>
              </a:spcBef>
              <a:spcAft>
                <a:spcPts val="0"/>
              </a:spcAft>
              <a:buClr>
                <a:schemeClr val="dk2"/>
              </a:buClr>
              <a:buSzPts val="800"/>
              <a:buFont typeface="Inter"/>
              <a:buChar char="○"/>
              <a:defRPr sz="800">
                <a:solidFill>
                  <a:schemeClr val="dk2"/>
                </a:solidFill>
                <a:latin typeface="Inter"/>
                <a:ea typeface="Inter"/>
                <a:cs typeface="Inter"/>
              </a:defRPr>
            </a:lvl8pPr>
            <a:lvl9pPr marL="4114800" indent="-279400">
              <a:lnSpc>
                <a:spcPct val="115000"/>
              </a:lnSpc>
              <a:spcBef>
                <a:spcPts val="0"/>
              </a:spcBef>
              <a:spcAft>
                <a:spcPts val="0"/>
              </a:spcAft>
              <a:buClr>
                <a:schemeClr val="dk2"/>
              </a:buClr>
              <a:buSzPts val="800"/>
              <a:buFont typeface="Inter"/>
              <a:buChar char="■"/>
              <a:defRPr sz="800">
                <a:solidFill>
                  <a:schemeClr val="dk2"/>
                </a:solidFill>
                <a:latin typeface="Inter"/>
                <a:ea typeface="Inter"/>
                <a:cs typeface="Inter"/>
              </a:defRPr>
            </a:lvl9pPr>
          </a:lstStyle>
          <a:p xmlns:a="http://schemas.openxmlformats.org/drawingml/2006/main"/>
        </p:txBody>
      </p:sp>
      <p:sp>
        <p:nvSpPr>
          <p:cNvPr id="589" name="Google Shape;589;p74">
            <a:extLst xmlns:a="http://schemas.openxmlformats.org/drawingml/2006/main">
              <a:ext uri="{FF2B5EF4-FFF2-40B4-BE49-F238E27FC236}">
                <a16:creationId xmlns:a16="http://schemas.microsoft.com/office/drawing/2014/main" id="{52AB21A3-97C9-4353-92C2-8137849991A2}"/>
              </a:ext>
            </a:extLst>
          </p:cNvPr>
          <p:cNvSpPr>
            <a:spLocks xmlns:a="http://schemas.openxmlformats.org/drawingml/2006/main" noGrp="1"/>
          </p:cNvSpPr>
          <p:nvPr>
            <p:ph type="sldNum" idx="12"/>
          </p:nvPr>
        </p:nvSpPr>
        <p:spPr>
          <a:xfrm xmlns:a="http://schemas.openxmlformats.org/drawingml/2006/main">
            <a:off x="8472450" y="5002025"/>
            <a:ext cx="442800" cy="91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algn="r">
              <a:buNone/>
              <a:defRPr sz="600">
                <a:solidFill>
                  <a:schemeClr val="dk2"/>
                </a:solidFill>
                <a:latin typeface="Inter"/>
                <a:ea typeface="Inter"/>
                <a:cs typeface="Inter"/>
              </a:defRPr>
            </a:lvl1pPr>
            <a:lvl2pPr algn="r">
              <a:buNone/>
              <a:defRPr sz="600">
                <a:solidFill>
                  <a:schemeClr val="dk2"/>
                </a:solidFill>
                <a:latin typeface="Inter"/>
                <a:ea typeface="Inter"/>
                <a:cs typeface="Inter"/>
              </a:defRPr>
            </a:lvl2pPr>
            <a:lvl3pPr algn="r">
              <a:buNone/>
              <a:defRPr sz="600">
                <a:solidFill>
                  <a:schemeClr val="dk2"/>
                </a:solidFill>
                <a:latin typeface="Inter"/>
                <a:ea typeface="Inter"/>
                <a:cs typeface="Inter"/>
              </a:defRPr>
            </a:lvl3pPr>
            <a:lvl4pPr algn="r">
              <a:buNone/>
              <a:defRPr sz="600">
                <a:solidFill>
                  <a:schemeClr val="dk2"/>
                </a:solidFill>
                <a:latin typeface="Inter"/>
                <a:ea typeface="Inter"/>
                <a:cs typeface="Inter"/>
              </a:defRPr>
            </a:lvl4pPr>
            <a:lvl5pPr algn="r">
              <a:buNone/>
              <a:defRPr sz="600">
                <a:solidFill>
                  <a:schemeClr val="dk2"/>
                </a:solidFill>
                <a:latin typeface="Inter"/>
                <a:ea typeface="Inter"/>
                <a:cs typeface="Inter"/>
              </a:defRPr>
            </a:lvl5pPr>
            <a:lvl6pPr algn="r">
              <a:buNone/>
              <a:defRPr sz="600">
                <a:solidFill>
                  <a:schemeClr val="dk2"/>
                </a:solidFill>
                <a:latin typeface="Inter"/>
                <a:ea typeface="Inter"/>
                <a:cs typeface="Inter"/>
              </a:defRPr>
            </a:lvl6pPr>
            <a:lvl7pPr algn="r">
              <a:buNone/>
              <a:defRPr sz="600">
                <a:solidFill>
                  <a:schemeClr val="dk2"/>
                </a:solidFill>
                <a:latin typeface="Inter"/>
                <a:ea typeface="Inter"/>
                <a:cs typeface="Inter"/>
              </a:defRPr>
            </a:lvl7pPr>
            <a:lvl8pPr algn="r">
              <a:buNone/>
              <a:defRPr sz="600">
                <a:solidFill>
                  <a:schemeClr val="dk2"/>
                </a:solidFill>
                <a:latin typeface="Inter"/>
                <a:ea typeface="Inter"/>
                <a:cs typeface="Inter"/>
              </a:defRPr>
            </a:lvl8pPr>
            <a:lvl9pPr algn="r">
              <a:buNone/>
              <a:defRPr sz="600">
                <a:solidFill>
                  <a:schemeClr val="dk2"/>
                </a:solidFill>
                <a:latin typeface="Inter"/>
                <a:ea typeface="Inter"/>
                <a:cs typeface="Inter"/>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clrMap bg1="lt1" tx1="dk1" bg2="dk2" tx2="lt2" accent1="accent1" accent2="accent2" accent3="accent3" accent4="accent4" accent5="accent5" accent6="accent6" hlink="hlink" folHlink="folHlink"/>
  <p:sldLayoutIdLst>
    <p:sldLayoutId xmlns:r="http://schemas.openxmlformats.org/officeDocument/2006/relationships" id="2147483722" r:id="R0eb016039b574338"/>
    <p:sldLayoutId xmlns:r="http://schemas.openxmlformats.org/officeDocument/2006/relationships" id="2147483723" r:id="Rce60b466f48342da"/>
    <p:sldLayoutId xmlns:r="http://schemas.openxmlformats.org/officeDocument/2006/relationships" id="2147483724" r:id="R6d2bf9f9f8004b46"/>
    <p:sldLayoutId xmlns:r="http://schemas.openxmlformats.org/officeDocument/2006/relationships" id="2147483725" r:id="R1b2c04d3bf574c7b"/>
    <p:sldLayoutId xmlns:r="http://schemas.openxmlformats.org/officeDocument/2006/relationships" id="2147483726" r:id="R824c0644ac2741b6"/>
    <p:sldLayoutId xmlns:r="http://schemas.openxmlformats.org/officeDocument/2006/relationships" id="2147483727" r:id="R85a072caca854b8f"/>
    <p:sldLayoutId xmlns:r="http://schemas.openxmlformats.org/officeDocument/2006/relationships" id="2147483728" r:id="Rc14a5919f3794044"/>
    <p:sldLayoutId xmlns:r="http://schemas.openxmlformats.org/officeDocument/2006/relationships" id="2147483729" r:id="R4a042dc0aa30464a"/>
    <p:sldLayoutId xmlns:r="http://schemas.openxmlformats.org/officeDocument/2006/relationships" id="2147483730" r:id="Re350cfac80bb447c"/>
    <p:sldLayoutId xmlns:r="http://schemas.openxmlformats.org/officeDocument/2006/relationships" id="2147483731" r:id="Re8068eb422314ad5"/>
    <p:sldLayoutId xmlns:r="http://schemas.openxmlformats.org/officeDocument/2006/relationships" id="2147483732" r:id="R42d1d60483da4e2a"/>
    <p:sldLayoutId xmlns:r="http://schemas.openxmlformats.org/officeDocument/2006/relationships" id="2147483733" r:id="R921ccbf6dbbe4f1e"/>
    <p:sldLayoutId xmlns:r="http://schemas.openxmlformats.org/officeDocument/2006/relationships" id="2147483734" r:id="R6bcfaa18780e466b"/>
    <p:sldLayoutId xmlns:r="http://schemas.openxmlformats.org/officeDocument/2006/relationships" id="2147483735" r:id="R077d646e6cdb41e0"/>
    <p:sldLayoutId xmlns:r="http://schemas.openxmlformats.org/officeDocument/2006/relationships" id="2147483736" r:id="R30c8fe2867c04f37"/>
    <p:sldLayoutId xmlns:r="http://schemas.openxmlformats.org/officeDocument/2006/relationships" id="2147483737" r:id="R880b56e655c140a4"/>
    <p:sldLayoutId xmlns:r="http://schemas.openxmlformats.org/officeDocument/2006/relationships" id="2147483738" r:id="Reacdd41583104fd4"/>
    <p:sldLayoutId xmlns:r="http://schemas.openxmlformats.org/officeDocument/2006/relationships" id="2147483739" r:id="Rf4ec1db09c3f4d43"/>
    <p:sldLayoutId xmlns:r="http://schemas.openxmlformats.org/officeDocument/2006/relationships" id="2147483740" r:id="R9ff0f34cdccf4bc2"/>
    <p:sldLayoutId xmlns:r="http://schemas.openxmlformats.org/officeDocument/2006/relationships" id="2147483741" r:id="R6c57f76004d346e6"/>
    <p:sldLayoutId xmlns:r="http://schemas.openxmlformats.org/officeDocument/2006/relationships" id="2147483742" r:id="Rfd69bf9a195c4b4d"/>
    <p:sldLayoutId xmlns:r="http://schemas.openxmlformats.org/officeDocument/2006/relationships" id="2147483743" r:id="Re1ed7adcec7d4167"/>
    <p:sldLayoutId xmlns:r="http://schemas.openxmlformats.org/officeDocument/2006/relationships" id="2147483744" r:id="Re5bbdea1b07749bf"/>
    <p:sldLayoutId xmlns:r="http://schemas.openxmlformats.org/officeDocument/2006/relationships" id="2147483745" r:id="Ra820a671909d449f"/>
    <p:sldLayoutId xmlns:r="http://schemas.openxmlformats.org/officeDocument/2006/relationships" id="2147483746" r:id="R66cf7e2669334a35"/>
    <p:sldLayoutId xmlns:r="http://schemas.openxmlformats.org/officeDocument/2006/relationships" id="2147483747" r:id="R7f2652a1686d4f56"/>
    <p:sldLayoutId xmlns:r="http://schemas.openxmlformats.org/officeDocument/2006/relationships" id="2147483748" r:id="Raff7733389c94ee5"/>
    <p:sldLayoutId xmlns:r="http://schemas.openxmlformats.org/officeDocument/2006/relationships" id="2147483749" r:id="R94b52d8068fc43c0"/>
    <p:sldLayoutId xmlns:r="http://schemas.openxmlformats.org/officeDocument/2006/relationships" id="2147483750" r:id="R2391571e7be74288"/>
    <p:sldLayoutId xmlns:r="http://schemas.openxmlformats.org/officeDocument/2006/relationships" id="2147483751" r:id="Re3ad1e25350247e9"/>
    <p:sldLayoutId xmlns:r="http://schemas.openxmlformats.org/officeDocument/2006/relationships" id="2147483752" r:id="Rbe5088cf8fdb4cf6"/>
    <p:sldLayoutId xmlns:r="http://schemas.openxmlformats.org/officeDocument/2006/relationships" id="2147483753" r:id="R4849b793380447d2"/>
    <p:sldLayoutId xmlns:r="http://schemas.openxmlformats.org/officeDocument/2006/relationships" id="2147483754" r:id="Re0d4b72e17a642b8"/>
    <p:sldLayoutId xmlns:r="http://schemas.openxmlformats.org/officeDocument/2006/relationships" id="2147483755" r:id="R42780488fcb74fbb"/>
    <p:sldLayoutId xmlns:r="http://schemas.openxmlformats.org/officeDocument/2006/relationships" id="2147483756" r:id="R0c8dc48e0ea04425"/>
    <p:sldLayoutId xmlns:r="http://schemas.openxmlformats.org/officeDocument/2006/relationships" id="2147483757" r:id="R745350832c154cfc"/>
    <p:sldLayoutId xmlns:r="http://schemas.openxmlformats.org/officeDocument/2006/relationships" id="2147483758" r:id="R8a96cc7f2af34fdd"/>
    <p:sldLayoutId xmlns:r="http://schemas.openxmlformats.org/officeDocument/2006/relationships" id="2147483759" r:id="Rf0de7d8d6a6844af"/>
    <p:sldLayoutId xmlns:r="http://schemas.openxmlformats.org/officeDocument/2006/relationships" id="2147483760" r:id="R0e598aedf89346d2"/>
    <p:sldLayoutId xmlns:r="http://schemas.openxmlformats.org/officeDocument/2006/relationships" id="2147483761" r:id="Rc99ef8ad1a9f4d24"/>
    <p:sldLayoutId xmlns:r="http://schemas.openxmlformats.org/officeDocument/2006/relationships" id="2147483762" r:id="R17520bcc2c744a46"/>
    <p:sldLayoutId xmlns:r="http://schemas.openxmlformats.org/officeDocument/2006/relationships" id="2147483763" r:id="Rd648042835dc4965"/>
    <p:sldLayoutId xmlns:r="http://schemas.openxmlformats.org/officeDocument/2006/relationships" id="2147483764" r:id="R2bd2410c14cf47ad"/>
    <p:sldLayoutId xmlns:r="http://schemas.openxmlformats.org/officeDocument/2006/relationships" id="2147483765" r:id="R64c05d9cbcf848a2"/>
    <p:sldLayoutId xmlns:r="http://schemas.openxmlformats.org/officeDocument/2006/relationships" id="2147483766" r:id="Ra056021c33b24edd"/>
    <p:sldLayoutId xmlns:r="http://schemas.openxmlformats.org/officeDocument/2006/relationships" id="2147483767" r:id="R1909d6360da441e0"/>
    <p:sldLayoutId xmlns:r="http://schemas.openxmlformats.org/officeDocument/2006/relationships" id="2147483768" r:id="Rfce12e352ec8439c"/>
    <p:sldLayoutId xmlns:r="http://schemas.openxmlformats.org/officeDocument/2006/relationships" id="2147483769" r:id="Rfa429249818e4b42"/>
    <p:sldLayoutId xmlns:r="http://schemas.openxmlformats.org/officeDocument/2006/relationships" id="2147483770" r:id="R7f59b3b4339e4690"/>
    <p:sldLayoutId xmlns:r="http://schemas.openxmlformats.org/officeDocument/2006/relationships" id="2147483771" r:id="R852ebc5f114149d3"/>
    <p:sldLayoutId xmlns:r="http://schemas.openxmlformats.org/officeDocument/2006/relationships" id="2147483772" r:id="R19af35079570448c"/>
    <p:sldLayoutId xmlns:r="http://schemas.openxmlformats.org/officeDocument/2006/relationships" id="2147483773" r:id="Rb92ec615c90d49c0"/>
    <p:sldLayoutId xmlns:r="http://schemas.openxmlformats.org/officeDocument/2006/relationships" id="2147483774" r:id="R1fa34f05c9744f57"/>
    <p:sldLayoutId xmlns:r="http://schemas.openxmlformats.org/officeDocument/2006/relationships" id="2147483775" r:id="Rfa838e0e7c534dc2"/>
    <p:sldLayoutId xmlns:r="http://schemas.openxmlformats.org/officeDocument/2006/relationships" id="2147483776" r:id="R38732353a9f04bae"/>
    <p:sldLayoutId xmlns:r="http://schemas.openxmlformats.org/officeDocument/2006/relationships" id="2147483777" r:id="Re05788e3439e4160"/>
    <p:sldLayoutId xmlns:r="http://schemas.openxmlformats.org/officeDocument/2006/relationships" id="2147483778" r:id="Rb8ba013cc2ad4245"/>
    <p:sldLayoutId xmlns:r="http://schemas.openxmlformats.org/officeDocument/2006/relationships" id="2147483779" r:id="R368d5f0dddb247bb"/>
    <p:sldLayoutId xmlns:r="http://schemas.openxmlformats.org/officeDocument/2006/relationships" id="2147483780" r:id="Re37905eb1afb4bfe"/>
    <p:sldLayoutId xmlns:r="http://schemas.openxmlformats.org/officeDocument/2006/relationships" id="2147483781" r:id="Rf590ad44b74d4532"/>
    <p:sldLayoutId xmlns:r="http://schemas.openxmlformats.org/officeDocument/2006/relationships" id="2147483782" r:id="R451406222d2a4719"/>
    <p:sldLayoutId xmlns:r="http://schemas.openxmlformats.org/officeDocument/2006/relationships" id="2147483783" r:id="Rf32dcb8885274cc0"/>
    <p:sldLayoutId xmlns:r="http://schemas.openxmlformats.org/officeDocument/2006/relationships" id="2147483784" r:id="R9400082ebfac4651"/>
    <p:sldLayoutId xmlns:r="http://schemas.openxmlformats.org/officeDocument/2006/relationships" id="2147483785" r:id="Rf3f5b76af5ad4f07"/>
    <p:sldLayoutId xmlns:r="http://schemas.openxmlformats.org/officeDocument/2006/relationships" id="2147483786" r:id="R0d22e565c7da4179"/>
    <p:sldLayoutId xmlns:r="http://schemas.openxmlformats.org/officeDocument/2006/relationships" id="2147483787" r:id="R4ac1c85eb01c456b"/>
    <p:sldLayoutId xmlns:r="http://schemas.openxmlformats.org/officeDocument/2006/relationships" id="2147483788" r:id="R8b0ba1e502714907"/>
    <p:sldLayoutId xmlns:r="http://schemas.openxmlformats.org/officeDocument/2006/relationships" id="2147483789" r:id="R995996d43650435f"/>
    <p:sldLayoutId xmlns:r="http://schemas.openxmlformats.org/officeDocument/2006/relationships" id="2147483790" r:id="R0cff2d451171405b"/>
    <p:sldLayoutId xmlns:r="http://schemas.openxmlformats.org/officeDocument/2006/relationships" id="2147483791" r:id="R8c7d25c7f1bc4cf5"/>
    <p:sldLayoutId xmlns:r="http://schemas.openxmlformats.org/officeDocument/2006/relationships" id="2147483792" r:id="Rfb13044ae7a1491c"/>
    <p:sldLayoutId xmlns:r="http://schemas.openxmlformats.org/officeDocument/2006/relationships" id="2147483793" r:id="R439fb3bdbe6e457a"/>
    <p:sldLayoutId xmlns:r="http://schemas.openxmlformats.org/officeDocument/2006/relationships" id="2147483794" r:id="R570551e66a10434b"/>
    <p:sldLayoutId xmlns:r="http://schemas.openxmlformats.org/officeDocument/2006/relationships" id="2147483795" r:id="R38d96cbd447b4111"/>
    <p:sldLayoutId xmlns:r="http://schemas.openxmlformats.org/officeDocument/2006/relationships" id="2147483796" r:id="Radc2a29f7d6b4039"/>
    <p:sldLayoutId xmlns:r="http://schemas.openxmlformats.org/officeDocument/2006/relationships" id="2147483797" r:id="R7bfee56888e44549"/>
    <p:sldLayoutId xmlns:r="http://schemas.openxmlformats.org/officeDocument/2006/relationships" id="2147483798" r:id="Red698dd259f845ee"/>
    <p:sldLayoutId xmlns:r="http://schemas.openxmlformats.org/officeDocument/2006/relationships" id="2147483799" r:id="R7ebde2dbc0b1461c"/>
    <p:sldLayoutId xmlns:r="http://schemas.openxmlformats.org/officeDocument/2006/relationships" id="2147483800" r:id="R2b932aef388a49e3"/>
    <p:sldLayoutId xmlns:r="http://schemas.openxmlformats.org/officeDocument/2006/relationships" id="2147483801" r:id="Rd34cdfa0f50d4798"/>
    <p:sldLayoutId xmlns:r="http://schemas.openxmlformats.org/officeDocument/2006/relationships" id="2147483802" r:id="Rc75149dca9b84263"/>
    <p:sldLayoutId xmlns:r="http://schemas.openxmlformats.org/officeDocument/2006/relationships" id="2147483803" r:id="R4861b1c271aa46c4"/>
    <p:sldLayoutId xmlns:r="http://schemas.openxmlformats.org/officeDocument/2006/relationships" id="2147483804" r:id="R9812b76dc3cc4b59"/>
    <p:sldLayoutId xmlns:r="http://schemas.openxmlformats.org/officeDocument/2006/relationships" id="2147483805" r:id="Re15e079495264715"/>
    <p:sldLayoutId xmlns:r="http://schemas.openxmlformats.org/officeDocument/2006/relationships" id="2147483806" r:id="R87be9cc7c8ae4ba2"/>
    <p:sldLayoutId xmlns:r="http://schemas.openxmlformats.org/officeDocument/2006/relationships" id="2147483807" r:id="R2638d5559ef7463e"/>
    <p:sldLayoutId xmlns:r="http://schemas.openxmlformats.org/officeDocument/2006/relationships" id="2147483808" r:id="Ra16d1d1c47e24791"/>
    <p:sldLayoutId xmlns:r="http://schemas.openxmlformats.org/officeDocument/2006/relationships" id="2147483809" r:id="R4cce6fcf90ac409b"/>
    <p:sldLayoutId xmlns:r="http://schemas.openxmlformats.org/officeDocument/2006/relationships" id="2147483810" r:id="R908ec973af5f4027"/>
    <p:sldLayoutId xmlns:r="http://schemas.openxmlformats.org/officeDocument/2006/relationships" id="2147483811" r:id="Re43299d7124542b1"/>
    <p:sldLayoutId xmlns:r="http://schemas.openxmlformats.org/officeDocument/2006/relationships" id="2147483812" r:id="R305bc5d717114b16"/>
    <p:sldLayoutId xmlns:r="http://schemas.openxmlformats.org/officeDocument/2006/relationships" id="2147483813" r:id="R3c084eddfdab42e9"/>
    <p:sldLayoutId xmlns:r="http://schemas.openxmlformats.org/officeDocument/2006/relationships" id="2147483814" r:id="Rbbeeeef98b464551"/>
    <p:sldLayoutId xmlns:r="http://schemas.openxmlformats.org/officeDocument/2006/relationships" id="2147483815" r:id="Re7d91e56c0054d97"/>
    <p:sldLayoutId xmlns:r="http://schemas.openxmlformats.org/officeDocument/2006/relationships" id="2147483816" r:id="R04a307e18fa3479a"/>
    <p:sldLayoutId xmlns:r="http://schemas.openxmlformats.org/officeDocument/2006/relationships" id="2147483817" r:id="Rac4e65f6bb6d4064"/>
    <p:sldLayoutId xmlns:r="http://schemas.openxmlformats.org/officeDocument/2006/relationships" id="2147483818" r:id="R9e7c7bd394be4bf0"/>
    <p:sldLayoutId xmlns:r="http://schemas.openxmlformats.org/officeDocument/2006/relationships" id="2147483819" r:id="R441a9e18d51e4b9e"/>
    <p:sldLayoutId xmlns:r="http://schemas.openxmlformats.org/officeDocument/2006/relationships" id="2147483820" r:id="Reaaa5f4b4825459e"/>
    <p:sldLayoutId xmlns:r="http://schemas.openxmlformats.org/officeDocument/2006/relationships" id="2147483821" r:id="Rd3bac448ed0949f3"/>
    <p:sldLayoutId xmlns:r="http://schemas.openxmlformats.org/officeDocument/2006/relationships" id="2147483822" r:id="R9eda08ccfe484613"/>
    <p:sldLayoutId xmlns:r="http://schemas.openxmlformats.org/officeDocument/2006/relationships" id="2147483823" r:id="R20a876c211674062"/>
    <p:sldLayoutId xmlns:r="http://schemas.openxmlformats.org/officeDocument/2006/relationships" id="2147483824" r:id="R3d40570d521c4c52"/>
    <p:sldLayoutId xmlns:r="http://schemas.openxmlformats.org/officeDocument/2006/relationships" id="2147483825" r:id="R207fefa892c84398"/>
    <p:sldLayoutId xmlns:r="http://schemas.openxmlformats.org/officeDocument/2006/relationships" id="2147483826" r:id="Re9d8e551ecaf4a99"/>
    <p:sldLayoutId xmlns:r="http://schemas.openxmlformats.org/officeDocument/2006/relationships" id="2147483827" r:id="R26fea2ae63bb4664"/>
    <p:sldLayoutId xmlns:r="http://schemas.openxmlformats.org/officeDocument/2006/relationships" id="2147483828" r:id="Ra83cbd0c3cc64418"/>
    <p:sldLayoutId xmlns:r="http://schemas.openxmlformats.org/officeDocument/2006/relationships" id="2147483829" r:id="R6fb9beea28204e0c"/>
    <p:sldLayoutId xmlns:r="http://schemas.openxmlformats.org/officeDocument/2006/relationships" id="2147483830" r:id="R6f37e046d01141c1"/>
    <p:sldLayoutId xmlns:r="http://schemas.openxmlformats.org/officeDocument/2006/relationships" id="2147483831" r:id="R39c959cd23d54c70"/>
    <p:sldLayoutId xmlns:r="http://schemas.openxmlformats.org/officeDocument/2006/relationships" id="2147483832" r:id="R159a0ff92e964b23"/>
    <p:sldLayoutId xmlns:r="http://schemas.openxmlformats.org/officeDocument/2006/relationships" id="2147483833" r:id="R67bf165a3c6a4d6b"/>
    <p:sldLayoutId xmlns:r="http://schemas.openxmlformats.org/officeDocument/2006/relationships" id="2147483834" r:id="R9475249104b6491b"/>
    <p:sldLayoutId xmlns:r="http://schemas.openxmlformats.org/officeDocument/2006/relationships" id="2147483835" r:id="Rc8d18af787254b23"/>
    <p:sldLayoutId xmlns:r="http://schemas.openxmlformats.org/officeDocument/2006/relationships" id="2147483836" r:id="Redb0bac45e9c4075"/>
    <p:sldLayoutId xmlns:r="http://schemas.openxmlformats.org/officeDocument/2006/relationships" id="2147483837" r:id="R5a5f84a5412c4e19"/>
    <p:sldLayoutId xmlns:r="http://schemas.openxmlformats.org/officeDocument/2006/relationships" id="2147483838" r:id="R9512f6a001984b06"/>
    <p:sldLayoutId xmlns:r="http://schemas.openxmlformats.org/officeDocument/2006/relationships" id="2147483839" r:id="Rda6cdf231f2f499b"/>
    <p:sldLayoutId xmlns:r="http://schemas.openxmlformats.org/officeDocument/2006/relationships" id="2147483840" r:id="R3f06fb638486418f"/>
    <p:sldLayoutId xmlns:r="http://schemas.openxmlformats.org/officeDocument/2006/relationships" id="2147483841" r:id="Ra50b86b2c5ed4b83"/>
    <p:sldLayoutId xmlns:r="http://schemas.openxmlformats.org/officeDocument/2006/relationships" id="2147483842" r:id="R6090cc8ba77b45f0"/>
    <p:sldLayoutId xmlns:r="http://schemas.openxmlformats.org/officeDocument/2006/relationships" id="2147483843" r:id="R0bc60642f7074287"/>
    <p:sldLayoutId xmlns:r="http://schemas.openxmlformats.org/officeDocument/2006/relationships" id="2147483844" r:id="Rd015b198566c459b"/>
    <p:sldLayoutId xmlns:r="http://schemas.openxmlformats.org/officeDocument/2006/relationships" id="2147483845" r:id="R912b6885fc80422b"/>
    <p:sldLayoutId xmlns:r="http://schemas.openxmlformats.org/officeDocument/2006/relationships" id="2147483846" r:id="Rcc58b8969d6b4307"/>
  </p:sldLayoutIdLst>
  <p:hf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otherStyle>
  </p:txStyles>
  <p:extLst>
    <p:ext uri="{27BBF7A9-308A-43DC-89C8-2F10F3537804}">
      <p15:sldGuideLst xmlns:p15="http://schemas.microsoft.com/office/powerpoint/2012/main">
        <p15:guide id="1" orient="horz" pos="144">
          <p15:clr>
            <a:srgbClr xmlns:a="http://schemas.openxmlformats.org/drawingml/2006/main" val="E46962"/>
          </p15:clr>
        </p15:guide>
        <p15:guide id="2" pos="144">
          <p15:clr>
            <a:srgbClr xmlns:a="http://schemas.openxmlformats.org/drawingml/2006/main" val="E46962"/>
          </p15:clr>
        </p15:guide>
        <p15:guide id="3" orient="horz">
          <p15:clr>
            <a:srgbClr xmlns:a="http://schemas.openxmlformats.org/drawingml/2006/main" val="E46962"/>
          </p15:clr>
        </p15:guide>
        <p15:guide id="4" orient="horz" pos="3240">
          <p15:clr>
            <a:srgbClr xmlns:a="http://schemas.openxmlformats.org/drawingml/2006/main" val="E46962"/>
          </p15:clr>
        </p15:guide>
        <p15:guide id="5" pos="5616">
          <p15:clr>
            <a:srgbClr xmlns:a="http://schemas.openxmlformats.org/drawingml/2006/main" val="E46962"/>
          </p15:clr>
        </p15:guide>
        <p15:guide id="6" orient="horz" pos="3099">
          <p15:clr>
            <a:srgbClr xmlns:a="http://schemas.openxmlformats.org/drawingml/2006/main" val="E46962"/>
          </p15:clr>
        </p15:guide>
        <p15:guide id="7" orient="horz" pos="1621">
          <p15:clr>
            <a:srgbClr xmlns:a="http://schemas.openxmlformats.org/drawingml/2006/main" val="E46962"/>
          </p15:clr>
        </p15:guide>
        <p15:guide id="8" orient="horz" pos="1653">
          <p15:clr>
            <a:srgbClr xmlns:a="http://schemas.openxmlformats.org/drawingml/2006/main" val="E46962"/>
          </p15:clr>
        </p15:guide>
        <p15:guide id="9" orient="horz" pos="1590">
          <p15:clr>
            <a:srgbClr xmlns:a="http://schemas.openxmlformats.org/drawingml/2006/main" val="E46962"/>
          </p15:clr>
        </p15:guide>
        <p15:guide id="10" pos="985">
          <p15:clr>
            <a:srgbClr xmlns:a="http://schemas.openxmlformats.org/drawingml/2006/main" val="E46962"/>
          </p15:clr>
        </p15:guide>
        <p15:guide id="11" pos="1071">
          <p15:clr>
            <a:srgbClr xmlns:a="http://schemas.openxmlformats.org/drawingml/2006/main" val="E46962"/>
          </p15:clr>
        </p15:guide>
        <p15:guide id="12" pos="1912">
          <p15:clr>
            <a:srgbClr xmlns:a="http://schemas.openxmlformats.org/drawingml/2006/main" val="E46962"/>
          </p15:clr>
        </p15:guide>
        <p15:guide id="13" pos="1999">
          <p15:clr>
            <a:srgbClr xmlns:a="http://schemas.openxmlformats.org/drawingml/2006/main" val="E46962"/>
          </p15:clr>
        </p15:guide>
        <p15:guide id="14" pos="2840">
          <p15:clr>
            <a:srgbClr xmlns:a="http://schemas.openxmlformats.org/drawingml/2006/main" val="E46962"/>
          </p15:clr>
        </p15:guide>
        <p15:guide id="15" pos="2880">
          <p15:clr>
            <a:srgbClr xmlns:a="http://schemas.openxmlformats.org/drawingml/2006/main" val="E46962"/>
          </p15:clr>
        </p15:guide>
        <p15:guide id="16" pos="2926">
          <p15:clr>
            <a:srgbClr xmlns:a="http://schemas.openxmlformats.org/drawingml/2006/main" val="E46962"/>
          </p15:clr>
        </p15:guide>
        <p15:guide id="17" pos="3767">
          <p15:clr>
            <a:srgbClr xmlns:a="http://schemas.openxmlformats.org/drawingml/2006/main" val="E46962"/>
          </p15:clr>
        </p15:guide>
        <p15:guide id="18" pos="3853">
          <p15:clr>
            <a:srgbClr xmlns:a="http://schemas.openxmlformats.org/drawingml/2006/main" val="E46962"/>
          </p15:clr>
        </p15:guide>
        <p15:guide id="19" pos="4694">
          <p15:clr>
            <a:srgbClr xmlns:a="http://schemas.openxmlformats.org/drawingml/2006/main" val="E46962"/>
          </p15:clr>
        </p15:guide>
        <p15:guide id="20" pos="4781">
          <p15:clr>
            <a:srgbClr xmlns:a="http://schemas.openxmlformats.org/drawingml/2006/main" val="E46962"/>
          </p15:clr>
        </p15:guide>
      </p15:sldGuideLst>
    </p:ext>
  </p:extLst>
</p:sldMaster>
</file>

<file path=ppt/slideMasters/theme/theme2.xml><?xml version="1.0" encoding="utf-8"?>
<a:theme xmlns:a="http://schemas.openxmlformats.org/drawingml/2006/main" name="Attentive Deck Theme">
  <a:themeElements>
    <a:clrScheme name="Simple Light">
      <a:dk1>
        <a:srgbClr val="1E1C1C"/>
      </a:dk1>
      <a:lt1>
        <a:srgbClr val="FCFAEE"/>
      </a:lt1>
      <a:dk2>
        <a:srgbClr val="1E1C1C"/>
      </a:dk2>
      <a:lt2>
        <a:srgbClr val="FAF4DF"/>
      </a:lt2>
      <a:accent1>
        <a:srgbClr val="DF6A30"/>
      </a:accent1>
      <a:accent2>
        <a:srgbClr val="6079DC"/>
      </a:accent2>
      <a:accent3>
        <a:srgbClr val="FFD60B"/>
      </a:accent3>
      <a:accent4>
        <a:srgbClr val="6E8A09"/>
      </a:accent4>
      <a:accent5>
        <a:srgbClr val="F6DA71"/>
      </a:accent5>
      <a:accent6>
        <a:srgbClr val="E5E5DD"/>
      </a:accent6>
      <a:hlink>
        <a:srgbClr val="1E1C1C"/>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Masters/theme/theme3.xml><?xml version="1.0" encoding="utf-8"?>
<a:theme xmlns:a="http://schemas.openxmlformats.org/drawingml/2006/main" name="Attentive Deck Theme">
  <a:themeElements>
    <a:clrScheme name="Simple Light">
      <a:dk1>
        <a:srgbClr val="1E1C1C"/>
      </a:dk1>
      <a:lt1>
        <a:srgbClr val="FCFAEE"/>
      </a:lt1>
      <a:dk2>
        <a:srgbClr val="1E1C1C"/>
      </a:dk2>
      <a:lt2>
        <a:srgbClr val="FAF4DF"/>
      </a:lt2>
      <a:accent1>
        <a:srgbClr val="DF6A30"/>
      </a:accent1>
      <a:accent2>
        <a:srgbClr val="6079DC"/>
      </a:accent2>
      <a:accent3>
        <a:srgbClr val="FFD60B"/>
      </a:accent3>
      <a:accent4>
        <a:srgbClr val="6E8A09"/>
      </a:accent4>
      <a:accent5>
        <a:srgbClr val="F6DA71"/>
      </a:accent5>
      <a:accent6>
        <a:srgbClr val="E5E5DD"/>
      </a:accent6>
      <a:hlink>
        <a:srgbClr val="1E1C1C"/>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image" Target="../media/image16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image" Target="../media/image16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image" Target="../media/image167.png"/><Relationship Id="rId3" Type="http://schemas.openxmlformats.org/officeDocument/2006/relationships/image" Target="../media/image168.png"/><Relationship Id="rId4" Type="http://schemas.openxmlformats.org/officeDocument/2006/relationships/image" Target="../media/image16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image" Target="../media/image170.png"/><Relationship Id="rId3" Type="http://schemas.openxmlformats.org/officeDocument/2006/relationships/image" Target="../media/image171.png"/><Relationship Id="rId4" Type="http://schemas.openxmlformats.org/officeDocument/2006/relationships/image" Target="../media/image172.png"/><Relationship Id="rId5" Type="http://schemas.openxmlformats.org/officeDocument/2006/relationships/image" Target="../media/image17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image" Target="../media/image174.png"/><Relationship Id="rId3" Type="http://schemas.openxmlformats.org/officeDocument/2006/relationships/image" Target="../media/image175.png"/><Relationship Id="rId4" Type="http://schemas.openxmlformats.org/officeDocument/2006/relationships/image" Target="../media/image176.png"/><Relationship Id="rId5" Type="http://schemas.openxmlformats.org/officeDocument/2006/relationships/image" Target="../media/image17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0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8" name="Google Shape;1628;p215">
            <a:extLst>
              <a:ext uri="{FF2B5EF4-FFF2-40B4-BE49-F238E27FC236}">
                <a16:creationId xmlns:a16="http://schemas.microsoft.com/office/drawing/2014/main" id="{AA2E0A42-524C-40FD-8DE8-39B00D71FA6C}"/>
              </a:ext>
            </a:extLst>
          </p:cNvPr>
          <p:cNvSpPr>
            <a:spLocks noGrp="1"/>
          </p:cNvSpPr>
          <p:nvPr>
            <p:ph type="title" idx="0"/>
          </p:nvPr>
        </p:nvSpPr>
        <p:spPr>
          <a:xfrm>
            <a:off x="228600" y="1600200"/>
            <a:ext cx="4800600" cy="1143000"/>
          </a:xfrm>
          <a:prstGeom prst="rect">
            <a:avLst/>
          </a:prstGeom>
          <a:noFill/>
          <a:ln>
            <a:noFill/>
          </a:ln>
        </p:spPr>
        <p:txBody>
          <a:bodyPr spcFirstLastPara="1" wrap="square" lIns="34275" tIns="17150" rIns="34275" bIns="17150" anchor="t">
            <a:noAutofit/>
          </a:bodyPr>
          <a:lstStyle/>
          <a:p>
            <a:pPr marL="0" lvl="0" indent="0" algn="l">
              <a:spcBef>
                <a:spcPts val="0"/>
              </a:spcBef>
              <a:spcAft>
                <a:spcPts val="0"/>
              </a:spcAft>
              <a:buClr>
                <a:schemeClr val="dk1"/>
              </a:buClr>
              <a:buSzPts val="3375"/>
              <a:buFont typeface="Arial"/>
              <a:buNone/>
            </a:pPr>
            <a:r>
              <a:rPr sz="3775"/>
              <a:t>Thread New York 2026</a:t>
            </a:r>
            <a:endParaRPr sz="3775"/>
          </a:p>
          <a:p>
            <a:pPr marL="0" lvl="0" indent="0" algn="l">
              <a:lnSpc>
                <a:spcPct val="90000"/>
              </a:lnSpc>
              <a:spcBef>
                <a:spcPts val="0"/>
              </a:spcBef>
              <a:spcAft>
                <a:spcPts val="0"/>
              </a:spcAft>
              <a:buClr>
                <a:schemeClr val="dk1"/>
              </a:buClr>
              <a:buSzPts val="3375"/>
              <a:buFont typeface="Arial"/>
              <a:buNone/>
            </a:pPr>
            <a:r>
              <a:t/>
            </a:r>
            <a:endParaRPr sz="3375"/>
          </a:p>
        </p:txBody>
      </p:sp>
      <p:sp>
        <p:nvSpPr>
          <p:cNvPr id="1629" name="Google Shape;1629;p215">
            <a:extLst>
              <a:ext uri="{FF2B5EF4-FFF2-40B4-BE49-F238E27FC236}">
                <a16:creationId xmlns:a16="http://schemas.microsoft.com/office/drawing/2014/main" id="{E0DA1A15-1085-4BA5-9521-EE1EBBC743BE}"/>
              </a:ext>
            </a:extLst>
          </p:cNvPr>
          <p:cNvSpPr>
            <a:spLocks noGrp="1"/>
          </p:cNvSpPr>
          <p:nvPr>
            <p:ph type="title" idx="2"/>
          </p:nvPr>
        </p:nvSpPr>
        <p:spPr>
          <a:xfrm>
            <a:off x="228600" y="2802825"/>
            <a:ext cx="4279500" cy="228600"/>
          </a:xfrm>
          <a:prstGeom prst="rect">
            <a:avLst/>
          </a:prstGeom>
        </p:spPr>
        <p:txBody>
          <a:bodyPr spcFirstLastPara="1" wrap="square" lIns="34275" tIns="17150" rIns="34275" bIns="17150" anchor="t">
            <a:noAutofit/>
          </a:bodyPr>
          <a:lstStyle/>
          <a:p>
            <a:pPr marL="0" lvl="0" indent="0" algn="l">
              <a:spcBef>
                <a:spcPts val="375"/>
              </a:spcBef>
              <a:spcAft>
                <a:spcPts val="0"/>
              </a:spcAft>
              <a:buNone/>
            </a:pPr>
            <a:r>
              <a:t>Environment reference</a:t>
            </a:r>
            <a:endParaRP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743" name="Google Shape;1743;p229">
            <a:extLst>
              <a:ext uri="{FF2B5EF4-FFF2-40B4-BE49-F238E27FC236}">
                <a16:creationId xmlns:a16="http://schemas.microsoft.com/office/drawing/2014/main" id="{B17CE06B-647B-476C-8527-F5C8C71BE723}"/>
              </a:ext>
            </a:extLst>
          </p:cNvPr>
          <p:cNvSpPr>
            <a:spLocks noGrp="1"/>
          </p:cNvSpPr>
          <p:nvPr>
            <p:ph type="title" idx="0"/>
          </p:nvPr>
        </p:nvSpPr>
        <p:spPr>
          <a:xfrm>
            <a:off x="1514925" y="2113650"/>
            <a:ext cx="6114000" cy="920700"/>
          </a:xfrm>
          <a:prstGeom prst="rect">
            <a:avLst/>
          </a:prstGeom>
        </p:spPr>
        <p:txBody>
          <a:bodyPr spcFirstLastPara="1" wrap="square" lIns="0" tIns="0" rIns="0" bIns="0" anchor="ctr">
            <a:noAutofit/>
          </a:bodyPr>
          <a:lstStyle/>
          <a:p>
            <a:pPr marL="0" lvl="0" indent="0" algn="ctr">
              <a:spcBef>
                <a:spcPts val="0"/>
              </a:spcBef>
              <a:spcAft>
                <a:spcPts val="0"/>
              </a:spcAft>
              <a:buNone/>
            </a:pPr>
            <a:r>
              <a:t>The event</a:t>
            </a:r>
            <a:endParaRPr/>
          </a:p>
          <a:p>
            <a:pPr marL="0" lvl="0" indent="0" algn="ctr">
              <a:spcBef>
                <a:spcPts val="0"/>
              </a:spcBef>
              <a:spcAft>
                <a:spcPts val="0"/>
              </a:spcAft>
              <a:buNone/>
            </a:pPr>
            <a:r>
              <a:t/>
            </a:r>
            <a:endParaRP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chemeClr val="lt1"/>
        </a:solidFill>
      </p:bgPr>
    </p:bg>
    <p:spTree>
      <p:nvGrpSpPr>
        <p:cNvPr id="1" name=""/>
        <p:cNvGrpSpPr/>
        <p:nvPr/>
      </p:nvGrpSpPr>
      <p:grpSpPr/>
      <p:sp>
        <p:nvSpPr>
          <p:cNvPr id="2114" name="Google Shape;2114;p279">
            <a:extLst>
              <a:ext uri="{FF2B5EF4-FFF2-40B4-BE49-F238E27FC236}">
                <a16:creationId xmlns:a16="http://schemas.microsoft.com/office/drawing/2014/main" id="{1F522CCA-06F1-4647-8A91-F9DBF195CF2F}"/>
              </a:ext>
            </a:extLst>
          </p:cNvPr>
          <p:cNvSpPr>
            <a:spLocks noGrp="1"/>
          </p:cNvSpPr>
          <p:nvPr>
            <p:ph type="body" idx="1"/>
          </p:nvPr>
        </p:nvSpPr>
        <p:spPr>
          <a:xfrm>
            <a:off x="4642865" y="164051"/>
            <a:ext cx="1948200" cy="160800"/>
          </a:xfrm>
          <a:prstGeom prst="rect">
            <a:avLst/>
          </a:prstGeom>
          <a:noFill/>
          <a:ln>
            <a:noFill/>
          </a:ln>
        </p:spPr>
        <p:txBody>
          <a:bodyPr spcFirstLastPara="1" wrap="square" lIns="34275" tIns="17150" rIns="34275" bIns="17150" anchor="t">
            <a:noAutofit/>
          </a:bodyPr>
          <a:lstStyle/>
          <a:p>
            <a:pPr marL="0" lvl="0" indent="0" algn="l">
              <a:lnSpc>
                <a:spcPct val="90000"/>
              </a:lnSpc>
              <a:spcBef>
                <a:spcPts val="0"/>
              </a:spcBef>
              <a:spcAft>
                <a:spcPts val="0"/>
              </a:spcAft>
              <a:buClr>
                <a:schemeClr val="dk1"/>
              </a:buClr>
              <a:buSzPts val="750"/>
              <a:buFont typeface="Arial"/>
              <a:buNone/>
            </a:pPr>
            <a:r>
              <a:rPr>
                <a:solidFill>
                  <a:srgbClr val="91969C"/>
                </a:solidFill>
              </a:rPr>
              <a:t>Thread World Tour</a:t>
            </a:r>
            <a:endParaRPr>
              <a:solidFill>
                <a:srgbClr val="91969C"/>
              </a:solidFill>
            </a:endParaRPr>
          </a:p>
          <a:p>
            <a:pPr marL="0" lvl="0" indent="0" algn="l">
              <a:lnSpc>
                <a:spcPct val="90000"/>
              </a:lnSpc>
              <a:spcBef>
                <a:spcPts val="1200"/>
              </a:spcBef>
              <a:spcAft>
                <a:spcPts val="1200"/>
              </a:spcAft>
              <a:buClr>
                <a:schemeClr val="dk1"/>
              </a:buClr>
              <a:buSzPts val="750"/>
              <a:buFont typeface="Arial"/>
              <a:buNone/>
            </a:pPr>
            <a:r>
              <a:t/>
            </a:r>
            <a:endParaRPr>
              <a:solidFill>
                <a:srgbClr val="91969C"/>
              </a:solidFill>
            </a:endParaRPr>
          </a:p>
        </p:txBody>
      </p:sp>
      <p:sp>
        <p:nvSpPr>
          <p:cNvPr id="2115" name="Google Shape;2115;p279">
            <a:extLst>
              <a:ext uri="{FF2B5EF4-FFF2-40B4-BE49-F238E27FC236}">
                <a16:creationId xmlns:a16="http://schemas.microsoft.com/office/drawing/2014/main" id="{01F72E34-A09C-41C0-96A0-A0B5069A0CF3}"/>
              </a:ext>
            </a:extLst>
          </p:cNvPr>
          <p:cNvSpPr>
            <a:spLocks noGrp="1"/>
          </p:cNvSpPr>
          <p:nvPr>
            <p:ph type="title" idx="0"/>
          </p:nvPr>
        </p:nvSpPr>
        <p:spPr>
          <a:xfrm>
            <a:off x="4642865" y="295836"/>
            <a:ext cx="2334600" cy="657900"/>
          </a:xfrm>
          <a:prstGeom prst="rect">
            <a:avLst/>
          </a:prstGeom>
          <a:noFill/>
          <a:ln>
            <a:noFill/>
          </a:ln>
        </p:spPr>
        <p:txBody>
          <a:bodyPr spcFirstLastPara="1" wrap="square" lIns="34275" tIns="17150" rIns="34275" bIns="17150" anchor="t">
            <a:spAutoFit/>
          </a:bodyPr>
          <a:lstStyle/>
          <a:p>
            <a:pPr marL="0" lvl="0" indent="0" algn="l">
              <a:lnSpc>
                <a:spcPct val="90000"/>
              </a:lnSpc>
              <a:spcBef>
                <a:spcPts val="0"/>
              </a:spcBef>
              <a:spcAft>
                <a:spcPts val="0"/>
              </a:spcAft>
              <a:buClr>
                <a:schemeClr val="dk1"/>
              </a:buClr>
              <a:buSzPts val="2250"/>
              <a:buFont typeface="Arial"/>
              <a:buNone/>
            </a:pPr>
            <a:r>
              <a:rPr sz="2250"/>
              <a:t>The numbers</a:t>
            </a:r>
            <a:br/>
            <a:r>
              <a:rPr sz="2250">
                <a:solidFill>
                  <a:srgbClr val="999999"/>
                </a:solidFill>
              </a:rPr>
              <a:t/>
            </a:r>
            <a:endParaRPr sz="2250">
              <a:solidFill>
                <a:srgbClr val="999999"/>
              </a:solidFill>
            </a:endParaRPr>
          </a:p>
        </p:txBody>
      </p:sp>
      <p:sp>
        <p:nvSpPr>
          <p:cNvPr id="2116" name="Google Shape;2116;p279">
            <a:extLst>
              <a:ext uri="{FF2B5EF4-FFF2-40B4-BE49-F238E27FC236}">
                <a16:creationId xmlns:a16="http://schemas.microsoft.com/office/drawing/2014/main" id="{926DEAED-86F3-45BA-8A43-1EF49A2BC8A7}"/>
              </a:ext>
            </a:extLst>
          </p:cNvPr>
          <p:cNvSpPr>
            <a:spLocks noGrp="1"/>
          </p:cNvSpPr>
          <p:nvPr>
            <p:ph type="body" idx="2"/>
          </p:nvPr>
        </p:nvSpPr>
        <p:spPr>
          <a:xfrm>
            <a:off x="4642886" y="1077375"/>
            <a:ext cx="4270500" cy="992700"/>
          </a:xfrm>
          <a:prstGeom prst="rect">
            <a:avLst/>
          </a:prstGeom>
          <a:noFill/>
          <a:ln>
            <a:noFill/>
          </a:ln>
        </p:spPr>
        <p:txBody>
          <a:bodyPr spcFirstLastPara="1" wrap="square" lIns="34275" tIns="17150" rIns="34275" bIns="17150" anchor="t">
            <a:spAutoFit/>
          </a:bodyPr>
          <a:lstStyle/>
          <a:p>
            <a:pPr marL="0" lvl="0" indent="0" algn="l">
              <a:lnSpc>
                <a:spcPct val="110000"/>
              </a:lnSpc>
              <a:spcBef>
                <a:spcPts val="0"/>
              </a:spcBef>
              <a:spcAft>
                <a:spcPts val="0"/>
              </a:spcAft>
              <a:buClr>
                <a:schemeClr val="dk1"/>
              </a:buClr>
              <a:buSzPts val="900"/>
              <a:buFont typeface="Arial"/>
              <a:buNone/>
            </a:pPr>
            <a:r>
              <a:rPr sz="900" b="1"/>
              <a:t>Who came</a:t>
            </a:r>
            <a:r>
              <a:rPr b="1"/>
              <a:t/>
            </a:r>
            <a:r>
              <a:rPr sz="900" b="1"/>
              <a:t/>
            </a:r>
            <a:endParaRPr sz="900" b="1"/>
          </a:p>
          <a:p>
            <a:pPr marL="0" lvl="0" indent="0" algn="l">
              <a:lnSpc>
                <a:spcPct val="110000"/>
              </a:lnSpc>
              <a:spcBef>
                <a:spcPts val="225"/>
              </a:spcBef>
              <a:spcAft>
                <a:spcPts val="0"/>
              </a:spcAft>
              <a:buClr>
                <a:schemeClr val="dk1"/>
              </a:buClr>
              <a:buSzPts val="900"/>
              <a:buFont typeface="Arial"/>
              <a:buNone/>
            </a:pPr>
            <a:r>
              <a:t/>
            </a:r>
            <a:endParaRPr sz="900"/>
          </a:p>
          <a:p>
            <a:pPr marL="0" lvl="0" indent="0" algn="l">
              <a:lnSpc>
                <a:spcPct val="110000"/>
              </a:lnSpc>
              <a:spcBef>
                <a:spcPts val="225"/>
              </a:spcBef>
              <a:spcAft>
                <a:spcPts val="0"/>
              </a:spcAft>
              <a:buClr>
                <a:schemeClr val="dk1"/>
              </a:buClr>
              <a:buSzPts val="900"/>
              <a:buFont typeface="Arial"/>
              <a:buNone/>
            </a:pPr>
            <a:r>
              <a:rPr sz="900"/>
              <a:t>Thread New York drew retail and ecommerce decision makers to the 101st floor at Hudson Yards for a single day, with morning activations running well before the content program opened.</a:t>
            </a:r>
            <a:endParaRPr sz="900"/>
          </a:p>
        </p:txBody>
      </p:sp>
      <p:pic>
        <p:nvPicPr>
          <p:cNvPr id="2117" name="Google Shape;2117;p279" descr="s03_845.png"/>
          <p:cNvPicPr>
            <a:picLocks noGrp="1" noChangeAspect="1"/>
          </p:cNvPicPr>
          <p:nvPr>
            <p:ph type="pic" idx="3"/>
          </p:nvPr>
        </p:nvPicPr>
        <p:blipFill>
          <a:blip r:embed="rId2"/>
          <a:srcRect/>
          <a:stretch>
            <a:fillRect/>
          </a:stretch>
        </p:blipFill>
        <p:spPr/>
      </p:pic>
      <p:sp>
        <p:nvSpPr>
          <p:cNvPr id="2118" name="Google Shape;2118;p279">
            <a:extLst>
              <a:ext uri="{FF2B5EF4-FFF2-40B4-BE49-F238E27FC236}">
                <a16:creationId xmlns:a16="http://schemas.microsoft.com/office/drawing/2014/main" id="{912FCACF-82E8-4AEF-B84E-586602DF4BF3}"/>
              </a:ext>
            </a:extLst>
          </p:cNvPr>
          <p:cNvSpPr>
            <a:spLocks noGrp="1"/>
          </p:cNvSpPr>
          <p:nvPr/>
        </p:nvSpPr>
        <p:spPr>
          <a:xfrm>
            <a:off x="4642875" y="2239257"/>
            <a:ext cx="2059200" cy="1173300"/>
          </a:xfrm>
          <a:prstGeom prst="roundRect">
            <a:avLst>
              <a:gd name="adj" fmla="val 2770"/>
            </a:avLst>
          </a:prstGeom>
          <a:solidFill>
            <a:srgbClr val="000000">
              <a:alpha val="4310"/>
            </a:srgbClr>
          </a:solidFill>
          <a:ln>
            <a:noFill/>
          </a:ln>
        </p:spPr>
        <p:txBody>
          <a:bodyPr spcFirstLastPara="1" wrap="square" lIns="19050" tIns="19050" rIns="19050" bIns="19050" anchor="ctr">
            <a:noAutofit/>
          </a:bodyPr>
          <a:lstStyle/>
          <a:p>
            <a:pPr marL="0" marR="0" lvl="0" indent="0" algn="ctr">
              <a:lnSpc>
                <a:spcPct val="100000"/>
              </a:lnSpc>
              <a:spcBef>
                <a:spcPts val="0"/>
              </a:spcBef>
              <a:spcAft>
                <a:spcPts val="0"/>
              </a:spcAft>
              <a:buClr>
                <a:srgbClr val="FFFFFF"/>
              </a:buClr>
              <a:buSzPts val="1800"/>
              <a:buFont typeface="Helvetica Neue"/>
              <a:buNone/>
            </a:pPr>
            <a:r>
              <a:t/>
            </a:r>
            <a:endParaRPr sz="1800" b="0" i="0" u="none" cap="none">
              <a:solidFill>
                <a:srgbClr val="000000"/>
              </a:solidFill>
              <a:latin typeface="Helvetica Neue"/>
              <a:ea typeface="Helvetica Neue"/>
              <a:cs typeface="Helvetica Neue"/>
            </a:endParaRPr>
          </a:p>
        </p:txBody>
      </p:sp>
      <p:sp>
        <p:nvSpPr>
          <p:cNvPr id="2119" name="Google Shape;2119;p279">
            <a:extLst>
              <a:ext uri="{FF2B5EF4-FFF2-40B4-BE49-F238E27FC236}">
                <a16:creationId xmlns:a16="http://schemas.microsoft.com/office/drawing/2014/main" id="{9D1047BE-B4A1-4564-A74C-FA0917942E2D}"/>
              </a:ext>
            </a:extLst>
          </p:cNvPr>
          <p:cNvSpPr>
            <a:spLocks noGrp="1"/>
          </p:cNvSpPr>
          <p:nvPr>
            <p:ph type="body" idx="4294967295"/>
          </p:nvPr>
        </p:nvSpPr>
        <p:spPr>
          <a:xfrm>
            <a:off x="4758219" y="2829956"/>
            <a:ext cx="1761900" cy="354000"/>
          </a:xfrm>
          <a:prstGeom prst="rect">
            <a:avLst/>
          </a:prstGeom>
          <a:noFill/>
          <a:ln>
            <a:noFill/>
          </a:ln>
        </p:spPr>
        <p:txBody>
          <a:bodyPr spcFirstLastPara="1" wrap="square" lIns="0" tIns="0" rIns="0" bIns="0" anchor="b">
            <a:spAutoFit/>
          </a:bodyPr>
          <a:lstStyle/>
          <a:p>
            <a:pPr marL="0" lvl="0" indent="0" algn="l">
              <a:lnSpc>
                <a:spcPct val="100000"/>
              </a:lnSpc>
              <a:spcBef>
                <a:spcPts val="0"/>
              </a:spcBef>
              <a:spcAft>
                <a:spcPts val="0"/>
              </a:spcAft>
              <a:buClr>
                <a:schemeClr val="dk1"/>
              </a:buClr>
              <a:buSzPts val="2300"/>
              <a:buFont typeface="Helvetica Neue"/>
              <a:buNone/>
            </a:pPr>
            <a:r>
              <a:rPr sz="2300"/>
              <a:t>419</a:t>
            </a:r>
            <a:endParaRPr sz="2300"/>
          </a:p>
        </p:txBody>
      </p:sp>
      <p:sp>
        <p:nvSpPr>
          <p:cNvPr id="2120" name="Google Shape;2120;p279">
            <a:extLst>
              <a:ext uri="{FF2B5EF4-FFF2-40B4-BE49-F238E27FC236}">
                <a16:creationId xmlns:a16="http://schemas.microsoft.com/office/drawing/2014/main" id="{08159AC7-DEA4-410F-BD96-717B8BFA2C9F}"/>
              </a:ext>
            </a:extLst>
          </p:cNvPr>
          <p:cNvSpPr>
            <a:spLocks noGrp="1"/>
          </p:cNvSpPr>
          <p:nvPr>
            <p:ph type="body" idx="4294967295"/>
          </p:nvPr>
        </p:nvSpPr>
        <p:spPr>
          <a:xfrm>
            <a:off x="4758577" y="2623657"/>
            <a:ext cx="1761300" cy="123000"/>
          </a:xfrm>
          <a:prstGeom prst="rect">
            <a:avLst/>
          </a:prstGeom>
          <a:noFill/>
          <a:ln>
            <a:noFill/>
          </a:ln>
        </p:spPr>
        <p:txBody>
          <a:bodyPr spcFirstLastPara="1" wrap="square" lIns="0" tIns="0" rIns="0" bIns="0" anchor="t">
            <a:spAutoFit/>
          </a:bodyPr>
          <a:lstStyle/>
          <a:p>
            <a:pPr marL="0" lvl="0" indent="0" algn="l">
              <a:lnSpc>
                <a:spcPct val="120000"/>
              </a:lnSpc>
              <a:spcBef>
                <a:spcPts val="0"/>
              </a:spcBef>
              <a:spcAft>
                <a:spcPts val="0"/>
              </a:spcAft>
              <a:buClr>
                <a:srgbClr val="7F7F7F"/>
              </a:buClr>
              <a:buSzPts val="800"/>
              <a:buFont typeface="Helvetica Neue"/>
              <a:buNone/>
            </a:pPr>
            <a:r>
              <a:rPr sz="800"/>
              <a:t>RSVPs</a:t>
            </a:r>
            <a:endParaRPr sz="800"/>
          </a:p>
        </p:txBody>
      </p:sp>
      <p:sp>
        <p:nvSpPr>
          <p:cNvPr id="2121" name="Google Shape;2121;p279">
            <a:extLst>
              <a:ext uri="{FF2B5EF4-FFF2-40B4-BE49-F238E27FC236}">
                <a16:creationId xmlns:a16="http://schemas.microsoft.com/office/drawing/2014/main" id="{1B307613-DAB3-4517-9917-048FCC309684}"/>
              </a:ext>
            </a:extLst>
          </p:cNvPr>
          <p:cNvSpPr>
            <a:spLocks noGrp="1"/>
          </p:cNvSpPr>
          <p:nvPr/>
        </p:nvSpPr>
        <p:spPr>
          <a:xfrm>
            <a:off x="6854111" y="2239257"/>
            <a:ext cx="2059200" cy="1173300"/>
          </a:xfrm>
          <a:prstGeom prst="roundRect">
            <a:avLst>
              <a:gd name="adj" fmla="val 2770"/>
            </a:avLst>
          </a:prstGeom>
          <a:solidFill>
            <a:srgbClr val="000000">
              <a:alpha val="4310"/>
            </a:srgbClr>
          </a:solidFill>
          <a:ln>
            <a:noFill/>
          </a:ln>
        </p:spPr>
        <p:txBody>
          <a:bodyPr spcFirstLastPara="1" wrap="square" lIns="19050" tIns="19050" rIns="19050" bIns="19050" anchor="ctr">
            <a:noAutofit/>
          </a:bodyPr>
          <a:lstStyle/>
          <a:p>
            <a:pPr marL="0" marR="0" lvl="0" indent="0" algn="ctr">
              <a:lnSpc>
                <a:spcPct val="100000"/>
              </a:lnSpc>
              <a:spcBef>
                <a:spcPts val="0"/>
              </a:spcBef>
              <a:spcAft>
                <a:spcPts val="0"/>
              </a:spcAft>
              <a:buClr>
                <a:srgbClr val="FFFFFF"/>
              </a:buClr>
              <a:buSzPts val="1800"/>
              <a:buFont typeface="Helvetica Neue"/>
              <a:buNone/>
            </a:pPr>
            <a:r>
              <a:t/>
            </a:r>
            <a:endParaRPr sz="1800" b="0" i="0" u="none" cap="none">
              <a:solidFill>
                <a:srgbClr val="000000"/>
              </a:solidFill>
              <a:latin typeface="Helvetica Neue"/>
              <a:ea typeface="Helvetica Neue"/>
              <a:cs typeface="Helvetica Neue"/>
            </a:endParaRPr>
          </a:p>
        </p:txBody>
      </p:sp>
      <p:sp>
        <p:nvSpPr>
          <p:cNvPr id="2122" name="Google Shape;2122;p279">
            <a:extLst>
              <a:ext uri="{FF2B5EF4-FFF2-40B4-BE49-F238E27FC236}">
                <a16:creationId xmlns:a16="http://schemas.microsoft.com/office/drawing/2014/main" id="{89E7B6A0-8EC8-4EF0-91BC-8C71085CE610}"/>
              </a:ext>
            </a:extLst>
          </p:cNvPr>
          <p:cNvSpPr>
            <a:spLocks noGrp="1"/>
          </p:cNvSpPr>
          <p:nvPr>
            <p:ph type="body" idx="4294967295"/>
          </p:nvPr>
        </p:nvSpPr>
        <p:spPr>
          <a:xfrm>
            <a:off x="6969455" y="2829956"/>
            <a:ext cx="1761900" cy="354000"/>
          </a:xfrm>
          <a:prstGeom prst="rect">
            <a:avLst/>
          </a:prstGeom>
          <a:noFill/>
          <a:ln>
            <a:noFill/>
          </a:ln>
        </p:spPr>
        <p:txBody>
          <a:bodyPr spcFirstLastPara="1" wrap="square" lIns="0" tIns="0" rIns="0" bIns="0" anchor="b">
            <a:spAutoFit/>
          </a:bodyPr>
          <a:lstStyle/>
          <a:p>
            <a:pPr marL="0" lvl="0" indent="0" algn="l">
              <a:lnSpc>
                <a:spcPct val="100000"/>
              </a:lnSpc>
              <a:spcBef>
                <a:spcPts val="0"/>
              </a:spcBef>
              <a:spcAft>
                <a:spcPts val="0"/>
              </a:spcAft>
              <a:buClr>
                <a:schemeClr val="dk1"/>
              </a:buClr>
              <a:buSzPts val="2300"/>
              <a:buFont typeface="Helvetica Neue"/>
              <a:buNone/>
            </a:pPr>
            <a:r>
              <a:rPr sz="2300"/>
              <a:t>211</a:t>
            </a:r>
            <a:endParaRPr sz="2300"/>
          </a:p>
        </p:txBody>
      </p:sp>
      <p:sp>
        <p:nvSpPr>
          <p:cNvPr id="2123" name="Google Shape;2123;p279">
            <a:extLst>
              <a:ext uri="{FF2B5EF4-FFF2-40B4-BE49-F238E27FC236}">
                <a16:creationId xmlns:a16="http://schemas.microsoft.com/office/drawing/2014/main" id="{C592BC72-853D-4330-89C2-BC2526611F4E}"/>
              </a:ext>
            </a:extLst>
          </p:cNvPr>
          <p:cNvSpPr>
            <a:spLocks noGrp="1"/>
          </p:cNvSpPr>
          <p:nvPr>
            <p:ph type="body" idx="4294967295"/>
          </p:nvPr>
        </p:nvSpPr>
        <p:spPr>
          <a:xfrm>
            <a:off x="6969813" y="2623657"/>
            <a:ext cx="1761300" cy="123000"/>
          </a:xfrm>
          <a:prstGeom prst="rect">
            <a:avLst/>
          </a:prstGeom>
          <a:noFill/>
          <a:ln>
            <a:noFill/>
          </a:ln>
        </p:spPr>
        <p:txBody>
          <a:bodyPr spcFirstLastPara="1" wrap="square" lIns="0" tIns="0" rIns="0" bIns="0" anchor="t">
            <a:spAutoFit/>
          </a:bodyPr>
          <a:lstStyle/>
          <a:p>
            <a:pPr marL="0" lvl="0" indent="0" algn="l">
              <a:lnSpc>
                <a:spcPct val="120000"/>
              </a:lnSpc>
              <a:spcBef>
                <a:spcPts val="0"/>
              </a:spcBef>
              <a:spcAft>
                <a:spcPts val="0"/>
              </a:spcAft>
              <a:buClr>
                <a:srgbClr val="7F7F7F"/>
              </a:buClr>
              <a:buSzPts val="800"/>
              <a:buFont typeface="Helvetica Neue"/>
              <a:buNone/>
            </a:pPr>
            <a:r>
              <a:rPr sz="800">
                <a:solidFill>
                  <a:schemeClr val="dk1"/>
                </a:solidFill>
              </a:rPr>
              <a:t>Customers</a:t>
            </a:r>
            <a:endParaRPr sz="800"/>
          </a:p>
        </p:txBody>
      </p:sp>
      <p:sp>
        <p:nvSpPr>
          <p:cNvPr id="2124" name="Google Shape;2124;p279">
            <a:extLst>
              <a:ext uri="{FF2B5EF4-FFF2-40B4-BE49-F238E27FC236}">
                <a16:creationId xmlns:a16="http://schemas.microsoft.com/office/drawing/2014/main" id="{C61BC4B4-501D-476D-92DF-F8345DFDF377}"/>
              </a:ext>
            </a:extLst>
          </p:cNvPr>
          <p:cNvSpPr>
            <a:spLocks noGrp="1"/>
          </p:cNvSpPr>
          <p:nvPr/>
        </p:nvSpPr>
        <p:spPr>
          <a:xfrm>
            <a:off x="4642875" y="3542700"/>
            <a:ext cx="2059200" cy="1173300"/>
          </a:xfrm>
          <a:prstGeom prst="roundRect">
            <a:avLst>
              <a:gd name="adj" fmla="val 2770"/>
            </a:avLst>
          </a:prstGeom>
          <a:solidFill>
            <a:srgbClr val="000000">
              <a:alpha val="4310"/>
            </a:srgbClr>
          </a:solidFill>
          <a:ln>
            <a:noFill/>
          </a:ln>
        </p:spPr>
        <p:txBody>
          <a:bodyPr spcFirstLastPara="1" wrap="square" lIns="19050" tIns="19050" rIns="19050" bIns="19050" anchor="ctr">
            <a:noAutofit/>
          </a:bodyPr>
          <a:lstStyle/>
          <a:p>
            <a:pPr marL="0" marR="0" lvl="0" indent="0" algn="ctr">
              <a:lnSpc>
                <a:spcPct val="100000"/>
              </a:lnSpc>
              <a:spcBef>
                <a:spcPts val="0"/>
              </a:spcBef>
              <a:spcAft>
                <a:spcPts val="0"/>
              </a:spcAft>
              <a:buClr>
                <a:srgbClr val="FFFFFF"/>
              </a:buClr>
              <a:buSzPts val="1800"/>
              <a:buFont typeface="Helvetica Neue"/>
              <a:buNone/>
            </a:pPr>
            <a:r>
              <a:t/>
            </a:r>
            <a:endParaRPr sz="1800" b="0" i="0" u="none" cap="none">
              <a:solidFill>
                <a:srgbClr val="000000"/>
              </a:solidFill>
              <a:latin typeface="Helvetica Neue"/>
              <a:ea typeface="Helvetica Neue"/>
              <a:cs typeface="Helvetica Neue"/>
            </a:endParaRPr>
          </a:p>
        </p:txBody>
      </p:sp>
      <p:sp>
        <p:nvSpPr>
          <p:cNvPr id="2125" name="Google Shape;2125;p279">
            <a:extLst>
              <a:ext uri="{FF2B5EF4-FFF2-40B4-BE49-F238E27FC236}">
                <a16:creationId xmlns:a16="http://schemas.microsoft.com/office/drawing/2014/main" id="{FC70DB4E-F049-4479-8749-782F983AAD2F}"/>
              </a:ext>
            </a:extLst>
          </p:cNvPr>
          <p:cNvSpPr>
            <a:spLocks noGrp="1"/>
          </p:cNvSpPr>
          <p:nvPr>
            <p:ph type="body" idx="4294967295"/>
          </p:nvPr>
        </p:nvSpPr>
        <p:spPr>
          <a:xfrm>
            <a:off x="4758219" y="4133400"/>
            <a:ext cx="1761900" cy="354000"/>
          </a:xfrm>
          <a:prstGeom prst="rect">
            <a:avLst/>
          </a:prstGeom>
          <a:noFill/>
          <a:ln>
            <a:noFill/>
          </a:ln>
        </p:spPr>
        <p:txBody>
          <a:bodyPr spcFirstLastPara="1" wrap="square" lIns="0" tIns="0" rIns="0" bIns="0" anchor="b">
            <a:spAutoFit/>
          </a:bodyPr>
          <a:lstStyle/>
          <a:p>
            <a:pPr marL="0" lvl="0" indent="0" algn="l">
              <a:lnSpc>
                <a:spcPct val="100000"/>
              </a:lnSpc>
              <a:spcBef>
                <a:spcPts val="0"/>
              </a:spcBef>
              <a:spcAft>
                <a:spcPts val="0"/>
              </a:spcAft>
              <a:buClr>
                <a:schemeClr val="dk1"/>
              </a:buClr>
              <a:buSzPts val="2300"/>
              <a:buFont typeface="Helvetica Neue"/>
              <a:buNone/>
            </a:pPr>
            <a:r>
              <a:rPr sz="2300"/>
              <a:t>106</a:t>
            </a:r>
            <a:endParaRPr sz="2300"/>
          </a:p>
        </p:txBody>
      </p:sp>
      <p:sp>
        <p:nvSpPr>
          <p:cNvPr id="2126" name="Google Shape;2126;p279">
            <a:extLst>
              <a:ext uri="{FF2B5EF4-FFF2-40B4-BE49-F238E27FC236}">
                <a16:creationId xmlns:a16="http://schemas.microsoft.com/office/drawing/2014/main" id="{946AF2AF-7CFC-4B7E-8861-F2FF6D12C79A}"/>
              </a:ext>
            </a:extLst>
          </p:cNvPr>
          <p:cNvSpPr>
            <a:spLocks noGrp="1"/>
          </p:cNvSpPr>
          <p:nvPr>
            <p:ph type="body" idx="4294967295"/>
          </p:nvPr>
        </p:nvSpPr>
        <p:spPr>
          <a:xfrm>
            <a:off x="4758577" y="3927100"/>
            <a:ext cx="1761300" cy="123000"/>
          </a:xfrm>
          <a:prstGeom prst="rect">
            <a:avLst/>
          </a:prstGeom>
          <a:noFill/>
          <a:ln>
            <a:noFill/>
          </a:ln>
        </p:spPr>
        <p:txBody>
          <a:bodyPr spcFirstLastPara="1" wrap="square" lIns="0" tIns="0" rIns="0" bIns="0" anchor="t">
            <a:spAutoFit/>
          </a:bodyPr>
          <a:lstStyle/>
          <a:p>
            <a:pPr marL="0" lvl="0" indent="0" algn="l">
              <a:lnSpc>
                <a:spcPct val="120000"/>
              </a:lnSpc>
              <a:spcBef>
                <a:spcPts val="0"/>
              </a:spcBef>
              <a:spcAft>
                <a:spcPts val="0"/>
              </a:spcAft>
              <a:buClr>
                <a:srgbClr val="7F7F7F"/>
              </a:buClr>
              <a:buSzPts val="800"/>
              <a:buFont typeface="Helvetica Neue"/>
              <a:buNone/>
            </a:pPr>
            <a:r>
              <a:rPr sz="800">
                <a:solidFill>
                  <a:schemeClr val="dk1"/>
                </a:solidFill>
              </a:rPr>
              <a:t>Prospects</a:t>
            </a:r>
            <a:endParaRPr sz="800"/>
          </a:p>
        </p:txBody>
      </p:sp>
      <p:sp>
        <p:nvSpPr>
          <p:cNvPr id="2127" name="Google Shape;2127;p279">
            <a:extLst>
              <a:ext uri="{FF2B5EF4-FFF2-40B4-BE49-F238E27FC236}">
                <a16:creationId xmlns:a16="http://schemas.microsoft.com/office/drawing/2014/main" id="{EE4770D2-F044-49D2-A61F-2466222D7749}"/>
              </a:ext>
            </a:extLst>
          </p:cNvPr>
          <p:cNvSpPr>
            <a:spLocks noGrp="1"/>
          </p:cNvSpPr>
          <p:nvPr/>
        </p:nvSpPr>
        <p:spPr>
          <a:xfrm>
            <a:off x="6854111" y="3542700"/>
            <a:ext cx="2059200" cy="1173300"/>
          </a:xfrm>
          <a:prstGeom prst="roundRect">
            <a:avLst>
              <a:gd name="adj" fmla="val 2770"/>
            </a:avLst>
          </a:prstGeom>
          <a:solidFill>
            <a:srgbClr val="000000">
              <a:alpha val="4310"/>
            </a:srgbClr>
          </a:solidFill>
          <a:ln>
            <a:noFill/>
          </a:ln>
        </p:spPr>
        <p:txBody>
          <a:bodyPr spcFirstLastPara="1" wrap="square" lIns="19050" tIns="19050" rIns="19050" bIns="19050" anchor="ctr">
            <a:noAutofit/>
          </a:bodyPr>
          <a:lstStyle/>
          <a:p>
            <a:pPr marL="0" marR="0" lvl="0" indent="0" algn="ctr">
              <a:lnSpc>
                <a:spcPct val="100000"/>
              </a:lnSpc>
              <a:spcBef>
                <a:spcPts val="0"/>
              </a:spcBef>
              <a:spcAft>
                <a:spcPts val="0"/>
              </a:spcAft>
              <a:buClr>
                <a:srgbClr val="FFFFFF"/>
              </a:buClr>
              <a:buSzPts val="1800"/>
              <a:buFont typeface="Helvetica Neue"/>
              <a:buNone/>
            </a:pPr>
            <a:r>
              <a:t/>
            </a:r>
            <a:endParaRPr sz="1800" b="0" i="0" u="none" cap="none">
              <a:solidFill>
                <a:srgbClr val="000000"/>
              </a:solidFill>
              <a:latin typeface="Helvetica Neue"/>
              <a:ea typeface="Helvetica Neue"/>
              <a:cs typeface="Helvetica Neue"/>
            </a:endParaRPr>
          </a:p>
        </p:txBody>
      </p:sp>
      <p:sp>
        <p:nvSpPr>
          <p:cNvPr id="2128" name="Google Shape;2128;p279">
            <a:extLst>
              <a:ext uri="{FF2B5EF4-FFF2-40B4-BE49-F238E27FC236}">
                <a16:creationId xmlns:a16="http://schemas.microsoft.com/office/drawing/2014/main" id="{D37E779B-C46D-4E7E-85F9-0CCE9FD3EE4F}"/>
              </a:ext>
            </a:extLst>
          </p:cNvPr>
          <p:cNvSpPr>
            <a:spLocks noGrp="1"/>
          </p:cNvSpPr>
          <p:nvPr>
            <p:ph type="body" idx="4294967295"/>
          </p:nvPr>
        </p:nvSpPr>
        <p:spPr>
          <a:xfrm>
            <a:off x="6969455" y="4133400"/>
            <a:ext cx="1761900" cy="354000"/>
          </a:xfrm>
          <a:prstGeom prst="rect">
            <a:avLst/>
          </a:prstGeom>
          <a:noFill/>
          <a:ln>
            <a:noFill/>
          </a:ln>
        </p:spPr>
        <p:txBody>
          <a:bodyPr spcFirstLastPara="1" wrap="square" lIns="0" tIns="0" rIns="0" bIns="0" anchor="b">
            <a:spAutoFit/>
          </a:bodyPr>
          <a:lstStyle/>
          <a:p>
            <a:pPr marL="0" lvl="0" indent="0" algn="l">
              <a:lnSpc>
                <a:spcPct val="100000"/>
              </a:lnSpc>
              <a:spcBef>
                <a:spcPts val="0"/>
              </a:spcBef>
              <a:spcAft>
                <a:spcPts val="0"/>
              </a:spcAft>
              <a:buClr>
                <a:schemeClr val="dk1"/>
              </a:buClr>
              <a:buSzPts val="2300"/>
              <a:buFont typeface="Helvetica Neue"/>
              <a:buNone/>
            </a:pPr>
            <a:r>
              <a:rPr sz="2300"/>
              <a:t>32</a:t>
            </a:r>
            <a:endParaRPr sz="2300"/>
          </a:p>
        </p:txBody>
      </p:sp>
      <p:sp>
        <p:nvSpPr>
          <p:cNvPr id="2129" name="Google Shape;2129;p279">
            <a:extLst>
              <a:ext uri="{FF2B5EF4-FFF2-40B4-BE49-F238E27FC236}">
                <a16:creationId xmlns:a16="http://schemas.microsoft.com/office/drawing/2014/main" id="{1DF246CE-E18E-4F10-93B3-BC99527223AF}"/>
              </a:ext>
            </a:extLst>
          </p:cNvPr>
          <p:cNvSpPr>
            <a:spLocks noGrp="1"/>
          </p:cNvSpPr>
          <p:nvPr>
            <p:ph type="body" idx="4294967295"/>
          </p:nvPr>
        </p:nvSpPr>
        <p:spPr>
          <a:xfrm>
            <a:off x="6969813" y="3927100"/>
            <a:ext cx="1761300" cy="123000"/>
          </a:xfrm>
          <a:prstGeom prst="rect">
            <a:avLst/>
          </a:prstGeom>
          <a:noFill/>
          <a:ln>
            <a:noFill/>
          </a:ln>
        </p:spPr>
        <p:txBody>
          <a:bodyPr spcFirstLastPara="1" wrap="square" lIns="0" tIns="0" rIns="0" bIns="0" anchor="t">
            <a:spAutoFit/>
          </a:bodyPr>
          <a:lstStyle/>
          <a:p>
            <a:pPr marL="0" lvl="0" indent="0" algn="l">
              <a:lnSpc>
                <a:spcPct val="120000"/>
              </a:lnSpc>
              <a:spcBef>
                <a:spcPts val="0"/>
              </a:spcBef>
              <a:spcAft>
                <a:spcPts val="0"/>
              </a:spcAft>
              <a:buClr>
                <a:srgbClr val="7F7F7F"/>
              </a:buClr>
              <a:buSzPts val="800"/>
              <a:buFont typeface="Helvetica Neue"/>
              <a:buNone/>
            </a:pPr>
            <a:r>
              <a:rPr sz="800">
                <a:solidFill>
                  <a:schemeClr val="dk1"/>
                </a:solidFill>
              </a:rPr>
              <a:t>Partners</a:t>
            </a:r>
            <a:endParaRPr sz="800"/>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chemeClr val="lt1"/>
        </a:solidFill>
      </p:bgPr>
    </p:bg>
    <p:spTree>
      <p:nvGrpSpPr>
        <p:cNvPr id="1" name=""/>
        <p:cNvGrpSpPr/>
        <p:nvPr/>
      </p:nvGrpSpPr>
      <p:grpSpPr/>
      <p:sp>
        <p:nvSpPr>
          <p:cNvPr id="2040" name="Google Shape;2040;p272">
            <a:extLst>
              <a:ext uri="{FF2B5EF4-FFF2-40B4-BE49-F238E27FC236}">
                <a16:creationId xmlns:a16="http://schemas.microsoft.com/office/drawing/2014/main" id="{339AB170-171E-4AD2-88E4-1B49554DAD1F}"/>
              </a:ext>
            </a:extLst>
          </p:cNvPr>
          <p:cNvSpPr>
            <a:spLocks noGrp="1"/>
          </p:cNvSpPr>
          <p:nvPr>
            <p:ph type="body" idx="1"/>
          </p:nvPr>
        </p:nvSpPr>
        <p:spPr>
          <a:xfrm>
            <a:off x="201378" y="164051"/>
            <a:ext cx="1948200" cy="160800"/>
          </a:xfrm>
          <a:prstGeom prst="rect">
            <a:avLst/>
          </a:prstGeom>
          <a:noFill/>
          <a:ln>
            <a:noFill/>
          </a:ln>
        </p:spPr>
        <p:txBody>
          <a:bodyPr spcFirstLastPara="1" wrap="square" lIns="34275" tIns="17150" rIns="34275" bIns="17150" anchor="t">
            <a:noAutofit/>
          </a:bodyPr>
          <a:lstStyle/>
          <a:p>
            <a:pPr marL="0" lvl="0" indent="0" algn="l">
              <a:lnSpc>
                <a:spcPct val="90000"/>
              </a:lnSpc>
              <a:spcBef>
                <a:spcPts val="0"/>
              </a:spcBef>
              <a:spcAft>
                <a:spcPts val="1200"/>
              </a:spcAft>
              <a:buClr>
                <a:schemeClr val="dk1"/>
              </a:buClr>
              <a:buSzPts val="750"/>
              <a:buFont typeface="Arial"/>
              <a:buNone/>
            </a:pPr>
            <a:r>
              <a:rPr>
                <a:solidFill>
                  <a:srgbClr val="91969C"/>
                </a:solidFill>
              </a:rPr>
              <a:t>Thread World Tour</a:t>
            </a:r>
            <a:endParaRPr sz="750">
              <a:solidFill>
                <a:srgbClr val="91969C"/>
              </a:solidFill>
            </a:endParaRPr>
          </a:p>
        </p:txBody>
      </p:sp>
      <p:sp>
        <p:nvSpPr>
          <p:cNvPr id="2041" name="Google Shape;2041;p272">
            <a:extLst>
              <a:ext uri="{FF2B5EF4-FFF2-40B4-BE49-F238E27FC236}">
                <a16:creationId xmlns:a16="http://schemas.microsoft.com/office/drawing/2014/main" id="{B1E2659A-F3CA-411E-BB54-52A41D01BE2C}"/>
              </a:ext>
            </a:extLst>
          </p:cNvPr>
          <p:cNvSpPr>
            <a:spLocks noGrp="1"/>
          </p:cNvSpPr>
          <p:nvPr>
            <p:ph type="title" idx="0"/>
          </p:nvPr>
        </p:nvSpPr>
        <p:spPr>
          <a:xfrm>
            <a:off x="201378" y="295836"/>
            <a:ext cx="2334600" cy="657900"/>
          </a:xfrm>
          <a:prstGeom prst="rect">
            <a:avLst/>
          </a:prstGeom>
          <a:noFill/>
          <a:ln>
            <a:noFill/>
          </a:ln>
        </p:spPr>
        <p:txBody>
          <a:bodyPr spcFirstLastPara="1" wrap="square" lIns="34275" tIns="17150" rIns="34275" bIns="17150" anchor="t">
            <a:spAutoFit/>
          </a:bodyPr>
          <a:lstStyle/>
          <a:p>
            <a:pPr marL="0" lvl="0" indent="0" algn="l">
              <a:lnSpc>
                <a:spcPct val="90000"/>
              </a:lnSpc>
              <a:spcBef>
                <a:spcPts val="0"/>
              </a:spcBef>
              <a:spcAft>
                <a:spcPts val="0"/>
              </a:spcAft>
              <a:buClr>
                <a:schemeClr val="dk1"/>
              </a:buClr>
              <a:buSzPts val="2250"/>
              <a:buFont typeface="Arial"/>
              <a:buNone/>
            </a:pPr>
            <a:r>
              <a:rPr sz="2250"/>
              <a:t>What Thread is</a:t>
            </a:r>
            <a:br/>
            <a:r>
              <a:rPr sz="2250">
                <a:solidFill>
                  <a:srgbClr val="999999"/>
                </a:solidFill>
              </a:rPr>
              <a:t/>
            </a:r>
            <a:endParaRPr sz="2250">
              <a:solidFill>
                <a:srgbClr val="999999"/>
              </a:solidFill>
            </a:endParaRPr>
          </a:p>
        </p:txBody>
      </p:sp>
      <p:sp>
        <p:nvSpPr>
          <p:cNvPr id="2042" name="Google Shape;2042;p272">
            <a:extLst>
              <a:ext uri="{FF2B5EF4-FFF2-40B4-BE49-F238E27FC236}">
                <a16:creationId xmlns:a16="http://schemas.microsoft.com/office/drawing/2014/main" id="{7D79EDBA-A3B0-4247-A870-63DC8B66E447}"/>
              </a:ext>
            </a:extLst>
          </p:cNvPr>
          <p:cNvSpPr>
            <a:spLocks noGrp="1"/>
          </p:cNvSpPr>
          <p:nvPr>
            <p:ph type="body" idx="2"/>
          </p:nvPr>
        </p:nvSpPr>
        <p:spPr>
          <a:xfrm>
            <a:off x="3642151" y="187708"/>
            <a:ext cx="5298900" cy="878400"/>
          </a:xfrm>
          <a:prstGeom prst="rect">
            <a:avLst/>
          </a:prstGeom>
          <a:noFill/>
          <a:ln>
            <a:noFill/>
          </a:ln>
        </p:spPr>
        <p:txBody>
          <a:bodyPr spcFirstLastPara="1" wrap="square" lIns="34275" tIns="17150" rIns="34275" bIns="17150" anchor="t">
            <a:spAutoFit/>
          </a:bodyPr>
          <a:lstStyle/>
          <a:p>
            <a:pPr marL="0" lvl="0" indent="0" algn="l">
              <a:lnSpc>
                <a:spcPct val="110000"/>
              </a:lnSpc>
              <a:spcBef>
                <a:spcPts val="0"/>
              </a:spcBef>
              <a:spcAft>
                <a:spcPts val="1200"/>
              </a:spcAft>
              <a:buClr>
                <a:schemeClr val="dk1"/>
              </a:buClr>
              <a:buSzPts val="1275"/>
              <a:buFont typeface="Arial"/>
              <a:buNone/>
            </a:pPr>
            <a:r>
              <a:rPr sz="1275">
                <a:solidFill>
                  <a:schemeClr val="dk1"/>
                </a:solidFill>
              </a:rPr>
              <a:t>Thread is our conference for conversational commerce, launched in 2022 and kept deliberately small—one day, one room. New York opened the 2026 tour, with London, Los Angeles, and Melbourne to follow.</a:t>
            </a:r>
            <a:endParaRPr sz="1275">
              <a:solidFill>
                <a:schemeClr val="dk1"/>
              </a:solidFill>
            </a:endParaRPr>
          </a:p>
        </p:txBody>
      </p:sp>
      <p:pic>
        <p:nvPicPr>
          <p:cNvPr id="2043" name="Google Shape;2043;p272" descr="s04_829.png"/>
          <p:cNvPicPr>
            <a:picLocks noGrp="1" noChangeAspect="1"/>
          </p:cNvPicPr>
          <p:nvPr>
            <p:ph type="pic" idx="3"/>
          </p:nvPr>
        </p:nvPicPr>
        <p:blipFill>
          <a:blip r:embed="rId2"/>
          <a:srcRect/>
          <a:stretch>
            <a:fillRect/>
          </a:stretch>
        </p:blipFill>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6E8A09"/>
        </a:solidFill>
      </p:bgPr>
    </p:bg>
    <p:spTree>
      <p:nvGrpSpPr>
        <p:cNvPr id="1" name=""/>
        <p:cNvGrpSpPr/>
        <p:nvPr/>
      </p:nvGrpSpPr>
      <p:grpSpPr/>
      <p:sp>
        <p:nvSpPr>
          <p:cNvPr id="1748" name="Google Shape;1748;p230">
            <a:extLst>
              <a:ext uri="{FF2B5EF4-FFF2-40B4-BE49-F238E27FC236}">
                <a16:creationId xmlns:a16="http://schemas.microsoft.com/office/drawing/2014/main" id="{8F400FF4-9EF2-43E2-AAC3-2B4798E6DE17}"/>
              </a:ext>
            </a:extLst>
          </p:cNvPr>
          <p:cNvSpPr>
            <a:spLocks noGrp="1"/>
          </p:cNvSpPr>
          <p:nvPr>
            <p:ph type="title" idx="0"/>
          </p:nvPr>
        </p:nvSpPr>
        <p:spPr>
          <a:xfrm>
            <a:off x="1514925" y="2113650"/>
            <a:ext cx="6114000" cy="920700"/>
          </a:xfrm>
          <a:prstGeom prst="rect">
            <a:avLst/>
          </a:prstGeom>
        </p:spPr>
        <p:txBody>
          <a:bodyPr spcFirstLastPara="1" wrap="square" lIns="0" tIns="0" rIns="0" bIns="0" anchor="ctr">
            <a:noAutofit/>
          </a:bodyPr>
          <a:lstStyle/>
          <a:p>
            <a:pPr marL="0" lvl="0" indent="0" algn="ctr">
              <a:spcBef>
                <a:spcPts val="0"/>
              </a:spcBef>
              <a:spcAft>
                <a:spcPts val="0"/>
              </a:spcAft>
              <a:buNone/>
            </a:pPr>
            <a:r>
              <a:rPr>
                <a:solidFill>
                  <a:schemeClr val="lt1"/>
                </a:solidFill>
              </a:rPr>
              <a:t>The space</a:t>
            </a:r>
            <a:br/>
            <a:r>
              <a:rPr>
                <a:solidFill>
                  <a:schemeClr val="lt1"/>
                </a:solidFill>
              </a:rPr>
              <a:t/>
            </a:r>
            <a:endParaRPr>
              <a:solidFill>
                <a:schemeClr val="lt1"/>
              </a:solidFill>
            </a:endParaRP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chemeClr val="lt1"/>
        </a:solidFill>
      </p:bgPr>
    </p:bg>
    <p:spTree>
      <p:nvGrpSpPr>
        <p:cNvPr id="1" name=""/>
        <p:cNvGrpSpPr/>
        <p:nvPr/>
      </p:nvGrpSpPr>
      <p:grpSpPr/>
      <p:sp>
        <p:nvSpPr>
          <p:cNvPr id="2092" name="Google Shape;2092;p277">
            <a:extLst>
              <a:ext uri="{FF2B5EF4-FFF2-40B4-BE49-F238E27FC236}">
                <a16:creationId xmlns:a16="http://schemas.microsoft.com/office/drawing/2014/main" id="{133E2160-3CEA-400F-B372-FD38719E31E1}"/>
              </a:ext>
            </a:extLst>
          </p:cNvPr>
          <p:cNvSpPr>
            <a:spLocks noGrp="1"/>
          </p:cNvSpPr>
          <p:nvPr>
            <p:ph type="body" idx="1"/>
          </p:nvPr>
        </p:nvSpPr>
        <p:spPr>
          <a:xfrm>
            <a:off x="201378" y="164051"/>
            <a:ext cx="1948200" cy="160800"/>
          </a:xfrm>
          <a:prstGeom prst="rect">
            <a:avLst/>
          </a:prstGeom>
          <a:noFill/>
          <a:ln>
            <a:noFill/>
          </a:ln>
        </p:spPr>
        <p:txBody>
          <a:bodyPr spcFirstLastPara="1" wrap="square" lIns="34275" tIns="17150" rIns="34275" bIns="17150" anchor="t">
            <a:noAutofit/>
          </a:bodyPr>
          <a:lstStyle/>
          <a:p>
            <a:pPr marL="0" lvl="0" indent="0" algn="l">
              <a:lnSpc>
                <a:spcPct val="90000"/>
              </a:lnSpc>
              <a:spcBef>
                <a:spcPts val="0"/>
              </a:spcBef>
              <a:spcAft>
                <a:spcPts val="0"/>
              </a:spcAft>
              <a:buClr>
                <a:schemeClr val="dk1"/>
              </a:buClr>
              <a:buSzPts val="750"/>
              <a:buFont typeface="Arial"/>
              <a:buNone/>
            </a:pPr>
            <a:r>
              <a:rPr>
                <a:solidFill>
                  <a:srgbClr val="91969C"/>
                </a:solidFill>
              </a:rPr>
              <a:t>The venue</a:t>
            </a:r>
            <a:endParaRPr>
              <a:solidFill>
                <a:srgbClr val="91969C"/>
              </a:solidFill>
            </a:endParaRPr>
          </a:p>
          <a:p>
            <a:pPr marL="0" lvl="0" indent="0" algn="l">
              <a:lnSpc>
                <a:spcPct val="90000"/>
              </a:lnSpc>
              <a:spcBef>
                <a:spcPts val="1200"/>
              </a:spcBef>
              <a:spcAft>
                <a:spcPts val="1200"/>
              </a:spcAft>
              <a:buClr>
                <a:schemeClr val="dk1"/>
              </a:buClr>
              <a:buSzPts val="750"/>
              <a:buFont typeface="Arial"/>
              <a:buNone/>
            </a:pPr>
            <a:r>
              <a:t/>
            </a:r>
            <a:endParaRPr>
              <a:solidFill>
                <a:srgbClr val="91969C"/>
              </a:solidFill>
            </a:endParaRPr>
          </a:p>
        </p:txBody>
      </p:sp>
      <p:sp>
        <p:nvSpPr>
          <p:cNvPr id="2093" name="Google Shape;2093;p277">
            <a:extLst>
              <a:ext uri="{FF2B5EF4-FFF2-40B4-BE49-F238E27FC236}">
                <a16:creationId xmlns:a16="http://schemas.microsoft.com/office/drawing/2014/main" id="{E668D26C-5FE7-484C-B8D0-F30B3E3752B2}"/>
              </a:ext>
            </a:extLst>
          </p:cNvPr>
          <p:cNvSpPr>
            <a:spLocks noGrp="1"/>
          </p:cNvSpPr>
          <p:nvPr>
            <p:ph type="title" idx="0"/>
          </p:nvPr>
        </p:nvSpPr>
        <p:spPr>
          <a:xfrm>
            <a:off x="201378" y="295836"/>
            <a:ext cx="2334600" cy="657900"/>
          </a:xfrm>
          <a:prstGeom prst="rect">
            <a:avLst/>
          </a:prstGeom>
          <a:noFill/>
          <a:ln>
            <a:noFill/>
          </a:ln>
        </p:spPr>
        <p:txBody>
          <a:bodyPr spcFirstLastPara="1" wrap="square" lIns="34275" tIns="17150" rIns="34275" bIns="17150" anchor="t">
            <a:spAutoFit/>
          </a:bodyPr>
          <a:lstStyle/>
          <a:p>
            <a:pPr marL="0" lvl="0" indent="0" algn="l">
              <a:lnSpc>
                <a:spcPct val="90000"/>
              </a:lnSpc>
              <a:spcBef>
                <a:spcPts val="0"/>
              </a:spcBef>
              <a:spcAft>
                <a:spcPts val="0"/>
              </a:spcAft>
              <a:buClr>
                <a:schemeClr val="dk1"/>
              </a:buClr>
              <a:buSzPts val="2250"/>
              <a:buFont typeface="Arial"/>
              <a:buNone/>
            </a:pPr>
            <a:r>
              <a:rPr sz="2250"/>
              <a:t>Hudson Yards</a:t>
            </a:r>
            <a:br/>
            <a:r>
              <a:rPr sz="2250">
                <a:solidFill>
                  <a:srgbClr val="999999"/>
                </a:solidFill>
              </a:rPr>
              <a:t/>
            </a:r>
            <a:endParaRPr sz="2250">
              <a:solidFill>
                <a:srgbClr val="999999"/>
              </a:solidFill>
            </a:endParaRPr>
          </a:p>
        </p:txBody>
      </p:sp>
      <p:sp>
        <p:nvSpPr>
          <p:cNvPr id="2094" name="Google Shape;2094;p277">
            <a:extLst>
              <a:ext uri="{FF2B5EF4-FFF2-40B4-BE49-F238E27FC236}">
                <a16:creationId xmlns:a16="http://schemas.microsoft.com/office/drawing/2014/main" id="{19C267CC-F8C1-42F9-8B87-D1C2A531B15A}"/>
              </a:ext>
            </a:extLst>
          </p:cNvPr>
          <p:cNvSpPr>
            <a:spLocks noGrp="1"/>
          </p:cNvSpPr>
          <p:nvPr>
            <p:ph type="body" idx="2"/>
          </p:nvPr>
        </p:nvSpPr>
        <p:spPr>
          <a:xfrm>
            <a:off x="201378" y="1077375"/>
            <a:ext cx="2002200" cy="1602300"/>
          </a:xfrm>
          <a:prstGeom prst="rect">
            <a:avLst/>
          </a:prstGeom>
          <a:noFill/>
          <a:ln>
            <a:noFill/>
          </a:ln>
        </p:spPr>
        <p:txBody>
          <a:bodyPr spcFirstLastPara="1" wrap="square" lIns="34275" tIns="17150" rIns="34275" bIns="17150" anchor="t">
            <a:spAutoFit/>
          </a:bodyPr>
          <a:lstStyle/>
          <a:p>
            <a:pPr marL="0" lvl="0" indent="0" algn="l">
              <a:lnSpc>
                <a:spcPct val="110000"/>
              </a:lnSpc>
              <a:spcBef>
                <a:spcPts val="0"/>
              </a:spcBef>
              <a:spcAft>
                <a:spcPts val="0"/>
              </a:spcAft>
              <a:buClr>
                <a:schemeClr val="dk1"/>
              </a:buClr>
              <a:buSzPts val="900"/>
              <a:buFont typeface="Arial"/>
              <a:buNone/>
            </a:pPr>
            <a:r>
              <a:rPr sz="900" b="1"/>
              <a:t>One floor</a:t>
            </a:r>
            <a:endParaRPr sz="900" b="1"/>
          </a:p>
          <a:p>
            <a:pPr marL="0" lvl="0" indent="0" algn="l">
              <a:lnSpc>
                <a:spcPct val="110000"/>
              </a:lnSpc>
              <a:spcBef>
                <a:spcPts val="225"/>
              </a:spcBef>
              <a:spcAft>
                <a:spcPts val="0"/>
              </a:spcAft>
              <a:buClr>
                <a:schemeClr val="dk1"/>
              </a:buClr>
              <a:buSzPts val="900"/>
              <a:buFont typeface="Arial"/>
              <a:buNone/>
            </a:pPr>
            <a:r>
              <a:t/>
            </a:r>
            <a:endParaRPr sz="900"/>
          </a:p>
          <a:p>
            <a:pPr marL="0" lvl="0" indent="0" algn="l">
              <a:lnSpc>
                <a:spcPct val="110000"/>
              </a:lnSpc>
              <a:spcBef>
                <a:spcPts val="225"/>
              </a:spcBef>
              <a:spcAft>
                <a:spcPts val="0"/>
              </a:spcAft>
              <a:buClr>
                <a:schemeClr val="dk1"/>
              </a:buClr>
              <a:buSzPts val="900"/>
              <a:buFont typeface="Arial"/>
              <a:buNone/>
            </a:pPr>
            <a:r>
              <a:rPr sz="900"/>
              <a:t>Arrival, check-in, and lunch all ran on the 101st floor,</a:t>
            </a:r>
            <a:r>
              <a:rPr sz="900"/>
              <a:t> and the content program followed in the same room.</a:t>
            </a:r>
            <a:endParaRPr sz="900"/>
          </a:p>
        </p:txBody>
      </p:sp>
      <p:sp>
        <p:nvSpPr>
          <p:cNvPr id="2095" name="Google Shape;2095;p277">
            <a:extLst>
              <a:ext uri="{FF2B5EF4-FFF2-40B4-BE49-F238E27FC236}">
                <a16:creationId xmlns:a16="http://schemas.microsoft.com/office/drawing/2014/main" id="{6C4A389B-E885-47B2-ACD5-ECAC1238C308}"/>
              </a:ext>
            </a:extLst>
          </p:cNvPr>
          <p:cNvSpPr>
            <a:spLocks noGrp="1"/>
          </p:cNvSpPr>
          <p:nvPr>
            <p:ph type="body" idx="3"/>
          </p:nvPr>
        </p:nvSpPr>
        <p:spPr>
          <a:xfrm>
            <a:off x="2447039" y="1077375"/>
            <a:ext cx="2002200" cy="1602300"/>
          </a:xfrm>
          <a:prstGeom prst="rect">
            <a:avLst/>
          </a:prstGeom>
          <a:noFill/>
          <a:ln>
            <a:noFill/>
          </a:ln>
        </p:spPr>
        <p:txBody>
          <a:bodyPr spcFirstLastPara="1" wrap="square" lIns="34275" tIns="17150" rIns="34275" bIns="17150" anchor="t">
            <a:spAutoFit/>
          </a:bodyPr>
          <a:lstStyle/>
          <a:p>
            <a:pPr marL="0" lvl="0" indent="0" algn="l">
              <a:lnSpc>
                <a:spcPct val="110000"/>
              </a:lnSpc>
              <a:spcBef>
                <a:spcPts val="0"/>
              </a:spcBef>
              <a:spcAft>
                <a:spcPts val="0"/>
              </a:spcAft>
              <a:buClr>
                <a:schemeClr val="dk1"/>
              </a:buClr>
              <a:buSzPts val="900"/>
              <a:buFont typeface="Arial"/>
              <a:buNone/>
            </a:pPr>
            <a:r>
              <a:rPr sz="900" b="1"/>
              <a:t>Short walks</a:t>
            </a:r>
            <a:endParaRPr sz="900" b="1"/>
          </a:p>
          <a:p>
            <a:pPr marL="0" lvl="0" indent="0" algn="l">
              <a:lnSpc>
                <a:spcPct val="110000"/>
              </a:lnSpc>
              <a:spcBef>
                <a:spcPts val="225"/>
              </a:spcBef>
              <a:spcAft>
                <a:spcPts val="0"/>
              </a:spcAft>
              <a:buClr>
                <a:schemeClr val="dk1"/>
              </a:buClr>
              <a:buSzPts val="900"/>
              <a:buFont typeface="Arial"/>
              <a:buNone/>
            </a:pPr>
            <a:r>
              <a:t/>
            </a:r>
            <a:endParaRPr sz="900"/>
          </a:p>
          <a:p>
            <a:pPr marL="0" lvl="0" indent="0" algn="l">
              <a:lnSpc>
                <a:spcPct val="110000"/>
              </a:lnSpc>
              <a:spcBef>
                <a:spcPts val="225"/>
              </a:spcBef>
              <a:spcAft>
                <a:spcPts val="0"/>
              </a:spcAft>
              <a:buClr>
                <a:schemeClr val="dk1"/>
              </a:buClr>
              <a:buSzPts val="900"/>
              <a:buFont typeface="Arial"/>
              <a:buNone/>
            </a:pPr>
            <a:r>
              <a:rPr sz="900"/>
              <a:t>Morning activations ran in venues across Hudson Yards.</a:t>
            </a:r>
            <a:r>
              <a:rPr sz="900"/>
              <a:t> Each one sat within a short walk of the main floor.</a:t>
            </a:r>
            <a:endParaRPr sz="900"/>
          </a:p>
        </p:txBody>
      </p:sp>
      <p:sp>
        <p:nvSpPr>
          <p:cNvPr id="2096" name="Google Shape;2096;p277">
            <a:extLst>
              <a:ext uri="{FF2B5EF4-FFF2-40B4-BE49-F238E27FC236}">
                <a16:creationId xmlns:a16="http://schemas.microsoft.com/office/drawing/2014/main" id="{03BBE03D-E61F-43C0-88C8-11778207E11E}"/>
              </a:ext>
            </a:extLst>
          </p:cNvPr>
          <p:cNvSpPr>
            <a:spLocks noGrp="1"/>
          </p:cNvSpPr>
          <p:nvPr>
            <p:ph type="body" idx="4"/>
          </p:nvPr>
        </p:nvSpPr>
        <p:spPr>
          <a:xfrm>
            <a:off x="228600" y="2900150"/>
            <a:ext cx="2002200" cy="1602300"/>
          </a:xfrm>
          <a:prstGeom prst="rect">
            <a:avLst/>
          </a:prstGeom>
          <a:noFill/>
          <a:ln>
            <a:noFill/>
          </a:ln>
        </p:spPr>
        <p:txBody>
          <a:bodyPr spcFirstLastPara="1" wrap="square" lIns="34275" tIns="17150" rIns="34275" bIns="17150" anchor="t">
            <a:spAutoFit/>
          </a:bodyPr>
          <a:lstStyle/>
          <a:p>
            <a:pPr marL="0" lvl="0" indent="0" algn="l">
              <a:lnSpc>
                <a:spcPct val="110000"/>
              </a:lnSpc>
              <a:spcBef>
                <a:spcPts val="0"/>
              </a:spcBef>
              <a:spcAft>
                <a:spcPts val="0"/>
              </a:spcAft>
              <a:buClr>
                <a:schemeClr val="dk1"/>
              </a:buClr>
              <a:buSzPts val="900"/>
              <a:buFont typeface="Arial"/>
              <a:buNone/>
            </a:pPr>
            <a:r>
              <a:rPr sz="900" b="1"/>
              <a:t>Three formats</a:t>
            </a:r>
            <a:endParaRPr sz="900" b="1"/>
          </a:p>
          <a:p>
            <a:pPr marL="0" lvl="0" indent="0" algn="l">
              <a:lnSpc>
                <a:spcPct val="110000"/>
              </a:lnSpc>
              <a:spcBef>
                <a:spcPts val="225"/>
              </a:spcBef>
              <a:spcAft>
                <a:spcPts val="0"/>
              </a:spcAft>
              <a:buClr>
                <a:schemeClr val="dk1"/>
              </a:buClr>
              <a:buSzPts val="900"/>
              <a:buFont typeface="Arial"/>
              <a:buNone/>
            </a:pPr>
            <a:r>
              <a:t/>
            </a:r>
            <a:endParaRPr sz="900"/>
          </a:p>
          <a:p>
            <a:pPr marL="0" lvl="0" indent="0" algn="l">
              <a:lnSpc>
                <a:spcPct val="110000"/>
              </a:lnSpc>
              <a:spcBef>
                <a:spcPts val="225"/>
              </a:spcBef>
              <a:spcAft>
                <a:spcPts val="0"/>
              </a:spcAft>
              <a:buClr>
                <a:schemeClr val="dk1"/>
              </a:buClr>
              <a:buSzPts val="900"/>
              <a:buFont typeface="Arial"/>
              <a:buNone/>
            </a:pPr>
            <a:r>
              <a:rPr sz="900"/>
              <a:t>One room carried lunch rounds, a seated stage, and a standing reception, with no room change between them.</a:t>
            </a:r>
            <a:endParaRPr sz="900"/>
          </a:p>
        </p:txBody>
      </p:sp>
      <p:sp>
        <p:nvSpPr>
          <p:cNvPr id="2097" name="Google Shape;2097;p277">
            <a:extLst>
              <a:ext uri="{FF2B5EF4-FFF2-40B4-BE49-F238E27FC236}">
                <a16:creationId xmlns:a16="http://schemas.microsoft.com/office/drawing/2014/main" id="{C1CF0C3F-4868-4EC8-AE4B-6B71776038AF}"/>
              </a:ext>
            </a:extLst>
          </p:cNvPr>
          <p:cNvSpPr>
            <a:spLocks noGrp="1"/>
          </p:cNvSpPr>
          <p:nvPr>
            <p:ph type="body" idx="5"/>
          </p:nvPr>
        </p:nvSpPr>
        <p:spPr>
          <a:xfrm>
            <a:off x="2474261" y="2900150"/>
            <a:ext cx="2002200" cy="1602300"/>
          </a:xfrm>
          <a:prstGeom prst="rect">
            <a:avLst/>
          </a:prstGeom>
          <a:noFill/>
          <a:ln>
            <a:noFill/>
          </a:ln>
        </p:spPr>
        <p:txBody>
          <a:bodyPr spcFirstLastPara="1" wrap="square" lIns="34275" tIns="17150" rIns="34275" bIns="17150" anchor="t">
            <a:spAutoFit/>
          </a:bodyPr>
          <a:lstStyle/>
          <a:p>
            <a:pPr marL="0" lvl="0" indent="0" algn="l">
              <a:lnSpc>
                <a:spcPct val="110000"/>
              </a:lnSpc>
              <a:spcBef>
                <a:spcPts val="0"/>
              </a:spcBef>
              <a:spcAft>
                <a:spcPts val="0"/>
              </a:spcAft>
              <a:buClr>
                <a:schemeClr val="dk1"/>
              </a:buClr>
              <a:buSzPts val="900"/>
              <a:buFont typeface="Arial"/>
              <a:buNone/>
            </a:pPr>
            <a:r>
              <a:rPr sz="900" b="1"/>
              <a:t>A long day</a:t>
            </a:r>
            <a:endParaRPr sz="900" b="1"/>
          </a:p>
          <a:p>
            <a:pPr marL="0" lvl="0" indent="0" algn="l">
              <a:lnSpc>
                <a:spcPct val="110000"/>
              </a:lnSpc>
              <a:spcBef>
                <a:spcPts val="225"/>
              </a:spcBef>
              <a:spcAft>
                <a:spcPts val="0"/>
              </a:spcAft>
              <a:buClr>
                <a:schemeClr val="dk1"/>
              </a:buClr>
              <a:buSzPts val="900"/>
              <a:buFont typeface="Arial"/>
              <a:buNone/>
            </a:pPr>
            <a:r>
              <a:t/>
            </a:r>
            <a:endParaRPr sz="900"/>
          </a:p>
          <a:p>
            <a:pPr marL="0" lvl="0" indent="0" algn="l">
              <a:lnSpc>
                <a:spcPct val="110000"/>
              </a:lnSpc>
              <a:spcBef>
                <a:spcPts val="225"/>
              </a:spcBef>
              <a:spcAft>
                <a:spcPts val="0"/>
              </a:spcAft>
              <a:buClr>
                <a:schemeClr val="dk1"/>
              </a:buClr>
              <a:buSzPts val="900"/>
              <a:buFont typeface="Arial"/>
              <a:buNone/>
            </a:pPr>
            <a:r>
              <a:rPr sz="900"/>
              <a:t>Doors opened at 8:45am, the content program ran from 1:00pm, and the bash closed the night at 8:00pm.</a:t>
            </a:r>
            <a:endParaRPr sz="900"/>
          </a:p>
        </p:txBody>
      </p:sp>
      <p:pic>
        <p:nvPicPr>
          <p:cNvPr id="2098" name="Google Shape;2098;p277" descr="s06_800.png"/>
          <p:cNvPicPr>
            <a:picLocks noGrp="1" noChangeAspect="1"/>
          </p:cNvPicPr>
          <p:nvPr>
            <p:ph type="pic" idx="6"/>
          </p:nvPr>
        </p:nvPicPr>
        <p:blipFill>
          <a:blip r:embed="rId2"/>
          <a:srcRect/>
          <a:stretch>
            <a:fillRect/>
          </a:stretch>
        </p:blipFill>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chemeClr val="lt1"/>
        </a:solidFill>
      </p:bgPr>
    </p:bg>
    <p:spTree>
      <p:nvGrpSpPr>
        <p:cNvPr id="1" name=""/>
        <p:cNvGrpSpPr/>
        <p:nvPr/>
      </p:nvGrpSpPr>
      <p:grpSpPr/>
      <p:sp>
        <p:nvSpPr>
          <p:cNvPr id="2019" name="Google Shape;2019;p270">
            <a:extLst>
              <a:ext uri="{FF2B5EF4-FFF2-40B4-BE49-F238E27FC236}">
                <a16:creationId xmlns:a16="http://schemas.microsoft.com/office/drawing/2014/main" id="{9EC6DEF5-4892-45C0-A70E-9134F9A91804}"/>
              </a:ext>
            </a:extLst>
          </p:cNvPr>
          <p:cNvSpPr>
            <a:spLocks noGrp="1"/>
          </p:cNvSpPr>
          <p:nvPr>
            <p:ph type="body" idx="1"/>
          </p:nvPr>
        </p:nvSpPr>
        <p:spPr>
          <a:xfrm>
            <a:off x="201378" y="164051"/>
            <a:ext cx="1948200" cy="160800"/>
          </a:xfrm>
          <a:prstGeom prst="rect">
            <a:avLst/>
          </a:prstGeom>
          <a:noFill/>
          <a:ln>
            <a:noFill/>
          </a:ln>
        </p:spPr>
        <p:txBody>
          <a:bodyPr spcFirstLastPara="1" wrap="square" lIns="34275" tIns="17150" rIns="34275" bIns="17150" anchor="t">
            <a:noAutofit/>
          </a:bodyPr>
          <a:lstStyle/>
          <a:p>
            <a:pPr marL="0" lvl="0" indent="0" algn="l">
              <a:lnSpc>
                <a:spcPct val="90000"/>
              </a:lnSpc>
              <a:spcBef>
                <a:spcPts val="0"/>
              </a:spcBef>
              <a:spcAft>
                <a:spcPts val="0"/>
              </a:spcAft>
              <a:buClr>
                <a:schemeClr val="dk1"/>
              </a:buClr>
              <a:buSzPts val="750"/>
              <a:buFont typeface="Arial"/>
              <a:buNone/>
            </a:pPr>
            <a:r>
              <a:rPr>
                <a:solidFill>
                  <a:srgbClr val="91969C"/>
                </a:solidFill>
              </a:rPr>
              <a:t>The space</a:t>
            </a:r>
            <a:endParaRPr>
              <a:solidFill>
                <a:srgbClr val="91969C"/>
              </a:solidFill>
            </a:endParaRPr>
          </a:p>
          <a:p>
            <a:pPr marL="0" lvl="0" indent="0" algn="l">
              <a:lnSpc>
                <a:spcPct val="90000"/>
              </a:lnSpc>
              <a:spcBef>
                <a:spcPts val="1200"/>
              </a:spcBef>
              <a:spcAft>
                <a:spcPts val="1200"/>
              </a:spcAft>
              <a:buClr>
                <a:schemeClr val="dk1"/>
              </a:buClr>
              <a:buSzPts val="750"/>
              <a:buFont typeface="Arial"/>
              <a:buNone/>
            </a:pPr>
            <a:r>
              <a:t/>
            </a:r>
            <a:endParaRPr>
              <a:solidFill>
                <a:srgbClr val="91969C"/>
              </a:solidFill>
            </a:endParaRPr>
          </a:p>
        </p:txBody>
      </p:sp>
      <p:sp>
        <p:nvSpPr>
          <p:cNvPr id="2020" name="Google Shape;2020;p270">
            <a:extLst>
              <a:ext uri="{FF2B5EF4-FFF2-40B4-BE49-F238E27FC236}">
                <a16:creationId xmlns:a16="http://schemas.microsoft.com/office/drawing/2014/main" id="{80EFAF22-196D-4346-B30F-7FC5B5E72A79}"/>
              </a:ext>
            </a:extLst>
          </p:cNvPr>
          <p:cNvSpPr>
            <a:spLocks noGrp="1"/>
          </p:cNvSpPr>
          <p:nvPr>
            <p:ph type="title" idx="0"/>
          </p:nvPr>
        </p:nvSpPr>
        <p:spPr>
          <a:xfrm>
            <a:off x="201378" y="295836"/>
            <a:ext cx="2334600" cy="657900"/>
          </a:xfrm>
          <a:prstGeom prst="rect">
            <a:avLst/>
          </a:prstGeom>
          <a:noFill/>
          <a:ln>
            <a:noFill/>
          </a:ln>
        </p:spPr>
        <p:txBody>
          <a:bodyPr spcFirstLastPara="1" wrap="square" lIns="34275" tIns="17150" rIns="34275" bIns="17150" anchor="t">
            <a:spAutoFit/>
          </a:bodyPr>
          <a:lstStyle/>
          <a:p>
            <a:pPr marL="0" lvl="0" indent="0" algn="l">
              <a:lnSpc>
                <a:spcPct val="90000"/>
              </a:lnSpc>
              <a:spcBef>
                <a:spcPts val="0"/>
              </a:spcBef>
              <a:spcAft>
                <a:spcPts val="0"/>
              </a:spcAft>
              <a:buClr>
                <a:schemeClr val="dk1"/>
              </a:buClr>
              <a:buSzPts val="2250"/>
              <a:buFont typeface="Arial"/>
              <a:buNone/>
            </a:pPr>
            <a:r>
              <a:rPr sz="2250"/>
              <a:t>The door</a:t>
            </a:r>
            <a:br/>
            <a:r>
              <a:rPr sz="2250">
                <a:solidFill>
                  <a:srgbClr val="999999"/>
                </a:solidFill>
              </a:rPr>
              <a:t/>
            </a:r>
            <a:endParaRPr sz="2250">
              <a:solidFill>
                <a:srgbClr val="999999"/>
              </a:solidFill>
            </a:endParaRPr>
          </a:p>
        </p:txBody>
      </p:sp>
      <p:sp>
        <p:nvSpPr>
          <p:cNvPr id="2021" name="Google Shape;2021;p270">
            <a:extLst>
              <a:ext uri="{FF2B5EF4-FFF2-40B4-BE49-F238E27FC236}">
                <a16:creationId xmlns:a16="http://schemas.microsoft.com/office/drawing/2014/main" id="{684DEB71-84AA-4B8D-A38D-7F3A7DE67777}"/>
              </a:ext>
            </a:extLst>
          </p:cNvPr>
          <p:cNvSpPr>
            <a:spLocks noGrp="1"/>
          </p:cNvSpPr>
          <p:nvPr>
            <p:ph type="body" idx="2"/>
          </p:nvPr>
        </p:nvSpPr>
        <p:spPr>
          <a:xfrm>
            <a:off x="201378" y="1907550"/>
            <a:ext cx="2002200" cy="1602300"/>
          </a:xfrm>
          <a:prstGeom prst="rect">
            <a:avLst/>
          </a:prstGeom>
          <a:noFill/>
          <a:ln>
            <a:noFill/>
          </a:ln>
        </p:spPr>
        <p:txBody>
          <a:bodyPr spcFirstLastPara="1" wrap="square" lIns="34275" tIns="17150" rIns="34275" bIns="17150" anchor="t">
            <a:spAutoFit/>
          </a:bodyPr>
          <a:lstStyle/>
          <a:p>
            <a:pPr marL="0" lvl="0" indent="0" algn="l">
              <a:lnSpc>
                <a:spcPct val="110000"/>
              </a:lnSpc>
              <a:spcBef>
                <a:spcPts val="0"/>
              </a:spcBef>
              <a:spcAft>
                <a:spcPts val="0"/>
              </a:spcAft>
              <a:buClr>
                <a:schemeClr val="dk1"/>
              </a:buClr>
              <a:buSzPts val="900"/>
              <a:buFont typeface="Arial"/>
              <a:buNone/>
            </a:pPr>
            <a:r>
              <a:rPr sz="900" b="1"/>
              <a:t>Five shifts</a:t>
            </a:r>
            <a:endParaRPr sz="900" b="1"/>
          </a:p>
          <a:p>
            <a:pPr marL="0" lvl="0" indent="0" algn="l">
              <a:lnSpc>
                <a:spcPct val="110000"/>
              </a:lnSpc>
              <a:spcBef>
                <a:spcPts val="225"/>
              </a:spcBef>
              <a:spcAft>
                <a:spcPts val="0"/>
              </a:spcAft>
              <a:buClr>
                <a:schemeClr val="dk1"/>
              </a:buClr>
              <a:buSzPts val="900"/>
              <a:buFont typeface="Arial"/>
              <a:buNone/>
            </a:pPr>
            <a:r>
              <a:t/>
            </a:r>
            <a:endParaRPr sz="900"/>
          </a:p>
          <a:p>
            <a:pPr marL="0" lvl="0" indent="0" algn="l">
              <a:lnSpc>
                <a:spcPct val="110000"/>
              </a:lnSpc>
              <a:spcBef>
                <a:spcPts val="225"/>
              </a:spcBef>
              <a:spcAft>
                <a:spcPts val="0"/>
              </a:spcAft>
              <a:buClr>
                <a:schemeClr val="dk1"/>
              </a:buClr>
              <a:buSzPts val="900"/>
              <a:buFont typeface="Arial"/>
              <a:buNone/>
            </a:pPr>
            <a:r>
              <a:rPr sz="900"/>
              <a:t>The desk was staffed in five blocks, from 8:45am through to 8:00pm.</a:t>
            </a:r>
            <a:endParaRPr sz="900"/>
          </a:p>
        </p:txBody>
      </p:sp>
      <p:sp>
        <p:nvSpPr>
          <p:cNvPr id="2022" name="Google Shape;2022;p270">
            <a:extLst>
              <a:ext uri="{FF2B5EF4-FFF2-40B4-BE49-F238E27FC236}">
                <a16:creationId xmlns:a16="http://schemas.microsoft.com/office/drawing/2014/main" id="{9544CA5F-4909-4E02-8E68-46175B272700}"/>
              </a:ext>
            </a:extLst>
          </p:cNvPr>
          <p:cNvSpPr>
            <a:spLocks noGrp="1"/>
          </p:cNvSpPr>
          <p:nvPr>
            <p:ph type="body" idx="3"/>
          </p:nvPr>
        </p:nvSpPr>
        <p:spPr>
          <a:xfrm>
            <a:off x="2447039" y="1907550"/>
            <a:ext cx="2002200" cy="1602300"/>
          </a:xfrm>
          <a:prstGeom prst="rect">
            <a:avLst/>
          </a:prstGeom>
          <a:noFill/>
          <a:ln>
            <a:noFill/>
          </a:ln>
        </p:spPr>
        <p:txBody>
          <a:bodyPr spcFirstLastPara="1" wrap="square" lIns="34275" tIns="17150" rIns="34275" bIns="17150" anchor="t">
            <a:spAutoFit/>
          </a:bodyPr>
          <a:lstStyle/>
          <a:p>
            <a:pPr marL="0" lvl="0" indent="0" algn="l">
              <a:lnSpc>
                <a:spcPct val="110000"/>
              </a:lnSpc>
              <a:spcBef>
                <a:spcPts val="0"/>
              </a:spcBef>
              <a:spcAft>
                <a:spcPts val="0"/>
              </a:spcAft>
              <a:buClr>
                <a:schemeClr val="dk1"/>
              </a:buClr>
              <a:buSzPts val="900"/>
              <a:buFont typeface="Arial"/>
              <a:buNone/>
            </a:pPr>
            <a:r>
              <a:rPr sz="900" b="1"/>
              <a:t>Two on deck</a:t>
            </a:r>
            <a:endParaRPr sz="900" b="1"/>
          </a:p>
          <a:p>
            <a:pPr marL="0" lvl="0" indent="0" algn="l">
              <a:lnSpc>
                <a:spcPct val="110000"/>
              </a:lnSpc>
              <a:spcBef>
                <a:spcPts val="225"/>
              </a:spcBef>
              <a:spcAft>
                <a:spcPts val="0"/>
              </a:spcAft>
              <a:buClr>
                <a:schemeClr val="dk1"/>
              </a:buClr>
              <a:buSzPts val="900"/>
              <a:buFont typeface="Arial"/>
              <a:buNone/>
            </a:pPr>
            <a:r>
              <a:t/>
            </a:r>
            <a:endParaRPr sz="900"/>
          </a:p>
          <a:p>
            <a:pPr marL="0" lvl="0" indent="0" algn="l">
              <a:lnSpc>
                <a:spcPct val="110000"/>
              </a:lnSpc>
              <a:spcBef>
                <a:spcPts val="225"/>
              </a:spcBef>
              <a:spcAft>
                <a:spcPts val="0"/>
              </a:spcAft>
              <a:buClr>
                <a:schemeClr val="dk1"/>
              </a:buClr>
              <a:buSzPts val="900"/>
              <a:buFont typeface="Arial"/>
              <a:buNone/>
            </a:pPr>
            <a:r>
              <a:rPr sz="900"/>
              <a:t>Most shifts ran two Attentive hosts alongside Validar support.</a:t>
            </a:r>
            <a:endParaRPr sz="900"/>
          </a:p>
        </p:txBody>
      </p:sp>
      <p:sp>
        <p:nvSpPr>
          <p:cNvPr id="2023" name="Google Shape;2023;p270">
            <a:extLst>
              <a:ext uri="{FF2B5EF4-FFF2-40B4-BE49-F238E27FC236}">
                <a16:creationId xmlns:a16="http://schemas.microsoft.com/office/drawing/2014/main" id="{D2CE9B96-CA6C-4B4F-BCDF-31425A88FB94}"/>
              </a:ext>
            </a:extLst>
          </p:cNvPr>
          <p:cNvSpPr>
            <a:spLocks noGrp="1"/>
          </p:cNvSpPr>
          <p:nvPr>
            <p:ph type="body" idx="4"/>
          </p:nvPr>
        </p:nvSpPr>
        <p:spPr>
          <a:xfrm>
            <a:off x="4692700" y="1907550"/>
            <a:ext cx="2002200" cy="1602300"/>
          </a:xfrm>
          <a:prstGeom prst="rect">
            <a:avLst/>
          </a:prstGeom>
          <a:noFill/>
          <a:ln>
            <a:noFill/>
          </a:ln>
        </p:spPr>
        <p:txBody>
          <a:bodyPr spcFirstLastPara="1" wrap="square" lIns="34275" tIns="17150" rIns="34275" bIns="17150" anchor="t">
            <a:spAutoFit/>
          </a:bodyPr>
          <a:lstStyle/>
          <a:p>
            <a:pPr marL="0" lvl="0" indent="0" algn="l">
              <a:lnSpc>
                <a:spcPct val="110000"/>
              </a:lnSpc>
              <a:spcBef>
                <a:spcPts val="0"/>
              </a:spcBef>
              <a:spcAft>
                <a:spcPts val="0"/>
              </a:spcAft>
              <a:buClr>
                <a:schemeClr val="dk1"/>
              </a:buClr>
              <a:buSzPts val="900"/>
              <a:buFont typeface="Arial"/>
              <a:buNone/>
            </a:pPr>
            <a:r>
              <a:rPr sz="900" b="1"/>
              <a:t>Peak cover</a:t>
            </a:r>
            <a:endParaRPr sz="900" b="1"/>
          </a:p>
          <a:p>
            <a:pPr marL="0" lvl="0" indent="0" algn="l">
              <a:lnSpc>
                <a:spcPct val="110000"/>
              </a:lnSpc>
              <a:spcBef>
                <a:spcPts val="225"/>
              </a:spcBef>
              <a:spcAft>
                <a:spcPts val="0"/>
              </a:spcAft>
              <a:buClr>
                <a:schemeClr val="dk1"/>
              </a:buClr>
              <a:buSzPts val="900"/>
              <a:buFont typeface="Arial"/>
              <a:buNone/>
            </a:pPr>
            <a:r>
              <a:t/>
            </a:r>
            <a:endParaRPr sz="900"/>
          </a:p>
          <a:p>
            <a:pPr marL="0" lvl="0" indent="0" algn="l">
              <a:lnSpc>
                <a:spcPct val="110000"/>
              </a:lnSpc>
              <a:spcBef>
                <a:spcPts val="225"/>
              </a:spcBef>
              <a:spcAft>
                <a:spcPts val="0"/>
              </a:spcAft>
              <a:buClr>
                <a:schemeClr val="dk1"/>
              </a:buClr>
              <a:buSzPts val="900"/>
              <a:buFont typeface="Arial"/>
              <a:buNone/>
            </a:pPr>
            <a:r>
              <a:rPr sz="900"/>
              <a:t>The 11:00am to 2:00pm arrival block carried three hosts.</a:t>
            </a:r>
            <a:endParaRPr sz="900"/>
          </a:p>
        </p:txBody>
      </p:sp>
      <p:sp>
        <p:nvSpPr>
          <p:cNvPr id="2024" name="Google Shape;2024;p270">
            <a:extLst>
              <a:ext uri="{FF2B5EF4-FFF2-40B4-BE49-F238E27FC236}">
                <a16:creationId xmlns:a16="http://schemas.microsoft.com/office/drawing/2014/main" id="{33665234-0D52-4E59-98CC-8DD59368AFC1}"/>
              </a:ext>
            </a:extLst>
          </p:cNvPr>
          <p:cNvSpPr>
            <a:spLocks noGrp="1"/>
          </p:cNvSpPr>
          <p:nvPr>
            <p:ph type="body" idx="5"/>
          </p:nvPr>
        </p:nvSpPr>
        <p:spPr>
          <a:xfrm>
            <a:off x="6938361" y="1907550"/>
            <a:ext cx="2002200" cy="1602300"/>
          </a:xfrm>
          <a:prstGeom prst="rect">
            <a:avLst/>
          </a:prstGeom>
          <a:noFill/>
          <a:ln>
            <a:noFill/>
          </a:ln>
        </p:spPr>
        <p:txBody>
          <a:bodyPr spcFirstLastPara="1" wrap="square" lIns="34275" tIns="17150" rIns="34275" bIns="17150" anchor="t">
            <a:spAutoFit/>
          </a:bodyPr>
          <a:lstStyle/>
          <a:p>
            <a:pPr marL="0" lvl="0" indent="0" algn="l">
              <a:lnSpc>
                <a:spcPct val="110000"/>
              </a:lnSpc>
              <a:spcBef>
                <a:spcPts val="0"/>
              </a:spcBef>
              <a:spcAft>
                <a:spcPts val="0"/>
              </a:spcAft>
              <a:buClr>
                <a:schemeClr val="dk1"/>
              </a:buClr>
              <a:buSzPts val="900"/>
              <a:buFont typeface="Arial"/>
              <a:buNone/>
            </a:pPr>
            <a:r>
              <a:rPr sz="900" b="1"/>
              <a:t>Late cover</a:t>
            </a:r>
            <a:endParaRPr sz="900" b="1"/>
          </a:p>
          <a:p>
            <a:pPr marL="0" lvl="0" indent="0" algn="l">
              <a:lnSpc>
                <a:spcPct val="110000"/>
              </a:lnSpc>
              <a:spcBef>
                <a:spcPts val="225"/>
              </a:spcBef>
              <a:spcAft>
                <a:spcPts val="0"/>
              </a:spcAft>
              <a:buClr>
                <a:schemeClr val="dk1"/>
              </a:buClr>
              <a:buSzPts val="900"/>
              <a:buFont typeface="Arial"/>
              <a:buNone/>
            </a:pPr>
            <a:r>
              <a:t/>
            </a:r>
            <a:endParaRPr sz="900"/>
          </a:p>
          <a:p>
            <a:pPr marL="0" lvl="0" indent="0" algn="l">
              <a:lnSpc>
                <a:spcPct val="110000"/>
              </a:lnSpc>
              <a:spcBef>
                <a:spcPts val="225"/>
              </a:spcBef>
              <a:spcAft>
                <a:spcPts val="0"/>
              </a:spcAft>
              <a:buClr>
                <a:schemeClr val="dk1"/>
              </a:buClr>
              <a:buSzPts val="900"/>
              <a:buFont typeface="Arial"/>
              <a:buNone/>
            </a:pPr>
            <a:r>
              <a:rPr sz="900"/>
              <a:t>One host covered each of the 5:00pm and 6:30pm bash blocks.</a:t>
            </a:r>
            <a:endParaRPr sz="900"/>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chemeClr val="lt1"/>
        </a:solidFill>
      </p:bgPr>
    </p:bg>
    <p:spTree>
      <p:nvGrpSpPr>
        <p:cNvPr id="1" name=""/>
        <p:cNvGrpSpPr/>
        <p:nvPr/>
      </p:nvGrpSpPr>
      <p:grpSpPr/>
      <p:sp>
        <p:nvSpPr>
          <p:cNvPr id="2193" name="Google Shape;2193;p285">
            <a:extLst>
              <a:ext uri="{FF2B5EF4-FFF2-40B4-BE49-F238E27FC236}">
                <a16:creationId xmlns:a16="http://schemas.microsoft.com/office/drawing/2014/main" id="{CDC4015A-AD50-45F6-B4FE-563B2521AE6F}"/>
              </a:ext>
            </a:extLst>
          </p:cNvPr>
          <p:cNvSpPr>
            <a:spLocks noGrp="1"/>
          </p:cNvSpPr>
          <p:nvPr>
            <p:ph type="body" idx="1"/>
          </p:nvPr>
        </p:nvSpPr>
        <p:spPr>
          <a:xfrm>
            <a:off x="201327" y="3996251"/>
            <a:ext cx="2844900" cy="211200"/>
          </a:xfrm>
          <a:prstGeom prst="rect">
            <a:avLst/>
          </a:prstGeom>
          <a:noFill/>
          <a:ln>
            <a:noFill/>
          </a:ln>
        </p:spPr>
        <p:txBody>
          <a:bodyPr spcFirstLastPara="1" wrap="square" lIns="34275" tIns="17150" rIns="34275" bIns="17150" anchor="t">
            <a:spAutoFit/>
          </a:bodyPr>
          <a:lstStyle/>
          <a:p>
            <a:pPr marL="0" lvl="0" indent="0" algn="l">
              <a:lnSpc>
                <a:spcPct val="90000"/>
              </a:lnSpc>
              <a:spcBef>
                <a:spcPts val="300"/>
              </a:spcBef>
              <a:spcAft>
                <a:spcPts val="1200"/>
              </a:spcAft>
              <a:buClr>
                <a:schemeClr val="dk1"/>
              </a:buClr>
              <a:buSzPts val="1275"/>
              <a:buFont typeface="Arial"/>
              <a:buNone/>
            </a:pPr>
            <a:r>
              <a:rPr sz="1275"/>
              <a:t>Check-in opened at 8:45am</a:t>
            </a:r>
            <a:endParaRPr sz="1275"/>
          </a:p>
        </p:txBody>
      </p:sp>
      <p:sp>
        <p:nvSpPr>
          <p:cNvPr id="2194" name="Google Shape;2194;p285">
            <a:extLst>
              <a:ext uri="{FF2B5EF4-FFF2-40B4-BE49-F238E27FC236}">
                <a16:creationId xmlns:a16="http://schemas.microsoft.com/office/drawing/2014/main" id="{86D81193-A1A9-4946-9695-55F89D18BBC6}"/>
              </a:ext>
            </a:extLst>
          </p:cNvPr>
          <p:cNvSpPr>
            <a:spLocks noGrp="1"/>
          </p:cNvSpPr>
          <p:nvPr>
            <p:ph type="body" idx="2"/>
          </p:nvPr>
        </p:nvSpPr>
        <p:spPr>
          <a:xfrm>
            <a:off x="3161109" y="3996333"/>
            <a:ext cx="2844900" cy="211200"/>
          </a:xfrm>
          <a:prstGeom prst="rect">
            <a:avLst/>
          </a:prstGeom>
          <a:noFill/>
          <a:ln>
            <a:noFill/>
          </a:ln>
        </p:spPr>
        <p:txBody>
          <a:bodyPr spcFirstLastPara="1" wrap="square" lIns="34275" tIns="17150" rIns="34275" bIns="17150" anchor="t">
            <a:spAutoFit/>
          </a:bodyPr>
          <a:lstStyle/>
          <a:p>
            <a:pPr marL="0" lvl="0" indent="0" algn="l">
              <a:lnSpc>
                <a:spcPct val="90000"/>
              </a:lnSpc>
              <a:spcBef>
                <a:spcPts val="300"/>
              </a:spcBef>
              <a:spcAft>
                <a:spcPts val="1200"/>
              </a:spcAft>
              <a:buClr>
                <a:schemeClr val="dk1"/>
              </a:buClr>
              <a:buSzPts val="1275"/>
              <a:buFont typeface="Arial"/>
              <a:buNone/>
            </a:pPr>
            <a:r>
              <a:rPr sz="1275"/>
              <a:t>Lunch rounds from 12:00pm</a:t>
            </a:r>
            <a:endParaRPr sz="1275"/>
          </a:p>
        </p:txBody>
      </p:sp>
      <p:sp>
        <p:nvSpPr>
          <p:cNvPr id="2195" name="Google Shape;2195;p285">
            <a:extLst>
              <a:ext uri="{FF2B5EF4-FFF2-40B4-BE49-F238E27FC236}">
                <a16:creationId xmlns:a16="http://schemas.microsoft.com/office/drawing/2014/main" id="{0767C896-E626-44BA-AFED-82D132C1B4EE}"/>
              </a:ext>
            </a:extLst>
          </p:cNvPr>
          <p:cNvSpPr>
            <a:spLocks noGrp="1"/>
          </p:cNvSpPr>
          <p:nvPr>
            <p:ph type="body" idx="3"/>
          </p:nvPr>
        </p:nvSpPr>
        <p:spPr>
          <a:xfrm>
            <a:off x="6111343" y="3996251"/>
            <a:ext cx="2844900" cy="211200"/>
          </a:xfrm>
          <a:prstGeom prst="rect">
            <a:avLst/>
          </a:prstGeom>
          <a:noFill/>
          <a:ln>
            <a:noFill/>
          </a:ln>
        </p:spPr>
        <p:txBody>
          <a:bodyPr spcFirstLastPara="1" wrap="square" lIns="34275" tIns="17150" rIns="34275" bIns="17150" anchor="t">
            <a:spAutoFit/>
          </a:bodyPr>
          <a:lstStyle/>
          <a:p>
            <a:pPr marL="0" lvl="0" indent="0" algn="l">
              <a:lnSpc>
                <a:spcPct val="90000"/>
              </a:lnSpc>
              <a:spcBef>
                <a:spcPts val="300"/>
              </a:spcBef>
              <a:spcAft>
                <a:spcPts val="1200"/>
              </a:spcAft>
              <a:buClr>
                <a:schemeClr val="dk1"/>
              </a:buClr>
              <a:buSzPts val="1275"/>
              <a:buFont typeface="Arial"/>
              <a:buNone/>
            </a:pPr>
            <a:r>
              <a:rPr sz="1275"/>
              <a:t>Networking before the program</a:t>
            </a:r>
            <a:endParaRPr sz="1275"/>
          </a:p>
        </p:txBody>
      </p:sp>
      <p:pic>
        <p:nvPicPr>
          <p:cNvPr id="2196" name="Google Shape;2196;p285" descr="s07_801.png"/>
          <p:cNvPicPr>
            <a:picLocks noGrp="1" noChangeAspect="1"/>
          </p:cNvPicPr>
          <p:nvPr>
            <p:ph type="pic" idx="4"/>
          </p:nvPr>
        </p:nvPicPr>
        <p:blipFill>
          <a:blip r:embed="rId2"/>
          <a:srcRect l="10066" r="10066"/>
          <a:stretch>
            <a:fillRect/>
          </a:stretch>
        </p:blipFill>
        <p:spPr/>
      </p:pic>
      <p:pic>
        <p:nvPicPr>
          <p:cNvPr id="2197" name="Google Shape;2197;p285" descr="s07_802.png"/>
          <p:cNvPicPr>
            <a:picLocks noGrp="1" noChangeAspect="1"/>
          </p:cNvPicPr>
          <p:nvPr>
            <p:ph type="pic" idx="5"/>
          </p:nvPr>
        </p:nvPicPr>
        <p:blipFill>
          <a:blip r:embed="rId3"/>
          <a:srcRect l="10066" r="10066"/>
          <a:stretch>
            <a:fillRect/>
          </a:stretch>
        </p:blipFill>
        <p:spPr/>
      </p:pic>
      <p:pic>
        <p:nvPicPr>
          <p:cNvPr id="2198" name="Google Shape;2198;p285" descr="s07_804.png"/>
          <p:cNvPicPr>
            <a:picLocks noGrp="1" noChangeAspect="1"/>
          </p:cNvPicPr>
          <p:nvPr>
            <p:ph type="pic" idx="6"/>
          </p:nvPr>
        </p:nvPicPr>
        <p:blipFill>
          <a:blip r:embed="rId4"/>
          <a:srcRect l="10066" r="10066"/>
          <a:stretch>
            <a:fillRect/>
          </a:stretch>
        </p:blipFill>
        <p:spPr/>
      </p:pic>
      <p:sp>
        <p:nvSpPr>
          <p:cNvPr id="2199" name="Google Shape;2199;p285">
            <a:extLst>
              <a:ext uri="{FF2B5EF4-FFF2-40B4-BE49-F238E27FC236}">
                <a16:creationId xmlns:a16="http://schemas.microsoft.com/office/drawing/2014/main" id="{8242AE4B-7ED8-4F67-A74A-35FCADF505AE}"/>
              </a:ext>
            </a:extLst>
          </p:cNvPr>
          <p:cNvSpPr>
            <a:spLocks noGrp="1"/>
          </p:cNvSpPr>
          <p:nvPr>
            <p:ph type="body" idx="2"/>
          </p:nvPr>
        </p:nvSpPr>
        <p:spPr>
          <a:xfrm>
            <a:off x="201375" y="164050"/>
            <a:ext cx="1948200" cy="161100"/>
          </a:xfrm>
          <a:prstGeom prst="rect">
            <a:avLst/>
          </a:prstGeom>
        </p:spPr>
        <p:txBody>
          <a:bodyPr spcFirstLastPara="1" wrap="square" lIns="34275" tIns="17150" rIns="34275" bIns="17150" anchor="t">
            <a:noAutofit/>
          </a:bodyPr>
          <a:lstStyle/>
          <a:p>
            <a:pPr marL="0" lvl="0" indent="0" algn="l">
              <a:spcBef>
                <a:spcPts val="0"/>
              </a:spcBef>
              <a:spcAft>
                <a:spcPts val="0"/>
              </a:spcAft>
              <a:buNone/>
            </a:pPr>
            <a:r>
              <a:rPr sz="750">
                <a:solidFill>
                  <a:srgbClr val="91969C"/>
                </a:solidFill>
              </a:rPr>
              <a:t>The space</a:t>
            </a:r>
            <a:endParaRPr sz="750">
              <a:solidFill>
                <a:srgbClr val="91969C"/>
              </a:solidFill>
            </a:endParaRPr>
          </a:p>
          <a:p>
            <a:pPr marL="0" lvl="0" indent="0" algn="l">
              <a:spcBef>
                <a:spcPts val="1200"/>
              </a:spcBef>
              <a:spcAft>
                <a:spcPts val="1200"/>
              </a:spcAft>
              <a:buNone/>
            </a:pPr>
            <a:r>
              <a:t/>
            </a:r>
            <a:endParaRPr/>
          </a:p>
        </p:txBody>
      </p:sp>
      <p:sp>
        <p:nvSpPr>
          <p:cNvPr id="2200" name="Google Shape;2200;p285">
            <a:extLst>
              <a:ext uri="{FF2B5EF4-FFF2-40B4-BE49-F238E27FC236}">
                <a16:creationId xmlns:a16="http://schemas.microsoft.com/office/drawing/2014/main" id="{A573A884-486F-4A4B-8DD8-24159C1461DD}"/>
              </a:ext>
            </a:extLst>
          </p:cNvPr>
          <p:cNvSpPr>
            <a:spLocks noGrp="1"/>
          </p:cNvSpPr>
          <p:nvPr>
            <p:ph type="title" idx="4294967295"/>
          </p:nvPr>
        </p:nvSpPr>
        <p:spPr>
          <a:xfrm>
            <a:off x="201374" y="295825"/>
            <a:ext cx="2333700" cy="657900"/>
          </a:xfrm>
          <a:prstGeom prst="rect">
            <a:avLst/>
          </a:prstGeom>
        </p:spPr>
        <p:txBody>
          <a:bodyPr spcFirstLastPara="1" wrap="square" lIns="34275" tIns="17125" rIns="34275" bIns="7600" anchor="t">
            <a:noAutofit/>
          </a:bodyPr>
          <a:lstStyle/>
          <a:p>
            <a:pPr marL="0" lvl="0" indent="0" algn="l">
              <a:lnSpc>
                <a:spcPct val="90000"/>
              </a:lnSpc>
              <a:spcBef>
                <a:spcPts val="0"/>
              </a:spcBef>
              <a:spcAft>
                <a:spcPts val="0"/>
              </a:spcAft>
              <a:buNone/>
            </a:pPr>
            <a:r>
              <a:rPr sz="2250"/>
              <a:t>Arrival</a:t>
            </a:r>
            <a:br/>
            <a:r>
              <a:rPr sz="2250">
                <a:solidFill>
                  <a:srgbClr val="999999"/>
                </a:solidFill>
              </a:rPr>
              <a:t/>
            </a:r>
            <a:endParaRPr sz="2250">
              <a:solidFill>
                <a:srgbClr val="999999"/>
              </a:solidFill>
            </a:endParaRP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chemeClr val="lt1"/>
        </a:solidFill>
      </p:bgPr>
    </p:bg>
    <p:spTree>
      <p:nvGrpSpPr>
        <p:cNvPr id="1" name=""/>
        <p:cNvGrpSpPr/>
        <p:nvPr/>
      </p:nvGrpSpPr>
      <p:grpSpPr/>
      <p:sp>
        <p:nvSpPr>
          <p:cNvPr id="2219" name="Google Shape;2219;p287">
            <a:extLst>
              <a:ext uri="{FF2B5EF4-FFF2-40B4-BE49-F238E27FC236}">
                <a16:creationId xmlns:a16="http://schemas.microsoft.com/office/drawing/2014/main" id="{D7A98408-939E-41FE-9000-A2F05AD55AF7}"/>
              </a:ext>
            </a:extLst>
          </p:cNvPr>
          <p:cNvSpPr>
            <a:spLocks noGrp="1"/>
          </p:cNvSpPr>
          <p:nvPr>
            <p:ph type="body" idx="1"/>
          </p:nvPr>
        </p:nvSpPr>
        <p:spPr>
          <a:xfrm>
            <a:off x="201327" y="3996251"/>
            <a:ext cx="2116800" cy="211200"/>
          </a:xfrm>
          <a:prstGeom prst="rect">
            <a:avLst/>
          </a:prstGeom>
          <a:noFill/>
          <a:ln>
            <a:noFill/>
          </a:ln>
        </p:spPr>
        <p:txBody>
          <a:bodyPr spcFirstLastPara="1" wrap="square" lIns="34275" tIns="17150" rIns="34275" bIns="17150" anchor="t">
            <a:spAutoFit/>
          </a:bodyPr>
          <a:lstStyle/>
          <a:p>
            <a:pPr marL="0" lvl="0" indent="0" algn="l">
              <a:lnSpc>
                <a:spcPct val="90000"/>
              </a:lnSpc>
              <a:spcBef>
                <a:spcPts val="300"/>
              </a:spcBef>
              <a:spcAft>
                <a:spcPts val="1200"/>
              </a:spcAft>
              <a:buClr>
                <a:schemeClr val="dk1"/>
              </a:buClr>
              <a:buSzPts val="1275"/>
              <a:buFont typeface="Arial"/>
              <a:buNone/>
            </a:pPr>
            <a:r>
              <a:rPr sz="1275">
                <a:solidFill>
                  <a:schemeClr val="dk2"/>
                </a:solidFill>
              </a:rPr>
              <a:t>Rounds face the stage</a:t>
            </a:r>
            <a:endParaRPr sz="1275">
              <a:solidFill>
                <a:schemeClr val="dk2"/>
              </a:solidFill>
            </a:endParaRPr>
          </a:p>
        </p:txBody>
      </p:sp>
      <p:sp>
        <p:nvSpPr>
          <p:cNvPr id="2220" name="Google Shape;2220;p287">
            <a:extLst>
              <a:ext uri="{FF2B5EF4-FFF2-40B4-BE49-F238E27FC236}">
                <a16:creationId xmlns:a16="http://schemas.microsoft.com/office/drawing/2014/main" id="{0FD8719E-0673-4D44-8447-AFC2748D0F76}"/>
              </a:ext>
            </a:extLst>
          </p:cNvPr>
          <p:cNvSpPr>
            <a:spLocks noGrp="1"/>
          </p:cNvSpPr>
          <p:nvPr>
            <p:ph type="body" idx="2"/>
          </p:nvPr>
        </p:nvSpPr>
        <p:spPr>
          <a:xfrm>
            <a:off x="2412640" y="3996251"/>
            <a:ext cx="2116800" cy="211200"/>
          </a:xfrm>
          <a:prstGeom prst="rect">
            <a:avLst/>
          </a:prstGeom>
          <a:noFill/>
          <a:ln>
            <a:noFill/>
          </a:ln>
        </p:spPr>
        <p:txBody>
          <a:bodyPr spcFirstLastPara="1" wrap="square" lIns="34275" tIns="17150" rIns="34275" bIns="17150" anchor="t">
            <a:spAutoFit/>
          </a:bodyPr>
          <a:lstStyle/>
          <a:p>
            <a:pPr marL="0" lvl="0" indent="0" algn="l">
              <a:lnSpc>
                <a:spcPct val="90000"/>
              </a:lnSpc>
              <a:spcBef>
                <a:spcPts val="300"/>
              </a:spcBef>
              <a:spcAft>
                <a:spcPts val="1200"/>
              </a:spcAft>
              <a:buClr>
                <a:schemeClr val="dk1"/>
              </a:buClr>
              <a:buSzPts val="1275"/>
              <a:buFont typeface="Arial"/>
              <a:buNone/>
            </a:pPr>
            <a:r>
              <a:rPr sz="1275">
                <a:solidFill>
                  <a:schemeClr val="dk2"/>
                </a:solidFill>
              </a:rPr>
              <a:t>One screen, centered</a:t>
            </a:r>
            <a:endParaRPr sz="1275">
              <a:solidFill>
                <a:schemeClr val="dk2"/>
              </a:solidFill>
            </a:endParaRPr>
          </a:p>
        </p:txBody>
      </p:sp>
      <p:sp>
        <p:nvSpPr>
          <p:cNvPr id="2221" name="Google Shape;2221;p287">
            <a:extLst>
              <a:ext uri="{FF2B5EF4-FFF2-40B4-BE49-F238E27FC236}">
                <a16:creationId xmlns:a16="http://schemas.microsoft.com/office/drawing/2014/main" id="{22CAECC0-7E89-4A48-95FA-888416930E5B}"/>
              </a:ext>
            </a:extLst>
          </p:cNvPr>
          <p:cNvSpPr>
            <a:spLocks noGrp="1"/>
          </p:cNvSpPr>
          <p:nvPr>
            <p:ph type="body" idx="3"/>
          </p:nvPr>
        </p:nvSpPr>
        <p:spPr>
          <a:xfrm>
            <a:off x="4623953" y="3996251"/>
            <a:ext cx="2116800" cy="211200"/>
          </a:xfrm>
          <a:prstGeom prst="rect">
            <a:avLst/>
          </a:prstGeom>
          <a:noFill/>
          <a:ln>
            <a:noFill/>
          </a:ln>
        </p:spPr>
        <p:txBody>
          <a:bodyPr spcFirstLastPara="1" wrap="square" lIns="34275" tIns="17150" rIns="34275" bIns="17150" anchor="t">
            <a:spAutoFit/>
          </a:bodyPr>
          <a:lstStyle/>
          <a:p>
            <a:pPr marL="0" lvl="0" indent="0" algn="l">
              <a:lnSpc>
                <a:spcPct val="90000"/>
              </a:lnSpc>
              <a:spcBef>
                <a:spcPts val="300"/>
              </a:spcBef>
              <a:spcAft>
                <a:spcPts val="1200"/>
              </a:spcAft>
              <a:buClr>
                <a:schemeClr val="dk1"/>
              </a:buClr>
              <a:buSzPts val="1275"/>
              <a:buFont typeface="Arial"/>
              <a:buNone/>
            </a:pPr>
            <a:r>
              <a:rPr sz="1275">
                <a:solidFill>
                  <a:schemeClr val="dk2"/>
                </a:solidFill>
              </a:rPr>
              <a:t>Clear to the back row</a:t>
            </a:r>
            <a:endParaRPr sz="1275">
              <a:solidFill>
                <a:schemeClr val="dk2"/>
              </a:solidFill>
            </a:endParaRPr>
          </a:p>
        </p:txBody>
      </p:sp>
      <p:sp>
        <p:nvSpPr>
          <p:cNvPr id="2222" name="Google Shape;2222;p287">
            <a:extLst>
              <a:ext uri="{FF2B5EF4-FFF2-40B4-BE49-F238E27FC236}">
                <a16:creationId xmlns:a16="http://schemas.microsoft.com/office/drawing/2014/main" id="{ABF00A77-B2F8-4AA9-AB1C-2DC1CE3EC5B0}"/>
              </a:ext>
            </a:extLst>
          </p:cNvPr>
          <p:cNvSpPr>
            <a:spLocks noGrp="1"/>
          </p:cNvSpPr>
          <p:nvPr>
            <p:ph type="body" idx="4"/>
          </p:nvPr>
        </p:nvSpPr>
        <p:spPr>
          <a:xfrm>
            <a:off x="6835266" y="3996251"/>
            <a:ext cx="2116800" cy="211200"/>
          </a:xfrm>
          <a:prstGeom prst="rect">
            <a:avLst/>
          </a:prstGeom>
          <a:noFill/>
          <a:ln>
            <a:noFill/>
          </a:ln>
        </p:spPr>
        <p:txBody>
          <a:bodyPr spcFirstLastPara="1" wrap="square" lIns="34275" tIns="17150" rIns="34275" bIns="17150" anchor="t">
            <a:spAutoFit/>
          </a:bodyPr>
          <a:lstStyle/>
          <a:p>
            <a:pPr marL="0" lvl="0" indent="0" algn="l">
              <a:lnSpc>
                <a:spcPct val="90000"/>
              </a:lnSpc>
              <a:spcBef>
                <a:spcPts val="300"/>
              </a:spcBef>
              <a:spcAft>
                <a:spcPts val="1200"/>
              </a:spcAft>
              <a:buClr>
                <a:schemeClr val="dk1"/>
              </a:buClr>
              <a:buSzPts val="1275"/>
              <a:buFont typeface="Arial"/>
              <a:buNone/>
            </a:pPr>
            <a:r>
              <a:rPr sz="1275">
                <a:solidFill>
                  <a:schemeClr val="dk2"/>
                </a:solidFill>
              </a:rPr>
              <a:t>Two networking breaks</a:t>
            </a:r>
            <a:endParaRPr sz="1275">
              <a:solidFill>
                <a:schemeClr val="dk2"/>
              </a:solidFill>
            </a:endParaRPr>
          </a:p>
        </p:txBody>
      </p:sp>
      <p:pic>
        <p:nvPicPr>
          <p:cNvPr id="2223" name="Google Shape;2223;p287" descr="s08_807.png"/>
          <p:cNvPicPr>
            <a:picLocks noGrp="1" noChangeAspect="1"/>
          </p:cNvPicPr>
          <p:nvPr>
            <p:ph type="pic" idx="5"/>
          </p:nvPr>
        </p:nvPicPr>
        <p:blipFill>
          <a:blip r:embed="rId2"/>
          <a:srcRect l="10060" r="10060"/>
          <a:stretch>
            <a:fillRect/>
          </a:stretch>
        </p:blipFill>
        <p:spPr/>
      </p:pic>
      <p:pic>
        <p:nvPicPr>
          <p:cNvPr id="2224" name="Google Shape;2224;p287" descr="s08_838.png"/>
          <p:cNvPicPr>
            <a:picLocks noGrp="1" noChangeAspect="1"/>
          </p:cNvPicPr>
          <p:nvPr>
            <p:ph type="pic" idx="6"/>
          </p:nvPr>
        </p:nvPicPr>
        <p:blipFill>
          <a:blip r:embed="rId3"/>
          <a:srcRect l="10060" r="10060"/>
          <a:stretch>
            <a:fillRect/>
          </a:stretch>
        </p:blipFill>
        <p:spPr/>
      </p:pic>
      <p:pic>
        <p:nvPicPr>
          <p:cNvPr id="2225" name="Google Shape;2225;p287" descr="s08_885.png"/>
          <p:cNvPicPr>
            <a:picLocks noGrp="1" noChangeAspect="1"/>
          </p:cNvPicPr>
          <p:nvPr>
            <p:ph type="pic" idx="7"/>
          </p:nvPr>
        </p:nvPicPr>
        <p:blipFill>
          <a:blip r:embed="rId4"/>
          <a:srcRect l="10060" r="10060"/>
          <a:stretch>
            <a:fillRect/>
          </a:stretch>
        </p:blipFill>
        <p:spPr/>
      </p:pic>
      <p:pic>
        <p:nvPicPr>
          <p:cNvPr id="2226" name="Google Shape;2226;p287" descr="s08_892.png"/>
          <p:cNvPicPr>
            <a:picLocks noGrp="1" noChangeAspect="1"/>
          </p:cNvPicPr>
          <p:nvPr>
            <p:ph type="pic" idx="8"/>
          </p:nvPr>
        </p:nvPicPr>
        <p:blipFill>
          <a:blip r:embed="rId5"/>
          <a:srcRect l="10060" r="10060"/>
          <a:stretch>
            <a:fillRect/>
          </a:stretch>
        </p:blipFill>
        <p:spPr/>
      </p:pic>
      <p:sp>
        <p:nvSpPr>
          <p:cNvPr id="2227" name="Google Shape;2227;p287">
            <a:extLst>
              <a:ext uri="{FF2B5EF4-FFF2-40B4-BE49-F238E27FC236}">
                <a16:creationId xmlns:a16="http://schemas.microsoft.com/office/drawing/2014/main" id="{0CD500C0-96D8-48C1-BD48-A827A4A92A2D}"/>
              </a:ext>
            </a:extLst>
          </p:cNvPr>
          <p:cNvSpPr>
            <a:spLocks noGrp="1"/>
          </p:cNvSpPr>
          <p:nvPr>
            <p:ph type="body" idx="2"/>
          </p:nvPr>
        </p:nvSpPr>
        <p:spPr>
          <a:xfrm>
            <a:off x="201375" y="164050"/>
            <a:ext cx="1948200" cy="161100"/>
          </a:xfrm>
          <a:prstGeom prst="rect">
            <a:avLst/>
          </a:prstGeom>
        </p:spPr>
        <p:txBody>
          <a:bodyPr spcFirstLastPara="1" wrap="square" lIns="34275" tIns="17150" rIns="34275" bIns="17150" anchor="t">
            <a:noAutofit/>
          </a:bodyPr>
          <a:lstStyle/>
          <a:p>
            <a:pPr marL="0" lvl="0" indent="0" algn="l">
              <a:spcBef>
                <a:spcPts val="0"/>
              </a:spcBef>
              <a:spcAft>
                <a:spcPts val="0"/>
              </a:spcAft>
              <a:buNone/>
            </a:pPr>
            <a:r>
              <a:rPr sz="750">
                <a:solidFill>
                  <a:srgbClr val="91969C"/>
                </a:solidFill>
              </a:rPr>
              <a:t>The space</a:t>
            </a:r>
            <a:endParaRPr sz="750">
              <a:solidFill>
                <a:srgbClr val="91969C"/>
              </a:solidFill>
            </a:endParaRPr>
          </a:p>
          <a:p>
            <a:pPr marL="0" lvl="0" indent="0" algn="l">
              <a:spcBef>
                <a:spcPts val="1200"/>
              </a:spcBef>
              <a:spcAft>
                <a:spcPts val="1200"/>
              </a:spcAft>
              <a:buNone/>
            </a:pPr>
            <a:r>
              <a:t/>
            </a:r>
            <a:endParaRPr/>
          </a:p>
        </p:txBody>
      </p:sp>
      <p:sp>
        <p:nvSpPr>
          <p:cNvPr id="2228" name="Google Shape;2228;p287">
            <a:extLst>
              <a:ext uri="{FF2B5EF4-FFF2-40B4-BE49-F238E27FC236}">
                <a16:creationId xmlns:a16="http://schemas.microsoft.com/office/drawing/2014/main" id="{8B8F4CD1-00BA-4828-92AB-DB02CAC1BAB7}"/>
              </a:ext>
            </a:extLst>
          </p:cNvPr>
          <p:cNvSpPr>
            <a:spLocks noGrp="1"/>
          </p:cNvSpPr>
          <p:nvPr>
            <p:ph type="title" idx="4294967295"/>
          </p:nvPr>
        </p:nvSpPr>
        <p:spPr>
          <a:xfrm>
            <a:off x="201374" y="295825"/>
            <a:ext cx="2333700" cy="657900"/>
          </a:xfrm>
          <a:prstGeom prst="rect">
            <a:avLst/>
          </a:prstGeom>
        </p:spPr>
        <p:txBody>
          <a:bodyPr spcFirstLastPara="1" wrap="square" lIns="34275" tIns="17125" rIns="34275" bIns="7600" anchor="t">
            <a:noAutofit/>
          </a:bodyPr>
          <a:lstStyle/>
          <a:p>
            <a:pPr marL="0" lvl="0" indent="0" algn="l">
              <a:lnSpc>
                <a:spcPct val="90000"/>
              </a:lnSpc>
              <a:spcBef>
                <a:spcPts val="0"/>
              </a:spcBef>
              <a:spcAft>
                <a:spcPts val="0"/>
              </a:spcAft>
              <a:buNone/>
            </a:pPr>
            <a:r>
              <a:rPr sz="2250"/>
              <a:t>The room</a:t>
            </a:r>
            <a:br/>
            <a:r>
              <a:rPr sz="2250">
                <a:solidFill>
                  <a:srgbClr val="999999"/>
                </a:solidFill>
              </a:rPr>
              <a:t/>
            </a:r>
            <a:endParaRPr sz="2250">
              <a:solidFill>
                <a:srgbClr val="999999"/>
              </a:solidFill>
            </a:endParaRP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chemeClr val="accent2"/>
        </a:solidFill>
      </p:bgPr>
    </p:bg>
    <p:spTree>
      <p:nvGrpSpPr>
        <p:cNvPr id="1" name=""/>
        <p:cNvGrpSpPr/>
        <p:nvPr/>
      </p:nvGrpSpPr>
      <p:grpSpPr/>
      <p:sp>
        <p:nvSpPr>
          <p:cNvPr id="1753" name="Google Shape;1753;p231">
            <a:extLst>
              <a:ext uri="{FF2B5EF4-FFF2-40B4-BE49-F238E27FC236}">
                <a16:creationId xmlns:a16="http://schemas.microsoft.com/office/drawing/2014/main" id="{5C1A6BFF-3271-46C4-B78F-512493410266}"/>
              </a:ext>
            </a:extLst>
          </p:cNvPr>
          <p:cNvSpPr>
            <a:spLocks noGrp="1"/>
          </p:cNvSpPr>
          <p:nvPr>
            <p:ph type="title" idx="0"/>
          </p:nvPr>
        </p:nvSpPr>
        <p:spPr>
          <a:xfrm>
            <a:off x="1514925" y="2113650"/>
            <a:ext cx="6114000" cy="920700"/>
          </a:xfrm>
          <a:prstGeom prst="rect">
            <a:avLst/>
          </a:prstGeom>
        </p:spPr>
        <p:txBody>
          <a:bodyPr spcFirstLastPara="1" wrap="square" lIns="0" tIns="0" rIns="0" bIns="0" anchor="ctr">
            <a:noAutofit/>
          </a:bodyPr>
          <a:lstStyle/>
          <a:p>
            <a:pPr marL="0" lvl="0" indent="0" algn="ctr">
              <a:spcBef>
                <a:spcPts val="0"/>
              </a:spcBef>
              <a:spcAft>
                <a:spcPts val="0"/>
              </a:spcAft>
              <a:buNone/>
            </a:pPr>
            <a:r>
              <a:rPr>
                <a:solidFill>
                  <a:schemeClr val="lt1"/>
                </a:solidFill>
              </a:rPr>
              <a:t>The activations</a:t>
            </a:r>
            <a:br/>
            <a:r>
              <a:rPr>
                <a:solidFill>
                  <a:schemeClr val="lt1"/>
                </a:solidFill>
              </a:rPr>
              <a:t/>
            </a:r>
            <a:endParaRPr>
              <a:solidFill>
                <a:schemeClr val="lt1"/>
              </a:solidFill>
            </a:endParaRP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chemeClr val="lt1"/>
        </a:solidFill>
      </p:bgPr>
    </p:bg>
    <p:spTree>
      <p:nvGrpSpPr>
        <p:cNvPr id="1" name=""/>
        <p:cNvGrpSpPr/>
        <p:nvPr/>
      </p:nvGrpSpPr>
      <p:grpSpPr/>
      <p:sp>
        <p:nvSpPr>
          <p:cNvPr id="2001" name="Google Shape;2001;p269">
            <a:extLst>
              <a:ext uri="{FF2B5EF4-FFF2-40B4-BE49-F238E27FC236}">
                <a16:creationId xmlns:a16="http://schemas.microsoft.com/office/drawing/2014/main" id="{30E1A569-BDCD-41BC-95A6-C82DC1A51057}"/>
              </a:ext>
            </a:extLst>
          </p:cNvPr>
          <p:cNvSpPr>
            <a:spLocks noGrp="1"/>
          </p:cNvSpPr>
          <p:nvPr/>
        </p:nvSpPr>
        <p:spPr>
          <a:xfrm>
            <a:off x="6938400" y="1420257"/>
            <a:ext cx="657900" cy="657900"/>
          </a:xfrm>
          <a:prstGeom prst="roundRect">
            <a:avLst>
              <a:gd name="adj" fmla="val 7878"/>
            </a:avLst>
          </a:prstGeom>
          <a:solidFill>
            <a:srgbClr val="D6DF22"/>
          </a:solidFill>
          <a:ln>
            <a:noFill/>
          </a:ln>
        </p:spPr>
        <p:txBody>
          <a:bodyPr spcFirstLastPara="1" wrap="square" lIns="263125" tIns="263125" rIns="263125" bIns="263125" anchor="ctr">
            <a:noAutofit/>
          </a:bodyPr>
          <a:lstStyle/>
          <a:p>
            <a:pPr marL="0" lvl="0" indent="0" algn="ctr">
              <a:spcBef>
                <a:spcPts val="0"/>
              </a:spcBef>
              <a:spcAft>
                <a:spcPts val="0"/>
              </a:spcAft>
              <a:buNone/>
            </a:pPr>
            <a:r>
              <a:t/>
            </a:r>
            <a:endParaRPr sz="4029">
              <a:latin typeface="Inter"/>
              <a:ea typeface="Inter"/>
              <a:cs typeface="Inter"/>
            </a:endParaRPr>
          </a:p>
        </p:txBody>
      </p:sp>
      <p:sp>
        <p:nvSpPr>
          <p:cNvPr id="2002" name="Google Shape;2002;p269">
            <a:extLst>
              <a:ext uri="{FF2B5EF4-FFF2-40B4-BE49-F238E27FC236}">
                <a16:creationId xmlns:a16="http://schemas.microsoft.com/office/drawing/2014/main" id="{91F943A4-AB86-454C-8C30-5F85BEC9FAA1}"/>
              </a:ext>
            </a:extLst>
          </p:cNvPr>
          <p:cNvSpPr>
            <a:spLocks noGrp="1"/>
          </p:cNvSpPr>
          <p:nvPr/>
        </p:nvSpPr>
        <p:spPr>
          <a:xfrm>
            <a:off x="4692725" y="1420257"/>
            <a:ext cx="657900" cy="657900"/>
          </a:xfrm>
          <a:prstGeom prst="roundRect">
            <a:avLst>
              <a:gd name="adj" fmla="val 7878"/>
            </a:avLst>
          </a:prstGeom>
          <a:solidFill>
            <a:schemeClr val="accent3"/>
          </a:solidFill>
          <a:ln>
            <a:noFill/>
          </a:ln>
        </p:spPr>
        <p:txBody>
          <a:bodyPr spcFirstLastPara="1" wrap="square" lIns="263125" tIns="263125" rIns="263125" bIns="263125" anchor="ctr">
            <a:noAutofit/>
          </a:bodyPr>
          <a:lstStyle/>
          <a:p>
            <a:pPr marL="0" lvl="0" indent="0" algn="ctr">
              <a:spcBef>
                <a:spcPts val="0"/>
              </a:spcBef>
              <a:spcAft>
                <a:spcPts val="0"/>
              </a:spcAft>
              <a:buNone/>
            </a:pPr>
            <a:r>
              <a:t/>
            </a:r>
            <a:endParaRPr sz="4029">
              <a:latin typeface="Inter"/>
              <a:ea typeface="Inter"/>
              <a:cs typeface="Inter"/>
            </a:endParaRPr>
          </a:p>
        </p:txBody>
      </p:sp>
      <p:sp>
        <p:nvSpPr>
          <p:cNvPr id="2003" name="Google Shape;2003;p269">
            <a:extLst>
              <a:ext uri="{FF2B5EF4-FFF2-40B4-BE49-F238E27FC236}">
                <a16:creationId xmlns:a16="http://schemas.microsoft.com/office/drawing/2014/main" id="{AEFD8DEE-D633-4F04-BF99-67963DDE72A5}"/>
              </a:ext>
            </a:extLst>
          </p:cNvPr>
          <p:cNvSpPr>
            <a:spLocks noGrp="1"/>
          </p:cNvSpPr>
          <p:nvPr/>
        </p:nvSpPr>
        <p:spPr>
          <a:xfrm>
            <a:off x="4829572" y="1557103"/>
            <a:ext cx="384300" cy="384300"/>
          </a:xfrm>
          <a:prstGeom prst="star4">
            <a:avLst>
              <a:gd name="adj" fmla="val 20798"/>
            </a:avLst>
          </a:prstGeom>
          <a:solidFill>
            <a:schemeClr val="dk1"/>
          </a:solidFill>
          <a:ln>
            <a:noFill/>
          </a:ln>
        </p:spPr>
        <p:txBody>
          <a:bodyPr spcFirstLastPara="1" wrap="square" lIns="263125" tIns="263125" rIns="263125" bIns="263125" anchor="ctr">
            <a:noAutofit/>
          </a:bodyPr>
          <a:lstStyle/>
          <a:p>
            <a:pPr marL="0" lvl="0" indent="0" algn="ctr">
              <a:spcBef>
                <a:spcPts val="0"/>
              </a:spcBef>
              <a:spcAft>
                <a:spcPts val="0"/>
              </a:spcAft>
              <a:buNone/>
            </a:pPr>
            <a:r>
              <a:t/>
            </a:r>
            <a:endParaRPr sz="4029">
              <a:solidFill>
                <a:schemeClr val="lt1"/>
              </a:solidFill>
              <a:latin typeface="Inter"/>
              <a:ea typeface="Inter"/>
              <a:cs typeface="Inter"/>
            </a:endParaRPr>
          </a:p>
        </p:txBody>
      </p:sp>
      <p:sp>
        <p:nvSpPr>
          <p:cNvPr id="2004" name="Google Shape;2004;p269">
            <a:extLst>
              <a:ext uri="{FF2B5EF4-FFF2-40B4-BE49-F238E27FC236}">
                <a16:creationId xmlns:a16="http://schemas.microsoft.com/office/drawing/2014/main" id="{97D0607A-9981-4114-9AA7-52F8963D39D7}"/>
              </a:ext>
            </a:extLst>
          </p:cNvPr>
          <p:cNvSpPr>
            <a:spLocks noGrp="1"/>
          </p:cNvSpPr>
          <p:nvPr/>
        </p:nvSpPr>
        <p:spPr>
          <a:xfrm>
            <a:off x="2447050" y="1420257"/>
            <a:ext cx="657900" cy="657900"/>
          </a:xfrm>
          <a:prstGeom prst="roundRect">
            <a:avLst>
              <a:gd name="adj" fmla="val 7878"/>
            </a:avLst>
          </a:prstGeom>
          <a:solidFill>
            <a:srgbClr val="F1B368"/>
          </a:solidFill>
          <a:ln>
            <a:noFill/>
          </a:ln>
        </p:spPr>
        <p:txBody>
          <a:bodyPr spcFirstLastPara="1" wrap="square" lIns="263125" tIns="263125" rIns="263125" bIns="263125" anchor="ctr">
            <a:noAutofit/>
          </a:bodyPr>
          <a:lstStyle/>
          <a:p>
            <a:pPr marL="0" lvl="0" indent="0" algn="ctr">
              <a:spcBef>
                <a:spcPts val="0"/>
              </a:spcBef>
              <a:spcAft>
                <a:spcPts val="0"/>
              </a:spcAft>
              <a:buNone/>
            </a:pPr>
            <a:r>
              <a:t/>
            </a:r>
            <a:endParaRPr sz="4029">
              <a:latin typeface="Inter"/>
              <a:ea typeface="Inter"/>
              <a:cs typeface="Inter"/>
            </a:endParaRPr>
          </a:p>
        </p:txBody>
      </p:sp>
      <p:sp>
        <p:nvSpPr>
          <p:cNvPr id="2005" name="Google Shape;2005;p269">
            <a:extLst>
              <a:ext uri="{FF2B5EF4-FFF2-40B4-BE49-F238E27FC236}">
                <a16:creationId xmlns:a16="http://schemas.microsoft.com/office/drawing/2014/main" id="{EB588B5C-CF0C-4E5C-9F5C-87E98CEECF00}"/>
              </a:ext>
            </a:extLst>
          </p:cNvPr>
          <p:cNvSpPr>
            <a:spLocks noGrp="1"/>
          </p:cNvSpPr>
          <p:nvPr/>
        </p:nvSpPr>
        <p:spPr>
          <a:xfrm>
            <a:off x="2583897" y="1557103"/>
            <a:ext cx="384300" cy="384300"/>
          </a:xfrm>
          <a:prstGeom prst="star4">
            <a:avLst>
              <a:gd name="adj" fmla="val 20798"/>
            </a:avLst>
          </a:prstGeom>
          <a:solidFill>
            <a:schemeClr val="dk1"/>
          </a:solidFill>
          <a:ln>
            <a:noFill/>
          </a:ln>
        </p:spPr>
        <p:txBody>
          <a:bodyPr spcFirstLastPara="1" wrap="square" lIns="263125" tIns="263125" rIns="263125" bIns="263125" anchor="ctr">
            <a:noAutofit/>
          </a:bodyPr>
          <a:lstStyle/>
          <a:p>
            <a:pPr marL="0" lvl="0" indent="0" algn="ctr">
              <a:spcBef>
                <a:spcPts val="0"/>
              </a:spcBef>
              <a:spcAft>
                <a:spcPts val="0"/>
              </a:spcAft>
              <a:buNone/>
            </a:pPr>
            <a:r>
              <a:t/>
            </a:r>
            <a:endParaRPr sz="4029">
              <a:solidFill>
                <a:schemeClr val="lt1"/>
              </a:solidFill>
              <a:latin typeface="Inter"/>
              <a:ea typeface="Inter"/>
              <a:cs typeface="Inter"/>
            </a:endParaRPr>
          </a:p>
        </p:txBody>
      </p:sp>
      <p:sp>
        <p:nvSpPr>
          <p:cNvPr id="2006" name="Google Shape;2006;p269">
            <a:extLst>
              <a:ext uri="{FF2B5EF4-FFF2-40B4-BE49-F238E27FC236}">
                <a16:creationId xmlns:a16="http://schemas.microsoft.com/office/drawing/2014/main" id="{2CE27111-B6F2-45FF-8971-D3E252DD63D1}"/>
              </a:ext>
            </a:extLst>
          </p:cNvPr>
          <p:cNvSpPr>
            <a:spLocks noGrp="1"/>
          </p:cNvSpPr>
          <p:nvPr/>
        </p:nvSpPr>
        <p:spPr>
          <a:xfrm>
            <a:off x="201375" y="1420257"/>
            <a:ext cx="657900" cy="657900"/>
          </a:xfrm>
          <a:prstGeom prst="roundRect">
            <a:avLst>
              <a:gd name="adj" fmla="val 7878"/>
            </a:avLst>
          </a:prstGeom>
          <a:solidFill>
            <a:srgbClr val="A3C3F1"/>
          </a:solidFill>
          <a:ln>
            <a:noFill/>
          </a:ln>
        </p:spPr>
        <p:txBody>
          <a:bodyPr spcFirstLastPara="1" wrap="square" lIns="263125" tIns="263125" rIns="263125" bIns="263125" anchor="ctr">
            <a:noAutofit/>
          </a:bodyPr>
          <a:lstStyle/>
          <a:p>
            <a:pPr marL="0" lvl="0" indent="0" algn="ctr">
              <a:spcBef>
                <a:spcPts val="0"/>
              </a:spcBef>
              <a:spcAft>
                <a:spcPts val="0"/>
              </a:spcAft>
              <a:buNone/>
            </a:pPr>
            <a:r>
              <a:t/>
            </a:r>
            <a:endParaRPr sz="4029">
              <a:latin typeface="Inter"/>
              <a:ea typeface="Inter"/>
              <a:cs typeface="Inter"/>
            </a:endParaRPr>
          </a:p>
        </p:txBody>
      </p:sp>
      <p:sp>
        <p:nvSpPr>
          <p:cNvPr id="2007" name="Google Shape;2007;p269">
            <a:extLst>
              <a:ext uri="{FF2B5EF4-FFF2-40B4-BE49-F238E27FC236}">
                <a16:creationId xmlns:a16="http://schemas.microsoft.com/office/drawing/2014/main" id="{F4F5BED5-C3F9-4F6C-B2E2-10135C861187}"/>
              </a:ext>
            </a:extLst>
          </p:cNvPr>
          <p:cNvSpPr>
            <a:spLocks noGrp="1"/>
          </p:cNvSpPr>
          <p:nvPr/>
        </p:nvSpPr>
        <p:spPr>
          <a:xfrm>
            <a:off x="338222" y="1557103"/>
            <a:ext cx="384300" cy="384300"/>
          </a:xfrm>
          <a:prstGeom prst="star4">
            <a:avLst>
              <a:gd name="adj" fmla="val 20798"/>
            </a:avLst>
          </a:prstGeom>
          <a:solidFill>
            <a:schemeClr val="dk1"/>
          </a:solidFill>
          <a:ln>
            <a:noFill/>
          </a:ln>
        </p:spPr>
        <p:txBody>
          <a:bodyPr spcFirstLastPara="1" wrap="square" lIns="263125" tIns="263125" rIns="263125" bIns="263125" anchor="ctr">
            <a:noAutofit/>
          </a:bodyPr>
          <a:lstStyle/>
          <a:p>
            <a:pPr marL="0" lvl="0" indent="0" algn="ctr">
              <a:spcBef>
                <a:spcPts val="0"/>
              </a:spcBef>
              <a:spcAft>
                <a:spcPts val="0"/>
              </a:spcAft>
              <a:buNone/>
            </a:pPr>
            <a:r>
              <a:t/>
            </a:r>
            <a:endParaRPr sz="4029">
              <a:solidFill>
                <a:schemeClr val="lt1"/>
              </a:solidFill>
              <a:latin typeface="Inter"/>
              <a:ea typeface="Inter"/>
              <a:cs typeface="Inter"/>
            </a:endParaRPr>
          </a:p>
        </p:txBody>
      </p:sp>
      <p:sp>
        <p:nvSpPr>
          <p:cNvPr id="2008" name="Google Shape;2008;p269">
            <a:extLst>
              <a:ext uri="{FF2B5EF4-FFF2-40B4-BE49-F238E27FC236}">
                <a16:creationId xmlns:a16="http://schemas.microsoft.com/office/drawing/2014/main" id="{E4AB7E00-325D-4EB1-8A20-BD607323ECBB}"/>
              </a:ext>
            </a:extLst>
          </p:cNvPr>
          <p:cNvSpPr>
            <a:spLocks noGrp="1"/>
          </p:cNvSpPr>
          <p:nvPr>
            <p:ph type="body" idx="1"/>
          </p:nvPr>
        </p:nvSpPr>
        <p:spPr>
          <a:xfrm>
            <a:off x="201378" y="164051"/>
            <a:ext cx="1948200" cy="160800"/>
          </a:xfrm>
          <a:prstGeom prst="rect">
            <a:avLst/>
          </a:prstGeom>
          <a:noFill/>
          <a:ln>
            <a:noFill/>
          </a:ln>
        </p:spPr>
        <p:txBody>
          <a:bodyPr spcFirstLastPara="1" wrap="square" lIns="34275" tIns="17150" rIns="34275" bIns="17150" anchor="t">
            <a:noAutofit/>
          </a:bodyPr>
          <a:lstStyle/>
          <a:p>
            <a:pPr marL="0" lvl="0" indent="0" algn="l">
              <a:lnSpc>
                <a:spcPct val="90000"/>
              </a:lnSpc>
              <a:spcBef>
                <a:spcPts val="0"/>
              </a:spcBef>
              <a:spcAft>
                <a:spcPts val="0"/>
              </a:spcAft>
              <a:buClr>
                <a:schemeClr val="dk1"/>
              </a:buClr>
              <a:buSzPts val="750"/>
              <a:buFont typeface="Arial"/>
              <a:buNone/>
            </a:pPr>
            <a:r>
              <a:rPr>
                <a:solidFill>
                  <a:srgbClr val="91969C"/>
                </a:solidFill>
              </a:rPr>
              <a:t>Activations</a:t>
            </a:r>
            <a:endParaRPr>
              <a:solidFill>
                <a:srgbClr val="91969C"/>
              </a:solidFill>
            </a:endParaRPr>
          </a:p>
          <a:p>
            <a:pPr marL="0" lvl="0" indent="0" algn="l">
              <a:lnSpc>
                <a:spcPct val="90000"/>
              </a:lnSpc>
              <a:spcBef>
                <a:spcPts val="1200"/>
              </a:spcBef>
              <a:spcAft>
                <a:spcPts val="1200"/>
              </a:spcAft>
              <a:buClr>
                <a:schemeClr val="dk1"/>
              </a:buClr>
              <a:buSzPts val="750"/>
              <a:buFont typeface="Arial"/>
              <a:buNone/>
            </a:pPr>
            <a:r>
              <a:t/>
            </a:r>
            <a:endParaRPr>
              <a:solidFill>
                <a:srgbClr val="91969C"/>
              </a:solidFill>
            </a:endParaRPr>
          </a:p>
        </p:txBody>
      </p:sp>
      <p:sp>
        <p:nvSpPr>
          <p:cNvPr id="2009" name="Google Shape;2009;p269">
            <a:extLst>
              <a:ext uri="{FF2B5EF4-FFF2-40B4-BE49-F238E27FC236}">
                <a16:creationId xmlns:a16="http://schemas.microsoft.com/office/drawing/2014/main" id="{B9326BC5-DC8F-4589-A840-D428D5C7402D}"/>
              </a:ext>
            </a:extLst>
          </p:cNvPr>
          <p:cNvSpPr>
            <a:spLocks noGrp="1"/>
          </p:cNvSpPr>
          <p:nvPr>
            <p:ph type="title" idx="0"/>
          </p:nvPr>
        </p:nvSpPr>
        <p:spPr>
          <a:xfrm>
            <a:off x="201378" y="295836"/>
            <a:ext cx="2334600" cy="657900"/>
          </a:xfrm>
          <a:prstGeom prst="rect">
            <a:avLst/>
          </a:prstGeom>
          <a:noFill/>
          <a:ln>
            <a:noFill/>
          </a:ln>
        </p:spPr>
        <p:txBody>
          <a:bodyPr spcFirstLastPara="1" wrap="square" lIns="34275" tIns="17150" rIns="34275" bIns="17150" anchor="t">
            <a:spAutoFit/>
          </a:bodyPr>
          <a:lstStyle/>
          <a:p>
            <a:pPr marL="0" lvl="0" indent="0" algn="l">
              <a:lnSpc>
                <a:spcPct val="90000"/>
              </a:lnSpc>
              <a:spcBef>
                <a:spcPts val="0"/>
              </a:spcBef>
              <a:spcAft>
                <a:spcPts val="0"/>
              </a:spcAft>
              <a:buClr>
                <a:schemeClr val="dk1"/>
              </a:buClr>
              <a:buSzPts val="2250"/>
              <a:buFont typeface="Arial"/>
              <a:buNone/>
            </a:pPr>
            <a:r>
              <a:rPr sz="2250"/>
              <a:t>The morning</a:t>
            </a:r>
            <a:br/>
            <a:r>
              <a:rPr sz="2250">
                <a:solidFill>
                  <a:srgbClr val="999999"/>
                </a:solidFill>
              </a:rPr>
              <a:t/>
            </a:r>
            <a:endParaRPr sz="2250">
              <a:solidFill>
                <a:srgbClr val="999999"/>
              </a:solidFill>
            </a:endParaRPr>
          </a:p>
        </p:txBody>
      </p:sp>
      <p:sp>
        <p:nvSpPr>
          <p:cNvPr id="2010" name="Google Shape;2010;p269">
            <a:extLst>
              <a:ext uri="{FF2B5EF4-FFF2-40B4-BE49-F238E27FC236}">
                <a16:creationId xmlns:a16="http://schemas.microsoft.com/office/drawing/2014/main" id="{EE2A7752-8E78-441F-9CBE-E9217EA41480}"/>
              </a:ext>
            </a:extLst>
          </p:cNvPr>
          <p:cNvSpPr>
            <a:spLocks noGrp="1"/>
          </p:cNvSpPr>
          <p:nvPr>
            <p:ph type="body" idx="2"/>
          </p:nvPr>
        </p:nvSpPr>
        <p:spPr>
          <a:xfrm>
            <a:off x="201378" y="2212350"/>
            <a:ext cx="2002200" cy="1602300"/>
          </a:xfrm>
          <a:prstGeom prst="rect">
            <a:avLst/>
          </a:prstGeom>
          <a:noFill/>
          <a:ln>
            <a:noFill/>
          </a:ln>
        </p:spPr>
        <p:txBody>
          <a:bodyPr spcFirstLastPara="1" wrap="square" lIns="34275" tIns="17150" rIns="34275" bIns="17150" anchor="t">
            <a:spAutoFit/>
          </a:bodyPr>
          <a:lstStyle/>
          <a:p>
            <a:pPr marL="0" lvl="0" indent="0" algn="l">
              <a:lnSpc>
                <a:spcPct val="110000"/>
              </a:lnSpc>
              <a:spcBef>
                <a:spcPts val="0"/>
              </a:spcBef>
              <a:spcAft>
                <a:spcPts val="0"/>
              </a:spcAft>
              <a:buClr>
                <a:schemeClr val="dk1"/>
              </a:buClr>
              <a:buSzPts val="900"/>
              <a:buFont typeface="Arial"/>
              <a:buNone/>
            </a:pPr>
            <a:r>
              <a:rPr sz="900" b="1"/>
              <a:t>SoulCycle</a:t>
            </a:r>
            <a:endParaRPr sz="900" b="1"/>
          </a:p>
          <a:p>
            <a:pPr marL="0" lvl="0" indent="0" algn="l">
              <a:lnSpc>
                <a:spcPct val="110000"/>
              </a:lnSpc>
              <a:spcBef>
                <a:spcPts val="225"/>
              </a:spcBef>
              <a:spcAft>
                <a:spcPts val="0"/>
              </a:spcAft>
              <a:buClr>
                <a:schemeClr val="dk1"/>
              </a:buClr>
              <a:buSzPts val="900"/>
              <a:buFont typeface="Arial"/>
              <a:buNone/>
            </a:pPr>
            <a:r>
              <a:t/>
            </a:r>
            <a:endParaRPr sz="900"/>
          </a:p>
          <a:p>
            <a:pPr marL="0" lvl="0" indent="0" algn="l">
              <a:lnSpc>
                <a:spcPct val="110000"/>
              </a:lnSpc>
              <a:spcBef>
                <a:spcPts val="225"/>
              </a:spcBef>
              <a:spcAft>
                <a:spcPts val="0"/>
              </a:spcAft>
              <a:buClr>
                <a:schemeClr val="dk1"/>
              </a:buClr>
              <a:buSzPts val="900"/>
              <a:buFont typeface="Arial"/>
              <a:buNone/>
            </a:pPr>
            <a:r>
              <a:rPr sz="900"/>
              <a:t>First arrivals rode at 8:15am, well before check-in opened for the main program.</a:t>
            </a:r>
            <a:endParaRPr sz="900"/>
          </a:p>
        </p:txBody>
      </p:sp>
      <p:sp>
        <p:nvSpPr>
          <p:cNvPr id="2011" name="Google Shape;2011;p269">
            <a:extLst>
              <a:ext uri="{FF2B5EF4-FFF2-40B4-BE49-F238E27FC236}">
                <a16:creationId xmlns:a16="http://schemas.microsoft.com/office/drawing/2014/main" id="{28314BCA-0BCB-439B-A61B-C1AB620E1BEC}"/>
              </a:ext>
            </a:extLst>
          </p:cNvPr>
          <p:cNvSpPr>
            <a:spLocks noGrp="1"/>
          </p:cNvSpPr>
          <p:nvPr>
            <p:ph type="body" idx="3"/>
          </p:nvPr>
        </p:nvSpPr>
        <p:spPr>
          <a:xfrm>
            <a:off x="2447039" y="2212350"/>
            <a:ext cx="2002200" cy="1602300"/>
          </a:xfrm>
          <a:prstGeom prst="rect">
            <a:avLst/>
          </a:prstGeom>
          <a:noFill/>
          <a:ln>
            <a:noFill/>
          </a:ln>
        </p:spPr>
        <p:txBody>
          <a:bodyPr spcFirstLastPara="1" wrap="square" lIns="34275" tIns="17150" rIns="34275" bIns="17150" anchor="t">
            <a:spAutoFit/>
          </a:bodyPr>
          <a:lstStyle/>
          <a:p>
            <a:pPr marL="0" lvl="0" indent="0" algn="l">
              <a:lnSpc>
                <a:spcPct val="110000"/>
              </a:lnSpc>
              <a:spcBef>
                <a:spcPts val="0"/>
              </a:spcBef>
              <a:spcAft>
                <a:spcPts val="0"/>
              </a:spcAft>
              <a:buClr>
                <a:schemeClr val="dk1"/>
              </a:buClr>
              <a:buSzPts val="900"/>
              <a:buFont typeface="Arial"/>
              <a:buNone/>
            </a:pPr>
            <a:r>
              <a:rPr sz="900" b="1"/>
              <a:t>Plaza M</a:t>
            </a:r>
            <a:endParaRPr sz="900" b="1"/>
          </a:p>
          <a:p>
            <a:pPr marL="0" lvl="0" indent="0" algn="l">
              <a:lnSpc>
                <a:spcPct val="110000"/>
              </a:lnSpc>
              <a:spcBef>
                <a:spcPts val="225"/>
              </a:spcBef>
              <a:spcAft>
                <a:spcPts val="0"/>
              </a:spcAft>
              <a:buClr>
                <a:schemeClr val="dk1"/>
              </a:buClr>
              <a:buSzPts val="900"/>
              <a:buFont typeface="Arial"/>
              <a:buNone/>
            </a:pPr>
            <a:r>
              <a:t/>
            </a:r>
            <a:endParaRPr sz="900"/>
          </a:p>
          <a:p>
            <a:pPr marL="0" lvl="0" indent="0" algn="l">
              <a:lnSpc>
                <a:spcPct val="110000"/>
              </a:lnSpc>
              <a:spcBef>
                <a:spcPts val="225"/>
              </a:spcBef>
              <a:spcAft>
                <a:spcPts val="0"/>
              </a:spcAft>
              <a:buClr>
                <a:schemeClr val="dk1"/>
              </a:buClr>
              <a:buSzPts val="900"/>
              <a:buFont typeface="Arial"/>
              <a:buNone/>
            </a:pPr>
            <a:r>
              <a:rPr sz="900"/>
              <a:t>Recharge hosted appointments here for VIP customers through the 9:00am block.</a:t>
            </a:r>
            <a:endParaRPr sz="900"/>
          </a:p>
        </p:txBody>
      </p:sp>
      <p:sp>
        <p:nvSpPr>
          <p:cNvPr id="2012" name="Google Shape;2012;p269">
            <a:extLst>
              <a:ext uri="{FF2B5EF4-FFF2-40B4-BE49-F238E27FC236}">
                <a16:creationId xmlns:a16="http://schemas.microsoft.com/office/drawing/2014/main" id="{7F46D177-42AE-4060-B3F7-26FB17271562}"/>
              </a:ext>
            </a:extLst>
          </p:cNvPr>
          <p:cNvSpPr>
            <a:spLocks noGrp="1"/>
          </p:cNvSpPr>
          <p:nvPr>
            <p:ph type="body" idx="4"/>
          </p:nvPr>
        </p:nvSpPr>
        <p:spPr>
          <a:xfrm>
            <a:off x="4692700" y="2212350"/>
            <a:ext cx="2002200" cy="1602300"/>
          </a:xfrm>
          <a:prstGeom prst="rect">
            <a:avLst/>
          </a:prstGeom>
          <a:noFill/>
          <a:ln>
            <a:noFill/>
          </a:ln>
        </p:spPr>
        <p:txBody>
          <a:bodyPr spcFirstLastPara="1" wrap="square" lIns="34275" tIns="17150" rIns="34275" bIns="17150" anchor="t">
            <a:spAutoFit/>
          </a:bodyPr>
          <a:lstStyle/>
          <a:p>
            <a:pPr marL="0" lvl="0" indent="0" algn="l">
              <a:lnSpc>
                <a:spcPct val="110000"/>
              </a:lnSpc>
              <a:spcBef>
                <a:spcPts val="0"/>
              </a:spcBef>
              <a:spcAft>
                <a:spcPts val="0"/>
              </a:spcAft>
              <a:buClr>
                <a:schemeClr val="dk1"/>
              </a:buClr>
              <a:buSzPts val="900"/>
              <a:buFont typeface="Arial"/>
              <a:buNone/>
            </a:pPr>
            <a:r>
              <a:rPr sz="900" b="1"/>
              <a:t>Fellow Barber</a:t>
            </a:r>
            <a:endParaRPr sz="900" b="1"/>
          </a:p>
          <a:p>
            <a:pPr marL="0" lvl="0" indent="0" algn="l">
              <a:lnSpc>
                <a:spcPct val="110000"/>
              </a:lnSpc>
              <a:spcBef>
                <a:spcPts val="225"/>
              </a:spcBef>
              <a:spcAft>
                <a:spcPts val="0"/>
              </a:spcAft>
              <a:buClr>
                <a:schemeClr val="dk1"/>
              </a:buClr>
              <a:buSzPts val="900"/>
              <a:buFont typeface="Arial"/>
              <a:buNone/>
            </a:pPr>
            <a:r>
              <a:t/>
            </a:r>
            <a:endParaRPr sz="900"/>
          </a:p>
          <a:p>
            <a:pPr marL="0" lvl="0" indent="0" algn="l">
              <a:lnSpc>
                <a:spcPct val="110000"/>
              </a:lnSpc>
              <a:spcBef>
                <a:spcPts val="225"/>
              </a:spcBef>
              <a:spcAft>
                <a:spcPts val="0"/>
              </a:spcAft>
              <a:buClr>
                <a:schemeClr val="dk1"/>
              </a:buClr>
              <a:buSzPts val="900"/>
              <a:buFont typeface="Arial"/>
              <a:buNone/>
            </a:pPr>
            <a:r>
              <a:rPr sz="900"/>
              <a:t>Grooming appointments ran alongside the other wellness options that morning.</a:t>
            </a:r>
            <a:endParaRPr sz="900"/>
          </a:p>
        </p:txBody>
      </p:sp>
      <p:sp>
        <p:nvSpPr>
          <p:cNvPr id="2013" name="Google Shape;2013;p269">
            <a:extLst>
              <a:ext uri="{FF2B5EF4-FFF2-40B4-BE49-F238E27FC236}">
                <a16:creationId xmlns:a16="http://schemas.microsoft.com/office/drawing/2014/main" id="{7C3BE21F-4156-410E-ACF7-12321A9B9664}"/>
              </a:ext>
            </a:extLst>
          </p:cNvPr>
          <p:cNvSpPr>
            <a:spLocks noGrp="1"/>
          </p:cNvSpPr>
          <p:nvPr>
            <p:ph type="body" idx="5"/>
          </p:nvPr>
        </p:nvSpPr>
        <p:spPr>
          <a:xfrm>
            <a:off x="6938361" y="2212350"/>
            <a:ext cx="2002200" cy="1602300"/>
          </a:xfrm>
          <a:prstGeom prst="rect">
            <a:avLst/>
          </a:prstGeom>
          <a:noFill/>
          <a:ln>
            <a:noFill/>
          </a:ln>
        </p:spPr>
        <p:txBody>
          <a:bodyPr spcFirstLastPara="1" wrap="square" lIns="34275" tIns="17150" rIns="34275" bIns="17150" anchor="t">
            <a:spAutoFit/>
          </a:bodyPr>
          <a:lstStyle/>
          <a:p>
            <a:pPr marL="0" lvl="0" indent="0" algn="l">
              <a:lnSpc>
                <a:spcPct val="110000"/>
              </a:lnSpc>
              <a:spcBef>
                <a:spcPts val="0"/>
              </a:spcBef>
              <a:spcAft>
                <a:spcPts val="0"/>
              </a:spcAft>
              <a:buClr>
                <a:schemeClr val="dk1"/>
              </a:buClr>
              <a:buSzPts val="900"/>
              <a:buFont typeface="Arial"/>
              <a:buNone/>
            </a:pPr>
            <a:r>
              <a:rPr sz="900" b="1"/>
              <a:t>Sunday Nails</a:t>
            </a:r>
            <a:endParaRPr sz="900" b="1"/>
          </a:p>
          <a:p>
            <a:pPr marL="0" lvl="0" indent="0" algn="l">
              <a:lnSpc>
                <a:spcPct val="110000"/>
              </a:lnSpc>
              <a:spcBef>
                <a:spcPts val="225"/>
              </a:spcBef>
              <a:spcAft>
                <a:spcPts val="0"/>
              </a:spcAft>
              <a:buClr>
                <a:schemeClr val="dk1"/>
              </a:buClr>
              <a:buSzPts val="900"/>
              <a:buFont typeface="Arial"/>
              <a:buNone/>
            </a:pPr>
            <a:r>
              <a:t/>
            </a:r>
            <a:endParaRPr sz="900"/>
          </a:p>
          <a:p>
            <a:pPr marL="0" lvl="0" indent="0" algn="l">
              <a:lnSpc>
                <a:spcPct val="110000"/>
              </a:lnSpc>
              <a:spcBef>
                <a:spcPts val="225"/>
              </a:spcBef>
              <a:spcAft>
                <a:spcPts val="0"/>
              </a:spcAft>
              <a:buClr>
                <a:schemeClr val="dk1"/>
              </a:buClr>
              <a:buSzPts val="900"/>
              <a:buFont typeface="Arial"/>
              <a:buNone/>
            </a:pPr>
            <a:r>
              <a:rPr sz="900"/>
              <a:t>The third wellness and beauty choice offered to VIP customers on arrival.</a:t>
            </a:r>
            <a:endParaRPr sz="900"/>
          </a:p>
        </p:txBody>
      </p:sp>
      <p:sp>
        <p:nvSpPr>
          <p:cNvPr id="2014" name="Google Shape;2014;p269">
            <a:extLst>
              <a:ext uri="{FF2B5EF4-FFF2-40B4-BE49-F238E27FC236}">
                <a16:creationId xmlns:a16="http://schemas.microsoft.com/office/drawing/2014/main" id="{59F0D6CB-E55F-4DA1-BFF0-476B0FEF4CF3}"/>
              </a:ext>
            </a:extLst>
          </p:cNvPr>
          <p:cNvSpPr>
            <a:spLocks noGrp="1"/>
          </p:cNvSpPr>
          <p:nvPr/>
        </p:nvSpPr>
        <p:spPr>
          <a:xfrm>
            <a:off x="7075247" y="1557103"/>
            <a:ext cx="384300" cy="384300"/>
          </a:xfrm>
          <a:prstGeom prst="star4">
            <a:avLst>
              <a:gd name="adj" fmla="val 20798"/>
            </a:avLst>
          </a:prstGeom>
          <a:solidFill>
            <a:schemeClr val="dk1"/>
          </a:solidFill>
          <a:ln>
            <a:noFill/>
          </a:ln>
        </p:spPr>
        <p:txBody>
          <a:bodyPr spcFirstLastPara="1" wrap="square" lIns="263125" tIns="263125" rIns="263125" bIns="263125" anchor="ctr">
            <a:noAutofit/>
          </a:bodyPr>
          <a:lstStyle/>
          <a:p>
            <a:pPr marL="0" lvl="0" indent="0" algn="ctr">
              <a:spcBef>
                <a:spcPts val="0"/>
              </a:spcBef>
              <a:spcAft>
                <a:spcPts val="0"/>
              </a:spcAft>
              <a:buNone/>
            </a:pPr>
            <a:r>
              <a:t/>
            </a:r>
            <a:endParaRPr sz="4029">
              <a:solidFill>
                <a:schemeClr val="lt1"/>
              </a:solidFill>
              <a:latin typeface="Inter"/>
              <a:ea typeface="Inter"/>
              <a:cs typeface="Inter"/>
            </a:endParaRP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chemeClr val="lt1"/>
        </a:solidFill>
      </p:bgPr>
    </p:bg>
    <p:spTree>
      <p:nvGrpSpPr>
        <p:cNvPr id="1" name=""/>
        <p:cNvGrpSpPr/>
        <p:nvPr/>
      </p:nvGrpSpPr>
      <p:grpSpPr/>
      <p:sp>
        <p:nvSpPr>
          <p:cNvPr id="2170" name="Google Shape;2170;p283">
            <a:extLst>
              <a:ext uri="{FF2B5EF4-FFF2-40B4-BE49-F238E27FC236}">
                <a16:creationId xmlns:a16="http://schemas.microsoft.com/office/drawing/2014/main" id="{5EAB0120-16E2-453F-B98C-B025BBBDD6A9}"/>
              </a:ext>
            </a:extLst>
          </p:cNvPr>
          <p:cNvSpPr>
            <a:spLocks noGrp="1"/>
          </p:cNvSpPr>
          <p:nvPr/>
        </p:nvSpPr>
        <p:spPr>
          <a:xfrm>
            <a:off x="6120725" y="1793626"/>
            <a:ext cx="2642400" cy="2781000"/>
          </a:xfrm>
          <a:prstGeom prst="roundRect">
            <a:avLst>
              <a:gd name="adj" fmla="val 1656"/>
            </a:avLst>
          </a:prstGeom>
          <a:solidFill>
            <a:srgbClr val="FFFFFF"/>
          </a:solidFill>
          <a:ln>
            <a:noFill/>
          </a:ln>
        </p:spPr>
        <p:txBody>
          <a:bodyPr spcFirstLastPara="1" wrap="square" lIns="91425" tIns="91425" rIns="91425" bIns="91425" anchor="t">
            <a:noAutofit/>
          </a:bodyPr>
          <a:lstStyle/>
          <a:p>
            <a:pPr marL="0" lvl="0" indent="0" algn="l">
              <a:spcBef>
                <a:spcPts val="0"/>
              </a:spcBef>
              <a:spcAft>
                <a:spcPts val="0"/>
              </a:spcAft>
              <a:buNone/>
            </a:pPr>
            <a:r>
              <a:rPr sz="1000">
                <a:latin typeface="Libre Baskerville"/>
                <a:ea typeface="Libre Baskerville"/>
                <a:cs typeface="Libre Baskerville"/>
              </a:rPr>
              <a:t>Coach</a:t>
            </a:r>
            <a:endParaRPr sz="1000">
              <a:latin typeface="Libre Baskerville"/>
              <a:ea typeface="Libre Baskerville"/>
              <a:cs typeface="Libre Baskerville"/>
            </a:endParaRPr>
          </a:p>
          <a:p>
            <a:pPr marL="0" lvl="0" indent="0" algn="l">
              <a:spcBef>
                <a:spcPts val="0"/>
              </a:spcBef>
              <a:spcAft>
                <a:spcPts val="0"/>
              </a:spcAft>
              <a:buNone/>
            </a:pPr>
            <a:br/>
            <a:r>
              <a:rPr sz="1000">
                <a:solidFill>
                  <a:srgbClr val="1A1E22"/>
                </a:solidFill>
                <a:latin typeface="Inter"/>
                <a:ea typeface="Inter"/>
                <a:cs typeface="Inter"/>
              </a:rPr>
              <a:t>Bazaarvoice hosted this session.</a:t>
            </a:r>
            <a:endParaRPr sz="1000">
              <a:latin typeface="Inter"/>
              <a:ea typeface="Inter"/>
              <a:cs typeface="Inter"/>
            </a:endParaRPr>
          </a:p>
        </p:txBody>
      </p:sp>
      <p:sp>
        <p:nvSpPr>
          <p:cNvPr id="2171" name="Google Shape;2171;p283">
            <a:extLst>
              <a:ext uri="{FF2B5EF4-FFF2-40B4-BE49-F238E27FC236}">
                <a16:creationId xmlns:a16="http://schemas.microsoft.com/office/drawing/2014/main" id="{FB78DAD1-627D-4561-9659-6260F8063E99}"/>
              </a:ext>
            </a:extLst>
          </p:cNvPr>
          <p:cNvSpPr>
            <a:spLocks noGrp="1"/>
          </p:cNvSpPr>
          <p:nvPr>
            <p:ph type="body" idx="1"/>
          </p:nvPr>
        </p:nvSpPr>
        <p:spPr>
          <a:xfrm>
            <a:off x="201378" y="164051"/>
            <a:ext cx="1948200" cy="160800"/>
          </a:xfrm>
          <a:prstGeom prst="rect">
            <a:avLst/>
          </a:prstGeom>
        </p:spPr>
        <p:txBody>
          <a:bodyPr spcFirstLastPara="1" wrap="square" lIns="34275" tIns="17150" rIns="34275" bIns="17150" anchor="t">
            <a:noAutofit/>
          </a:bodyPr>
          <a:lstStyle/>
          <a:p>
            <a:pPr marL="0" lvl="0" indent="0" algn="l">
              <a:spcBef>
                <a:spcPts val="0"/>
              </a:spcBef>
              <a:spcAft>
                <a:spcPts val="0"/>
              </a:spcAft>
              <a:buNone/>
            </a:pPr>
            <a:r>
              <a:rPr>
                <a:solidFill>
                  <a:srgbClr val="91969C"/>
                </a:solidFill>
              </a:rPr>
              <a:t>Activations</a:t>
            </a:r>
            <a:endParaRPr>
              <a:solidFill>
                <a:srgbClr val="91969C"/>
              </a:solidFill>
            </a:endParaRPr>
          </a:p>
          <a:p>
            <a:pPr marL="0" lvl="0" indent="0" algn="l">
              <a:spcBef>
                <a:spcPts val="1200"/>
              </a:spcBef>
              <a:spcAft>
                <a:spcPts val="1200"/>
              </a:spcAft>
              <a:buNone/>
            </a:pPr>
            <a:r>
              <a:t/>
            </a:r>
            <a:endParaRPr/>
          </a:p>
        </p:txBody>
      </p:sp>
      <p:sp>
        <p:nvSpPr>
          <p:cNvPr id="2172" name="Google Shape;2172;p283">
            <a:extLst>
              <a:ext uri="{FF2B5EF4-FFF2-40B4-BE49-F238E27FC236}">
                <a16:creationId xmlns:a16="http://schemas.microsoft.com/office/drawing/2014/main" id="{72BC96F2-90B9-474D-8D39-973D55D34771}"/>
              </a:ext>
            </a:extLst>
          </p:cNvPr>
          <p:cNvSpPr>
            <a:spLocks noGrp="1"/>
          </p:cNvSpPr>
          <p:nvPr>
            <p:ph type="title" idx="0"/>
          </p:nvPr>
        </p:nvSpPr>
        <p:spPr>
          <a:xfrm>
            <a:off x="201378" y="295836"/>
            <a:ext cx="2334600" cy="657900"/>
          </a:xfrm>
          <a:prstGeom prst="rect">
            <a:avLst/>
          </a:prstGeom>
        </p:spPr>
        <p:txBody>
          <a:bodyPr spcFirstLastPara="1" wrap="square" lIns="34275" tIns="17150" rIns="34275" bIns="17150" anchor="t">
            <a:noAutofit/>
          </a:bodyPr>
          <a:lstStyle/>
          <a:p>
            <a:pPr marL="0" lvl="0" indent="0" algn="l">
              <a:spcBef>
                <a:spcPts val="0"/>
              </a:spcBef>
              <a:spcAft>
                <a:spcPts val="0"/>
              </a:spcAft>
              <a:buNone/>
            </a:pPr>
            <a:r>
              <a:t>What's in Store</a:t>
            </a:r>
            <a:br/>
            <a:r>
              <a:rPr>
                <a:solidFill>
                  <a:srgbClr val="999999"/>
                </a:solidFill>
              </a:rPr>
              <a:t/>
            </a:r>
            <a:endParaRPr>
              <a:solidFill>
                <a:srgbClr val="999999"/>
              </a:solidFill>
            </a:endParaRPr>
          </a:p>
        </p:txBody>
      </p:sp>
      <p:sp>
        <p:nvSpPr>
          <p:cNvPr id="2173" name="Google Shape;2173;p283">
            <a:extLst>
              <a:ext uri="{FF2B5EF4-FFF2-40B4-BE49-F238E27FC236}">
                <a16:creationId xmlns:a16="http://schemas.microsoft.com/office/drawing/2014/main" id="{A37605B4-1C13-4CF4-8280-236843BD23A5}"/>
              </a:ext>
            </a:extLst>
          </p:cNvPr>
          <p:cNvSpPr>
            <a:spLocks noGrp="1"/>
          </p:cNvSpPr>
          <p:nvPr/>
        </p:nvSpPr>
        <p:spPr>
          <a:xfrm>
            <a:off x="6120714" y="329750"/>
            <a:ext cx="2642400" cy="1317300"/>
          </a:xfrm>
          <a:prstGeom prst="roundRect">
            <a:avLst>
              <a:gd name="adj" fmla="val 3298"/>
            </a:avLst>
          </a:prstGeom>
          <a:solidFill>
            <a:srgbClr val="FFFFFF"/>
          </a:solidFill>
          <a:ln>
            <a:noFill/>
          </a:ln>
        </p:spPr>
        <p:txBody>
          <a:bodyPr spcFirstLastPara="1" wrap="square" lIns="91425" tIns="91425" rIns="91425" bIns="91425" anchor="t">
            <a:noAutofit/>
          </a:bodyPr>
          <a:lstStyle/>
          <a:p>
            <a:pPr marL="0" lvl="0" indent="0" algn="l">
              <a:spcBef>
                <a:spcPts val="0"/>
              </a:spcBef>
              <a:spcAft>
                <a:spcPts val="0"/>
              </a:spcAft>
              <a:buNone/>
            </a:pPr>
            <a:r>
              <a:rPr sz="1000">
                <a:latin typeface="Libre Baskerville"/>
                <a:ea typeface="Libre Baskerville"/>
                <a:cs typeface="Libre Baskerville"/>
              </a:rPr>
              <a:t>TUMI</a:t>
            </a:r>
            <a:endParaRPr sz="1000">
              <a:latin typeface="Libre Baskerville"/>
              <a:ea typeface="Libre Baskerville"/>
              <a:cs typeface="Libre Baskerville"/>
            </a:endParaRPr>
          </a:p>
          <a:p>
            <a:pPr marL="0" lvl="0" indent="0" algn="l">
              <a:spcBef>
                <a:spcPts val="0"/>
              </a:spcBef>
              <a:spcAft>
                <a:spcPts val="0"/>
              </a:spcAft>
              <a:buNone/>
            </a:pPr>
            <a:br/>
            <a:r>
              <a:rPr sz="1000">
                <a:solidFill>
                  <a:srgbClr val="1A1E22"/>
                </a:solidFill>
                <a:latin typeface="Inter"/>
                <a:ea typeface="Inter"/>
                <a:cs typeface="Inter"/>
              </a:rPr>
              <a:t>One of four store sessions.</a:t>
            </a:r>
            <a:endParaRPr sz="1000">
              <a:latin typeface="Inter"/>
              <a:ea typeface="Inter"/>
              <a:cs typeface="Inter"/>
            </a:endParaRPr>
          </a:p>
        </p:txBody>
      </p:sp>
      <p:sp>
        <p:nvSpPr>
          <p:cNvPr id="2174" name="Google Shape;2174;p283">
            <a:extLst>
              <a:ext uri="{FF2B5EF4-FFF2-40B4-BE49-F238E27FC236}">
                <a16:creationId xmlns:a16="http://schemas.microsoft.com/office/drawing/2014/main" id="{67F45C42-4D49-4F15-9F77-77BDDDD5DB23}"/>
              </a:ext>
            </a:extLst>
          </p:cNvPr>
          <p:cNvSpPr>
            <a:spLocks noGrp="1"/>
          </p:cNvSpPr>
          <p:nvPr/>
        </p:nvSpPr>
        <p:spPr>
          <a:xfrm>
            <a:off x="3338958" y="3257324"/>
            <a:ext cx="2642400" cy="1317300"/>
          </a:xfrm>
          <a:prstGeom prst="roundRect">
            <a:avLst>
              <a:gd name="adj" fmla="val 3298"/>
            </a:avLst>
          </a:prstGeom>
          <a:solidFill>
            <a:srgbClr val="FFFFFF"/>
          </a:solidFill>
          <a:ln>
            <a:noFill/>
          </a:ln>
        </p:spPr>
        <p:txBody>
          <a:bodyPr spcFirstLastPara="1" wrap="square" lIns="91425" tIns="91425" rIns="91425" bIns="91425" anchor="t">
            <a:noAutofit/>
          </a:bodyPr>
          <a:lstStyle/>
          <a:p>
            <a:pPr marL="0" lvl="0" indent="0" algn="l">
              <a:spcBef>
                <a:spcPts val="0"/>
              </a:spcBef>
              <a:spcAft>
                <a:spcPts val="0"/>
              </a:spcAft>
              <a:buNone/>
            </a:pPr>
            <a:r>
              <a:rPr sz="1000">
                <a:latin typeface="Libre Baskerville"/>
                <a:ea typeface="Libre Baskerville"/>
                <a:cs typeface="Libre Baskerville"/>
              </a:rPr>
              <a:t>AG Jeans</a:t>
            </a:r>
            <a:endParaRPr sz="1000">
              <a:latin typeface="Libre Baskerville"/>
              <a:ea typeface="Libre Baskerville"/>
              <a:cs typeface="Libre Baskerville"/>
            </a:endParaRPr>
          </a:p>
          <a:p>
            <a:pPr marL="0" lvl="0" indent="0" algn="l">
              <a:spcBef>
                <a:spcPts val="0"/>
              </a:spcBef>
              <a:spcAft>
                <a:spcPts val="0"/>
              </a:spcAft>
              <a:buNone/>
            </a:pPr>
            <a:br/>
            <a:r>
              <a:rPr sz="1000">
                <a:solidFill>
                  <a:srgbClr val="1A1E22"/>
                </a:solidFill>
                <a:latin typeface="Inter"/>
                <a:ea typeface="Inter"/>
                <a:cs typeface="Inter"/>
              </a:rPr>
              <a:t>A short walk from the main floor.</a:t>
            </a:r>
            <a:endParaRPr sz="1000">
              <a:latin typeface="Inter"/>
              <a:ea typeface="Inter"/>
              <a:cs typeface="Inter"/>
            </a:endParaRPr>
          </a:p>
        </p:txBody>
      </p:sp>
      <p:sp>
        <p:nvSpPr>
          <p:cNvPr id="2175" name="Google Shape;2175;p283">
            <a:extLst>
              <a:ext uri="{FF2B5EF4-FFF2-40B4-BE49-F238E27FC236}">
                <a16:creationId xmlns:a16="http://schemas.microsoft.com/office/drawing/2014/main" id="{280079CD-73DE-4E12-BED2-7A14072CD163}"/>
              </a:ext>
            </a:extLst>
          </p:cNvPr>
          <p:cNvSpPr>
            <a:spLocks noGrp="1"/>
          </p:cNvSpPr>
          <p:nvPr/>
        </p:nvSpPr>
        <p:spPr>
          <a:xfrm>
            <a:off x="201175" y="1307600"/>
            <a:ext cx="2705100" cy="2057700"/>
          </a:xfrm>
          <a:prstGeom prst="rect">
            <a:avLst/>
          </a:prstGeom>
          <a:noFill/>
          <a:ln>
            <a:noFill/>
          </a:ln>
        </p:spPr>
        <p:txBody>
          <a:bodyPr spcFirstLastPara="1" wrap="square" lIns="34275" tIns="17150" rIns="34275" bIns="17150" anchor="t">
            <a:spAutoFit/>
          </a:bodyPr>
          <a:lstStyle/>
          <a:p>
            <a:pPr marL="457200" lvl="0" indent="-285750" algn="l">
              <a:lnSpc>
                <a:spcPct val="110000"/>
              </a:lnSpc>
              <a:spcBef>
                <a:spcPts val="0"/>
              </a:spcBef>
              <a:spcAft>
                <a:spcPts val="0"/>
              </a:spcAft>
              <a:buClr>
                <a:srgbClr val="1E1C1C"/>
              </a:buClr>
              <a:buSzPts val="900"/>
              <a:buFont typeface="Inter Medium"/>
              <a:buChar char="●"/>
            </a:pPr>
            <a:r>
              <a:rPr sz="900">
                <a:solidFill>
                  <a:schemeClr val="dk1"/>
                </a:solidFill>
                <a:latin typeface="Inter"/>
                <a:ea typeface="Inter"/>
                <a:cs typeface="Inter"/>
              </a:rPr>
              <a:t>All four ran 10:00am to 12:00pm inside Hudson Yards.</a:t>
            </a:r>
            <a:endParaRPr sz="900">
              <a:solidFill>
                <a:schemeClr val="dk1"/>
              </a:solidFill>
              <a:latin typeface="Inter"/>
              <a:ea typeface="Inter"/>
              <a:cs typeface="Inter"/>
            </a:endParaRPr>
          </a:p>
          <a:p>
            <a:pPr marL="457200" lvl="0" indent="-285750" algn="l">
              <a:lnSpc>
                <a:spcPct val="110000"/>
              </a:lnSpc>
              <a:spcBef>
                <a:spcPts val="1000"/>
              </a:spcBef>
              <a:spcAft>
                <a:spcPts val="0"/>
              </a:spcAft>
              <a:buClr>
                <a:schemeClr val="dk1"/>
              </a:buClr>
              <a:buSzPts val="900"/>
              <a:buFont typeface="Inter Medium"/>
              <a:buChar char="●"/>
            </a:pPr>
            <a:r>
              <a:rPr sz="900">
                <a:solidFill>
                  <a:schemeClr val="dk1"/>
                </a:solidFill>
                <a:latin typeface="Inter"/>
                <a:ea typeface="Inter"/>
                <a:cs typeface="Inter"/>
              </a:rPr>
              <a:t>Offered to VIP customers registered for Thread.</a:t>
            </a:r>
            <a:endParaRPr sz="900">
              <a:solidFill>
                <a:schemeClr val="dk1"/>
              </a:solidFill>
              <a:latin typeface="Inter"/>
              <a:ea typeface="Inter"/>
              <a:cs typeface="Inter"/>
            </a:endParaRPr>
          </a:p>
          <a:p>
            <a:pPr marL="457200" lvl="0" indent="-285750" algn="l">
              <a:lnSpc>
                <a:spcPct val="110000"/>
              </a:lnSpc>
              <a:spcBef>
                <a:spcPts val="1000"/>
              </a:spcBef>
              <a:spcAft>
                <a:spcPts val="0"/>
              </a:spcAft>
              <a:buClr>
                <a:schemeClr val="dk1"/>
              </a:buClr>
              <a:buSzPts val="900"/>
              <a:buFont typeface="Inter Medium"/>
              <a:buChar char="●"/>
            </a:pPr>
            <a:r>
              <a:rPr sz="900">
                <a:solidFill>
                  <a:schemeClr val="dk1"/>
                </a:solidFill>
                <a:latin typeface="Inter"/>
                <a:ea typeface="Inter"/>
                <a:cs typeface="Inter"/>
              </a:rPr>
              <a:t>Guests chose one store session or a wellness slot.</a:t>
            </a:r>
            <a:endParaRPr sz="900">
              <a:solidFill>
                <a:schemeClr val="dk1"/>
              </a:solidFill>
              <a:latin typeface="Inter"/>
              <a:ea typeface="Inter"/>
              <a:cs typeface="Inter"/>
            </a:endParaRPr>
          </a:p>
          <a:p>
            <a:pPr marL="457200" lvl="0" indent="-285750" algn="l">
              <a:lnSpc>
                <a:spcPct val="110000"/>
              </a:lnSpc>
              <a:spcBef>
                <a:spcPts val="1000"/>
              </a:spcBef>
              <a:spcAft>
                <a:spcPts val="0"/>
              </a:spcAft>
              <a:buClr>
                <a:schemeClr val="dk1"/>
              </a:buClr>
              <a:buSzPts val="900"/>
              <a:buFont typeface="Inter Medium"/>
              <a:buChar char="●"/>
            </a:pPr>
            <a:r>
              <a:rPr sz="900">
                <a:solidFill>
                  <a:schemeClr val="dk1"/>
                </a:solidFill>
                <a:latin typeface="Inter"/>
                <a:ea typeface="Inter"/>
                <a:cs typeface="Inter"/>
              </a:rPr>
              <a:t>Speakers arrived at 9:45am.</a:t>
            </a:r>
            <a:endParaRPr sz="900">
              <a:solidFill>
                <a:schemeClr val="dk1"/>
              </a:solidFill>
              <a:latin typeface="Inter"/>
              <a:ea typeface="Inter"/>
              <a:cs typeface="Inter"/>
            </a:endParaRPr>
          </a:p>
          <a:p>
            <a:pPr marL="457200" lvl="0" indent="-285750" algn="l">
              <a:lnSpc>
                <a:spcPct val="110000"/>
              </a:lnSpc>
              <a:spcBef>
                <a:spcPts val="1000"/>
              </a:spcBef>
              <a:spcAft>
                <a:spcPts val="1000"/>
              </a:spcAft>
              <a:buClr>
                <a:schemeClr val="dk1"/>
              </a:buClr>
              <a:buSzPts val="900"/>
              <a:buFont typeface="Inter"/>
              <a:buChar char="●"/>
            </a:pPr>
            <a:r>
              <a:rPr sz="900">
                <a:solidFill>
                  <a:schemeClr val="dk1"/>
                </a:solidFill>
                <a:latin typeface="Inter"/>
                <a:ea typeface="Inter"/>
                <a:cs typeface="Inter"/>
              </a:rPr>
              <a:t/>
            </a:r>
            <a:endParaRPr sz="900">
              <a:solidFill>
                <a:schemeClr val="dk1"/>
              </a:solidFill>
              <a:latin typeface="Inter"/>
              <a:ea typeface="Inter"/>
              <a:cs typeface="Inter"/>
            </a:endParaRPr>
          </a:p>
        </p:txBody>
      </p:sp>
      <p:sp>
        <p:nvSpPr>
          <p:cNvPr id="2176" name="Google Shape;2176;p283">
            <a:extLst>
              <a:ext uri="{FF2B5EF4-FFF2-40B4-BE49-F238E27FC236}">
                <a16:creationId xmlns:a16="http://schemas.microsoft.com/office/drawing/2014/main" id="{03C9DC9A-B3DC-469F-884B-AF1597BF7CE1}"/>
              </a:ext>
            </a:extLst>
          </p:cNvPr>
          <p:cNvSpPr>
            <a:spLocks noGrp="1"/>
          </p:cNvSpPr>
          <p:nvPr/>
        </p:nvSpPr>
        <p:spPr>
          <a:xfrm>
            <a:off x="3338950" y="329750"/>
            <a:ext cx="2642400" cy="2781000"/>
          </a:xfrm>
          <a:prstGeom prst="roundRect">
            <a:avLst>
              <a:gd name="adj" fmla="val 1628"/>
            </a:avLst>
          </a:prstGeom>
          <a:solidFill>
            <a:srgbClr val="FFFFFF"/>
          </a:solidFill>
          <a:ln>
            <a:noFill/>
          </a:ln>
        </p:spPr>
        <p:txBody>
          <a:bodyPr spcFirstLastPara="1" wrap="square" lIns="91425" tIns="91425" rIns="91425" bIns="91425" anchor="t">
            <a:noAutofit/>
          </a:bodyPr>
          <a:lstStyle/>
          <a:p>
            <a:pPr marL="0" lvl="0" indent="0" algn="l">
              <a:spcBef>
                <a:spcPts val="0"/>
              </a:spcBef>
              <a:spcAft>
                <a:spcPts val="0"/>
              </a:spcAft>
              <a:buNone/>
            </a:pPr>
            <a:r>
              <a:rPr sz="1000">
                <a:latin typeface="Libre Baskerville"/>
                <a:ea typeface="Libre Baskerville"/>
                <a:cs typeface="Libre Baskerville"/>
              </a:rPr>
              <a:t>Faherty</a:t>
            </a:r>
            <a:endParaRPr sz="1000">
              <a:latin typeface="Libre Baskerville"/>
              <a:ea typeface="Libre Baskerville"/>
              <a:cs typeface="Libre Baskerville"/>
            </a:endParaRPr>
          </a:p>
          <a:p>
            <a:pPr marL="0" lvl="0" indent="0" algn="l">
              <a:spcBef>
                <a:spcPts val="0"/>
              </a:spcBef>
              <a:spcAft>
                <a:spcPts val="0"/>
              </a:spcAft>
              <a:buNone/>
            </a:pPr>
            <a:br/>
            <a:r>
              <a:rPr sz="1000">
                <a:solidFill>
                  <a:srgbClr val="1A1E22"/>
                </a:solidFill>
                <a:latin typeface="Inter"/>
                <a:ea typeface="Inter"/>
                <a:cs typeface="Inter"/>
              </a:rPr>
              <a:t>Ran against the wellness block.</a:t>
            </a:r>
            <a:endParaRPr sz="1000">
              <a:latin typeface="Inter"/>
              <a:ea typeface="Inter"/>
              <a:cs typeface="Inter"/>
            </a:endParaRP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chemeClr val="lt1"/>
        </a:solidFill>
      </p:bgPr>
    </p:bg>
    <p:spTree>
      <p:nvGrpSpPr>
        <p:cNvPr id="1" name=""/>
        <p:cNvGrpSpPr/>
        <p:nvPr/>
      </p:nvGrpSpPr>
      <p:grpSpPr/>
      <p:sp>
        <p:nvSpPr>
          <p:cNvPr id="2205" name="Google Shape;2205;p286">
            <a:extLst>
              <a:ext uri="{FF2B5EF4-FFF2-40B4-BE49-F238E27FC236}">
                <a16:creationId xmlns:a16="http://schemas.microsoft.com/office/drawing/2014/main" id="{1D9ACB23-5DBA-4FA5-A570-EF19AED0C5F0}"/>
              </a:ext>
            </a:extLst>
          </p:cNvPr>
          <p:cNvSpPr>
            <a:spLocks noGrp="1"/>
          </p:cNvSpPr>
          <p:nvPr>
            <p:ph type="body" idx="1"/>
          </p:nvPr>
        </p:nvSpPr>
        <p:spPr>
          <a:xfrm>
            <a:off x="201327" y="3996251"/>
            <a:ext cx="2116800" cy="645600"/>
          </a:xfrm>
          <a:prstGeom prst="rect">
            <a:avLst/>
          </a:prstGeom>
          <a:noFill/>
          <a:ln>
            <a:noFill/>
          </a:ln>
        </p:spPr>
        <p:txBody>
          <a:bodyPr spcFirstLastPara="1" wrap="square" lIns="34275" tIns="17150" rIns="34275" bIns="17150" anchor="t">
            <a:spAutoFit/>
          </a:bodyPr>
          <a:lstStyle/>
          <a:p>
            <a:pPr marL="0" lvl="0" indent="0" algn="l">
              <a:lnSpc>
                <a:spcPct val="120000"/>
              </a:lnSpc>
              <a:spcBef>
                <a:spcPts val="0"/>
              </a:spcBef>
              <a:spcAft>
                <a:spcPts val="1200"/>
              </a:spcAft>
              <a:buClr>
                <a:schemeClr val="dk1"/>
              </a:buClr>
              <a:buSzPts val="750"/>
              <a:buFont typeface="Arial"/>
              <a:buNone/>
            </a:pPr>
            <a:r>
              <a:rPr sz="900" b="1"/>
              <a:t>Cocktail hour</a:t>
            </a:r>
            <a:br/>
            <a:r>
              <a:rPr sz="850"/>
              <a:t>Opened at 5:00pm, right after closing remarks.</a:t>
            </a:r>
            <a:endParaRPr sz="850"/>
          </a:p>
        </p:txBody>
      </p:sp>
      <p:pic>
        <p:nvPicPr>
          <p:cNvPr id="2206" name="Google Shape;2206;p286" descr="s12_902.png"/>
          <p:cNvPicPr>
            <a:picLocks noGrp="1" noChangeAspect="1"/>
          </p:cNvPicPr>
          <p:nvPr>
            <p:ph type="pic" idx="2"/>
          </p:nvPr>
        </p:nvPicPr>
        <p:blipFill>
          <a:blip r:embed="rId2"/>
          <a:srcRect l="10054" r="10054"/>
          <a:stretch>
            <a:fillRect/>
          </a:stretch>
        </p:blipFill>
        <p:spPr/>
      </p:pic>
      <p:pic>
        <p:nvPicPr>
          <p:cNvPr id="2207" name="Google Shape;2207;p286" descr="s12_905.png"/>
          <p:cNvPicPr>
            <a:picLocks noGrp="1" noChangeAspect="1"/>
          </p:cNvPicPr>
          <p:nvPr>
            <p:ph type="pic" idx="6"/>
          </p:nvPr>
        </p:nvPicPr>
        <p:blipFill>
          <a:blip r:embed="rId3"/>
          <a:srcRect l="10054" r="10054"/>
          <a:stretch>
            <a:fillRect/>
          </a:stretch>
        </p:blipFill>
        <p:spPr/>
      </p:pic>
      <p:pic>
        <p:nvPicPr>
          <p:cNvPr id="2208" name="Google Shape;2208;p286" descr="s12_935.png"/>
          <p:cNvPicPr>
            <a:picLocks noGrp="1" noChangeAspect="1"/>
          </p:cNvPicPr>
          <p:nvPr>
            <p:ph type="pic" idx="7"/>
          </p:nvPr>
        </p:nvPicPr>
        <p:blipFill>
          <a:blip r:embed="rId4"/>
          <a:srcRect l="10054" r="10054"/>
          <a:stretch>
            <a:fillRect/>
          </a:stretch>
        </p:blipFill>
        <p:spPr/>
      </p:pic>
      <p:pic>
        <p:nvPicPr>
          <p:cNvPr id="2209" name="Google Shape;2209;p286" descr="s12_940.png"/>
          <p:cNvPicPr>
            <a:picLocks noGrp="1" noChangeAspect="1"/>
          </p:cNvPicPr>
          <p:nvPr>
            <p:ph type="pic" idx="8"/>
          </p:nvPr>
        </p:nvPicPr>
        <p:blipFill>
          <a:blip r:embed="rId5"/>
          <a:srcRect l="10054" r="10054"/>
          <a:stretch>
            <a:fillRect/>
          </a:stretch>
        </p:blipFill>
        <p:spPr/>
      </p:pic>
      <p:sp>
        <p:nvSpPr>
          <p:cNvPr id="2210" name="Google Shape;2210;p286">
            <a:extLst>
              <a:ext uri="{FF2B5EF4-FFF2-40B4-BE49-F238E27FC236}">
                <a16:creationId xmlns:a16="http://schemas.microsoft.com/office/drawing/2014/main" id="{13946E8E-0FC1-4EE0-8ECD-604AC2003FCB}"/>
              </a:ext>
            </a:extLst>
          </p:cNvPr>
          <p:cNvSpPr>
            <a:spLocks noGrp="1"/>
          </p:cNvSpPr>
          <p:nvPr>
            <p:ph type="title" idx="4294967295"/>
          </p:nvPr>
        </p:nvSpPr>
        <p:spPr>
          <a:xfrm>
            <a:off x="201374" y="295825"/>
            <a:ext cx="2333700" cy="657900"/>
          </a:xfrm>
          <a:prstGeom prst="rect">
            <a:avLst/>
          </a:prstGeom>
        </p:spPr>
        <p:txBody>
          <a:bodyPr spcFirstLastPara="1" wrap="square" lIns="34275" tIns="17125" rIns="34275" bIns="7600" anchor="t">
            <a:noAutofit/>
          </a:bodyPr>
          <a:lstStyle/>
          <a:p>
            <a:pPr marL="0" lvl="0" indent="0" algn="l">
              <a:lnSpc>
                <a:spcPct val="90000"/>
              </a:lnSpc>
              <a:spcBef>
                <a:spcPts val="0"/>
              </a:spcBef>
              <a:spcAft>
                <a:spcPts val="0"/>
              </a:spcAft>
              <a:buNone/>
            </a:pPr>
            <a:r>
              <a:rPr sz="2250"/>
              <a:t>The evening</a:t>
            </a:r>
            <a:br/>
            <a:r>
              <a:rPr sz="2250">
                <a:solidFill>
                  <a:srgbClr val="999999"/>
                </a:solidFill>
              </a:rPr>
              <a:t/>
            </a:r>
            <a:endParaRPr sz="2250">
              <a:solidFill>
                <a:srgbClr val="999999"/>
              </a:solidFill>
            </a:endParaRPr>
          </a:p>
        </p:txBody>
      </p:sp>
      <p:sp>
        <p:nvSpPr>
          <p:cNvPr id="2211" name="Google Shape;2211;p286">
            <a:extLst>
              <a:ext uri="{FF2B5EF4-FFF2-40B4-BE49-F238E27FC236}">
                <a16:creationId xmlns:a16="http://schemas.microsoft.com/office/drawing/2014/main" id="{3563A654-8E1A-4533-9FBA-BED68945FD11}"/>
              </a:ext>
            </a:extLst>
          </p:cNvPr>
          <p:cNvSpPr>
            <a:spLocks noGrp="1"/>
          </p:cNvSpPr>
          <p:nvPr>
            <p:ph type="body" idx="1"/>
          </p:nvPr>
        </p:nvSpPr>
        <p:spPr>
          <a:xfrm>
            <a:off x="2400803" y="3996251"/>
            <a:ext cx="2116800" cy="645600"/>
          </a:xfrm>
          <a:prstGeom prst="rect">
            <a:avLst/>
          </a:prstGeom>
          <a:noFill/>
          <a:ln>
            <a:noFill/>
          </a:ln>
        </p:spPr>
        <p:txBody>
          <a:bodyPr spcFirstLastPara="1" wrap="square" lIns="34275" tIns="17150" rIns="34275" bIns="17150" anchor="t">
            <a:spAutoFit/>
          </a:bodyPr>
          <a:lstStyle/>
          <a:p>
            <a:pPr marL="0" lvl="0" indent="0" algn="l">
              <a:lnSpc>
                <a:spcPct val="120000"/>
              </a:lnSpc>
              <a:spcBef>
                <a:spcPts val="0"/>
              </a:spcBef>
              <a:spcAft>
                <a:spcPts val="1200"/>
              </a:spcAft>
              <a:buClr>
                <a:schemeClr val="dk1"/>
              </a:buClr>
              <a:buSzPts val="750"/>
              <a:buFont typeface="Arial"/>
              <a:buNone/>
            </a:pPr>
            <a:r>
              <a:rPr sz="900" b="1"/>
              <a:t>Food stations</a:t>
            </a:r>
            <a:br/>
            <a:r>
              <a:rPr sz="850"/>
              <a:t>Light bites and stations instead of a seated dinner.</a:t>
            </a:r>
            <a:endParaRPr sz="850"/>
          </a:p>
        </p:txBody>
      </p:sp>
      <p:sp>
        <p:nvSpPr>
          <p:cNvPr id="2212" name="Google Shape;2212;p286">
            <a:extLst>
              <a:ext uri="{FF2B5EF4-FFF2-40B4-BE49-F238E27FC236}">
                <a16:creationId xmlns:a16="http://schemas.microsoft.com/office/drawing/2014/main" id="{6D5DB121-4A7F-4CC4-A121-A11983ABF56B}"/>
              </a:ext>
            </a:extLst>
          </p:cNvPr>
          <p:cNvSpPr>
            <a:spLocks noGrp="1"/>
          </p:cNvSpPr>
          <p:nvPr>
            <p:ph type="body" idx="1"/>
          </p:nvPr>
        </p:nvSpPr>
        <p:spPr>
          <a:xfrm>
            <a:off x="4625077" y="3996251"/>
            <a:ext cx="2116800" cy="645600"/>
          </a:xfrm>
          <a:prstGeom prst="rect">
            <a:avLst/>
          </a:prstGeom>
          <a:noFill/>
          <a:ln>
            <a:noFill/>
          </a:ln>
        </p:spPr>
        <p:txBody>
          <a:bodyPr spcFirstLastPara="1" wrap="square" lIns="34275" tIns="17150" rIns="34275" bIns="17150" anchor="t">
            <a:spAutoFit/>
          </a:bodyPr>
          <a:lstStyle/>
          <a:p>
            <a:pPr marL="0" lvl="0" indent="0" algn="l">
              <a:lnSpc>
                <a:spcPct val="120000"/>
              </a:lnSpc>
              <a:spcBef>
                <a:spcPts val="0"/>
              </a:spcBef>
              <a:spcAft>
                <a:spcPts val="1200"/>
              </a:spcAft>
              <a:buClr>
                <a:schemeClr val="dk1"/>
              </a:buClr>
              <a:buSzPts val="750"/>
              <a:buFont typeface="Arial"/>
              <a:buNone/>
            </a:pPr>
            <a:r>
              <a:rPr sz="900" b="1"/>
              <a:t>Magnolia Bakery</a:t>
            </a:r>
            <a:br/>
            <a:r>
              <a:rPr sz="850"/>
              <a:t>Treats ran through the cocktail hour and bash.</a:t>
            </a:r>
            <a:endParaRPr sz="850"/>
          </a:p>
        </p:txBody>
      </p:sp>
      <p:sp>
        <p:nvSpPr>
          <p:cNvPr id="2213" name="Google Shape;2213;p286">
            <a:extLst>
              <a:ext uri="{FF2B5EF4-FFF2-40B4-BE49-F238E27FC236}">
                <a16:creationId xmlns:a16="http://schemas.microsoft.com/office/drawing/2014/main" id="{5B183E4F-F15B-4EEC-AD61-68EC8C9D7B75}"/>
              </a:ext>
            </a:extLst>
          </p:cNvPr>
          <p:cNvSpPr>
            <a:spLocks noGrp="1"/>
          </p:cNvSpPr>
          <p:nvPr>
            <p:ph type="body" idx="1"/>
          </p:nvPr>
        </p:nvSpPr>
        <p:spPr>
          <a:xfrm>
            <a:off x="6824553" y="3996251"/>
            <a:ext cx="2116800" cy="645600"/>
          </a:xfrm>
          <a:prstGeom prst="rect">
            <a:avLst/>
          </a:prstGeom>
          <a:noFill/>
          <a:ln>
            <a:noFill/>
          </a:ln>
        </p:spPr>
        <p:txBody>
          <a:bodyPr spcFirstLastPara="1" wrap="square" lIns="34275" tIns="17150" rIns="34275" bIns="17150" anchor="t">
            <a:spAutoFit/>
          </a:bodyPr>
          <a:lstStyle/>
          <a:p>
            <a:pPr marL="0" lvl="0" indent="0" algn="l">
              <a:lnSpc>
                <a:spcPct val="120000"/>
              </a:lnSpc>
              <a:spcBef>
                <a:spcPts val="0"/>
              </a:spcBef>
              <a:spcAft>
                <a:spcPts val="1200"/>
              </a:spcAft>
              <a:buClr>
                <a:schemeClr val="dk1"/>
              </a:buClr>
              <a:buSzPts val="750"/>
              <a:buFont typeface="Arial"/>
              <a:buNone/>
            </a:pPr>
            <a:r>
              <a:rPr sz="900" b="1"/>
              <a:t>Thread Bash</a:t>
            </a:r>
            <a:br/>
            <a:r>
              <a:rPr sz="850"/>
              <a:t>The room stayed open until 8:00pm.</a:t>
            </a:r>
            <a:endParaRPr sz="850"/>
          </a:p>
        </p:txBody>
      </p:sp>
      <p:sp>
        <p:nvSpPr>
          <p:cNvPr id="2214" name="Google Shape;2214;p286">
            <a:extLst>
              <a:ext uri="{FF2B5EF4-FFF2-40B4-BE49-F238E27FC236}">
                <a16:creationId xmlns:a16="http://schemas.microsoft.com/office/drawing/2014/main" id="{D3F4882E-538C-41AA-9532-15B265895DCF}"/>
              </a:ext>
            </a:extLst>
          </p:cNvPr>
          <p:cNvSpPr>
            <a:spLocks noGrp="1"/>
          </p:cNvSpPr>
          <p:nvPr/>
        </p:nvSpPr>
        <p:spPr>
          <a:xfrm>
            <a:off x="201378" y="164051"/>
            <a:ext cx="1948200" cy="160800"/>
          </a:xfrm>
          <a:prstGeom prst="rect">
            <a:avLst/>
          </a:prstGeom>
          <a:noFill/>
          <a:ln>
            <a:noFill/>
          </a:ln>
        </p:spPr>
        <p:txBody>
          <a:bodyPr spcFirstLastPara="1" wrap="square" lIns="34275" tIns="17150" rIns="34275" bIns="17150" anchor="t">
            <a:noAutofit/>
          </a:bodyPr>
          <a:lstStyle/>
          <a:p>
            <a:pPr marL="0" lvl="0" indent="0" algn="l">
              <a:lnSpc>
                <a:spcPct val="90000"/>
              </a:lnSpc>
              <a:spcBef>
                <a:spcPts val="0"/>
              </a:spcBef>
              <a:spcAft>
                <a:spcPts val="0"/>
              </a:spcAft>
              <a:buNone/>
            </a:pPr>
            <a:r>
              <a:rPr sz="750">
                <a:solidFill>
                  <a:srgbClr val="91969C"/>
                </a:solidFill>
                <a:latin typeface="Inter"/>
                <a:ea typeface="Inter"/>
                <a:cs typeface="Inter"/>
              </a:rPr>
              <a:t>Activations</a:t>
            </a:r>
            <a:endParaRPr sz="750">
              <a:solidFill>
                <a:srgbClr val="91969C"/>
              </a:solidFill>
              <a:latin typeface="Inter"/>
              <a:ea typeface="Inter"/>
              <a:cs typeface="Inter"/>
            </a:endParaRPr>
          </a:p>
          <a:p>
            <a:pPr marL="0" lvl="0" indent="0" algn="l">
              <a:lnSpc>
                <a:spcPct val="90000"/>
              </a:lnSpc>
              <a:spcBef>
                <a:spcPts val="1200"/>
              </a:spcBef>
              <a:spcAft>
                <a:spcPts val="1200"/>
              </a:spcAft>
              <a:buNone/>
            </a:pPr>
            <a:r>
              <a:t/>
            </a:r>
            <a:endParaRPr sz="750">
              <a:solidFill>
                <a:srgbClr val="1E1C1C"/>
              </a:solidFill>
              <a:latin typeface="Inter"/>
              <a:ea typeface="Inter"/>
              <a:cs typeface="Inter"/>
            </a:endParaRP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chemeClr val="lt1"/>
        </a:solidFill>
      </p:bgPr>
    </p:bg>
    <p:spTree>
      <p:nvGrpSpPr>
        <p:cNvPr id="1" name=""/>
        <p:cNvGrpSpPr/>
        <p:nvPr/>
      </p:nvGrpSpPr>
      <p:grpSpPr/>
      <p:sp>
        <p:nvSpPr>
          <p:cNvPr id="2029" name="Google Shape;2029;p271">
            <a:extLst>
              <a:ext uri="{FF2B5EF4-FFF2-40B4-BE49-F238E27FC236}">
                <a16:creationId xmlns:a16="http://schemas.microsoft.com/office/drawing/2014/main" id="{E6C389C8-DB39-4BAF-ACA2-59ABFC69107C}"/>
              </a:ext>
            </a:extLst>
          </p:cNvPr>
          <p:cNvSpPr>
            <a:spLocks noGrp="1"/>
          </p:cNvSpPr>
          <p:nvPr>
            <p:ph type="body" idx="1"/>
          </p:nvPr>
        </p:nvSpPr>
        <p:spPr>
          <a:xfrm>
            <a:off x="201378" y="164051"/>
            <a:ext cx="1948200" cy="160800"/>
          </a:xfrm>
          <a:prstGeom prst="rect">
            <a:avLst/>
          </a:prstGeom>
          <a:noFill/>
          <a:ln>
            <a:noFill/>
          </a:ln>
        </p:spPr>
        <p:txBody>
          <a:bodyPr spcFirstLastPara="1" wrap="square" lIns="34275" tIns="17150" rIns="34275" bIns="17150" anchor="t">
            <a:noAutofit/>
          </a:bodyPr>
          <a:lstStyle/>
          <a:p>
            <a:pPr marL="0" lvl="0" indent="0" algn="l">
              <a:lnSpc>
                <a:spcPct val="90000"/>
              </a:lnSpc>
              <a:spcBef>
                <a:spcPts val="0"/>
              </a:spcBef>
              <a:spcAft>
                <a:spcPts val="0"/>
              </a:spcAft>
              <a:buClr>
                <a:schemeClr val="dk1"/>
              </a:buClr>
              <a:buSzPts val="750"/>
              <a:buFont typeface="Arial"/>
              <a:buNone/>
            </a:pPr>
            <a:r>
              <a:rPr>
                <a:solidFill>
                  <a:srgbClr val="91969C"/>
                </a:solidFill>
              </a:rPr>
              <a:t>Thread World Tour</a:t>
            </a:r>
            <a:endParaRPr>
              <a:solidFill>
                <a:srgbClr val="91969C"/>
              </a:solidFill>
            </a:endParaRPr>
          </a:p>
          <a:p>
            <a:pPr marL="0" lvl="0" indent="0" algn="l">
              <a:lnSpc>
                <a:spcPct val="90000"/>
              </a:lnSpc>
              <a:spcBef>
                <a:spcPts val="1200"/>
              </a:spcBef>
              <a:spcAft>
                <a:spcPts val="1200"/>
              </a:spcAft>
              <a:buClr>
                <a:schemeClr val="dk1"/>
              </a:buClr>
              <a:buSzPts val="750"/>
              <a:buFont typeface="Arial"/>
              <a:buNone/>
            </a:pPr>
            <a:r>
              <a:t/>
            </a:r>
            <a:endParaRPr>
              <a:solidFill>
                <a:srgbClr val="91969C"/>
              </a:solidFill>
            </a:endParaRPr>
          </a:p>
        </p:txBody>
      </p:sp>
      <p:sp>
        <p:nvSpPr>
          <p:cNvPr id="2030" name="Google Shape;2030;p271">
            <a:extLst>
              <a:ext uri="{FF2B5EF4-FFF2-40B4-BE49-F238E27FC236}">
                <a16:creationId xmlns:a16="http://schemas.microsoft.com/office/drawing/2014/main" id="{D4B867BE-A025-4E10-A280-A87C9587858D}"/>
              </a:ext>
            </a:extLst>
          </p:cNvPr>
          <p:cNvSpPr>
            <a:spLocks noGrp="1"/>
          </p:cNvSpPr>
          <p:nvPr>
            <p:ph type="title" idx="0"/>
          </p:nvPr>
        </p:nvSpPr>
        <p:spPr>
          <a:xfrm>
            <a:off x="201378" y="295836"/>
            <a:ext cx="2334600" cy="657900"/>
          </a:xfrm>
          <a:prstGeom prst="rect">
            <a:avLst/>
          </a:prstGeom>
          <a:noFill/>
          <a:ln>
            <a:noFill/>
          </a:ln>
        </p:spPr>
        <p:txBody>
          <a:bodyPr spcFirstLastPara="1" wrap="square" lIns="34275" tIns="17150" rIns="34275" bIns="17150" anchor="t">
            <a:spAutoFit/>
          </a:bodyPr>
          <a:lstStyle/>
          <a:p>
            <a:pPr marL="0" lvl="0" indent="0" algn="l">
              <a:lnSpc>
                <a:spcPct val="90000"/>
              </a:lnSpc>
              <a:spcBef>
                <a:spcPts val="0"/>
              </a:spcBef>
              <a:spcAft>
                <a:spcPts val="0"/>
              </a:spcAft>
              <a:buClr>
                <a:schemeClr val="dk1"/>
              </a:buClr>
              <a:buSzPts val="2250"/>
              <a:buFont typeface="Arial"/>
              <a:buNone/>
            </a:pPr>
            <a:r>
              <a:rPr sz="2250"/>
              <a:t>Partners</a:t>
            </a:r>
            <a:br/>
            <a:r>
              <a:rPr sz="2250">
                <a:solidFill>
                  <a:srgbClr val="999999"/>
                </a:solidFill>
              </a:rPr>
              <a:t/>
            </a:r>
            <a:endParaRPr sz="2250">
              <a:solidFill>
                <a:srgbClr val="999999"/>
              </a:solidFill>
            </a:endParaRPr>
          </a:p>
        </p:txBody>
      </p:sp>
      <p:sp>
        <p:nvSpPr>
          <p:cNvPr id="2031" name="Google Shape;2031;p271">
            <a:extLst>
              <a:ext uri="{FF2B5EF4-FFF2-40B4-BE49-F238E27FC236}">
                <a16:creationId xmlns:a16="http://schemas.microsoft.com/office/drawing/2014/main" id="{5FB39C33-70CB-4FC1-B547-887843D099FA}"/>
              </a:ext>
            </a:extLst>
          </p:cNvPr>
          <p:cNvSpPr>
            <a:spLocks noGrp="1"/>
          </p:cNvSpPr>
          <p:nvPr>
            <p:ph type="body" idx="2"/>
          </p:nvPr>
        </p:nvSpPr>
        <p:spPr>
          <a:xfrm>
            <a:off x="201378" y="1907550"/>
            <a:ext cx="1605300" cy="1754700"/>
          </a:xfrm>
          <a:prstGeom prst="rect">
            <a:avLst/>
          </a:prstGeom>
          <a:noFill/>
          <a:ln>
            <a:noFill/>
          </a:ln>
        </p:spPr>
        <p:txBody>
          <a:bodyPr spcFirstLastPara="1" wrap="square" lIns="34275" tIns="17150" rIns="34275" bIns="17150" anchor="t">
            <a:spAutoFit/>
          </a:bodyPr>
          <a:lstStyle/>
          <a:p>
            <a:pPr marL="0" lvl="0" indent="0" algn="l">
              <a:lnSpc>
                <a:spcPct val="110000"/>
              </a:lnSpc>
              <a:spcBef>
                <a:spcPts val="0"/>
              </a:spcBef>
              <a:spcAft>
                <a:spcPts val="0"/>
              </a:spcAft>
              <a:buClr>
                <a:schemeClr val="dk1"/>
              </a:buClr>
              <a:buSzPts val="900"/>
              <a:buFont typeface="Arial"/>
              <a:buNone/>
            </a:pPr>
            <a:r>
              <a:rPr sz="900" b="1"/>
              <a:t>Simon Data</a:t>
            </a:r>
            <a:endParaRPr sz="900" b="1"/>
          </a:p>
          <a:p>
            <a:pPr marL="0" lvl="0" indent="0" algn="l">
              <a:lnSpc>
                <a:spcPct val="110000"/>
              </a:lnSpc>
              <a:spcBef>
                <a:spcPts val="225"/>
              </a:spcBef>
              <a:spcAft>
                <a:spcPts val="0"/>
              </a:spcAft>
              <a:buClr>
                <a:schemeClr val="dk1"/>
              </a:buClr>
              <a:buSzPts val="900"/>
              <a:buFont typeface="Arial"/>
              <a:buNone/>
            </a:pPr>
            <a:r>
              <a:t/>
            </a:r>
            <a:endParaRPr sz="900"/>
          </a:p>
          <a:p>
            <a:pPr marL="0" lvl="0" indent="0" algn="l">
              <a:lnSpc>
                <a:spcPct val="110000"/>
              </a:lnSpc>
              <a:spcBef>
                <a:spcPts val="225"/>
              </a:spcBef>
              <a:spcAft>
                <a:spcPts val="0"/>
              </a:spcAft>
              <a:buClr>
                <a:schemeClr val="dk1"/>
              </a:buClr>
              <a:buSzPts val="900"/>
              <a:buFont typeface="Arial"/>
              <a:buNone/>
            </a:pPr>
            <a:r>
              <a:rPr sz="900"/>
              <a:t>Ran a solo session, then joined Attentive and Snowflake on stage, plus a kiosk on the 101st floor.</a:t>
            </a:r>
            <a:endParaRPr sz="900"/>
          </a:p>
        </p:txBody>
      </p:sp>
      <p:sp>
        <p:nvSpPr>
          <p:cNvPr id="2032" name="Google Shape;2032;p271">
            <a:extLst>
              <a:ext uri="{FF2B5EF4-FFF2-40B4-BE49-F238E27FC236}">
                <a16:creationId xmlns:a16="http://schemas.microsoft.com/office/drawing/2014/main" id="{591B070B-6842-4D9C-81FA-E8DB5C184ADA}"/>
              </a:ext>
            </a:extLst>
          </p:cNvPr>
          <p:cNvSpPr>
            <a:spLocks noGrp="1"/>
          </p:cNvSpPr>
          <p:nvPr>
            <p:ph type="body" idx="3"/>
          </p:nvPr>
        </p:nvSpPr>
        <p:spPr>
          <a:xfrm>
            <a:off x="1985365" y="1907550"/>
            <a:ext cx="1605300" cy="1754700"/>
          </a:xfrm>
          <a:prstGeom prst="rect">
            <a:avLst/>
          </a:prstGeom>
          <a:noFill/>
          <a:ln>
            <a:noFill/>
          </a:ln>
        </p:spPr>
        <p:txBody>
          <a:bodyPr spcFirstLastPara="1" wrap="square" lIns="34275" tIns="17150" rIns="34275" bIns="17150" anchor="t">
            <a:spAutoFit/>
          </a:bodyPr>
          <a:lstStyle/>
          <a:p>
            <a:pPr marL="0" lvl="0" indent="0" algn="l">
              <a:lnSpc>
                <a:spcPct val="110000"/>
              </a:lnSpc>
              <a:spcBef>
                <a:spcPts val="0"/>
              </a:spcBef>
              <a:spcAft>
                <a:spcPts val="0"/>
              </a:spcAft>
              <a:buClr>
                <a:schemeClr val="dk1"/>
              </a:buClr>
              <a:buSzPts val="900"/>
              <a:buFont typeface="Arial"/>
              <a:buNone/>
            </a:pPr>
            <a:r>
              <a:rPr sz="900" b="1"/>
              <a:t>Bazaarvoice</a:t>
            </a:r>
            <a:endParaRPr sz="900" b="1"/>
          </a:p>
          <a:p>
            <a:pPr marL="0" lvl="0" indent="0" algn="l">
              <a:lnSpc>
                <a:spcPct val="110000"/>
              </a:lnSpc>
              <a:spcBef>
                <a:spcPts val="225"/>
              </a:spcBef>
              <a:spcAft>
                <a:spcPts val="0"/>
              </a:spcAft>
              <a:buClr>
                <a:schemeClr val="dk1"/>
              </a:buClr>
              <a:buSzPts val="900"/>
              <a:buFont typeface="Arial"/>
              <a:buNone/>
            </a:pPr>
            <a:r>
              <a:t/>
            </a:r>
            <a:endParaRPr sz="900"/>
          </a:p>
          <a:p>
            <a:pPr marL="0" lvl="0" indent="0" algn="l">
              <a:lnSpc>
                <a:spcPct val="110000"/>
              </a:lnSpc>
              <a:spcBef>
                <a:spcPts val="225"/>
              </a:spcBef>
              <a:spcAft>
                <a:spcPts val="0"/>
              </a:spcAft>
              <a:buClr>
                <a:schemeClr val="dk1"/>
              </a:buClr>
              <a:buSzPts val="900"/>
              <a:buFont typeface="Arial"/>
              <a:buNone/>
            </a:pPr>
            <a:r>
              <a:rPr sz="900"/>
              <a:t>Hosted the Coach What's in Store session for VIP customers and ran a kiosk in the event space.</a:t>
            </a:r>
            <a:endParaRPr sz="900"/>
          </a:p>
        </p:txBody>
      </p:sp>
      <p:sp>
        <p:nvSpPr>
          <p:cNvPr id="2033" name="Google Shape;2033;p271">
            <a:extLst>
              <a:ext uri="{FF2B5EF4-FFF2-40B4-BE49-F238E27FC236}">
                <a16:creationId xmlns:a16="http://schemas.microsoft.com/office/drawing/2014/main" id="{BDFE6668-C52D-49B6-9DB4-7718EC75CA73}"/>
              </a:ext>
            </a:extLst>
          </p:cNvPr>
          <p:cNvSpPr>
            <a:spLocks noGrp="1"/>
          </p:cNvSpPr>
          <p:nvPr>
            <p:ph type="body" idx="4"/>
          </p:nvPr>
        </p:nvSpPr>
        <p:spPr>
          <a:xfrm>
            <a:off x="3769352" y="1907550"/>
            <a:ext cx="1605300" cy="1754700"/>
          </a:xfrm>
          <a:prstGeom prst="rect">
            <a:avLst/>
          </a:prstGeom>
          <a:noFill/>
          <a:ln>
            <a:noFill/>
          </a:ln>
        </p:spPr>
        <p:txBody>
          <a:bodyPr spcFirstLastPara="1" wrap="square" lIns="34275" tIns="17150" rIns="34275" bIns="17150" anchor="t">
            <a:spAutoFit/>
          </a:bodyPr>
          <a:lstStyle/>
          <a:p>
            <a:pPr marL="0" lvl="0" indent="0" algn="l">
              <a:lnSpc>
                <a:spcPct val="110000"/>
              </a:lnSpc>
              <a:spcBef>
                <a:spcPts val="0"/>
              </a:spcBef>
              <a:spcAft>
                <a:spcPts val="0"/>
              </a:spcAft>
              <a:buClr>
                <a:schemeClr val="dk1"/>
              </a:buClr>
              <a:buSzPts val="900"/>
              <a:buFont typeface="Arial"/>
              <a:buNone/>
            </a:pPr>
            <a:r>
              <a:rPr sz="900" b="1"/>
              <a:t>Recharge</a:t>
            </a:r>
            <a:endParaRPr sz="900" b="1"/>
          </a:p>
          <a:p>
            <a:pPr marL="0" lvl="0" indent="0" algn="l">
              <a:lnSpc>
                <a:spcPct val="110000"/>
              </a:lnSpc>
              <a:spcBef>
                <a:spcPts val="225"/>
              </a:spcBef>
              <a:spcAft>
                <a:spcPts val="0"/>
              </a:spcAft>
              <a:buClr>
                <a:schemeClr val="dk1"/>
              </a:buClr>
              <a:buSzPts val="900"/>
              <a:buFont typeface="Arial"/>
              <a:buNone/>
            </a:pPr>
            <a:r>
              <a:t/>
            </a:r>
            <a:endParaRPr sz="900"/>
          </a:p>
          <a:p>
            <a:pPr marL="0" lvl="0" indent="0" algn="l">
              <a:lnSpc>
                <a:spcPct val="110000"/>
              </a:lnSpc>
              <a:spcBef>
                <a:spcPts val="225"/>
              </a:spcBef>
              <a:spcAft>
                <a:spcPts val="0"/>
              </a:spcAft>
              <a:buClr>
                <a:schemeClr val="dk1"/>
              </a:buClr>
              <a:buSzPts val="900"/>
              <a:buFont typeface="Arial"/>
              <a:buNone/>
            </a:pPr>
            <a:r>
              <a:rPr sz="900"/>
              <a:t>Hosted Plaza M appointments for VIP customers during the morning block.</a:t>
            </a:r>
            <a:endParaRPr sz="900"/>
          </a:p>
        </p:txBody>
      </p:sp>
      <p:sp>
        <p:nvSpPr>
          <p:cNvPr id="2034" name="Google Shape;2034;p271">
            <a:extLst>
              <a:ext uri="{FF2B5EF4-FFF2-40B4-BE49-F238E27FC236}">
                <a16:creationId xmlns:a16="http://schemas.microsoft.com/office/drawing/2014/main" id="{56BF9525-B2EE-4E6E-9438-21B687E19CF3}"/>
              </a:ext>
            </a:extLst>
          </p:cNvPr>
          <p:cNvSpPr>
            <a:spLocks noGrp="1"/>
          </p:cNvSpPr>
          <p:nvPr>
            <p:ph type="body" idx="5"/>
          </p:nvPr>
        </p:nvSpPr>
        <p:spPr>
          <a:xfrm>
            <a:off x="5553339" y="1907550"/>
            <a:ext cx="1605300" cy="1754700"/>
          </a:xfrm>
          <a:prstGeom prst="rect">
            <a:avLst/>
          </a:prstGeom>
          <a:noFill/>
          <a:ln>
            <a:noFill/>
          </a:ln>
        </p:spPr>
        <p:txBody>
          <a:bodyPr spcFirstLastPara="1" wrap="square" lIns="34275" tIns="17150" rIns="34275" bIns="17150" anchor="t">
            <a:spAutoFit/>
          </a:bodyPr>
          <a:lstStyle/>
          <a:p>
            <a:pPr marL="0" lvl="0" indent="0" algn="l">
              <a:lnSpc>
                <a:spcPct val="110000"/>
              </a:lnSpc>
              <a:spcBef>
                <a:spcPts val="0"/>
              </a:spcBef>
              <a:spcAft>
                <a:spcPts val="0"/>
              </a:spcAft>
              <a:buClr>
                <a:schemeClr val="dk1"/>
              </a:buClr>
              <a:buSzPts val="900"/>
              <a:buFont typeface="Arial"/>
              <a:buNone/>
            </a:pPr>
            <a:r>
              <a:rPr sz="900" b="1"/>
              <a:t>Friendbuy</a:t>
            </a:r>
            <a:endParaRPr sz="900" b="1"/>
          </a:p>
          <a:p>
            <a:pPr marL="0" lvl="0" indent="0" algn="l">
              <a:lnSpc>
                <a:spcPct val="110000"/>
              </a:lnSpc>
              <a:spcBef>
                <a:spcPts val="225"/>
              </a:spcBef>
              <a:spcAft>
                <a:spcPts val="0"/>
              </a:spcAft>
              <a:buClr>
                <a:schemeClr val="dk1"/>
              </a:buClr>
              <a:buSzPts val="900"/>
              <a:buFont typeface="Arial"/>
              <a:buNone/>
            </a:pPr>
            <a:r>
              <a:t/>
            </a:r>
            <a:endParaRPr sz="900"/>
          </a:p>
          <a:p>
            <a:pPr marL="0" lvl="0" indent="0" algn="l">
              <a:lnSpc>
                <a:spcPct val="110000"/>
              </a:lnSpc>
              <a:spcBef>
                <a:spcPts val="225"/>
              </a:spcBef>
              <a:spcAft>
                <a:spcPts val="0"/>
              </a:spcAft>
              <a:buClr>
                <a:schemeClr val="dk1"/>
              </a:buClr>
              <a:buSzPts val="900"/>
              <a:buFont typeface="Arial"/>
              <a:buNone/>
            </a:pPr>
            <a:r>
              <a:rPr sz="900"/>
              <a:t>On the partner roster for the New York stop.</a:t>
            </a:r>
            <a:endParaRPr sz="900"/>
          </a:p>
        </p:txBody>
      </p:sp>
      <p:sp>
        <p:nvSpPr>
          <p:cNvPr id="2035" name="Google Shape;2035;p271">
            <a:extLst>
              <a:ext uri="{FF2B5EF4-FFF2-40B4-BE49-F238E27FC236}">
                <a16:creationId xmlns:a16="http://schemas.microsoft.com/office/drawing/2014/main" id="{75AB6F93-904E-4C90-A432-6A624C04D77D}"/>
              </a:ext>
            </a:extLst>
          </p:cNvPr>
          <p:cNvSpPr>
            <a:spLocks noGrp="1"/>
          </p:cNvSpPr>
          <p:nvPr>
            <p:ph type="body" idx="6"/>
          </p:nvPr>
        </p:nvSpPr>
        <p:spPr>
          <a:xfrm>
            <a:off x="7337326" y="1907550"/>
            <a:ext cx="1605300" cy="1754700"/>
          </a:xfrm>
          <a:prstGeom prst="rect">
            <a:avLst/>
          </a:prstGeom>
          <a:noFill/>
          <a:ln>
            <a:noFill/>
          </a:ln>
        </p:spPr>
        <p:txBody>
          <a:bodyPr spcFirstLastPara="1" wrap="square" lIns="34275" tIns="17150" rIns="34275" bIns="17150" anchor="t">
            <a:spAutoFit/>
          </a:bodyPr>
          <a:lstStyle/>
          <a:p>
            <a:pPr marL="0" lvl="0" indent="0" algn="l">
              <a:lnSpc>
                <a:spcPct val="110000"/>
              </a:lnSpc>
              <a:spcBef>
                <a:spcPts val="0"/>
              </a:spcBef>
              <a:spcAft>
                <a:spcPts val="0"/>
              </a:spcAft>
              <a:buClr>
                <a:schemeClr val="dk1"/>
              </a:buClr>
              <a:buSzPts val="900"/>
              <a:buFont typeface="Arial"/>
              <a:buNone/>
            </a:pPr>
            <a:r>
              <a:rPr sz="900" b="1"/>
              <a:t>Shopify</a:t>
            </a:r>
            <a:endParaRPr sz="900" b="1"/>
          </a:p>
          <a:p>
            <a:pPr marL="0" lvl="0" indent="0" algn="l">
              <a:lnSpc>
                <a:spcPct val="110000"/>
              </a:lnSpc>
              <a:spcBef>
                <a:spcPts val="225"/>
              </a:spcBef>
              <a:spcAft>
                <a:spcPts val="0"/>
              </a:spcAft>
              <a:buClr>
                <a:schemeClr val="dk1"/>
              </a:buClr>
              <a:buSzPts val="900"/>
              <a:buFont typeface="Arial"/>
              <a:buNone/>
            </a:pPr>
            <a:r>
              <a:t/>
            </a:r>
            <a:endParaRPr sz="900"/>
          </a:p>
          <a:p>
            <a:pPr marL="0" lvl="0" indent="0" algn="l">
              <a:lnSpc>
                <a:spcPct val="110000"/>
              </a:lnSpc>
              <a:spcBef>
                <a:spcPts val="225"/>
              </a:spcBef>
              <a:spcAft>
                <a:spcPts val="0"/>
              </a:spcAft>
              <a:buClr>
                <a:schemeClr val="dk1"/>
              </a:buClr>
              <a:buSzPts val="900"/>
              <a:buFont typeface="Arial"/>
              <a:buNone/>
            </a:pPr>
            <a:r>
              <a:rPr sz="900"/>
              <a:t>Rounded out the five partners on site.</a:t>
            </a:r>
            <a:endParaRPr sz="900"/>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chemeClr val="accent1"/>
        </a:solidFill>
      </p:bgPr>
    </p:bg>
    <p:spTree>
      <p:nvGrpSpPr>
        <p:cNvPr id="1" name=""/>
        <p:cNvGrpSpPr/>
        <p:nvPr/>
      </p:nvGrpSpPr>
      <p:grpSpPr/>
      <p:sp>
        <p:nvSpPr>
          <p:cNvPr id="1758" name="Google Shape;1758;p232">
            <a:extLst>
              <a:ext uri="{FF2B5EF4-FFF2-40B4-BE49-F238E27FC236}">
                <a16:creationId xmlns:a16="http://schemas.microsoft.com/office/drawing/2014/main" id="{6CFA4F03-601C-4237-9405-8C7A0289F9FE}"/>
              </a:ext>
            </a:extLst>
          </p:cNvPr>
          <p:cNvSpPr>
            <a:spLocks noGrp="1"/>
          </p:cNvSpPr>
          <p:nvPr>
            <p:ph type="title" idx="0"/>
          </p:nvPr>
        </p:nvSpPr>
        <p:spPr>
          <a:xfrm>
            <a:off x="1514925" y="2113650"/>
            <a:ext cx="6114000" cy="920700"/>
          </a:xfrm>
          <a:prstGeom prst="rect">
            <a:avLst/>
          </a:prstGeom>
        </p:spPr>
        <p:txBody>
          <a:bodyPr spcFirstLastPara="1" wrap="square" lIns="0" tIns="0" rIns="0" bIns="0" anchor="ctr">
            <a:noAutofit/>
          </a:bodyPr>
          <a:lstStyle/>
          <a:p>
            <a:pPr marL="0" lvl="0" indent="0" algn="ctr">
              <a:spcBef>
                <a:spcPts val="0"/>
              </a:spcBef>
              <a:spcAft>
                <a:spcPts val="0"/>
              </a:spcAft>
              <a:buNone/>
            </a:pPr>
            <a:r>
              <a:rPr>
                <a:solidFill>
                  <a:schemeClr val="lt1"/>
                </a:solidFill>
              </a:rPr>
              <a:t>What to repeat</a:t>
            </a:r>
            <a:br/>
            <a:r>
              <a:rPr>
                <a:solidFill>
                  <a:schemeClr val="lt1"/>
                </a:solidFill>
              </a:rPr>
              <a:t/>
            </a:r>
            <a:endParaRPr>
              <a:solidFill>
                <a:schemeClr val="lt1"/>
              </a:solidFill>
            </a:endParaRP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chemeClr val="lt1"/>
        </a:solidFill>
      </p:bgPr>
    </p:bg>
    <p:spTree>
      <p:nvGrpSpPr>
        <p:cNvPr id="1" name=""/>
        <p:cNvGrpSpPr/>
        <p:nvPr/>
      </p:nvGrpSpPr>
      <p:grpSpPr/>
      <p:sp>
        <p:nvSpPr>
          <p:cNvPr id="1918" name="Google Shape;1918;p259">
            <a:extLst>
              <a:ext uri="{FF2B5EF4-FFF2-40B4-BE49-F238E27FC236}">
                <a16:creationId xmlns:a16="http://schemas.microsoft.com/office/drawing/2014/main" id="{CB2EE99A-ACAF-4C76-9501-08892B41DF3F}"/>
              </a:ext>
            </a:extLst>
          </p:cNvPr>
          <p:cNvSpPr>
            <a:spLocks noGrp="1"/>
          </p:cNvSpPr>
          <p:nvPr>
            <p:ph type="title" idx="0"/>
          </p:nvPr>
        </p:nvSpPr>
        <p:spPr>
          <a:xfrm>
            <a:off x="201377" y="2052377"/>
            <a:ext cx="8741400" cy="526500"/>
          </a:xfrm>
          <a:prstGeom prst="rect">
            <a:avLst/>
          </a:prstGeom>
          <a:noFill/>
          <a:ln>
            <a:noFill/>
          </a:ln>
        </p:spPr>
        <p:txBody>
          <a:bodyPr spcFirstLastPara="1" wrap="square" lIns="0" tIns="0" rIns="0" bIns="0" anchor="t">
            <a:spAutoFit/>
          </a:bodyPr>
          <a:lstStyle/>
          <a:p>
            <a:pPr marL="0" lvl="0" indent="0" algn="ctr">
              <a:lnSpc>
                <a:spcPct val="90000"/>
              </a:lnSpc>
              <a:spcBef>
                <a:spcPts val="0"/>
              </a:spcBef>
              <a:spcAft>
                <a:spcPts val="0"/>
              </a:spcAft>
              <a:buClr>
                <a:schemeClr val="dk1"/>
              </a:buClr>
              <a:buSzPts val="3800"/>
              <a:buFont typeface="Helvetica Neue"/>
              <a:buNone/>
            </a:pPr>
            <a:r>
              <a:t>One room did all the </a:t>
            </a:r>
            <a:r>
              <a:rPr sz="3800"/>
              <a:t/>
            </a:r>
            <a:r>
              <a:rPr sz="3800" i="1"/>
              <a:t>work</a:t>
            </a:r>
            <a:r>
              <a:rPr i="1"/>
              <a:t/>
            </a:r>
            <a:r>
              <a:rPr sz="3800" i="1"/>
              <a:t/>
            </a:r>
            <a:r>
              <a:rPr sz="3800"/>
              <a:t/>
            </a:r>
            <a:r>
              <a:t>.</a:t>
            </a:r>
            <a:endParaRPr sz="3800"/>
          </a:p>
        </p:txBody>
      </p:sp>
      <p:sp>
        <p:nvSpPr>
          <p:cNvPr id="1919" name="Google Shape;1919;p259">
            <a:extLst>
              <a:ext uri="{FF2B5EF4-FFF2-40B4-BE49-F238E27FC236}">
                <a16:creationId xmlns:a16="http://schemas.microsoft.com/office/drawing/2014/main" id="{B730CF4F-6452-45E1-9CDE-08C2EDBFBD0D}"/>
              </a:ext>
            </a:extLst>
          </p:cNvPr>
          <p:cNvSpPr>
            <a:spLocks noGrp="1"/>
          </p:cNvSpPr>
          <p:nvPr>
            <p:ph type="body" idx="1"/>
          </p:nvPr>
        </p:nvSpPr>
        <p:spPr>
          <a:xfrm>
            <a:off x="201377" y="1659663"/>
            <a:ext cx="8741400" cy="193800"/>
          </a:xfrm>
          <a:prstGeom prst="rect">
            <a:avLst/>
          </a:prstGeom>
          <a:noFill/>
          <a:ln>
            <a:noFill/>
          </a:ln>
        </p:spPr>
        <p:txBody>
          <a:bodyPr spcFirstLastPara="1" wrap="square" lIns="0" tIns="0" rIns="0" bIns="0" anchor="t">
            <a:spAutoFit/>
          </a:bodyPr>
          <a:lstStyle/>
          <a:p>
            <a:pPr marL="0" lvl="0" indent="0" algn="ctr">
              <a:lnSpc>
                <a:spcPct val="90000"/>
              </a:lnSpc>
              <a:spcBef>
                <a:spcPts val="0"/>
              </a:spcBef>
              <a:spcAft>
                <a:spcPts val="0"/>
              </a:spcAft>
              <a:buClr>
                <a:srgbClr val="7F7F7F"/>
              </a:buClr>
              <a:buSzPts val="1400"/>
              <a:buFont typeface="Helvetica Neue"/>
              <a:buNone/>
            </a:pPr>
            <a:r>
              <a:rPr>
                <a:solidFill>
                  <a:srgbClr val="999999"/>
                </a:solidFill>
              </a:rPr>
              <a:t>What to repeat</a:t>
            </a:r>
            <a:endParaRPr sz="1400">
              <a:solidFill>
                <a:srgbClr val="999999"/>
              </a:solidFill>
            </a:endParaRP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436" name="Google Shape;3436;p358">
            <a:extLst>
              <a:ext uri="{FF2B5EF4-FFF2-40B4-BE49-F238E27FC236}">
                <a16:creationId xmlns:a16="http://schemas.microsoft.com/office/drawing/2014/main" id="{E16576ED-9FC2-4B05-AE08-D46B921EC7A5}"/>
              </a:ext>
            </a:extLst>
          </p:cNvPr>
          <p:cNvSpPr>
            <a:spLocks noGrp="1"/>
          </p:cNvSpPr>
          <p:nvPr>
            <p:ph type="title" idx="0"/>
          </p:nvPr>
        </p:nvSpPr>
        <p:spPr>
          <a:xfrm>
            <a:off x="201375" y="295825"/>
            <a:ext cx="8349900" cy="346200"/>
          </a:xfrm>
          <a:prstGeom prst="rect">
            <a:avLst/>
          </a:prstGeom>
          <a:noFill/>
          <a:ln>
            <a:noFill/>
          </a:ln>
        </p:spPr>
        <p:txBody>
          <a:bodyPr spcFirstLastPara="1" wrap="square" lIns="34275" tIns="17150" rIns="34275" bIns="17150" anchor="t">
            <a:spAutoFit/>
          </a:bodyPr>
          <a:lstStyle/>
          <a:p>
            <a:pPr marL="0" lvl="0" indent="0" algn="l">
              <a:lnSpc>
                <a:spcPct val="90000"/>
              </a:lnSpc>
              <a:spcBef>
                <a:spcPts val="0"/>
              </a:spcBef>
              <a:spcAft>
                <a:spcPts val="0"/>
              </a:spcAft>
              <a:buClr>
                <a:schemeClr val="dk1"/>
              </a:buClr>
              <a:buSzPts val="2250"/>
              <a:buFont typeface="Arial"/>
              <a:buNone/>
            </a:pPr>
            <a:r>
              <a:t>The shape of the day</a:t>
            </a:r>
            <a:endParaRPr/>
          </a:p>
        </p:txBody>
      </p:sp>
      <p:sp>
        <p:nvSpPr>
          <p:cNvPr id="3437" name="Google Shape;3437;p358">
            <a:extLst>
              <a:ext uri="{FF2B5EF4-FFF2-40B4-BE49-F238E27FC236}">
                <a16:creationId xmlns:a16="http://schemas.microsoft.com/office/drawing/2014/main" id="{3960A1E1-7371-4ABA-B902-B1CC19FB5208}"/>
              </a:ext>
            </a:extLst>
          </p:cNvPr>
          <p:cNvSpPr>
            <a:spLocks noGrp="1"/>
          </p:cNvSpPr>
          <p:nvPr>
            <p:ph type="body" idx="1"/>
          </p:nvPr>
        </p:nvSpPr>
        <p:spPr>
          <a:xfrm>
            <a:off x="201378" y="164051"/>
            <a:ext cx="1948200" cy="160800"/>
          </a:xfrm>
          <a:prstGeom prst="rect">
            <a:avLst/>
          </a:prstGeom>
          <a:noFill/>
          <a:ln>
            <a:noFill/>
          </a:ln>
        </p:spPr>
        <p:txBody>
          <a:bodyPr spcFirstLastPara="1" wrap="square" lIns="34275" tIns="17150" rIns="34275" bIns="17150" anchor="t">
            <a:noAutofit/>
          </a:bodyPr>
          <a:lstStyle/>
          <a:p>
            <a:pPr marL="0" lvl="0" indent="0" algn="l">
              <a:lnSpc>
                <a:spcPct val="90000"/>
              </a:lnSpc>
              <a:spcBef>
                <a:spcPts val="0"/>
              </a:spcBef>
              <a:spcAft>
                <a:spcPts val="1200"/>
              </a:spcAft>
              <a:buClr>
                <a:schemeClr val="dk1"/>
              </a:buClr>
              <a:buSzPts val="750"/>
              <a:buFont typeface="Arial"/>
              <a:buNone/>
            </a:pPr>
            <a:r>
              <a:rPr>
                <a:solidFill>
                  <a:srgbClr val="91969C"/>
                </a:solidFill>
              </a:rPr>
              <a:t>Run of show</a:t>
            </a:r>
            <a:endParaRPr>
              <a:solidFill>
                <a:srgbClr val="91969C"/>
              </a:solidFill>
            </a:endParaRPr>
          </a:p>
        </p:txBody>
      </p:sp>
      <p:sp>
        <p:nvSpPr>
          <p:cNvPr id="3438" name="Google Shape;3438;p358">
            <a:extLst>
              <a:ext uri="{FF2B5EF4-FFF2-40B4-BE49-F238E27FC236}">
                <a16:creationId xmlns:a16="http://schemas.microsoft.com/office/drawing/2014/main" id="{9E60D8F0-2B36-4F81-B2E0-E550C49BB0F3}"/>
              </a:ext>
            </a:extLst>
          </p:cNvPr>
          <p:cNvSpPr>
            <a:spLocks noGrp="1"/>
          </p:cNvSpPr>
          <p:nvPr/>
        </p:nvSpPr>
        <p:spPr>
          <a:xfrm>
            <a:off x="273925" y="953725"/>
            <a:ext cx="1554600" cy="478800"/>
          </a:xfrm>
          <a:prstGeom prst="roundRect">
            <a:avLst>
              <a:gd name="adj" fmla="val 12774"/>
            </a:avLst>
          </a:prstGeom>
          <a:solidFill>
            <a:schemeClr val="dk1"/>
          </a:solidFill>
          <a:ln>
            <a:noFill/>
          </a:ln>
        </p:spPr>
        <p:txBody>
          <a:bodyPr spcFirstLastPara="1" wrap="square" lIns="65225" tIns="65225" rIns="65225" bIns="65225" anchor="ctr">
            <a:noAutofit/>
          </a:bodyPr>
          <a:lstStyle/>
          <a:p>
            <a:pPr marL="0" lvl="0" indent="0" algn="ctr">
              <a:spcBef>
                <a:spcPts val="0"/>
              </a:spcBef>
              <a:spcAft>
                <a:spcPts val="0"/>
              </a:spcAft>
              <a:buNone/>
            </a:pPr>
            <a:r>
              <a:t/>
            </a:r>
            <a:endParaRPr sz="999">
              <a:solidFill>
                <a:srgbClr val="FFFFFF"/>
              </a:solidFill>
              <a:latin typeface="Montserrat Medium"/>
              <a:ea typeface="Montserrat Medium"/>
              <a:cs typeface="Montserrat Medium"/>
            </a:endParaRPr>
          </a:p>
        </p:txBody>
      </p:sp>
      <p:sp>
        <p:nvSpPr>
          <p:cNvPr id="3439" name="Google Shape;3439;p358">
            <a:extLst>
              <a:ext uri="{FF2B5EF4-FFF2-40B4-BE49-F238E27FC236}">
                <a16:creationId xmlns:a16="http://schemas.microsoft.com/office/drawing/2014/main" id="{0E166A13-38C4-4310-ACA8-C8F1B79A2A39}"/>
              </a:ext>
            </a:extLst>
          </p:cNvPr>
          <p:cNvSpPr>
            <a:spLocks noGrp="1"/>
          </p:cNvSpPr>
          <p:nvPr/>
        </p:nvSpPr>
        <p:spPr>
          <a:xfrm>
            <a:off x="447161" y="1063509"/>
            <a:ext cx="1207800" cy="259800"/>
          </a:xfrm>
          <a:prstGeom prst="rect">
            <a:avLst/>
          </a:prstGeom>
          <a:noFill/>
          <a:ln>
            <a:noFill/>
          </a:ln>
        </p:spPr>
        <p:txBody>
          <a:bodyPr spcFirstLastPara="1" wrap="square" lIns="0" tIns="0" rIns="0" bIns="0" anchor="ctr">
            <a:spAutoFit/>
          </a:bodyPr>
          <a:lstStyle/>
          <a:p>
            <a:pPr marL="0" lvl="0" indent="0" algn="ctr">
              <a:lnSpc>
                <a:spcPct val="115000"/>
              </a:lnSpc>
              <a:spcBef>
                <a:spcPts val="0"/>
              </a:spcBef>
              <a:spcAft>
                <a:spcPts val="0"/>
              </a:spcAft>
              <a:buNone/>
            </a:pPr>
            <a:r>
              <a:rPr sz="785" b="1">
                <a:solidFill>
                  <a:srgbClr val="FFFFFF"/>
                </a:solidFill>
                <a:latin typeface="Inter"/>
                <a:ea typeface="Inter"/>
                <a:cs typeface="Inter"/>
              </a:rPr>
              <a:t>Morning activations</a:t>
            </a:r>
            <a:endParaRPr sz="785" b="1">
              <a:solidFill>
                <a:srgbClr val="FFFFFF"/>
              </a:solidFill>
              <a:latin typeface="Inter"/>
              <a:ea typeface="Inter"/>
              <a:cs typeface="Inter"/>
            </a:endParaRPr>
          </a:p>
          <a:p>
            <a:pPr marL="0" lvl="0" indent="0" algn="ctr">
              <a:lnSpc>
                <a:spcPct val="115000"/>
              </a:lnSpc>
              <a:spcBef>
                <a:spcPts val="0"/>
              </a:spcBef>
              <a:spcAft>
                <a:spcPts val="0"/>
              </a:spcAft>
              <a:buNone/>
            </a:pPr>
            <a:r>
              <a:rPr sz="785" b="1">
                <a:solidFill>
                  <a:srgbClr val="FFFFFF"/>
                </a:solidFill>
                <a:latin typeface="Inter"/>
                <a:ea typeface="Inter"/>
                <a:cs typeface="Inter"/>
              </a:rPr>
              <a:t/>
            </a:r>
            <a:endParaRPr sz="785" b="1">
              <a:solidFill>
                <a:srgbClr val="FFFFFF"/>
              </a:solidFill>
              <a:latin typeface="Inter"/>
              <a:ea typeface="Inter"/>
              <a:cs typeface="Inter"/>
            </a:endParaRPr>
          </a:p>
        </p:txBody>
      </p:sp>
      <p:sp>
        <p:nvSpPr>
          <p:cNvPr id="3440" name="Google Shape;3440;p358">
            <a:extLst>
              <a:ext uri="{FF2B5EF4-FFF2-40B4-BE49-F238E27FC236}">
                <a16:creationId xmlns:a16="http://schemas.microsoft.com/office/drawing/2014/main" id="{8D9A22DA-81C0-4FB4-80E2-EFE1CBE05C6B}"/>
              </a:ext>
            </a:extLst>
          </p:cNvPr>
          <p:cNvSpPr>
            <a:spLocks noGrp="1"/>
          </p:cNvSpPr>
          <p:nvPr/>
        </p:nvSpPr>
        <p:spPr>
          <a:xfrm>
            <a:off x="296350" y="1587575"/>
            <a:ext cx="1509300" cy="1671300"/>
          </a:xfrm>
          <a:prstGeom prst="roundRect">
            <a:avLst>
              <a:gd name="adj" fmla="val 6749"/>
            </a:avLst>
          </a:prstGeom>
          <a:solidFill>
            <a:srgbClr val="F4F2E6"/>
          </a:solidFill>
          <a:ln>
            <a:noFill/>
          </a:ln>
        </p:spPr>
        <p:txBody>
          <a:bodyPr spcFirstLastPara="1" wrap="square" lIns="76100" tIns="76100" rIns="76100" bIns="76100" anchor="ctr">
            <a:noAutofit/>
          </a:bodyPr>
          <a:lstStyle/>
          <a:p>
            <a:pPr marL="0" lvl="0" indent="0" algn="ctr">
              <a:spcBef>
                <a:spcPts val="0"/>
              </a:spcBef>
              <a:spcAft>
                <a:spcPts val="0"/>
              </a:spcAft>
              <a:buNone/>
            </a:pPr>
            <a:r>
              <a:t/>
            </a:r>
            <a:endParaRPr sz="1166">
              <a:latin typeface="Montserrat Medium"/>
              <a:ea typeface="Montserrat Medium"/>
              <a:cs typeface="Montserrat Medium"/>
            </a:endParaRPr>
          </a:p>
        </p:txBody>
      </p:sp>
      <p:cxnSp>
        <p:nvCxnSpPr>
          <p:cNvPr id="3474" name="Google Shape;3441;p358"/>
          <p:cNvCxnSpPr>
            <a:stCxn id="3438" idx="2"/>
            <a:endCxn id="3440" idx="0"/>
          </p:cNvCxnSpPr>
          <p:nvPr/>
        </p:nvCxnSpPr>
        <p:spPr>
          <a:xfrm flipH="1">
            <a:off x="1050925" y="1432525"/>
            <a:ext cx="300" cy="155100"/>
          </a:xfrm>
          <a:prstGeom prst="straightConnector1">
            <a:avLst/>
          </a:prstGeom>
          <a:ln w="7925" cap="flat">
            <a:solidFill>
              <a:schemeClr val="dk2"/>
            </a:solidFill>
            <a:prstDash val="solid"/>
            <a:round/>
            <a:headEnd type="none" w="med" len="med"/>
            <a:tailEnd type="none" w="med" len="med"/>
          </a:ln>
        </p:spPr>
      </p:cxnSp>
      <p:sp>
        <p:nvSpPr>
          <p:cNvPr id="3442" name="Google Shape;3442;p358">
            <a:extLst>
              <a:ext uri="{FF2B5EF4-FFF2-40B4-BE49-F238E27FC236}">
                <a16:creationId xmlns:a16="http://schemas.microsoft.com/office/drawing/2014/main" id="{DB3600A8-D25E-4687-8E2E-1A6C7223FAAB}"/>
              </a:ext>
            </a:extLst>
          </p:cNvPr>
          <p:cNvSpPr>
            <a:spLocks noGrp="1"/>
          </p:cNvSpPr>
          <p:nvPr/>
        </p:nvSpPr>
        <p:spPr>
          <a:xfrm>
            <a:off x="1887025" y="953725"/>
            <a:ext cx="1554600" cy="478800"/>
          </a:xfrm>
          <a:prstGeom prst="roundRect">
            <a:avLst>
              <a:gd name="adj" fmla="val 12774"/>
            </a:avLst>
          </a:prstGeom>
          <a:solidFill>
            <a:schemeClr val="accent3"/>
          </a:solidFill>
          <a:ln>
            <a:noFill/>
          </a:ln>
        </p:spPr>
        <p:txBody>
          <a:bodyPr spcFirstLastPara="1" wrap="square" lIns="65225" tIns="65225" rIns="65225" bIns="65225" anchor="ctr">
            <a:noAutofit/>
          </a:bodyPr>
          <a:lstStyle/>
          <a:p>
            <a:pPr marL="0" lvl="0" indent="0" algn="ctr">
              <a:spcBef>
                <a:spcPts val="0"/>
              </a:spcBef>
              <a:spcAft>
                <a:spcPts val="0"/>
              </a:spcAft>
              <a:buNone/>
            </a:pPr>
            <a:r>
              <a:t/>
            </a:r>
            <a:endParaRPr sz="999">
              <a:latin typeface="Montserrat Medium"/>
              <a:ea typeface="Montserrat Medium"/>
              <a:cs typeface="Montserrat Medium"/>
            </a:endParaRPr>
          </a:p>
        </p:txBody>
      </p:sp>
      <p:sp>
        <p:nvSpPr>
          <p:cNvPr id="3443" name="Google Shape;3443;p358">
            <a:extLst>
              <a:ext uri="{FF2B5EF4-FFF2-40B4-BE49-F238E27FC236}">
                <a16:creationId xmlns:a16="http://schemas.microsoft.com/office/drawing/2014/main" id="{D772AE93-17D7-4139-B460-31B3B49815A5}"/>
              </a:ext>
            </a:extLst>
          </p:cNvPr>
          <p:cNvSpPr>
            <a:spLocks noGrp="1"/>
          </p:cNvSpPr>
          <p:nvPr/>
        </p:nvSpPr>
        <p:spPr>
          <a:xfrm>
            <a:off x="2060261" y="1054059"/>
            <a:ext cx="1207800" cy="259800"/>
          </a:xfrm>
          <a:prstGeom prst="rect">
            <a:avLst/>
          </a:prstGeom>
          <a:noFill/>
          <a:ln>
            <a:noFill/>
          </a:ln>
        </p:spPr>
        <p:txBody>
          <a:bodyPr spcFirstLastPara="1" wrap="square" lIns="0" tIns="0" rIns="0" bIns="0" anchor="ctr">
            <a:spAutoFit/>
          </a:bodyPr>
          <a:lstStyle/>
          <a:p>
            <a:pPr marL="0" lvl="0" indent="0" algn="ctr">
              <a:lnSpc>
                <a:spcPct val="115000"/>
              </a:lnSpc>
              <a:spcBef>
                <a:spcPts val="0"/>
              </a:spcBef>
              <a:spcAft>
                <a:spcPts val="0"/>
              </a:spcAft>
              <a:buNone/>
            </a:pPr>
            <a:r>
              <a:rPr sz="785" b="1">
                <a:latin typeface="Inter"/>
                <a:ea typeface="Inter"/>
                <a:cs typeface="Inter"/>
              </a:rPr>
              <a:t>What's in Store</a:t>
            </a:r>
            <a:endParaRPr sz="785" b="1">
              <a:latin typeface="Inter"/>
              <a:ea typeface="Inter"/>
              <a:cs typeface="Inter"/>
            </a:endParaRPr>
          </a:p>
          <a:p>
            <a:pPr marL="0" lvl="0" indent="0" algn="ctr">
              <a:lnSpc>
                <a:spcPct val="115000"/>
              </a:lnSpc>
              <a:spcBef>
                <a:spcPts val="0"/>
              </a:spcBef>
              <a:spcAft>
                <a:spcPts val="0"/>
              </a:spcAft>
              <a:buNone/>
            </a:pPr>
            <a:r>
              <a:rPr sz="785" b="1">
                <a:latin typeface="Inter"/>
                <a:ea typeface="Inter"/>
                <a:cs typeface="Inter"/>
              </a:rPr>
              <a:t/>
            </a:r>
            <a:endParaRPr sz="785" b="1">
              <a:latin typeface="Inter"/>
              <a:ea typeface="Inter"/>
              <a:cs typeface="Inter"/>
            </a:endParaRPr>
          </a:p>
        </p:txBody>
      </p:sp>
      <p:sp>
        <p:nvSpPr>
          <p:cNvPr id="3444" name="Google Shape;3444;p358">
            <a:extLst>
              <a:ext uri="{FF2B5EF4-FFF2-40B4-BE49-F238E27FC236}">
                <a16:creationId xmlns:a16="http://schemas.microsoft.com/office/drawing/2014/main" id="{C8CE5C45-1AD3-42D9-9434-61D7B379ABD8}"/>
              </a:ext>
            </a:extLst>
          </p:cNvPr>
          <p:cNvSpPr>
            <a:spLocks noGrp="1"/>
          </p:cNvSpPr>
          <p:nvPr/>
        </p:nvSpPr>
        <p:spPr>
          <a:xfrm>
            <a:off x="1909450" y="1587575"/>
            <a:ext cx="1509300" cy="1671300"/>
          </a:xfrm>
          <a:prstGeom prst="roundRect">
            <a:avLst>
              <a:gd name="adj" fmla="val 6749"/>
            </a:avLst>
          </a:prstGeom>
          <a:solidFill>
            <a:srgbClr val="F4F2E6"/>
          </a:solidFill>
          <a:ln>
            <a:noFill/>
          </a:ln>
        </p:spPr>
        <p:txBody>
          <a:bodyPr spcFirstLastPara="1" wrap="square" lIns="76100" tIns="76100" rIns="76100" bIns="76100" anchor="ctr">
            <a:noAutofit/>
          </a:bodyPr>
          <a:lstStyle/>
          <a:p>
            <a:pPr marL="0" lvl="0" indent="0" algn="ctr">
              <a:spcBef>
                <a:spcPts val="0"/>
              </a:spcBef>
              <a:spcAft>
                <a:spcPts val="0"/>
              </a:spcAft>
              <a:buNone/>
            </a:pPr>
            <a:r>
              <a:t/>
            </a:r>
            <a:endParaRPr sz="1166">
              <a:latin typeface="Montserrat Medium"/>
              <a:ea typeface="Montserrat Medium"/>
              <a:cs typeface="Montserrat Medium"/>
            </a:endParaRPr>
          </a:p>
        </p:txBody>
      </p:sp>
      <p:cxnSp>
        <p:nvCxnSpPr>
          <p:cNvPr id="3478" name="Google Shape;3445;p358"/>
          <p:cNvCxnSpPr>
            <a:stCxn id="3442" idx="2"/>
            <a:endCxn id="3444" idx="0"/>
          </p:cNvCxnSpPr>
          <p:nvPr/>
        </p:nvCxnSpPr>
        <p:spPr>
          <a:xfrm flipH="1">
            <a:off x="2664025" y="1432525"/>
            <a:ext cx="300" cy="155100"/>
          </a:xfrm>
          <a:prstGeom prst="straightConnector1">
            <a:avLst/>
          </a:prstGeom>
          <a:ln w="7925" cap="flat">
            <a:solidFill>
              <a:schemeClr val="dk2"/>
            </a:solidFill>
            <a:prstDash val="solid"/>
            <a:round/>
            <a:headEnd type="none" w="med" len="med"/>
            <a:tailEnd type="none" w="med" len="med"/>
          </a:ln>
        </p:spPr>
      </p:cxnSp>
      <p:sp>
        <p:nvSpPr>
          <p:cNvPr id="3446" name="Google Shape;3446;p358">
            <a:extLst>
              <a:ext uri="{FF2B5EF4-FFF2-40B4-BE49-F238E27FC236}">
                <a16:creationId xmlns:a16="http://schemas.microsoft.com/office/drawing/2014/main" id="{E17D4287-1448-4EEC-A406-7EBEA00D51D2}"/>
              </a:ext>
            </a:extLst>
          </p:cNvPr>
          <p:cNvSpPr>
            <a:spLocks noGrp="1"/>
          </p:cNvSpPr>
          <p:nvPr/>
        </p:nvSpPr>
        <p:spPr>
          <a:xfrm>
            <a:off x="5102038" y="953725"/>
            <a:ext cx="1554600" cy="478800"/>
          </a:xfrm>
          <a:prstGeom prst="roundRect">
            <a:avLst>
              <a:gd name="adj" fmla="val 12774"/>
            </a:avLst>
          </a:prstGeom>
          <a:solidFill>
            <a:srgbClr val="F4F2E6"/>
          </a:solidFill>
          <a:ln>
            <a:noFill/>
          </a:ln>
        </p:spPr>
        <p:txBody>
          <a:bodyPr spcFirstLastPara="1" wrap="square" lIns="65225" tIns="65225" rIns="65225" bIns="65225" anchor="ctr">
            <a:noAutofit/>
          </a:bodyPr>
          <a:lstStyle/>
          <a:p>
            <a:pPr marL="0" lvl="0" indent="0" algn="ctr">
              <a:spcBef>
                <a:spcPts val="0"/>
              </a:spcBef>
              <a:spcAft>
                <a:spcPts val="0"/>
              </a:spcAft>
              <a:buNone/>
            </a:pPr>
            <a:r>
              <a:t/>
            </a:r>
            <a:endParaRPr sz="999">
              <a:latin typeface="Montserrat Medium"/>
              <a:ea typeface="Montserrat Medium"/>
              <a:cs typeface="Montserrat Medium"/>
            </a:endParaRPr>
          </a:p>
        </p:txBody>
      </p:sp>
      <p:sp>
        <p:nvSpPr>
          <p:cNvPr id="3447" name="Google Shape;3447;p358">
            <a:extLst>
              <a:ext uri="{FF2B5EF4-FFF2-40B4-BE49-F238E27FC236}">
                <a16:creationId xmlns:a16="http://schemas.microsoft.com/office/drawing/2014/main" id="{1F0D4F83-8D13-4B2F-B9E7-A120EA3D7BE1}"/>
              </a:ext>
            </a:extLst>
          </p:cNvPr>
          <p:cNvSpPr>
            <a:spLocks noGrp="1"/>
          </p:cNvSpPr>
          <p:nvPr/>
        </p:nvSpPr>
        <p:spPr>
          <a:xfrm>
            <a:off x="5275273" y="1054334"/>
            <a:ext cx="1207800" cy="259800"/>
          </a:xfrm>
          <a:prstGeom prst="rect">
            <a:avLst/>
          </a:prstGeom>
          <a:noFill/>
          <a:ln>
            <a:noFill/>
          </a:ln>
        </p:spPr>
        <p:txBody>
          <a:bodyPr spcFirstLastPara="1" wrap="square" lIns="0" tIns="0" rIns="0" bIns="0" anchor="ctr">
            <a:spAutoFit/>
          </a:bodyPr>
          <a:lstStyle/>
          <a:p>
            <a:pPr marL="0" lvl="0" indent="0" algn="ctr">
              <a:lnSpc>
                <a:spcPct val="115000"/>
              </a:lnSpc>
              <a:spcBef>
                <a:spcPts val="0"/>
              </a:spcBef>
              <a:spcAft>
                <a:spcPts val="0"/>
              </a:spcAft>
              <a:buNone/>
            </a:pPr>
            <a:r>
              <a:rPr sz="785" b="1">
                <a:latin typeface="Inter"/>
                <a:ea typeface="Inter"/>
                <a:cs typeface="Inter"/>
              </a:rPr>
              <a:t>Content program</a:t>
            </a:r>
            <a:endParaRPr sz="785" b="1">
              <a:latin typeface="Inter"/>
              <a:ea typeface="Inter"/>
              <a:cs typeface="Inter"/>
            </a:endParaRPr>
          </a:p>
          <a:p>
            <a:pPr marL="0" lvl="0" indent="0" algn="ctr">
              <a:lnSpc>
                <a:spcPct val="115000"/>
              </a:lnSpc>
              <a:spcBef>
                <a:spcPts val="0"/>
              </a:spcBef>
              <a:spcAft>
                <a:spcPts val="0"/>
              </a:spcAft>
              <a:buNone/>
            </a:pPr>
            <a:r>
              <a:rPr sz="785" b="1">
                <a:latin typeface="Inter"/>
                <a:ea typeface="Inter"/>
                <a:cs typeface="Inter"/>
              </a:rPr>
              <a:t/>
            </a:r>
            <a:endParaRPr sz="785" b="1">
              <a:latin typeface="Inter"/>
              <a:ea typeface="Inter"/>
              <a:cs typeface="Inter"/>
            </a:endParaRPr>
          </a:p>
        </p:txBody>
      </p:sp>
      <p:sp>
        <p:nvSpPr>
          <p:cNvPr id="3448" name="Google Shape;3448;p358">
            <a:extLst>
              <a:ext uri="{FF2B5EF4-FFF2-40B4-BE49-F238E27FC236}">
                <a16:creationId xmlns:a16="http://schemas.microsoft.com/office/drawing/2014/main" id="{A43B8DF5-35B0-4373-B36E-B339CC04860F}"/>
              </a:ext>
            </a:extLst>
          </p:cNvPr>
          <p:cNvSpPr>
            <a:spLocks noGrp="1"/>
          </p:cNvSpPr>
          <p:nvPr/>
        </p:nvSpPr>
        <p:spPr>
          <a:xfrm>
            <a:off x="5124462" y="1587575"/>
            <a:ext cx="1509300" cy="1671300"/>
          </a:xfrm>
          <a:prstGeom prst="roundRect">
            <a:avLst>
              <a:gd name="adj" fmla="val 6749"/>
            </a:avLst>
          </a:prstGeom>
          <a:solidFill>
            <a:srgbClr val="F4F2E6"/>
          </a:solidFill>
          <a:ln>
            <a:noFill/>
          </a:ln>
        </p:spPr>
        <p:txBody>
          <a:bodyPr spcFirstLastPara="1" wrap="square" lIns="76100" tIns="76100" rIns="76100" bIns="76100" anchor="ctr">
            <a:noAutofit/>
          </a:bodyPr>
          <a:lstStyle/>
          <a:p>
            <a:pPr marL="0" lvl="0" indent="0" algn="ctr">
              <a:spcBef>
                <a:spcPts val="0"/>
              </a:spcBef>
              <a:spcAft>
                <a:spcPts val="0"/>
              </a:spcAft>
              <a:buNone/>
            </a:pPr>
            <a:r>
              <a:t/>
            </a:r>
            <a:endParaRPr sz="1166">
              <a:latin typeface="Montserrat Medium"/>
              <a:ea typeface="Montserrat Medium"/>
              <a:cs typeface="Montserrat Medium"/>
            </a:endParaRPr>
          </a:p>
        </p:txBody>
      </p:sp>
      <p:cxnSp>
        <p:nvCxnSpPr>
          <p:cNvPr id="3482" name="Google Shape;3449;p358"/>
          <p:cNvCxnSpPr>
            <a:stCxn id="3446" idx="2"/>
            <a:endCxn id="3448" idx="0"/>
          </p:cNvCxnSpPr>
          <p:nvPr/>
        </p:nvCxnSpPr>
        <p:spPr>
          <a:xfrm flipH="1">
            <a:off x="5879038" y="1432525"/>
            <a:ext cx="300" cy="155100"/>
          </a:xfrm>
          <a:prstGeom prst="straightConnector1">
            <a:avLst/>
          </a:prstGeom>
          <a:ln w="7925" cap="flat">
            <a:solidFill>
              <a:schemeClr val="dk2"/>
            </a:solidFill>
            <a:prstDash val="solid"/>
            <a:round/>
            <a:headEnd type="none" w="med" len="med"/>
            <a:tailEnd type="none" w="med" len="med"/>
          </a:ln>
        </p:spPr>
      </p:cxnSp>
      <p:sp>
        <p:nvSpPr>
          <p:cNvPr id="3450" name="Google Shape;3450;p358">
            <a:extLst>
              <a:ext uri="{FF2B5EF4-FFF2-40B4-BE49-F238E27FC236}">
                <a16:creationId xmlns:a16="http://schemas.microsoft.com/office/drawing/2014/main" id="{52EF37AC-9C5C-4410-9CF9-051A47DC4001}"/>
              </a:ext>
            </a:extLst>
          </p:cNvPr>
          <p:cNvSpPr>
            <a:spLocks noGrp="1"/>
          </p:cNvSpPr>
          <p:nvPr/>
        </p:nvSpPr>
        <p:spPr>
          <a:xfrm>
            <a:off x="6711425" y="953725"/>
            <a:ext cx="1554600" cy="478800"/>
          </a:xfrm>
          <a:prstGeom prst="roundRect">
            <a:avLst>
              <a:gd name="adj" fmla="val 12774"/>
            </a:avLst>
          </a:prstGeom>
          <a:solidFill>
            <a:srgbClr val="FAF4DF"/>
          </a:solidFill>
          <a:ln>
            <a:noFill/>
          </a:ln>
        </p:spPr>
        <p:txBody>
          <a:bodyPr spcFirstLastPara="1" wrap="square" lIns="65225" tIns="65225" rIns="65225" bIns="65225" anchor="ctr">
            <a:noAutofit/>
          </a:bodyPr>
          <a:lstStyle/>
          <a:p>
            <a:pPr marL="0" lvl="0" indent="0" algn="ctr">
              <a:spcBef>
                <a:spcPts val="0"/>
              </a:spcBef>
              <a:spcAft>
                <a:spcPts val="0"/>
              </a:spcAft>
              <a:buNone/>
            </a:pPr>
            <a:r>
              <a:t/>
            </a:r>
            <a:endParaRPr sz="999">
              <a:latin typeface="Montserrat Medium"/>
              <a:ea typeface="Montserrat Medium"/>
              <a:cs typeface="Montserrat Medium"/>
            </a:endParaRPr>
          </a:p>
        </p:txBody>
      </p:sp>
      <p:sp>
        <p:nvSpPr>
          <p:cNvPr id="3451" name="Google Shape;3451;p358">
            <a:extLst>
              <a:ext uri="{FF2B5EF4-FFF2-40B4-BE49-F238E27FC236}">
                <a16:creationId xmlns:a16="http://schemas.microsoft.com/office/drawing/2014/main" id="{EE1C8198-FED0-4491-8FB4-0EBF860D313F}"/>
              </a:ext>
            </a:extLst>
          </p:cNvPr>
          <p:cNvSpPr>
            <a:spLocks noGrp="1"/>
          </p:cNvSpPr>
          <p:nvPr/>
        </p:nvSpPr>
        <p:spPr>
          <a:xfrm>
            <a:off x="6884661" y="1054059"/>
            <a:ext cx="1207800" cy="259800"/>
          </a:xfrm>
          <a:prstGeom prst="rect">
            <a:avLst/>
          </a:prstGeom>
          <a:noFill/>
          <a:ln>
            <a:noFill/>
          </a:ln>
        </p:spPr>
        <p:txBody>
          <a:bodyPr spcFirstLastPara="1" wrap="square" lIns="0" tIns="0" rIns="0" bIns="0" anchor="ctr">
            <a:spAutoFit/>
          </a:bodyPr>
          <a:lstStyle/>
          <a:p>
            <a:pPr marL="0" lvl="0" indent="0" algn="ctr">
              <a:lnSpc>
                <a:spcPct val="115000"/>
              </a:lnSpc>
              <a:spcBef>
                <a:spcPts val="0"/>
              </a:spcBef>
              <a:spcAft>
                <a:spcPts val="0"/>
              </a:spcAft>
              <a:buNone/>
            </a:pPr>
            <a:r>
              <a:rPr sz="785" b="1">
                <a:latin typeface="Inter"/>
                <a:ea typeface="Inter"/>
                <a:cs typeface="Inter"/>
              </a:rPr>
              <a:t>Cocktail hour and Bash</a:t>
            </a:r>
            <a:endParaRPr sz="785" b="1">
              <a:latin typeface="Inter"/>
              <a:ea typeface="Inter"/>
              <a:cs typeface="Inter"/>
            </a:endParaRPr>
          </a:p>
          <a:p>
            <a:pPr marL="0" lvl="0" indent="0" algn="ctr">
              <a:lnSpc>
                <a:spcPct val="115000"/>
              </a:lnSpc>
              <a:spcBef>
                <a:spcPts val="0"/>
              </a:spcBef>
              <a:spcAft>
                <a:spcPts val="0"/>
              </a:spcAft>
              <a:buNone/>
            </a:pPr>
            <a:r>
              <a:rPr sz="785" b="1">
                <a:latin typeface="Inter"/>
                <a:ea typeface="Inter"/>
                <a:cs typeface="Inter"/>
              </a:rPr>
              <a:t/>
            </a:r>
            <a:endParaRPr sz="785" b="1">
              <a:latin typeface="Inter"/>
              <a:ea typeface="Inter"/>
              <a:cs typeface="Inter"/>
            </a:endParaRPr>
          </a:p>
        </p:txBody>
      </p:sp>
      <p:sp>
        <p:nvSpPr>
          <p:cNvPr id="3452" name="Google Shape;3452;p358">
            <a:extLst>
              <a:ext uri="{FF2B5EF4-FFF2-40B4-BE49-F238E27FC236}">
                <a16:creationId xmlns:a16="http://schemas.microsoft.com/office/drawing/2014/main" id="{5CD4A7C4-42DB-4255-A614-4B7EA69E03B7}"/>
              </a:ext>
            </a:extLst>
          </p:cNvPr>
          <p:cNvSpPr>
            <a:spLocks noGrp="1"/>
          </p:cNvSpPr>
          <p:nvPr/>
        </p:nvSpPr>
        <p:spPr>
          <a:xfrm>
            <a:off x="6733850" y="1587575"/>
            <a:ext cx="1509300" cy="1671300"/>
          </a:xfrm>
          <a:prstGeom prst="roundRect">
            <a:avLst>
              <a:gd name="adj" fmla="val 6749"/>
            </a:avLst>
          </a:prstGeom>
          <a:solidFill>
            <a:srgbClr val="F4F2E6"/>
          </a:solidFill>
          <a:ln>
            <a:noFill/>
          </a:ln>
        </p:spPr>
        <p:txBody>
          <a:bodyPr spcFirstLastPara="1" wrap="square" lIns="76100" tIns="76100" rIns="76100" bIns="76100" anchor="ctr">
            <a:noAutofit/>
          </a:bodyPr>
          <a:lstStyle/>
          <a:p>
            <a:pPr marL="0" lvl="0" indent="0" algn="ctr">
              <a:spcBef>
                <a:spcPts val="0"/>
              </a:spcBef>
              <a:spcAft>
                <a:spcPts val="0"/>
              </a:spcAft>
              <a:buNone/>
            </a:pPr>
            <a:r>
              <a:t/>
            </a:r>
            <a:endParaRPr sz="1166">
              <a:latin typeface="Montserrat Medium"/>
              <a:ea typeface="Montserrat Medium"/>
              <a:cs typeface="Montserrat Medium"/>
            </a:endParaRPr>
          </a:p>
        </p:txBody>
      </p:sp>
      <p:cxnSp>
        <p:nvCxnSpPr>
          <p:cNvPr id="3486" name="Google Shape;3453;p358"/>
          <p:cNvCxnSpPr>
            <a:stCxn id="3450" idx="2"/>
            <a:endCxn id="3452" idx="0"/>
          </p:cNvCxnSpPr>
          <p:nvPr/>
        </p:nvCxnSpPr>
        <p:spPr>
          <a:xfrm flipH="1">
            <a:off x="7488425" y="1432525"/>
            <a:ext cx="300" cy="155100"/>
          </a:xfrm>
          <a:prstGeom prst="straightConnector1">
            <a:avLst/>
          </a:prstGeom>
          <a:ln w="7925" cap="flat">
            <a:solidFill>
              <a:schemeClr val="dk2"/>
            </a:solidFill>
            <a:prstDash val="solid"/>
            <a:round/>
            <a:headEnd type="none" w="med" len="med"/>
            <a:tailEnd type="none" w="med" len="med"/>
          </a:ln>
        </p:spPr>
      </p:cxnSp>
      <p:sp>
        <p:nvSpPr>
          <p:cNvPr id="3454" name="Google Shape;3454;p358">
            <a:extLst>
              <a:ext uri="{FF2B5EF4-FFF2-40B4-BE49-F238E27FC236}">
                <a16:creationId xmlns:a16="http://schemas.microsoft.com/office/drawing/2014/main" id="{1E33F63F-3235-40E3-B299-AB6B6FC65A30}"/>
              </a:ext>
            </a:extLst>
          </p:cNvPr>
          <p:cNvSpPr>
            <a:spLocks noGrp="1"/>
          </p:cNvSpPr>
          <p:nvPr/>
        </p:nvSpPr>
        <p:spPr>
          <a:xfrm>
            <a:off x="3492675" y="954000"/>
            <a:ext cx="1554600" cy="478800"/>
          </a:xfrm>
          <a:prstGeom prst="roundRect">
            <a:avLst>
              <a:gd name="adj" fmla="val 12774"/>
            </a:avLst>
          </a:prstGeom>
          <a:solidFill>
            <a:srgbClr val="FBF5C0"/>
          </a:solidFill>
          <a:ln>
            <a:noFill/>
          </a:ln>
        </p:spPr>
        <p:txBody>
          <a:bodyPr spcFirstLastPara="1" wrap="square" lIns="65225" tIns="65225" rIns="65225" bIns="65225" anchor="ctr">
            <a:noAutofit/>
          </a:bodyPr>
          <a:lstStyle/>
          <a:p>
            <a:pPr marL="0" lvl="0" indent="0" algn="ctr">
              <a:spcBef>
                <a:spcPts val="0"/>
              </a:spcBef>
              <a:spcAft>
                <a:spcPts val="0"/>
              </a:spcAft>
              <a:buNone/>
            </a:pPr>
            <a:r>
              <a:t/>
            </a:r>
            <a:endParaRPr sz="999">
              <a:latin typeface="Montserrat Medium"/>
              <a:ea typeface="Montserrat Medium"/>
              <a:cs typeface="Montserrat Medium"/>
            </a:endParaRPr>
          </a:p>
        </p:txBody>
      </p:sp>
      <p:sp>
        <p:nvSpPr>
          <p:cNvPr id="3455" name="Google Shape;3455;p358">
            <a:extLst>
              <a:ext uri="{FF2B5EF4-FFF2-40B4-BE49-F238E27FC236}">
                <a16:creationId xmlns:a16="http://schemas.microsoft.com/office/drawing/2014/main" id="{E46B6122-C75B-4EBE-ADBD-C7ED9D97B6CD}"/>
              </a:ext>
            </a:extLst>
          </p:cNvPr>
          <p:cNvSpPr>
            <a:spLocks noGrp="1"/>
          </p:cNvSpPr>
          <p:nvPr/>
        </p:nvSpPr>
        <p:spPr>
          <a:xfrm>
            <a:off x="3665911" y="1054334"/>
            <a:ext cx="1207800" cy="259800"/>
          </a:xfrm>
          <a:prstGeom prst="rect">
            <a:avLst/>
          </a:prstGeom>
          <a:noFill/>
          <a:ln>
            <a:noFill/>
          </a:ln>
        </p:spPr>
        <p:txBody>
          <a:bodyPr spcFirstLastPara="1" wrap="square" lIns="0" tIns="0" rIns="0" bIns="0" anchor="ctr">
            <a:spAutoFit/>
          </a:bodyPr>
          <a:lstStyle/>
          <a:p>
            <a:pPr marL="0" lvl="0" indent="0" algn="ctr">
              <a:lnSpc>
                <a:spcPct val="115000"/>
              </a:lnSpc>
              <a:spcBef>
                <a:spcPts val="0"/>
              </a:spcBef>
              <a:spcAft>
                <a:spcPts val="0"/>
              </a:spcAft>
              <a:buNone/>
            </a:pPr>
            <a:r>
              <a:rPr sz="785" b="1">
                <a:latin typeface="Inter"/>
                <a:ea typeface="Inter"/>
                <a:cs typeface="Inter"/>
              </a:rPr>
              <a:t>Arrival and lunch</a:t>
            </a:r>
            <a:endParaRPr sz="785" b="1">
              <a:latin typeface="Inter"/>
              <a:ea typeface="Inter"/>
              <a:cs typeface="Inter"/>
            </a:endParaRPr>
          </a:p>
          <a:p>
            <a:pPr marL="0" lvl="0" indent="0" algn="ctr">
              <a:lnSpc>
                <a:spcPct val="115000"/>
              </a:lnSpc>
              <a:spcBef>
                <a:spcPts val="0"/>
              </a:spcBef>
              <a:spcAft>
                <a:spcPts val="0"/>
              </a:spcAft>
              <a:buNone/>
            </a:pPr>
            <a:r>
              <a:rPr sz="785" b="1">
                <a:latin typeface="Inter"/>
                <a:ea typeface="Inter"/>
                <a:cs typeface="Inter"/>
              </a:rPr>
              <a:t/>
            </a:r>
            <a:endParaRPr sz="785" b="1">
              <a:latin typeface="Inter"/>
              <a:ea typeface="Inter"/>
              <a:cs typeface="Inter"/>
            </a:endParaRPr>
          </a:p>
        </p:txBody>
      </p:sp>
      <p:sp>
        <p:nvSpPr>
          <p:cNvPr id="3456" name="Google Shape;3456;p358">
            <a:extLst>
              <a:ext uri="{FF2B5EF4-FFF2-40B4-BE49-F238E27FC236}">
                <a16:creationId xmlns:a16="http://schemas.microsoft.com/office/drawing/2014/main" id="{6A357F87-F974-47D1-828F-EF167354F3C2}"/>
              </a:ext>
            </a:extLst>
          </p:cNvPr>
          <p:cNvSpPr>
            <a:spLocks noGrp="1"/>
          </p:cNvSpPr>
          <p:nvPr/>
        </p:nvSpPr>
        <p:spPr>
          <a:xfrm>
            <a:off x="3515100" y="1587725"/>
            <a:ext cx="1509300" cy="1671300"/>
          </a:xfrm>
          <a:prstGeom prst="roundRect">
            <a:avLst>
              <a:gd name="adj" fmla="val 6749"/>
            </a:avLst>
          </a:prstGeom>
          <a:solidFill>
            <a:srgbClr val="F4F2E6"/>
          </a:solidFill>
          <a:ln>
            <a:noFill/>
          </a:ln>
        </p:spPr>
        <p:txBody>
          <a:bodyPr spcFirstLastPara="1" wrap="square" lIns="76100" tIns="76100" rIns="76100" bIns="76100" anchor="ctr">
            <a:noAutofit/>
          </a:bodyPr>
          <a:lstStyle/>
          <a:p>
            <a:pPr marL="0" lvl="0" indent="0" algn="ctr">
              <a:spcBef>
                <a:spcPts val="0"/>
              </a:spcBef>
              <a:spcAft>
                <a:spcPts val="0"/>
              </a:spcAft>
              <a:buNone/>
            </a:pPr>
            <a:r>
              <a:t/>
            </a:r>
            <a:endParaRPr sz="1166">
              <a:latin typeface="Montserrat Medium"/>
              <a:ea typeface="Montserrat Medium"/>
              <a:cs typeface="Montserrat Medium"/>
            </a:endParaRPr>
          </a:p>
        </p:txBody>
      </p:sp>
      <p:cxnSp>
        <p:nvCxnSpPr>
          <p:cNvPr id="3490" name="Google Shape;3457;p358"/>
          <p:cNvCxnSpPr>
            <a:stCxn id="3454" idx="2"/>
            <a:endCxn id="3456" idx="0"/>
          </p:cNvCxnSpPr>
          <p:nvPr/>
        </p:nvCxnSpPr>
        <p:spPr>
          <a:xfrm flipH="1">
            <a:off x="4269675" y="1432800"/>
            <a:ext cx="300" cy="154800"/>
          </a:xfrm>
          <a:prstGeom prst="straightConnector1">
            <a:avLst/>
          </a:prstGeom>
          <a:ln w="7925" cap="flat">
            <a:solidFill>
              <a:schemeClr val="dk2"/>
            </a:solidFill>
            <a:prstDash val="solid"/>
            <a:round/>
            <a:headEnd type="none" w="med" len="med"/>
            <a:tailEnd type="none" w="med" len="med"/>
          </a:ln>
        </p:spPr>
      </p:cxnSp>
      <p:sp>
        <p:nvSpPr>
          <p:cNvPr id="3458" name="Google Shape;3458;p358">
            <a:extLst>
              <a:ext uri="{FF2B5EF4-FFF2-40B4-BE49-F238E27FC236}">
                <a16:creationId xmlns:a16="http://schemas.microsoft.com/office/drawing/2014/main" id="{E0B08575-2BE2-41F8-9DAC-EED99BB58445}"/>
              </a:ext>
            </a:extLst>
          </p:cNvPr>
          <p:cNvSpPr>
            <a:spLocks noGrp="1"/>
          </p:cNvSpPr>
          <p:nvPr/>
        </p:nvSpPr>
        <p:spPr>
          <a:xfrm>
            <a:off x="332000" y="3894331"/>
            <a:ext cx="1594500" cy="205800"/>
          </a:xfrm>
          <a:prstGeom prst="roundRect">
            <a:avLst>
              <a:gd name="adj" fmla="val 50000"/>
            </a:avLst>
          </a:prstGeom>
          <a:solidFill>
            <a:srgbClr val="000000"/>
          </a:solidFill>
          <a:ln>
            <a:noFill/>
          </a:ln>
        </p:spPr>
        <p:txBody>
          <a:bodyPr spcFirstLastPara="1" wrap="square" lIns="26700" tIns="13350" rIns="26700" bIns="13350" anchor="ctr">
            <a:spAutoFit/>
          </a:bodyPr>
          <a:lstStyle/>
          <a:p>
            <a:pPr marL="0" lvl="0" indent="0" algn="ctr">
              <a:lnSpc>
                <a:spcPct val="90000"/>
              </a:lnSpc>
              <a:spcBef>
                <a:spcPts val="0"/>
              </a:spcBef>
              <a:spcAft>
                <a:spcPts val="175"/>
              </a:spcAft>
              <a:buNone/>
            </a:pPr>
            <a:r>
              <a:rPr sz="856" b="1">
                <a:solidFill>
                  <a:srgbClr val="FCFAEE"/>
                </a:solidFill>
                <a:latin typeface="Inter"/>
                <a:ea typeface="Inter"/>
                <a:cs typeface="Inter"/>
              </a:rPr>
              <a:t>8:15am</a:t>
            </a:r>
            <a:endParaRPr sz="856" b="1">
              <a:solidFill>
                <a:srgbClr val="FCFAEE"/>
              </a:solidFill>
              <a:latin typeface="Inter"/>
              <a:ea typeface="Inter"/>
              <a:cs typeface="Inter"/>
            </a:endParaRPr>
          </a:p>
        </p:txBody>
      </p:sp>
      <p:sp>
        <p:nvSpPr>
          <p:cNvPr id="3459" name="Google Shape;3459;p358">
            <a:extLst>
              <a:ext uri="{FF2B5EF4-FFF2-40B4-BE49-F238E27FC236}">
                <a16:creationId xmlns:a16="http://schemas.microsoft.com/office/drawing/2014/main" id="{94D6D0A3-4AE1-41E1-9718-B199C23C16C0}"/>
              </a:ext>
            </a:extLst>
          </p:cNvPr>
          <p:cNvSpPr>
            <a:spLocks noGrp="1"/>
          </p:cNvSpPr>
          <p:nvPr/>
        </p:nvSpPr>
        <p:spPr>
          <a:xfrm>
            <a:off x="1933098" y="3887900"/>
            <a:ext cx="1594500" cy="205800"/>
          </a:xfrm>
          <a:prstGeom prst="roundRect">
            <a:avLst>
              <a:gd name="adj" fmla="val 50000"/>
            </a:avLst>
          </a:prstGeom>
          <a:solidFill>
            <a:srgbClr val="000000"/>
          </a:solidFill>
          <a:ln>
            <a:noFill/>
          </a:ln>
        </p:spPr>
        <p:txBody>
          <a:bodyPr spcFirstLastPara="1" wrap="square" lIns="26700" tIns="13350" rIns="26700" bIns="13350" anchor="ctr">
            <a:spAutoFit/>
          </a:bodyPr>
          <a:lstStyle/>
          <a:p>
            <a:pPr marL="0" lvl="0" indent="0" algn="ctr">
              <a:lnSpc>
                <a:spcPct val="90000"/>
              </a:lnSpc>
              <a:spcBef>
                <a:spcPts val="0"/>
              </a:spcBef>
              <a:spcAft>
                <a:spcPts val="175"/>
              </a:spcAft>
              <a:buNone/>
            </a:pPr>
            <a:r>
              <a:rPr sz="856" b="1">
                <a:solidFill>
                  <a:srgbClr val="FCFAEE"/>
                </a:solidFill>
                <a:latin typeface="Inter"/>
                <a:ea typeface="Inter"/>
                <a:cs typeface="Inter"/>
              </a:rPr>
              <a:t>10:00am</a:t>
            </a:r>
            <a:endParaRPr sz="856" b="1">
              <a:solidFill>
                <a:srgbClr val="FCFAEE"/>
              </a:solidFill>
              <a:latin typeface="Inter"/>
              <a:ea typeface="Inter"/>
              <a:cs typeface="Inter"/>
            </a:endParaRPr>
          </a:p>
        </p:txBody>
      </p:sp>
      <p:sp>
        <p:nvSpPr>
          <p:cNvPr id="3460" name="Google Shape;3460;p358">
            <a:extLst>
              <a:ext uri="{FF2B5EF4-FFF2-40B4-BE49-F238E27FC236}">
                <a16:creationId xmlns:a16="http://schemas.microsoft.com/office/drawing/2014/main" id="{DFDDD2EC-8181-41F1-91DE-57208B6ABDF4}"/>
              </a:ext>
            </a:extLst>
          </p:cNvPr>
          <p:cNvSpPr>
            <a:spLocks noGrp="1"/>
          </p:cNvSpPr>
          <p:nvPr/>
        </p:nvSpPr>
        <p:spPr>
          <a:xfrm>
            <a:off x="3534218" y="3887900"/>
            <a:ext cx="1594500" cy="205800"/>
          </a:xfrm>
          <a:prstGeom prst="roundRect">
            <a:avLst>
              <a:gd name="adj" fmla="val 50000"/>
            </a:avLst>
          </a:prstGeom>
          <a:solidFill>
            <a:srgbClr val="000000"/>
          </a:solidFill>
          <a:ln>
            <a:noFill/>
          </a:ln>
        </p:spPr>
        <p:txBody>
          <a:bodyPr spcFirstLastPara="1" wrap="square" lIns="26700" tIns="13350" rIns="26700" bIns="13350" anchor="ctr">
            <a:spAutoFit/>
          </a:bodyPr>
          <a:lstStyle/>
          <a:p>
            <a:pPr marL="0" lvl="0" indent="0" algn="ctr">
              <a:lnSpc>
                <a:spcPct val="90000"/>
              </a:lnSpc>
              <a:spcBef>
                <a:spcPts val="0"/>
              </a:spcBef>
              <a:spcAft>
                <a:spcPts val="175"/>
              </a:spcAft>
              <a:buNone/>
            </a:pPr>
            <a:r>
              <a:rPr sz="856" b="1">
                <a:solidFill>
                  <a:schemeClr val="lt1"/>
                </a:solidFill>
                <a:latin typeface="Inter"/>
                <a:ea typeface="Inter"/>
                <a:cs typeface="Inter"/>
              </a:rPr>
              <a:t>12:00pm</a:t>
            </a:r>
            <a:endParaRPr sz="856" b="1">
              <a:solidFill>
                <a:srgbClr val="FCFAEE"/>
              </a:solidFill>
              <a:latin typeface="Inter"/>
              <a:ea typeface="Inter"/>
              <a:cs typeface="Inter"/>
            </a:endParaRPr>
          </a:p>
        </p:txBody>
      </p:sp>
      <p:sp>
        <p:nvSpPr>
          <p:cNvPr id="3461" name="Google Shape;3461;p358">
            <a:extLst>
              <a:ext uri="{FF2B5EF4-FFF2-40B4-BE49-F238E27FC236}">
                <a16:creationId xmlns:a16="http://schemas.microsoft.com/office/drawing/2014/main" id="{8A67A9E4-5E4A-4E76-BD32-9414BA1B33B8}"/>
              </a:ext>
            </a:extLst>
          </p:cNvPr>
          <p:cNvSpPr>
            <a:spLocks noGrp="1"/>
          </p:cNvSpPr>
          <p:nvPr/>
        </p:nvSpPr>
        <p:spPr>
          <a:xfrm>
            <a:off x="5128601" y="3887900"/>
            <a:ext cx="1594500" cy="205800"/>
          </a:xfrm>
          <a:prstGeom prst="roundRect">
            <a:avLst>
              <a:gd name="adj" fmla="val 50000"/>
            </a:avLst>
          </a:prstGeom>
          <a:solidFill>
            <a:srgbClr val="000000"/>
          </a:solidFill>
          <a:ln>
            <a:noFill/>
          </a:ln>
        </p:spPr>
        <p:txBody>
          <a:bodyPr spcFirstLastPara="1" wrap="square" lIns="26700" tIns="13350" rIns="26700" bIns="13350" anchor="ctr">
            <a:spAutoFit/>
          </a:bodyPr>
          <a:lstStyle/>
          <a:p>
            <a:pPr marL="0" lvl="0" indent="0" algn="ctr">
              <a:lnSpc>
                <a:spcPct val="90000"/>
              </a:lnSpc>
              <a:spcBef>
                <a:spcPts val="0"/>
              </a:spcBef>
              <a:spcAft>
                <a:spcPts val="175"/>
              </a:spcAft>
              <a:buNone/>
            </a:pPr>
            <a:r>
              <a:rPr sz="856" b="1">
                <a:solidFill>
                  <a:schemeClr val="lt1"/>
                </a:solidFill>
                <a:latin typeface="Inter"/>
                <a:ea typeface="Inter"/>
                <a:cs typeface="Inter"/>
              </a:rPr>
              <a:t>1:00pm</a:t>
            </a:r>
            <a:endParaRPr sz="856" b="1">
              <a:solidFill>
                <a:srgbClr val="FCFAEE"/>
              </a:solidFill>
              <a:latin typeface="Inter"/>
              <a:ea typeface="Inter"/>
              <a:cs typeface="Inter"/>
            </a:endParaRPr>
          </a:p>
        </p:txBody>
      </p:sp>
      <p:sp>
        <p:nvSpPr>
          <p:cNvPr id="3462" name="Google Shape;3462;p358">
            <a:extLst>
              <a:ext uri="{FF2B5EF4-FFF2-40B4-BE49-F238E27FC236}">
                <a16:creationId xmlns:a16="http://schemas.microsoft.com/office/drawing/2014/main" id="{277EB627-137F-499D-967E-1C72049B4963}"/>
              </a:ext>
            </a:extLst>
          </p:cNvPr>
          <p:cNvSpPr>
            <a:spLocks noGrp="1"/>
          </p:cNvSpPr>
          <p:nvPr/>
        </p:nvSpPr>
        <p:spPr>
          <a:xfrm>
            <a:off x="6729721" y="3887900"/>
            <a:ext cx="1594500" cy="205800"/>
          </a:xfrm>
          <a:prstGeom prst="roundRect">
            <a:avLst>
              <a:gd name="adj" fmla="val 50000"/>
            </a:avLst>
          </a:prstGeom>
          <a:gradFill>
            <a:gsLst>
              <a:gs pos="0">
                <a:srgbClr val="F4F2E6"/>
              </a:gs>
              <a:gs pos="50000">
                <a:srgbClr val="F4F2E6"/>
              </a:gs>
              <a:gs pos="100000">
                <a:schemeClr val="accent3"/>
              </a:gs>
            </a:gsLst>
            <a:lin ang="5400700" scaled="0"/>
          </a:gradFill>
          <a:ln>
            <a:noFill/>
          </a:ln>
        </p:spPr>
        <p:txBody>
          <a:bodyPr spcFirstLastPara="1" wrap="square" lIns="26700" tIns="13350" rIns="26700" bIns="13350" anchor="ctr">
            <a:spAutoFit/>
          </a:bodyPr>
          <a:lstStyle/>
          <a:p>
            <a:pPr marL="0" lvl="0" indent="0" algn="ctr">
              <a:lnSpc>
                <a:spcPct val="90000"/>
              </a:lnSpc>
              <a:spcBef>
                <a:spcPts val="0"/>
              </a:spcBef>
              <a:spcAft>
                <a:spcPts val="175"/>
              </a:spcAft>
              <a:buNone/>
            </a:pPr>
            <a:r>
              <a:rPr sz="856" b="1">
                <a:solidFill>
                  <a:schemeClr val="dk1"/>
                </a:solidFill>
                <a:latin typeface="Inter"/>
                <a:ea typeface="Inter"/>
                <a:cs typeface="Inter"/>
              </a:rPr>
              <a:t>5:00pm</a:t>
            </a:r>
            <a:endParaRPr sz="856" b="1">
              <a:solidFill>
                <a:schemeClr val="dk1"/>
              </a:solidFill>
              <a:latin typeface="Inter"/>
              <a:ea typeface="Inter"/>
              <a:cs typeface="Inter"/>
            </a:endParaRPr>
          </a:p>
        </p:txBody>
      </p:sp>
      <p:sp>
        <p:nvSpPr>
          <p:cNvPr id="3463" name="Google Shape;3463;p358">
            <a:extLst>
              <a:ext uri="{FF2B5EF4-FFF2-40B4-BE49-F238E27FC236}">
                <a16:creationId xmlns:a16="http://schemas.microsoft.com/office/drawing/2014/main" id="{7BB7B672-4CB4-4DDC-8EBC-81B867DE37E1}"/>
              </a:ext>
            </a:extLst>
          </p:cNvPr>
          <p:cNvSpPr>
            <a:spLocks noGrp="1"/>
          </p:cNvSpPr>
          <p:nvPr/>
        </p:nvSpPr>
        <p:spPr>
          <a:xfrm>
            <a:off x="466344" y="4864734"/>
            <a:ext cx="7604100" cy="212400"/>
          </a:xfrm>
          <a:prstGeom prst="rect">
            <a:avLst/>
          </a:prstGeom>
          <a:noFill/>
          <a:ln>
            <a:noFill/>
          </a:ln>
        </p:spPr>
        <p:txBody>
          <a:bodyPr spcFirstLastPara="1" wrap="square" lIns="0" tIns="0" rIns="0" bIns="91425" anchor="t">
            <a:noAutofit/>
          </a:bodyPr>
          <a:lstStyle/>
          <a:p>
            <a:pPr marL="0" lvl="0" indent="0" algn="l">
              <a:spcBef>
                <a:spcPts val="0"/>
              </a:spcBef>
              <a:spcAft>
                <a:spcPts val="0"/>
              </a:spcAft>
              <a:buNone/>
            </a:pPr>
            <a:r>
              <a:rPr sz="700">
                <a:solidFill>
                  <a:srgbClr val="808080"/>
                </a:solidFill>
                <a:latin typeface="Inter"/>
                <a:ea typeface="Inter"/>
                <a:cs typeface="Inter"/>
              </a:rPr>
              <a:t>Times reflect the May 20, 2026 run of show.</a:t>
            </a:r>
            <a:endParaRPr sz="700">
              <a:solidFill>
                <a:srgbClr val="808080"/>
              </a:solidFill>
              <a:latin typeface="Inter"/>
              <a:ea typeface="Inter"/>
              <a:cs typeface="Inter"/>
            </a:endParaRPr>
          </a:p>
        </p:txBody>
      </p:sp>
      <p:sp>
        <p:nvSpPr>
          <p:cNvPr id="3464" name="Google Shape;3464;p358">
            <a:extLst>
              <a:ext uri="{FF2B5EF4-FFF2-40B4-BE49-F238E27FC236}">
                <a16:creationId xmlns:a16="http://schemas.microsoft.com/office/drawing/2014/main" id="{2DBC052E-CBCF-43A0-AAE1-6C18DFE76FA9}"/>
              </a:ext>
            </a:extLst>
          </p:cNvPr>
          <p:cNvSpPr>
            <a:spLocks noGrp="1"/>
          </p:cNvSpPr>
          <p:nvPr/>
        </p:nvSpPr>
        <p:spPr>
          <a:xfrm>
            <a:off x="296350" y="1587725"/>
            <a:ext cx="1509300" cy="1594500"/>
          </a:xfrm>
          <a:prstGeom prst="rect">
            <a:avLst/>
          </a:prstGeom>
          <a:noFill/>
          <a:ln>
            <a:noFill/>
          </a:ln>
        </p:spPr>
        <p:txBody>
          <a:bodyPr spcFirstLastPara="1" wrap="square" lIns="91425" tIns="91425" rIns="91425" bIns="91425" anchor="t">
            <a:spAutoFit/>
          </a:bodyPr>
          <a:lstStyle/>
          <a:p>
            <a:pPr marL="109728" lvl="0" indent="-81026" algn="l">
              <a:lnSpc>
                <a:spcPct val="125000"/>
              </a:lnSpc>
              <a:spcBef>
                <a:spcPts val="400"/>
              </a:spcBef>
              <a:spcAft>
                <a:spcPts val="0"/>
              </a:spcAft>
              <a:buClr>
                <a:schemeClr val="dk1"/>
              </a:buClr>
              <a:buSzPts val="700"/>
              <a:buFont typeface="Inter"/>
              <a:buChar char="✓"/>
            </a:pPr>
            <a:r>
              <a:rPr sz="700">
                <a:latin typeface="Inter"/>
                <a:ea typeface="Inter"/>
                <a:cs typeface="Inter"/>
              </a:rPr>
              <a:t>SoulCycle first arrivals</a:t>
            </a:r>
            <a:endParaRPr sz="700">
              <a:latin typeface="Inter"/>
              <a:ea typeface="Inter"/>
              <a:cs typeface="Inter"/>
            </a:endParaRPr>
          </a:p>
          <a:p>
            <a:pPr marL="109728" lvl="0" indent="-81026" algn="l">
              <a:lnSpc>
                <a:spcPct val="125000"/>
              </a:lnSpc>
              <a:spcBef>
                <a:spcPts val="400"/>
              </a:spcBef>
              <a:spcAft>
                <a:spcPts val="0"/>
              </a:spcAft>
              <a:buSzPts val="700"/>
              <a:buFont typeface="Inter"/>
              <a:buChar char="✓"/>
            </a:pPr>
            <a:r>
              <a:rPr sz="700">
                <a:latin typeface="Inter"/>
                <a:ea typeface="Inter"/>
                <a:cs typeface="Inter"/>
              </a:rPr>
              <a:t>Plaza M appointments</a:t>
            </a:r>
            <a:endParaRPr sz="700">
              <a:latin typeface="Inter"/>
              <a:ea typeface="Inter"/>
              <a:cs typeface="Inter"/>
            </a:endParaRPr>
          </a:p>
          <a:p>
            <a:pPr marL="109728" lvl="0" indent="-81026" algn="l">
              <a:lnSpc>
                <a:spcPct val="125000"/>
              </a:lnSpc>
              <a:spcBef>
                <a:spcPts val="400"/>
              </a:spcBef>
              <a:spcAft>
                <a:spcPts val="0"/>
              </a:spcAft>
              <a:buSzPts val="700"/>
              <a:buFont typeface="Inter"/>
              <a:buChar char="✓"/>
            </a:pPr>
            <a:r>
              <a:rPr sz="700">
                <a:latin typeface="Inter"/>
                <a:ea typeface="Inter"/>
                <a:cs typeface="Inter"/>
              </a:rPr>
              <a:t>Fellow Barber</a:t>
            </a:r>
            <a:endParaRPr sz="700">
              <a:latin typeface="Inter"/>
              <a:ea typeface="Inter"/>
              <a:cs typeface="Inter"/>
            </a:endParaRPr>
          </a:p>
          <a:p>
            <a:pPr marL="109728" lvl="0" indent="-81026" algn="l">
              <a:lnSpc>
                <a:spcPct val="125000"/>
              </a:lnSpc>
              <a:spcBef>
                <a:spcPts val="400"/>
              </a:spcBef>
              <a:spcAft>
                <a:spcPts val="0"/>
              </a:spcAft>
              <a:buSzPts val="700"/>
              <a:buFont typeface="Inter"/>
              <a:buChar char="✓"/>
            </a:pPr>
            <a:r>
              <a:rPr sz="700">
                <a:latin typeface="Inter"/>
                <a:ea typeface="Inter"/>
                <a:cs typeface="Inter"/>
              </a:rPr>
              <a:t>Sunday Nails</a:t>
            </a:r>
            <a:endParaRPr sz="700">
              <a:latin typeface="Inter"/>
              <a:ea typeface="Inter"/>
              <a:cs typeface="Inter"/>
            </a:endParaRPr>
          </a:p>
          <a:p>
            <a:pPr marL="109728" lvl="0" indent="-81026" algn="l">
              <a:lnSpc>
                <a:spcPct val="125000"/>
              </a:lnSpc>
              <a:spcBef>
                <a:spcPts val="400"/>
              </a:spcBef>
              <a:spcAft>
                <a:spcPts val="0"/>
              </a:spcAft>
              <a:buSzPts val="700"/>
              <a:buFont typeface="Inter"/>
              <a:buChar char="✓"/>
            </a:pPr>
            <a:r>
              <a:rPr sz="700">
                <a:latin typeface="Inter"/>
                <a:ea typeface="Inter"/>
                <a:cs typeface="Inter"/>
              </a:rPr>
              <a:t/>
            </a:r>
            <a:endParaRPr sz="700">
              <a:latin typeface="Inter"/>
              <a:ea typeface="Inter"/>
              <a:cs typeface="Inter"/>
            </a:endParaRPr>
          </a:p>
          <a:p>
            <a:pPr marL="109728" lvl="0" indent="-81026" algn="l">
              <a:lnSpc>
                <a:spcPct val="125000"/>
              </a:lnSpc>
              <a:spcBef>
                <a:spcPts val="400"/>
              </a:spcBef>
              <a:spcAft>
                <a:spcPts val="0"/>
              </a:spcAft>
              <a:buSzPts val="700"/>
              <a:buFont typeface="Inter"/>
              <a:buChar char="✓"/>
            </a:pPr>
            <a:r>
              <a:rPr sz="700">
                <a:latin typeface="Inter"/>
                <a:ea typeface="Inter"/>
                <a:cs typeface="Inter"/>
              </a:rPr>
              <a:t/>
            </a:r>
            <a:endParaRPr sz="700">
              <a:latin typeface="Inter"/>
              <a:ea typeface="Inter"/>
              <a:cs typeface="Inter"/>
            </a:endParaRPr>
          </a:p>
          <a:p>
            <a:pPr marL="109728" lvl="0" indent="-81026" algn="l">
              <a:lnSpc>
                <a:spcPct val="125000"/>
              </a:lnSpc>
              <a:spcBef>
                <a:spcPts val="400"/>
              </a:spcBef>
              <a:spcAft>
                <a:spcPts val="0"/>
              </a:spcAft>
              <a:buSzPts val="700"/>
              <a:buFont typeface="Inter"/>
              <a:buChar char="✓"/>
            </a:pPr>
            <a:r>
              <a:rPr sz="700">
                <a:latin typeface="Inter"/>
                <a:ea typeface="Inter"/>
                <a:cs typeface="Inter"/>
              </a:rPr>
              <a:t/>
            </a:r>
            <a:endParaRPr sz="700">
              <a:latin typeface="Inter"/>
              <a:ea typeface="Inter"/>
              <a:cs typeface="Inter"/>
            </a:endParaRPr>
          </a:p>
          <a:p>
            <a:pPr marL="109728" lvl="0" indent="-81026" algn="l">
              <a:lnSpc>
                <a:spcPct val="125000"/>
              </a:lnSpc>
              <a:spcBef>
                <a:spcPts val="400"/>
              </a:spcBef>
              <a:spcAft>
                <a:spcPts val="0"/>
              </a:spcAft>
              <a:buSzPts val="700"/>
              <a:buFont typeface="Inter"/>
              <a:buChar char="✓"/>
            </a:pPr>
            <a:r>
              <a:rPr sz="700">
                <a:latin typeface="Inter"/>
                <a:ea typeface="Inter"/>
                <a:cs typeface="Inter"/>
              </a:rPr>
              <a:t/>
            </a:r>
            <a:endParaRPr sz="700">
              <a:latin typeface="Inter"/>
              <a:ea typeface="Inter"/>
              <a:cs typeface="Inter"/>
            </a:endParaRPr>
          </a:p>
        </p:txBody>
      </p:sp>
      <p:sp>
        <p:nvSpPr>
          <p:cNvPr id="3465" name="Google Shape;3465;p358">
            <a:extLst>
              <a:ext uri="{FF2B5EF4-FFF2-40B4-BE49-F238E27FC236}">
                <a16:creationId xmlns:a16="http://schemas.microsoft.com/office/drawing/2014/main" id="{EFB87591-139A-4A3A-939E-EA1ECF740D6B}"/>
              </a:ext>
            </a:extLst>
          </p:cNvPr>
          <p:cNvSpPr>
            <a:spLocks noGrp="1"/>
          </p:cNvSpPr>
          <p:nvPr/>
        </p:nvSpPr>
        <p:spPr>
          <a:xfrm>
            <a:off x="1905725" y="1587725"/>
            <a:ext cx="1509300" cy="1594500"/>
          </a:xfrm>
          <a:prstGeom prst="rect">
            <a:avLst/>
          </a:prstGeom>
          <a:noFill/>
          <a:ln>
            <a:noFill/>
          </a:ln>
        </p:spPr>
        <p:txBody>
          <a:bodyPr spcFirstLastPara="1" wrap="square" lIns="91425" tIns="91425" rIns="91425" bIns="91425" anchor="t">
            <a:spAutoFit/>
          </a:bodyPr>
          <a:lstStyle/>
          <a:p>
            <a:pPr marL="109728" lvl="0" indent="-81026" algn="l">
              <a:lnSpc>
                <a:spcPct val="125000"/>
              </a:lnSpc>
              <a:spcBef>
                <a:spcPts val="400"/>
              </a:spcBef>
              <a:spcAft>
                <a:spcPts val="0"/>
              </a:spcAft>
              <a:buClr>
                <a:schemeClr val="dk1"/>
              </a:buClr>
              <a:buSzPts val="700"/>
              <a:buFont typeface="Inter"/>
              <a:buChar char="✓"/>
            </a:pPr>
            <a:r>
              <a:rPr sz="700">
                <a:latin typeface="Inter"/>
                <a:ea typeface="Inter"/>
                <a:cs typeface="Inter"/>
              </a:rPr>
              <a:t>Coach</a:t>
            </a:r>
            <a:endParaRPr sz="700">
              <a:latin typeface="Inter"/>
              <a:ea typeface="Inter"/>
              <a:cs typeface="Inter"/>
            </a:endParaRPr>
          </a:p>
          <a:p>
            <a:pPr marL="109728" lvl="0" indent="-81026" algn="l">
              <a:lnSpc>
                <a:spcPct val="125000"/>
              </a:lnSpc>
              <a:spcBef>
                <a:spcPts val="400"/>
              </a:spcBef>
              <a:spcAft>
                <a:spcPts val="0"/>
              </a:spcAft>
              <a:buSzPts val="700"/>
              <a:buFont typeface="Inter"/>
              <a:buChar char="✓"/>
            </a:pPr>
            <a:r>
              <a:rPr sz="700">
                <a:latin typeface="Inter"/>
                <a:ea typeface="Inter"/>
                <a:cs typeface="Inter"/>
              </a:rPr>
              <a:t>TUMI</a:t>
            </a:r>
            <a:endParaRPr sz="700">
              <a:latin typeface="Inter"/>
              <a:ea typeface="Inter"/>
              <a:cs typeface="Inter"/>
            </a:endParaRPr>
          </a:p>
          <a:p>
            <a:pPr marL="109728" lvl="0" indent="-81026" algn="l">
              <a:lnSpc>
                <a:spcPct val="125000"/>
              </a:lnSpc>
              <a:spcBef>
                <a:spcPts val="400"/>
              </a:spcBef>
              <a:spcAft>
                <a:spcPts val="0"/>
              </a:spcAft>
              <a:buSzPts val="700"/>
              <a:buFont typeface="Inter"/>
              <a:buChar char="✓"/>
            </a:pPr>
            <a:r>
              <a:rPr sz="700">
                <a:latin typeface="Inter"/>
                <a:ea typeface="Inter"/>
                <a:cs typeface="Inter"/>
              </a:rPr>
              <a:t>AG Jeans</a:t>
            </a:r>
            <a:endParaRPr sz="700">
              <a:latin typeface="Inter"/>
              <a:ea typeface="Inter"/>
              <a:cs typeface="Inter"/>
            </a:endParaRPr>
          </a:p>
          <a:p>
            <a:pPr marL="109728" lvl="0" indent="-81026" algn="l">
              <a:lnSpc>
                <a:spcPct val="125000"/>
              </a:lnSpc>
              <a:spcBef>
                <a:spcPts val="400"/>
              </a:spcBef>
              <a:spcAft>
                <a:spcPts val="0"/>
              </a:spcAft>
              <a:buSzPts val="700"/>
              <a:buFont typeface="Inter"/>
              <a:buChar char="✓"/>
            </a:pPr>
            <a:r>
              <a:rPr sz="700">
                <a:latin typeface="Inter"/>
                <a:ea typeface="Inter"/>
                <a:cs typeface="Inter"/>
              </a:rPr>
              <a:t>Faherty</a:t>
            </a:r>
            <a:endParaRPr sz="700">
              <a:latin typeface="Inter"/>
              <a:ea typeface="Inter"/>
              <a:cs typeface="Inter"/>
            </a:endParaRPr>
          </a:p>
          <a:p>
            <a:pPr marL="109728" lvl="0" indent="-81026" algn="l">
              <a:lnSpc>
                <a:spcPct val="125000"/>
              </a:lnSpc>
              <a:spcBef>
                <a:spcPts val="400"/>
              </a:spcBef>
              <a:spcAft>
                <a:spcPts val="0"/>
              </a:spcAft>
              <a:buSzPts val="700"/>
              <a:buFont typeface="Inter"/>
              <a:buChar char="✓"/>
            </a:pPr>
            <a:r>
              <a:rPr sz="700">
                <a:latin typeface="Inter"/>
                <a:ea typeface="Inter"/>
                <a:cs typeface="Inter"/>
              </a:rPr>
              <a:t/>
            </a:r>
            <a:endParaRPr sz="700">
              <a:latin typeface="Inter"/>
              <a:ea typeface="Inter"/>
              <a:cs typeface="Inter"/>
            </a:endParaRPr>
          </a:p>
          <a:p>
            <a:pPr marL="109728" lvl="0" indent="-81026" algn="l">
              <a:lnSpc>
                <a:spcPct val="125000"/>
              </a:lnSpc>
              <a:spcBef>
                <a:spcPts val="400"/>
              </a:spcBef>
              <a:spcAft>
                <a:spcPts val="0"/>
              </a:spcAft>
              <a:buSzPts val="700"/>
              <a:buFont typeface="Inter"/>
              <a:buChar char="✓"/>
            </a:pPr>
            <a:r>
              <a:rPr sz="700">
                <a:latin typeface="Inter"/>
                <a:ea typeface="Inter"/>
                <a:cs typeface="Inter"/>
              </a:rPr>
              <a:t/>
            </a:r>
            <a:endParaRPr sz="700">
              <a:latin typeface="Inter"/>
              <a:ea typeface="Inter"/>
              <a:cs typeface="Inter"/>
            </a:endParaRPr>
          </a:p>
          <a:p>
            <a:pPr marL="109728" lvl="0" indent="-81026" algn="l">
              <a:lnSpc>
                <a:spcPct val="125000"/>
              </a:lnSpc>
              <a:spcBef>
                <a:spcPts val="400"/>
              </a:spcBef>
              <a:spcAft>
                <a:spcPts val="0"/>
              </a:spcAft>
              <a:buSzPts val="700"/>
              <a:buFont typeface="Inter"/>
              <a:buChar char="✓"/>
            </a:pPr>
            <a:r>
              <a:rPr sz="700">
                <a:latin typeface="Inter"/>
                <a:ea typeface="Inter"/>
                <a:cs typeface="Inter"/>
              </a:rPr>
              <a:t/>
            </a:r>
            <a:endParaRPr sz="700">
              <a:latin typeface="Inter"/>
              <a:ea typeface="Inter"/>
              <a:cs typeface="Inter"/>
            </a:endParaRPr>
          </a:p>
          <a:p>
            <a:pPr marL="109728" lvl="0" indent="-81026" algn="l">
              <a:lnSpc>
                <a:spcPct val="125000"/>
              </a:lnSpc>
              <a:spcBef>
                <a:spcPts val="400"/>
              </a:spcBef>
              <a:spcAft>
                <a:spcPts val="0"/>
              </a:spcAft>
              <a:buSzPts val="700"/>
              <a:buFont typeface="Inter"/>
              <a:buChar char="✓"/>
            </a:pPr>
            <a:r>
              <a:rPr sz="700">
                <a:latin typeface="Inter"/>
                <a:ea typeface="Inter"/>
                <a:cs typeface="Inter"/>
              </a:rPr>
              <a:t/>
            </a:r>
            <a:endParaRPr sz="700">
              <a:latin typeface="Inter"/>
              <a:ea typeface="Inter"/>
              <a:cs typeface="Inter"/>
            </a:endParaRPr>
          </a:p>
        </p:txBody>
      </p:sp>
      <p:sp>
        <p:nvSpPr>
          <p:cNvPr id="3466" name="Google Shape;3466;p358">
            <a:extLst>
              <a:ext uri="{FF2B5EF4-FFF2-40B4-BE49-F238E27FC236}">
                <a16:creationId xmlns:a16="http://schemas.microsoft.com/office/drawing/2014/main" id="{1AA04EB3-F3F8-4A9F-851F-A3B209F5DBBD}"/>
              </a:ext>
            </a:extLst>
          </p:cNvPr>
          <p:cNvSpPr>
            <a:spLocks noGrp="1"/>
          </p:cNvSpPr>
          <p:nvPr/>
        </p:nvSpPr>
        <p:spPr>
          <a:xfrm>
            <a:off x="3516950" y="1587725"/>
            <a:ext cx="1509300" cy="1594500"/>
          </a:xfrm>
          <a:prstGeom prst="rect">
            <a:avLst/>
          </a:prstGeom>
          <a:noFill/>
          <a:ln>
            <a:noFill/>
          </a:ln>
        </p:spPr>
        <p:txBody>
          <a:bodyPr spcFirstLastPara="1" wrap="square" lIns="91425" tIns="91425" rIns="91425" bIns="91425" anchor="t">
            <a:spAutoFit/>
          </a:bodyPr>
          <a:lstStyle/>
          <a:p>
            <a:pPr marL="109728" lvl="0" indent="-81026" algn="l">
              <a:lnSpc>
                <a:spcPct val="125000"/>
              </a:lnSpc>
              <a:spcBef>
                <a:spcPts val="400"/>
              </a:spcBef>
              <a:spcAft>
                <a:spcPts val="0"/>
              </a:spcAft>
              <a:buClr>
                <a:schemeClr val="dk1"/>
              </a:buClr>
              <a:buSzPts val="700"/>
              <a:buFont typeface="Inter"/>
              <a:buChar char="✓"/>
            </a:pPr>
            <a:r>
              <a:rPr sz="700">
                <a:latin typeface="Inter"/>
                <a:ea typeface="Inter"/>
                <a:cs typeface="Inter"/>
              </a:rPr>
              <a:t>Check-in on the 101st floor</a:t>
            </a:r>
            <a:endParaRPr sz="700">
              <a:latin typeface="Inter"/>
              <a:ea typeface="Inter"/>
              <a:cs typeface="Inter"/>
            </a:endParaRPr>
          </a:p>
          <a:p>
            <a:pPr marL="109728" lvl="0" indent="-81026" algn="l">
              <a:lnSpc>
                <a:spcPct val="125000"/>
              </a:lnSpc>
              <a:spcBef>
                <a:spcPts val="400"/>
              </a:spcBef>
              <a:spcAft>
                <a:spcPts val="0"/>
              </a:spcAft>
              <a:buSzPts val="700"/>
              <a:buFont typeface="Inter"/>
              <a:buChar char="✓"/>
            </a:pPr>
            <a:r>
              <a:rPr sz="700">
                <a:latin typeface="Inter"/>
                <a:ea typeface="Inter"/>
                <a:cs typeface="Inter"/>
              </a:rPr>
              <a:t>Lunch rounds</a:t>
            </a:r>
            <a:endParaRPr sz="700">
              <a:latin typeface="Inter"/>
              <a:ea typeface="Inter"/>
              <a:cs typeface="Inter"/>
            </a:endParaRPr>
          </a:p>
          <a:p>
            <a:pPr marL="109728" lvl="0" indent="-81026" algn="l">
              <a:lnSpc>
                <a:spcPct val="125000"/>
              </a:lnSpc>
              <a:spcBef>
                <a:spcPts val="400"/>
              </a:spcBef>
              <a:spcAft>
                <a:spcPts val="0"/>
              </a:spcAft>
              <a:buSzPts val="700"/>
              <a:buFont typeface="Inter"/>
              <a:buChar char="✓"/>
            </a:pPr>
            <a:r>
              <a:rPr sz="700">
                <a:latin typeface="Inter"/>
                <a:ea typeface="Inter"/>
                <a:cs typeface="Inter"/>
              </a:rPr>
              <a:t>Open networking</a:t>
            </a:r>
            <a:endParaRPr sz="700">
              <a:latin typeface="Inter"/>
              <a:ea typeface="Inter"/>
              <a:cs typeface="Inter"/>
            </a:endParaRPr>
          </a:p>
          <a:p>
            <a:pPr marL="109728" lvl="0" indent="-81026" algn="l">
              <a:lnSpc>
                <a:spcPct val="125000"/>
              </a:lnSpc>
              <a:spcBef>
                <a:spcPts val="400"/>
              </a:spcBef>
              <a:spcAft>
                <a:spcPts val="0"/>
              </a:spcAft>
              <a:buSzPts val="700"/>
              <a:buFont typeface="Inter"/>
              <a:buChar char="✓"/>
            </a:pPr>
            <a:r>
              <a:rPr sz="700">
                <a:latin typeface="Inter"/>
                <a:ea typeface="Inter"/>
                <a:cs typeface="Inter"/>
              </a:rPr>
              <a:t/>
            </a:r>
            <a:endParaRPr sz="700">
              <a:latin typeface="Inter"/>
              <a:ea typeface="Inter"/>
              <a:cs typeface="Inter"/>
            </a:endParaRPr>
          </a:p>
          <a:p>
            <a:pPr marL="109728" lvl="0" indent="-81026" algn="l">
              <a:lnSpc>
                <a:spcPct val="125000"/>
              </a:lnSpc>
              <a:spcBef>
                <a:spcPts val="400"/>
              </a:spcBef>
              <a:spcAft>
                <a:spcPts val="0"/>
              </a:spcAft>
              <a:buSzPts val="700"/>
              <a:buFont typeface="Inter"/>
              <a:buChar char="✓"/>
            </a:pPr>
            <a:r>
              <a:rPr sz="700">
                <a:latin typeface="Inter"/>
                <a:ea typeface="Inter"/>
                <a:cs typeface="Inter"/>
              </a:rPr>
              <a:t/>
            </a:r>
            <a:endParaRPr sz="700">
              <a:latin typeface="Inter"/>
              <a:ea typeface="Inter"/>
              <a:cs typeface="Inter"/>
            </a:endParaRPr>
          </a:p>
          <a:p>
            <a:pPr marL="109728" lvl="0" indent="-81026" algn="l">
              <a:lnSpc>
                <a:spcPct val="125000"/>
              </a:lnSpc>
              <a:spcBef>
                <a:spcPts val="400"/>
              </a:spcBef>
              <a:spcAft>
                <a:spcPts val="0"/>
              </a:spcAft>
              <a:buSzPts val="700"/>
              <a:buFont typeface="Inter"/>
              <a:buChar char="✓"/>
            </a:pPr>
            <a:r>
              <a:rPr sz="700">
                <a:latin typeface="Inter"/>
                <a:ea typeface="Inter"/>
                <a:cs typeface="Inter"/>
              </a:rPr>
              <a:t/>
            </a:r>
            <a:endParaRPr sz="700">
              <a:latin typeface="Inter"/>
              <a:ea typeface="Inter"/>
              <a:cs typeface="Inter"/>
            </a:endParaRPr>
          </a:p>
          <a:p>
            <a:pPr marL="109728" lvl="0" indent="-81026" algn="l">
              <a:lnSpc>
                <a:spcPct val="125000"/>
              </a:lnSpc>
              <a:spcBef>
                <a:spcPts val="400"/>
              </a:spcBef>
              <a:spcAft>
                <a:spcPts val="0"/>
              </a:spcAft>
              <a:buSzPts val="700"/>
              <a:buFont typeface="Inter"/>
              <a:buChar char="✓"/>
            </a:pPr>
            <a:r>
              <a:rPr sz="700">
                <a:latin typeface="Inter"/>
                <a:ea typeface="Inter"/>
                <a:cs typeface="Inter"/>
              </a:rPr>
              <a:t/>
            </a:r>
            <a:endParaRPr sz="700">
              <a:latin typeface="Inter"/>
              <a:ea typeface="Inter"/>
              <a:cs typeface="Inter"/>
            </a:endParaRPr>
          </a:p>
          <a:p>
            <a:pPr marL="109728" lvl="0" indent="-81026" algn="l">
              <a:lnSpc>
                <a:spcPct val="125000"/>
              </a:lnSpc>
              <a:spcBef>
                <a:spcPts val="400"/>
              </a:spcBef>
              <a:spcAft>
                <a:spcPts val="0"/>
              </a:spcAft>
              <a:buSzPts val="700"/>
              <a:buFont typeface="Inter"/>
              <a:buChar char="✓"/>
            </a:pPr>
            <a:r>
              <a:rPr sz="700">
                <a:latin typeface="Inter"/>
                <a:ea typeface="Inter"/>
                <a:cs typeface="Inter"/>
              </a:rPr>
              <a:t/>
            </a:r>
            <a:endParaRPr sz="700">
              <a:latin typeface="Inter"/>
              <a:ea typeface="Inter"/>
              <a:cs typeface="Inter"/>
            </a:endParaRPr>
          </a:p>
        </p:txBody>
      </p:sp>
      <p:sp>
        <p:nvSpPr>
          <p:cNvPr id="3467" name="Google Shape;3467;p358">
            <a:extLst>
              <a:ext uri="{FF2B5EF4-FFF2-40B4-BE49-F238E27FC236}">
                <a16:creationId xmlns:a16="http://schemas.microsoft.com/office/drawing/2014/main" id="{8B9F110A-848C-42A0-9F50-E06B73E6793C}"/>
              </a:ext>
            </a:extLst>
          </p:cNvPr>
          <p:cNvSpPr>
            <a:spLocks noGrp="1"/>
          </p:cNvSpPr>
          <p:nvPr/>
        </p:nvSpPr>
        <p:spPr>
          <a:xfrm>
            <a:off x="5125400" y="1587725"/>
            <a:ext cx="1509300" cy="1594500"/>
          </a:xfrm>
          <a:prstGeom prst="rect">
            <a:avLst/>
          </a:prstGeom>
          <a:noFill/>
          <a:ln>
            <a:noFill/>
          </a:ln>
        </p:spPr>
        <p:txBody>
          <a:bodyPr spcFirstLastPara="1" wrap="square" lIns="91425" tIns="91425" rIns="91425" bIns="91425" anchor="t">
            <a:spAutoFit/>
          </a:bodyPr>
          <a:lstStyle/>
          <a:p>
            <a:pPr marL="109728" lvl="0" indent="-81026" algn="l">
              <a:lnSpc>
                <a:spcPct val="125000"/>
              </a:lnSpc>
              <a:spcBef>
                <a:spcPts val="400"/>
              </a:spcBef>
              <a:spcAft>
                <a:spcPts val="0"/>
              </a:spcAft>
              <a:buClr>
                <a:schemeClr val="dk1"/>
              </a:buClr>
              <a:buSzPts val="700"/>
              <a:buFont typeface="Inter"/>
              <a:buChar char="✓"/>
            </a:pPr>
            <a:r>
              <a:rPr sz="700">
                <a:latin typeface="Inter"/>
                <a:ea typeface="Inter"/>
                <a:cs typeface="Inter"/>
              </a:rPr>
              <a:t>Welcome and opening remarks</a:t>
            </a:r>
            <a:endParaRPr sz="700">
              <a:latin typeface="Inter"/>
              <a:ea typeface="Inter"/>
              <a:cs typeface="Inter"/>
            </a:endParaRPr>
          </a:p>
          <a:p>
            <a:pPr marL="109728" lvl="0" indent="-81026" algn="l">
              <a:lnSpc>
                <a:spcPct val="125000"/>
              </a:lnSpc>
              <a:spcBef>
                <a:spcPts val="400"/>
              </a:spcBef>
              <a:spcAft>
                <a:spcPts val="0"/>
              </a:spcAft>
              <a:buSzPts val="700"/>
              <a:buFont typeface="Inter"/>
              <a:buChar char="✓"/>
            </a:pPr>
            <a:r>
              <a:rPr sz="700">
                <a:latin typeface="Inter"/>
                <a:ea typeface="Inter"/>
                <a:cs typeface="Inter"/>
              </a:rPr>
              <a:t>Keynote: market insights</a:t>
            </a:r>
            <a:endParaRPr sz="700">
              <a:latin typeface="Inter"/>
              <a:ea typeface="Inter"/>
              <a:cs typeface="Inter"/>
            </a:endParaRPr>
          </a:p>
          <a:p>
            <a:pPr marL="109728" lvl="0" indent="-81026" algn="l">
              <a:lnSpc>
                <a:spcPct val="125000"/>
              </a:lnSpc>
              <a:spcBef>
                <a:spcPts val="400"/>
              </a:spcBef>
              <a:spcAft>
                <a:spcPts val="0"/>
              </a:spcAft>
              <a:buSzPts val="700"/>
              <a:buFont typeface="Inter"/>
              <a:buChar char="✓"/>
            </a:pPr>
            <a:r>
              <a:rPr sz="700">
                <a:latin typeface="Inter"/>
                <a:ea typeface="Inter"/>
                <a:cs typeface="Inter"/>
              </a:rPr>
              <a:t>2025 consumer survey</a:t>
            </a:r>
            <a:endParaRPr sz="700">
              <a:latin typeface="Inter"/>
              <a:ea typeface="Inter"/>
              <a:cs typeface="Inter"/>
            </a:endParaRPr>
          </a:p>
          <a:p>
            <a:pPr marL="109728" lvl="0" indent="-81026" algn="l">
              <a:lnSpc>
                <a:spcPct val="125000"/>
              </a:lnSpc>
              <a:spcBef>
                <a:spcPts val="400"/>
              </a:spcBef>
              <a:spcAft>
                <a:spcPts val="0"/>
              </a:spcAft>
              <a:buSzPts val="700"/>
              <a:buFont typeface="Inter"/>
              <a:buChar char="✓"/>
            </a:pPr>
            <a:r>
              <a:rPr sz="700">
                <a:latin typeface="Inter"/>
                <a:ea typeface="Inter"/>
                <a:cs typeface="Inter"/>
              </a:rPr>
              <a:t>Customer data and personalization</a:t>
            </a:r>
            <a:endParaRPr sz="700">
              <a:latin typeface="Inter"/>
              <a:ea typeface="Inter"/>
              <a:cs typeface="Inter"/>
            </a:endParaRPr>
          </a:p>
          <a:p>
            <a:pPr marL="109728" lvl="0" indent="-81026" algn="l">
              <a:lnSpc>
                <a:spcPct val="125000"/>
              </a:lnSpc>
              <a:spcBef>
                <a:spcPts val="400"/>
              </a:spcBef>
              <a:spcAft>
                <a:spcPts val="0"/>
              </a:spcAft>
              <a:buSzPts val="700"/>
              <a:buFont typeface="Inter"/>
              <a:buChar char="✓"/>
            </a:pPr>
            <a:r>
              <a:rPr sz="700">
                <a:latin typeface="Inter"/>
                <a:ea typeface="Inter"/>
                <a:cs typeface="Inter"/>
              </a:rPr>
              <a:t>Innovation in Action</a:t>
            </a:r>
            <a:endParaRPr sz="700">
              <a:latin typeface="Inter"/>
              <a:ea typeface="Inter"/>
              <a:cs typeface="Inter"/>
            </a:endParaRPr>
          </a:p>
          <a:p>
            <a:pPr marL="109728" lvl="0" indent="-81026" algn="l">
              <a:lnSpc>
                <a:spcPct val="125000"/>
              </a:lnSpc>
              <a:spcBef>
                <a:spcPts val="400"/>
              </a:spcBef>
              <a:spcAft>
                <a:spcPts val="0"/>
              </a:spcAft>
              <a:buSzPts val="700"/>
              <a:buFont typeface="Inter"/>
              <a:buChar char="✓"/>
            </a:pPr>
            <a:r>
              <a:rPr sz="700">
                <a:latin typeface="Inter"/>
                <a:ea typeface="Inter"/>
                <a:cs typeface="Inter"/>
              </a:rPr>
              <a:t>Customer spotlight</a:t>
            </a:r>
            <a:endParaRPr sz="700">
              <a:latin typeface="Inter"/>
              <a:ea typeface="Inter"/>
              <a:cs typeface="Inter"/>
            </a:endParaRPr>
          </a:p>
          <a:p>
            <a:pPr marL="109728" lvl="0" indent="-81026" algn="l">
              <a:lnSpc>
                <a:spcPct val="125000"/>
              </a:lnSpc>
              <a:spcBef>
                <a:spcPts val="400"/>
              </a:spcBef>
              <a:spcAft>
                <a:spcPts val="0"/>
              </a:spcAft>
              <a:buSzPts val="700"/>
              <a:buFont typeface="Inter"/>
              <a:buChar char="✓"/>
            </a:pPr>
            <a:r>
              <a:rPr sz="700">
                <a:latin typeface="Inter"/>
                <a:ea typeface="Inter"/>
                <a:cs typeface="Inter"/>
              </a:rPr>
              <a:t>Future of email</a:t>
            </a:r>
            <a:endParaRPr sz="700">
              <a:latin typeface="Inter"/>
              <a:ea typeface="Inter"/>
              <a:cs typeface="Inter"/>
            </a:endParaRPr>
          </a:p>
          <a:p>
            <a:pPr marL="109728" lvl="0" indent="-81026" algn="l">
              <a:lnSpc>
                <a:spcPct val="125000"/>
              </a:lnSpc>
              <a:spcBef>
                <a:spcPts val="400"/>
              </a:spcBef>
              <a:spcAft>
                <a:spcPts val="0"/>
              </a:spcAft>
              <a:buSzPts val="700"/>
              <a:buFont typeface="Inter"/>
              <a:buChar char="✓"/>
            </a:pPr>
            <a:r>
              <a:rPr sz="700">
                <a:latin typeface="Inter"/>
                <a:ea typeface="Inter"/>
                <a:cs typeface="Inter"/>
              </a:rPr>
              <a:t>Closing remarks</a:t>
            </a:r>
            <a:endParaRPr sz="700">
              <a:latin typeface="Inter"/>
              <a:ea typeface="Inter"/>
              <a:cs typeface="Inter"/>
            </a:endParaRPr>
          </a:p>
        </p:txBody>
      </p:sp>
      <p:sp>
        <p:nvSpPr>
          <p:cNvPr id="3468" name="Google Shape;3468;p358">
            <a:extLst>
              <a:ext uri="{FF2B5EF4-FFF2-40B4-BE49-F238E27FC236}">
                <a16:creationId xmlns:a16="http://schemas.microsoft.com/office/drawing/2014/main" id="{C46E7D99-DAC9-4F2B-9205-6290F7263D85}"/>
              </a:ext>
            </a:extLst>
          </p:cNvPr>
          <p:cNvSpPr>
            <a:spLocks noGrp="1"/>
          </p:cNvSpPr>
          <p:nvPr/>
        </p:nvSpPr>
        <p:spPr>
          <a:xfrm>
            <a:off x="6733850" y="1587725"/>
            <a:ext cx="1509300" cy="1594500"/>
          </a:xfrm>
          <a:prstGeom prst="rect">
            <a:avLst/>
          </a:prstGeom>
          <a:noFill/>
          <a:ln>
            <a:noFill/>
          </a:ln>
        </p:spPr>
        <p:txBody>
          <a:bodyPr spcFirstLastPara="1" wrap="square" lIns="91425" tIns="91425" rIns="91425" bIns="91425" anchor="t">
            <a:spAutoFit/>
          </a:bodyPr>
          <a:lstStyle/>
          <a:p>
            <a:pPr marL="109728" lvl="0" indent="-81026" algn="l">
              <a:lnSpc>
                <a:spcPct val="125000"/>
              </a:lnSpc>
              <a:spcBef>
                <a:spcPts val="400"/>
              </a:spcBef>
              <a:spcAft>
                <a:spcPts val="0"/>
              </a:spcAft>
              <a:buClr>
                <a:schemeClr val="dk1"/>
              </a:buClr>
              <a:buSzPts val="700"/>
              <a:buFont typeface="Inter"/>
              <a:buChar char="✓"/>
            </a:pPr>
            <a:r>
              <a:rPr sz="700">
                <a:latin typeface="Inter"/>
                <a:ea typeface="Inter"/>
                <a:cs typeface="Inter"/>
              </a:rPr>
              <a:t>Light bites and food stations</a:t>
            </a:r>
            <a:endParaRPr sz="700">
              <a:latin typeface="Inter"/>
              <a:ea typeface="Inter"/>
              <a:cs typeface="Inter"/>
            </a:endParaRPr>
          </a:p>
          <a:p>
            <a:pPr marL="109728" lvl="0" indent="-81026" algn="l">
              <a:lnSpc>
                <a:spcPct val="125000"/>
              </a:lnSpc>
              <a:spcBef>
                <a:spcPts val="400"/>
              </a:spcBef>
              <a:spcAft>
                <a:spcPts val="0"/>
              </a:spcAft>
              <a:buSzPts val="700"/>
              <a:buFont typeface="Inter"/>
              <a:buChar char="✓"/>
            </a:pPr>
            <a:r>
              <a:rPr sz="700">
                <a:latin typeface="Inter"/>
                <a:ea typeface="Inter"/>
                <a:cs typeface="Inter"/>
              </a:rPr>
              <a:t>Magnolia Bakery treats</a:t>
            </a:r>
            <a:endParaRPr sz="700">
              <a:latin typeface="Inter"/>
              <a:ea typeface="Inter"/>
              <a:cs typeface="Inter"/>
            </a:endParaRPr>
          </a:p>
          <a:p>
            <a:pPr marL="109728" lvl="0" indent="-81026" algn="l">
              <a:lnSpc>
                <a:spcPct val="125000"/>
              </a:lnSpc>
              <a:spcBef>
                <a:spcPts val="400"/>
              </a:spcBef>
              <a:spcAft>
                <a:spcPts val="0"/>
              </a:spcAft>
              <a:buSzPts val="700"/>
              <a:buFont typeface="Inter"/>
              <a:buChar char="✓"/>
            </a:pPr>
            <a:r>
              <a:rPr sz="700">
                <a:latin typeface="Inter"/>
                <a:ea typeface="Inter"/>
                <a:cs typeface="Inter"/>
              </a:rPr>
              <a:t>Open until 8:00pm</a:t>
            </a:r>
            <a:endParaRPr sz="700">
              <a:latin typeface="Inter"/>
              <a:ea typeface="Inter"/>
              <a:cs typeface="Inter"/>
            </a:endParaRPr>
          </a:p>
          <a:p>
            <a:pPr marL="109728" lvl="0" indent="-81026" algn="l">
              <a:lnSpc>
                <a:spcPct val="125000"/>
              </a:lnSpc>
              <a:spcBef>
                <a:spcPts val="400"/>
              </a:spcBef>
              <a:spcAft>
                <a:spcPts val="0"/>
              </a:spcAft>
              <a:buSzPts val="700"/>
              <a:buFont typeface="Inter"/>
              <a:buChar char="✓"/>
            </a:pPr>
            <a:r>
              <a:rPr sz="700">
                <a:latin typeface="Inter"/>
                <a:ea typeface="Inter"/>
                <a:cs typeface="Inter"/>
              </a:rPr>
              <a:t/>
            </a:r>
            <a:endParaRPr sz="700">
              <a:latin typeface="Inter"/>
              <a:ea typeface="Inter"/>
              <a:cs typeface="Inter"/>
            </a:endParaRPr>
          </a:p>
          <a:p>
            <a:pPr marL="109728" lvl="0" indent="-81026" algn="l">
              <a:lnSpc>
                <a:spcPct val="125000"/>
              </a:lnSpc>
              <a:spcBef>
                <a:spcPts val="400"/>
              </a:spcBef>
              <a:spcAft>
                <a:spcPts val="0"/>
              </a:spcAft>
              <a:buSzPts val="700"/>
              <a:buFont typeface="Inter"/>
              <a:buChar char="✓"/>
            </a:pPr>
            <a:r>
              <a:rPr sz="700">
                <a:latin typeface="Inter"/>
                <a:ea typeface="Inter"/>
                <a:cs typeface="Inter"/>
              </a:rPr>
              <a:t/>
            </a:r>
            <a:endParaRPr sz="700">
              <a:latin typeface="Inter"/>
              <a:ea typeface="Inter"/>
              <a:cs typeface="Inter"/>
            </a:endParaRPr>
          </a:p>
          <a:p>
            <a:pPr marL="109728" lvl="0" indent="-81026" algn="l">
              <a:lnSpc>
                <a:spcPct val="125000"/>
              </a:lnSpc>
              <a:spcBef>
                <a:spcPts val="400"/>
              </a:spcBef>
              <a:spcAft>
                <a:spcPts val="0"/>
              </a:spcAft>
              <a:buSzPts val="700"/>
              <a:buFont typeface="Inter"/>
              <a:buChar char="✓"/>
            </a:pPr>
            <a:r>
              <a:rPr sz="700">
                <a:latin typeface="Inter"/>
                <a:ea typeface="Inter"/>
                <a:cs typeface="Inter"/>
              </a:rPr>
              <a:t/>
            </a:r>
            <a:endParaRPr sz="700">
              <a:latin typeface="Inter"/>
              <a:ea typeface="Inter"/>
              <a:cs typeface="Inter"/>
            </a:endParaRPr>
          </a:p>
          <a:p>
            <a:pPr marL="109728" lvl="0" indent="-81026" algn="l">
              <a:lnSpc>
                <a:spcPct val="125000"/>
              </a:lnSpc>
              <a:spcBef>
                <a:spcPts val="400"/>
              </a:spcBef>
              <a:spcAft>
                <a:spcPts val="0"/>
              </a:spcAft>
              <a:buSzPts val="700"/>
              <a:buFont typeface="Inter"/>
              <a:buChar char="✓"/>
            </a:pPr>
            <a:r>
              <a:rPr sz="700">
                <a:latin typeface="Inter"/>
                <a:ea typeface="Inter"/>
                <a:cs typeface="Inter"/>
              </a:rPr>
              <a:t/>
            </a:r>
            <a:endParaRPr sz="700">
              <a:latin typeface="Inter"/>
              <a:ea typeface="Inter"/>
              <a:cs typeface="Inter"/>
            </a:endParaRPr>
          </a:p>
          <a:p>
            <a:pPr marL="109728" lvl="0" indent="-81026" algn="l">
              <a:lnSpc>
                <a:spcPct val="125000"/>
              </a:lnSpc>
              <a:spcBef>
                <a:spcPts val="400"/>
              </a:spcBef>
              <a:spcAft>
                <a:spcPts val="0"/>
              </a:spcAft>
              <a:buSzPts val="700"/>
              <a:buFont typeface="Inter"/>
              <a:buChar char="✓"/>
            </a:pPr>
            <a:r>
              <a:rPr sz="700">
                <a:latin typeface="Inter"/>
                <a:ea typeface="Inter"/>
                <a:cs typeface="Inter"/>
              </a:rPr>
              <a:t/>
            </a:r>
            <a:endParaRPr sz="700">
              <a:latin typeface="Inter"/>
              <a:ea typeface="Inter"/>
              <a:cs typeface="Inter"/>
            </a:endParaRP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chemeClr val="lt1"/>
        </a:solidFill>
      </p:bgPr>
    </p:bg>
    <p:spTree>
      <p:nvGrpSpPr>
        <p:cNvPr id="1" name=""/>
        <p:cNvGrpSpPr/>
        <p:nvPr/>
      </p:nvGrpSpPr>
      <p:grpSpPr/>
      <p:sp>
        <p:nvSpPr>
          <p:cNvPr id="3299" name="Google Shape;3299;p349">
            <a:extLst>
              <a:ext uri="{FF2B5EF4-FFF2-40B4-BE49-F238E27FC236}">
                <a16:creationId xmlns:a16="http://schemas.microsoft.com/office/drawing/2014/main" id="{00878CBA-025D-4DC0-A146-6718A807A4B0}"/>
              </a:ext>
            </a:extLst>
          </p:cNvPr>
          <p:cNvSpPr>
            <a:spLocks noGrp="1"/>
          </p:cNvSpPr>
          <p:nvPr>
            <p:ph type="body" idx="1"/>
          </p:nvPr>
        </p:nvSpPr>
        <p:spPr>
          <a:xfrm>
            <a:off x="201378" y="164051"/>
            <a:ext cx="1948200" cy="160800"/>
          </a:xfrm>
          <a:prstGeom prst="rect">
            <a:avLst/>
          </a:prstGeom>
          <a:noFill/>
          <a:ln>
            <a:noFill/>
          </a:ln>
        </p:spPr>
        <p:txBody>
          <a:bodyPr spcFirstLastPara="1" wrap="square" lIns="34275" tIns="17150" rIns="34275" bIns="17150" anchor="t">
            <a:noAutofit/>
          </a:bodyPr>
          <a:lstStyle/>
          <a:p>
            <a:pPr marL="0" lvl="0" indent="0" algn="l">
              <a:lnSpc>
                <a:spcPct val="90000"/>
              </a:lnSpc>
              <a:spcBef>
                <a:spcPts val="0"/>
              </a:spcBef>
              <a:spcAft>
                <a:spcPts val="1200"/>
              </a:spcAft>
              <a:buClr>
                <a:schemeClr val="dk1"/>
              </a:buClr>
              <a:buSzPts val="750"/>
              <a:buFont typeface="Arial"/>
              <a:buNone/>
            </a:pPr>
            <a:r>
              <a:rPr>
                <a:solidFill>
                  <a:srgbClr val="91969C"/>
                </a:solidFill>
              </a:rPr>
              <a:t>What to repeat</a:t>
            </a:r>
            <a:endParaRPr sz="750">
              <a:solidFill>
                <a:srgbClr val="91969C"/>
              </a:solidFill>
            </a:endParaRPr>
          </a:p>
        </p:txBody>
      </p:sp>
      <p:sp>
        <p:nvSpPr>
          <p:cNvPr id="3300" name="Google Shape;3300;p349">
            <a:extLst>
              <a:ext uri="{FF2B5EF4-FFF2-40B4-BE49-F238E27FC236}">
                <a16:creationId xmlns:a16="http://schemas.microsoft.com/office/drawing/2014/main" id="{24271232-2E56-4A20-B224-437C425C478F}"/>
              </a:ext>
            </a:extLst>
          </p:cNvPr>
          <p:cNvSpPr>
            <a:spLocks noGrp="1"/>
          </p:cNvSpPr>
          <p:nvPr>
            <p:ph type="title" idx="0"/>
          </p:nvPr>
        </p:nvSpPr>
        <p:spPr>
          <a:xfrm>
            <a:off x="201375" y="295825"/>
            <a:ext cx="8304000" cy="588900"/>
          </a:xfrm>
          <a:prstGeom prst="rect">
            <a:avLst/>
          </a:prstGeom>
          <a:noFill/>
          <a:ln>
            <a:noFill/>
          </a:ln>
        </p:spPr>
        <p:txBody>
          <a:bodyPr spcFirstLastPara="1" wrap="square" lIns="34275" tIns="17150" rIns="34275" bIns="17150" anchor="t">
            <a:spAutoFit/>
          </a:bodyPr>
          <a:lstStyle/>
          <a:p>
            <a:pPr marL="0" lvl="0" indent="0" algn="l">
              <a:lnSpc>
                <a:spcPct val="90000"/>
              </a:lnSpc>
              <a:spcBef>
                <a:spcPts val="0"/>
              </a:spcBef>
              <a:spcAft>
                <a:spcPts val="0"/>
              </a:spcAft>
              <a:buClr>
                <a:schemeClr val="dk1"/>
              </a:buClr>
              <a:buSzPts val="2250"/>
              <a:buFont typeface="Arial"/>
              <a:buNone/>
            </a:pPr>
            <a:r>
              <a:rPr sz="2000"/>
              <a:t>Three things the next stop should plan for early</a:t>
            </a:r>
            <a:endParaRPr sz="2000"/>
          </a:p>
        </p:txBody>
      </p:sp>
      <p:sp>
        <p:nvSpPr>
          <p:cNvPr id="3301" name="Google Shape;3301;p349">
            <a:extLst>
              <a:ext uri="{FF2B5EF4-FFF2-40B4-BE49-F238E27FC236}">
                <a16:creationId xmlns:a16="http://schemas.microsoft.com/office/drawing/2014/main" id="{E4B06E2C-D955-4711-9F9E-6975B12D8EB7}"/>
              </a:ext>
            </a:extLst>
          </p:cNvPr>
          <p:cNvSpPr>
            <a:spLocks noGrp="1"/>
          </p:cNvSpPr>
          <p:nvPr/>
        </p:nvSpPr>
        <p:spPr>
          <a:xfrm>
            <a:off x="866075" y="1514275"/>
            <a:ext cx="2243100" cy="3080700"/>
          </a:xfrm>
          <a:prstGeom prst="roundRect">
            <a:avLst>
              <a:gd name="adj" fmla="val 7642"/>
            </a:avLst>
          </a:prstGeom>
          <a:solidFill>
            <a:srgbClr val="F4F2E6"/>
          </a:solidFill>
          <a:ln>
            <a:noFill/>
          </a:ln>
        </p:spPr>
        <p:txBody>
          <a:bodyPr spcFirstLastPara="1" wrap="square" lIns="186750" tIns="186750" rIns="186750" bIns="186750" anchor="ctr">
            <a:noAutofit/>
          </a:bodyPr>
          <a:lstStyle/>
          <a:p>
            <a:pPr marL="0" lvl="0" indent="0" algn="ctr">
              <a:spcBef>
                <a:spcPts val="0"/>
              </a:spcBef>
              <a:spcAft>
                <a:spcPts val="0"/>
              </a:spcAft>
              <a:buNone/>
            </a:pPr>
            <a:r>
              <a:t/>
            </a:r>
            <a:endParaRPr sz="2860">
              <a:latin typeface="Montserrat Medium"/>
              <a:ea typeface="Montserrat Medium"/>
              <a:cs typeface="Montserrat Medium"/>
            </a:endParaRPr>
          </a:p>
        </p:txBody>
      </p:sp>
      <p:sp>
        <p:nvSpPr>
          <p:cNvPr id="3302" name="Google Shape;3302;p349">
            <a:extLst>
              <a:ext uri="{FF2B5EF4-FFF2-40B4-BE49-F238E27FC236}">
                <a16:creationId xmlns:a16="http://schemas.microsoft.com/office/drawing/2014/main" id="{BB0B0A5C-27DB-47AA-B44F-A78752D43C80}"/>
              </a:ext>
            </a:extLst>
          </p:cNvPr>
          <p:cNvSpPr>
            <a:spLocks noGrp="1"/>
          </p:cNvSpPr>
          <p:nvPr/>
        </p:nvSpPr>
        <p:spPr>
          <a:xfrm>
            <a:off x="866075" y="2762975"/>
            <a:ext cx="2243100" cy="1832100"/>
          </a:xfrm>
          <a:prstGeom prst="rect">
            <a:avLst/>
          </a:prstGeom>
          <a:noFill/>
          <a:ln>
            <a:noFill/>
          </a:ln>
        </p:spPr>
        <p:txBody>
          <a:bodyPr spcFirstLastPara="1" wrap="square" lIns="97725" tIns="0" rIns="97725" bIns="97725" anchor="t">
            <a:noAutofit/>
          </a:bodyPr>
          <a:lstStyle/>
          <a:p>
            <a:pPr marL="457200" lvl="0" indent="-292100" algn="l">
              <a:spcBef>
                <a:spcPts val="0"/>
              </a:spcBef>
              <a:spcAft>
                <a:spcPts val="0"/>
              </a:spcAft>
              <a:buClr>
                <a:srgbClr val="6E8A09"/>
              </a:buClr>
              <a:buSzPts val="1000"/>
              <a:buFont typeface="Inter"/>
              <a:buChar char="✓"/>
            </a:pPr>
            <a:r>
              <a:rPr sz="1000">
                <a:solidFill>
                  <a:srgbClr val="1A1E22"/>
                </a:solidFill>
                <a:latin typeface="Inter"/>
                <a:ea typeface="Inter"/>
                <a:cs typeface="Inter"/>
              </a:rPr>
              <a:t>Lunch, content, and drinks shared one space.</a:t>
            </a:r>
            <a:endParaRPr sz="1000">
              <a:solidFill>
                <a:srgbClr val="1A1E22"/>
              </a:solidFill>
              <a:latin typeface="Inter"/>
              <a:ea typeface="Inter"/>
              <a:cs typeface="Inter"/>
            </a:endParaRPr>
          </a:p>
          <a:p>
            <a:pPr marL="457200" lvl="0" indent="-292100" algn="l">
              <a:spcBef>
                <a:spcPts val="1000"/>
              </a:spcBef>
              <a:spcAft>
                <a:spcPts val="0"/>
              </a:spcAft>
              <a:buClr>
                <a:srgbClr val="6E8A09"/>
              </a:buClr>
              <a:buSzPts val="1000"/>
              <a:buFont typeface="Inter"/>
              <a:buChar char="✓"/>
            </a:pPr>
            <a:r>
              <a:rPr sz="1000">
                <a:solidFill>
                  <a:srgbClr val="1A1E22"/>
                </a:solidFill>
                <a:latin typeface="Inter"/>
                <a:ea typeface="Inter"/>
                <a:cs typeface="Inter"/>
              </a:rPr>
              <a:t>Guests never relocated mid-day.</a:t>
            </a:r>
            <a:endParaRPr sz="1000">
              <a:solidFill>
                <a:srgbClr val="1A1E22"/>
              </a:solidFill>
              <a:latin typeface="Inter"/>
              <a:ea typeface="Inter"/>
              <a:cs typeface="Inter"/>
            </a:endParaRPr>
          </a:p>
          <a:p>
            <a:pPr marL="457200" lvl="0" indent="-292100" algn="l">
              <a:spcBef>
                <a:spcPts val="1000"/>
              </a:spcBef>
              <a:spcAft>
                <a:spcPts val="1000"/>
              </a:spcAft>
              <a:buClr>
                <a:srgbClr val="6E8A09"/>
              </a:buClr>
              <a:buSzPts val="1000"/>
              <a:buFont typeface="Inter"/>
              <a:buChar char="✓"/>
            </a:pPr>
            <a:r>
              <a:rPr sz="1000">
                <a:solidFill>
                  <a:srgbClr val="1A1E22"/>
                </a:solidFill>
                <a:latin typeface="Inter"/>
                <a:ea typeface="Inter"/>
                <a:cs typeface="Inter"/>
              </a:rPr>
              <a:t>One set-up carried three formats.</a:t>
            </a:r>
            <a:endParaRPr sz="1000">
              <a:latin typeface="Inter"/>
              <a:ea typeface="Inter"/>
              <a:cs typeface="Inter"/>
            </a:endParaRPr>
          </a:p>
        </p:txBody>
      </p:sp>
      <p:sp>
        <p:nvSpPr>
          <p:cNvPr id="3303" name="Google Shape;3303;p349">
            <a:extLst>
              <a:ext uri="{FF2B5EF4-FFF2-40B4-BE49-F238E27FC236}">
                <a16:creationId xmlns:a16="http://schemas.microsoft.com/office/drawing/2014/main" id="{B947E8BB-5B70-48F9-902B-F9BB6F4FF025}"/>
              </a:ext>
            </a:extLst>
          </p:cNvPr>
          <p:cNvSpPr>
            <a:spLocks noGrp="1"/>
          </p:cNvSpPr>
          <p:nvPr/>
        </p:nvSpPr>
        <p:spPr>
          <a:xfrm>
            <a:off x="980850" y="2302526"/>
            <a:ext cx="2013600" cy="389100"/>
          </a:xfrm>
          <a:prstGeom prst="rect">
            <a:avLst/>
          </a:prstGeom>
          <a:noFill/>
          <a:ln>
            <a:noFill/>
          </a:ln>
        </p:spPr>
        <p:txBody>
          <a:bodyPr spcFirstLastPara="1" wrap="square" lIns="97725" tIns="97725" rIns="97725" bIns="97725" anchor="t">
            <a:noAutofit/>
          </a:bodyPr>
          <a:lstStyle/>
          <a:p>
            <a:pPr marL="0" lvl="0" indent="0" algn="ctr">
              <a:spcBef>
                <a:spcPts val="0"/>
              </a:spcBef>
              <a:spcAft>
                <a:spcPts val="0"/>
              </a:spcAft>
              <a:buNone/>
            </a:pPr>
            <a:r>
              <a:rPr sz="1176" b="1">
                <a:latin typeface="Inter"/>
                <a:ea typeface="Inter"/>
                <a:cs typeface="Inter"/>
              </a:rPr>
              <a:t>One room, one floor</a:t>
            </a:r>
            <a:endParaRPr sz="1176" b="1">
              <a:latin typeface="Inter"/>
              <a:ea typeface="Inter"/>
              <a:cs typeface="Inter"/>
            </a:endParaRPr>
          </a:p>
        </p:txBody>
      </p:sp>
      <p:sp>
        <p:nvSpPr>
          <p:cNvPr id="3304" name="Google Shape;3304;p349">
            <a:extLst>
              <a:ext uri="{FF2B5EF4-FFF2-40B4-BE49-F238E27FC236}">
                <a16:creationId xmlns:a16="http://schemas.microsoft.com/office/drawing/2014/main" id="{E0D4B40D-809C-4440-9EF4-D6244AB4EFF6}"/>
              </a:ext>
            </a:extLst>
          </p:cNvPr>
          <p:cNvSpPr>
            <a:spLocks noGrp="1"/>
          </p:cNvSpPr>
          <p:nvPr/>
        </p:nvSpPr>
        <p:spPr>
          <a:xfrm>
            <a:off x="1741600" y="1682027"/>
            <a:ext cx="492000" cy="492000"/>
          </a:xfrm>
          <a:prstGeom prst="ellipse">
            <a:avLst/>
          </a:prstGeom>
          <a:solidFill>
            <a:srgbClr val="6E8A09"/>
          </a:solidFill>
          <a:ln>
            <a:noFill/>
          </a:ln>
        </p:spPr>
        <p:txBody>
          <a:bodyPr spcFirstLastPara="1" wrap="square" lIns="76350" tIns="76350" rIns="76350" bIns="76350" anchor="ctr">
            <a:noAutofit/>
          </a:bodyPr>
          <a:lstStyle/>
          <a:p>
            <a:pPr marL="0" lvl="0" indent="0" algn="l">
              <a:spcBef>
                <a:spcPts val="0"/>
              </a:spcBef>
              <a:spcAft>
                <a:spcPts val="0"/>
              </a:spcAft>
              <a:buNone/>
            </a:pPr>
            <a:r>
              <a:t/>
            </a:r>
            <a:endParaRPr/>
          </a:p>
        </p:txBody>
      </p:sp>
      <p:sp>
        <p:nvSpPr>
          <p:cNvPr id="3305" name="Google Shape;3305;p349">
            <a:extLst>
              <a:ext uri="{FF2B5EF4-FFF2-40B4-BE49-F238E27FC236}">
                <a16:creationId xmlns:a16="http://schemas.microsoft.com/office/drawing/2014/main" id="{BA80A371-E0A5-4091-BEEC-DBCE07165361}"/>
              </a:ext>
            </a:extLst>
          </p:cNvPr>
          <p:cNvSpPr>
            <a:spLocks noGrp="1"/>
          </p:cNvSpPr>
          <p:nvPr/>
        </p:nvSpPr>
        <p:spPr>
          <a:xfrm>
            <a:off x="5906825" y="1514275"/>
            <a:ext cx="2243100" cy="3080700"/>
          </a:xfrm>
          <a:prstGeom prst="roundRect">
            <a:avLst>
              <a:gd name="adj" fmla="val 7642"/>
            </a:avLst>
          </a:prstGeom>
          <a:solidFill>
            <a:srgbClr val="F4F2E6"/>
          </a:solidFill>
          <a:ln>
            <a:noFill/>
          </a:ln>
        </p:spPr>
        <p:txBody>
          <a:bodyPr spcFirstLastPara="1" wrap="square" lIns="186750" tIns="186750" rIns="186750" bIns="186750" anchor="ctr">
            <a:noAutofit/>
          </a:bodyPr>
          <a:lstStyle/>
          <a:p>
            <a:pPr marL="0" lvl="0" indent="0" algn="ctr">
              <a:spcBef>
                <a:spcPts val="0"/>
              </a:spcBef>
              <a:spcAft>
                <a:spcPts val="0"/>
              </a:spcAft>
              <a:buNone/>
            </a:pPr>
            <a:r>
              <a:t/>
            </a:r>
            <a:endParaRPr sz="2860">
              <a:latin typeface="Montserrat Medium"/>
              <a:ea typeface="Montserrat Medium"/>
              <a:cs typeface="Montserrat Medium"/>
            </a:endParaRPr>
          </a:p>
        </p:txBody>
      </p:sp>
      <p:sp>
        <p:nvSpPr>
          <p:cNvPr id="3306" name="Google Shape;3306;p349">
            <a:extLst>
              <a:ext uri="{FF2B5EF4-FFF2-40B4-BE49-F238E27FC236}">
                <a16:creationId xmlns:a16="http://schemas.microsoft.com/office/drawing/2014/main" id="{6B4068E5-286E-4969-B096-23895D92D3F7}"/>
              </a:ext>
            </a:extLst>
          </p:cNvPr>
          <p:cNvSpPr>
            <a:spLocks noGrp="1"/>
          </p:cNvSpPr>
          <p:nvPr/>
        </p:nvSpPr>
        <p:spPr>
          <a:xfrm>
            <a:off x="5906825" y="2762975"/>
            <a:ext cx="2243100" cy="1832100"/>
          </a:xfrm>
          <a:prstGeom prst="rect">
            <a:avLst/>
          </a:prstGeom>
          <a:noFill/>
          <a:ln>
            <a:noFill/>
          </a:ln>
        </p:spPr>
        <p:txBody>
          <a:bodyPr spcFirstLastPara="1" wrap="square" lIns="97725" tIns="0" rIns="97725" bIns="97725" anchor="t">
            <a:noAutofit/>
          </a:bodyPr>
          <a:lstStyle/>
          <a:p>
            <a:pPr marL="457200" lvl="0" indent="-292100" algn="l">
              <a:spcBef>
                <a:spcPts val="0"/>
              </a:spcBef>
              <a:spcAft>
                <a:spcPts val="0"/>
              </a:spcAft>
              <a:buClr>
                <a:srgbClr val="6E8A09"/>
              </a:buClr>
              <a:buSzPts val="1000"/>
              <a:buFont typeface="Inter"/>
              <a:buChar char="✓"/>
            </a:pPr>
            <a:r>
              <a:rPr sz="1000">
                <a:solidFill>
                  <a:srgbClr val="1A1E22"/>
                </a:solidFill>
                <a:latin typeface="Inter"/>
                <a:ea typeface="Inter"/>
                <a:cs typeface="Inter"/>
              </a:rPr>
              <a:t>Activations pulled VIPs in hours early.</a:t>
            </a:r>
            <a:endParaRPr sz="1000">
              <a:solidFill>
                <a:srgbClr val="1A1E22"/>
              </a:solidFill>
              <a:latin typeface="Inter"/>
              <a:ea typeface="Inter"/>
              <a:cs typeface="Inter"/>
            </a:endParaRPr>
          </a:p>
          <a:p>
            <a:pPr marL="457200" lvl="0" indent="-292100" algn="l">
              <a:spcBef>
                <a:spcPts val="1000"/>
              </a:spcBef>
              <a:spcAft>
                <a:spcPts val="0"/>
              </a:spcAft>
              <a:buClr>
                <a:srgbClr val="6E8A09"/>
              </a:buClr>
              <a:buSzPts val="1000"/>
              <a:buFont typeface="Inter"/>
              <a:buChar char="✓"/>
            </a:pPr>
            <a:r>
              <a:rPr sz="1000">
                <a:solidFill>
                  <a:srgbClr val="1A1E22"/>
                </a:solidFill>
                <a:latin typeface="Inter"/>
                <a:ea typeface="Inter"/>
                <a:cs typeface="Inter"/>
              </a:rPr>
              <a:t>Wellness or retail, the guest chose.</a:t>
            </a:r>
            <a:endParaRPr sz="1000">
              <a:solidFill>
                <a:srgbClr val="1A1E22"/>
              </a:solidFill>
              <a:latin typeface="Inter"/>
              <a:ea typeface="Inter"/>
              <a:cs typeface="Inter"/>
            </a:endParaRPr>
          </a:p>
          <a:p>
            <a:pPr marL="457200" lvl="0" indent="-292100" algn="l">
              <a:spcBef>
                <a:spcPts val="1000"/>
              </a:spcBef>
              <a:spcAft>
                <a:spcPts val="1000"/>
              </a:spcAft>
              <a:buClr>
                <a:srgbClr val="6E8A09"/>
              </a:buClr>
              <a:buSzPts val="1000"/>
              <a:buFont typeface="Inter"/>
              <a:buChar char="✓"/>
            </a:pPr>
            <a:r>
              <a:rPr sz="1000">
                <a:solidFill>
                  <a:srgbClr val="1A1E22"/>
                </a:solidFill>
                <a:latin typeface="Inter"/>
                <a:ea typeface="Inter"/>
                <a:cs typeface="Inter"/>
              </a:rPr>
              <a:t>Partners hosted, which shared the load.</a:t>
            </a:r>
            <a:endParaRPr sz="1000">
              <a:latin typeface="Inter"/>
              <a:ea typeface="Inter"/>
              <a:cs typeface="Inter"/>
            </a:endParaRPr>
          </a:p>
        </p:txBody>
      </p:sp>
      <p:sp>
        <p:nvSpPr>
          <p:cNvPr id="3307" name="Google Shape;3307;p349">
            <a:extLst>
              <a:ext uri="{FF2B5EF4-FFF2-40B4-BE49-F238E27FC236}">
                <a16:creationId xmlns:a16="http://schemas.microsoft.com/office/drawing/2014/main" id="{71DC3E89-87CB-48F0-ACB1-5E84E953A116}"/>
              </a:ext>
            </a:extLst>
          </p:cNvPr>
          <p:cNvSpPr>
            <a:spLocks noGrp="1"/>
          </p:cNvSpPr>
          <p:nvPr/>
        </p:nvSpPr>
        <p:spPr>
          <a:xfrm>
            <a:off x="6021600" y="2302526"/>
            <a:ext cx="2013600" cy="389100"/>
          </a:xfrm>
          <a:prstGeom prst="rect">
            <a:avLst/>
          </a:prstGeom>
          <a:noFill/>
          <a:ln>
            <a:noFill/>
          </a:ln>
        </p:spPr>
        <p:txBody>
          <a:bodyPr spcFirstLastPara="1" wrap="square" lIns="97725" tIns="97725" rIns="97725" bIns="97725" anchor="t">
            <a:noAutofit/>
          </a:bodyPr>
          <a:lstStyle/>
          <a:p>
            <a:pPr marL="0" lvl="0" indent="0" algn="ctr">
              <a:spcBef>
                <a:spcPts val="0"/>
              </a:spcBef>
              <a:spcAft>
                <a:spcPts val="0"/>
              </a:spcAft>
              <a:buNone/>
            </a:pPr>
            <a:r>
              <a:rPr sz="1176" b="1">
                <a:latin typeface="Inter"/>
                <a:ea typeface="Inter"/>
                <a:cs typeface="Inter"/>
              </a:rPr>
              <a:t>A morning that earns</a:t>
            </a:r>
            <a:endParaRPr sz="1176" b="1">
              <a:latin typeface="Inter"/>
              <a:ea typeface="Inter"/>
              <a:cs typeface="Inter"/>
            </a:endParaRPr>
          </a:p>
        </p:txBody>
      </p:sp>
      <p:sp>
        <p:nvSpPr>
          <p:cNvPr id="3308" name="Google Shape;3308;p349">
            <a:extLst>
              <a:ext uri="{FF2B5EF4-FFF2-40B4-BE49-F238E27FC236}">
                <a16:creationId xmlns:a16="http://schemas.microsoft.com/office/drawing/2014/main" id="{D369EC8B-703B-4537-9A7F-E3DA316F5381}"/>
              </a:ext>
            </a:extLst>
          </p:cNvPr>
          <p:cNvSpPr>
            <a:spLocks noGrp="1"/>
          </p:cNvSpPr>
          <p:nvPr/>
        </p:nvSpPr>
        <p:spPr>
          <a:xfrm>
            <a:off x="6782350" y="1682027"/>
            <a:ext cx="492000" cy="492000"/>
          </a:xfrm>
          <a:prstGeom prst="ellipse">
            <a:avLst/>
          </a:prstGeom>
          <a:solidFill>
            <a:srgbClr val="6E8A09"/>
          </a:solidFill>
          <a:ln>
            <a:noFill/>
          </a:ln>
        </p:spPr>
        <p:txBody>
          <a:bodyPr spcFirstLastPara="1" wrap="square" lIns="76350" tIns="76350" rIns="76350" bIns="76350" anchor="ctr">
            <a:noAutofit/>
          </a:bodyPr>
          <a:lstStyle/>
          <a:p>
            <a:pPr marL="0" lvl="0" indent="0" algn="l">
              <a:spcBef>
                <a:spcPts val="0"/>
              </a:spcBef>
              <a:spcAft>
                <a:spcPts val="0"/>
              </a:spcAft>
              <a:buNone/>
            </a:pPr>
            <a:r>
              <a:t/>
            </a:r>
            <a:endParaRPr/>
          </a:p>
        </p:txBody>
      </p:sp>
      <p:sp>
        <p:nvSpPr>
          <p:cNvPr id="3309" name="Google Shape;3309;p349">
            <a:extLst>
              <a:ext uri="{FF2B5EF4-FFF2-40B4-BE49-F238E27FC236}">
                <a16:creationId xmlns:a16="http://schemas.microsoft.com/office/drawing/2014/main" id="{A8005A0F-3C9E-4F4D-A825-B9E45D414D61}"/>
              </a:ext>
            </a:extLst>
          </p:cNvPr>
          <p:cNvSpPr>
            <a:spLocks noGrp="1"/>
          </p:cNvSpPr>
          <p:nvPr/>
        </p:nvSpPr>
        <p:spPr>
          <a:xfrm>
            <a:off x="3386450" y="1514275"/>
            <a:ext cx="2243100" cy="3080700"/>
          </a:xfrm>
          <a:prstGeom prst="roundRect">
            <a:avLst>
              <a:gd name="adj" fmla="val 7642"/>
            </a:avLst>
          </a:prstGeom>
          <a:solidFill>
            <a:srgbClr val="F4F2E6"/>
          </a:solidFill>
          <a:ln>
            <a:noFill/>
          </a:ln>
        </p:spPr>
        <p:txBody>
          <a:bodyPr spcFirstLastPara="1" wrap="square" lIns="186750" tIns="186750" rIns="186750" bIns="186750" anchor="ctr">
            <a:noAutofit/>
          </a:bodyPr>
          <a:lstStyle/>
          <a:p>
            <a:pPr marL="0" lvl="0" indent="0" algn="ctr">
              <a:spcBef>
                <a:spcPts val="0"/>
              </a:spcBef>
              <a:spcAft>
                <a:spcPts val="0"/>
              </a:spcAft>
              <a:buNone/>
            </a:pPr>
            <a:r>
              <a:t/>
            </a:r>
            <a:endParaRPr sz="2860">
              <a:latin typeface="Montserrat Medium"/>
              <a:ea typeface="Montserrat Medium"/>
              <a:cs typeface="Montserrat Medium"/>
            </a:endParaRPr>
          </a:p>
        </p:txBody>
      </p:sp>
      <p:sp>
        <p:nvSpPr>
          <p:cNvPr id="3310" name="Google Shape;3310;p349">
            <a:extLst>
              <a:ext uri="{FF2B5EF4-FFF2-40B4-BE49-F238E27FC236}">
                <a16:creationId xmlns:a16="http://schemas.microsoft.com/office/drawing/2014/main" id="{4021BD87-1B23-4CAB-9EA3-CA6B8908ACE2}"/>
              </a:ext>
            </a:extLst>
          </p:cNvPr>
          <p:cNvSpPr>
            <a:spLocks noGrp="1"/>
          </p:cNvSpPr>
          <p:nvPr/>
        </p:nvSpPr>
        <p:spPr>
          <a:xfrm>
            <a:off x="3386450" y="2762975"/>
            <a:ext cx="2243100" cy="1832100"/>
          </a:xfrm>
          <a:prstGeom prst="rect">
            <a:avLst/>
          </a:prstGeom>
          <a:noFill/>
          <a:ln>
            <a:noFill/>
          </a:ln>
        </p:spPr>
        <p:txBody>
          <a:bodyPr spcFirstLastPara="1" wrap="square" lIns="97725" tIns="0" rIns="97725" bIns="97725" anchor="t">
            <a:noAutofit/>
          </a:bodyPr>
          <a:lstStyle/>
          <a:p>
            <a:pPr marL="457200" lvl="0" indent="-292100" algn="l">
              <a:spcBef>
                <a:spcPts val="0"/>
              </a:spcBef>
              <a:spcAft>
                <a:spcPts val="0"/>
              </a:spcAft>
              <a:buClr>
                <a:srgbClr val="6E8A09"/>
              </a:buClr>
              <a:buSzPts val="1000"/>
              <a:buFont typeface="Inter"/>
              <a:buChar char="✓"/>
            </a:pPr>
            <a:r>
              <a:rPr sz="1000">
                <a:solidFill>
                  <a:srgbClr val="1A1E22"/>
                </a:solidFill>
                <a:latin typeface="Inter"/>
                <a:ea typeface="Inter"/>
                <a:cs typeface="Inter"/>
              </a:rPr>
              <a:t>Each partner had a session, kiosk, or host.</a:t>
            </a:r>
            <a:endParaRPr sz="1000">
              <a:solidFill>
                <a:srgbClr val="1A1E22"/>
              </a:solidFill>
              <a:latin typeface="Inter"/>
              <a:ea typeface="Inter"/>
              <a:cs typeface="Inter"/>
            </a:endParaRPr>
          </a:p>
          <a:p>
            <a:pPr marL="457200" lvl="0" indent="-292100" algn="l">
              <a:spcBef>
                <a:spcPts val="1000"/>
              </a:spcBef>
              <a:spcAft>
                <a:spcPts val="0"/>
              </a:spcAft>
              <a:buClr>
                <a:srgbClr val="6E8A09"/>
              </a:buClr>
              <a:buSzPts val="1000"/>
              <a:buFont typeface="Inter"/>
              <a:buChar char="✓"/>
            </a:pPr>
            <a:r>
              <a:rPr sz="1000">
                <a:solidFill>
                  <a:srgbClr val="1A1E22"/>
                </a:solidFill>
                <a:latin typeface="Inter"/>
                <a:ea typeface="Inter"/>
                <a:cs typeface="Inter"/>
              </a:rPr>
              <a:t>No one was there as signage only.</a:t>
            </a:r>
            <a:endParaRPr sz="1000">
              <a:solidFill>
                <a:srgbClr val="1A1E22"/>
              </a:solidFill>
              <a:latin typeface="Inter"/>
              <a:ea typeface="Inter"/>
              <a:cs typeface="Inter"/>
            </a:endParaRPr>
          </a:p>
          <a:p>
            <a:pPr marL="457200" lvl="0" indent="-292100" algn="l">
              <a:spcBef>
                <a:spcPts val="1000"/>
              </a:spcBef>
              <a:spcAft>
                <a:spcPts val="1000"/>
              </a:spcAft>
              <a:buClr>
                <a:srgbClr val="6E8A09"/>
              </a:buClr>
              <a:buSzPts val="1000"/>
              <a:buFont typeface="Inter"/>
              <a:buChar char="✓"/>
            </a:pPr>
            <a:r>
              <a:rPr sz="1000">
                <a:solidFill>
                  <a:srgbClr val="1A1E22"/>
                </a:solidFill>
                <a:latin typeface="Inter"/>
                <a:ea typeface="Inter"/>
                <a:cs typeface="Inter"/>
              </a:rPr>
              <a:t>Five partners, five distinct placements.</a:t>
            </a:r>
            <a:endParaRPr sz="1000">
              <a:latin typeface="Inter"/>
              <a:ea typeface="Inter"/>
              <a:cs typeface="Inter"/>
            </a:endParaRPr>
          </a:p>
        </p:txBody>
      </p:sp>
      <p:sp>
        <p:nvSpPr>
          <p:cNvPr id="3311" name="Google Shape;3311;p349">
            <a:extLst>
              <a:ext uri="{FF2B5EF4-FFF2-40B4-BE49-F238E27FC236}">
                <a16:creationId xmlns:a16="http://schemas.microsoft.com/office/drawing/2014/main" id="{19636D68-056C-40DC-96A0-F4C9A4B78049}"/>
              </a:ext>
            </a:extLst>
          </p:cNvPr>
          <p:cNvSpPr>
            <a:spLocks noGrp="1"/>
          </p:cNvSpPr>
          <p:nvPr/>
        </p:nvSpPr>
        <p:spPr>
          <a:xfrm>
            <a:off x="3501225" y="2302526"/>
            <a:ext cx="2013600" cy="389100"/>
          </a:xfrm>
          <a:prstGeom prst="rect">
            <a:avLst/>
          </a:prstGeom>
          <a:noFill/>
          <a:ln>
            <a:noFill/>
          </a:ln>
        </p:spPr>
        <p:txBody>
          <a:bodyPr spcFirstLastPara="1" wrap="square" lIns="97725" tIns="97725" rIns="97725" bIns="97725" anchor="t">
            <a:noAutofit/>
          </a:bodyPr>
          <a:lstStyle/>
          <a:p>
            <a:pPr marL="0" lvl="0" indent="0" algn="ctr">
              <a:spcBef>
                <a:spcPts val="0"/>
              </a:spcBef>
              <a:spcAft>
                <a:spcPts val="0"/>
              </a:spcAft>
              <a:buNone/>
            </a:pPr>
            <a:r>
              <a:rPr sz="1176" b="1">
                <a:latin typeface="Inter"/>
                <a:ea typeface="Inter"/>
                <a:cs typeface="Inter"/>
              </a:rPr>
              <a:t>Partners with a job</a:t>
            </a:r>
            <a:endParaRPr sz="1176" b="1">
              <a:latin typeface="Inter"/>
              <a:ea typeface="Inter"/>
              <a:cs typeface="Inter"/>
            </a:endParaRPr>
          </a:p>
        </p:txBody>
      </p:sp>
      <p:sp>
        <p:nvSpPr>
          <p:cNvPr id="3312" name="Google Shape;3312;p349">
            <a:extLst>
              <a:ext uri="{FF2B5EF4-FFF2-40B4-BE49-F238E27FC236}">
                <a16:creationId xmlns:a16="http://schemas.microsoft.com/office/drawing/2014/main" id="{8E6A9EF1-B3CB-4D48-9A20-41634B68973D}"/>
              </a:ext>
            </a:extLst>
          </p:cNvPr>
          <p:cNvSpPr>
            <a:spLocks noGrp="1"/>
          </p:cNvSpPr>
          <p:nvPr/>
        </p:nvSpPr>
        <p:spPr>
          <a:xfrm>
            <a:off x="4261975" y="1682027"/>
            <a:ext cx="492000" cy="492000"/>
          </a:xfrm>
          <a:prstGeom prst="ellipse">
            <a:avLst/>
          </a:prstGeom>
          <a:solidFill>
            <a:srgbClr val="6E8A09"/>
          </a:solidFill>
          <a:ln>
            <a:noFill/>
          </a:ln>
        </p:spPr>
        <p:txBody>
          <a:bodyPr spcFirstLastPara="1" wrap="square" lIns="76350" tIns="76350" rIns="76350" bIns="76350" anchor="ctr">
            <a:noAutofit/>
          </a:bodyPr>
          <a:lstStyle/>
          <a:p>
            <a:pPr marL="0" lvl="0" indent="0" algn="l">
              <a:spcBef>
                <a:spcPts val="0"/>
              </a:spcBef>
              <a:spcAft>
                <a:spcPts val="0"/>
              </a:spcAft>
              <a:buNone/>
            </a:pPr>
            <a:r>
              <a:t/>
            </a:r>
            <a:endParaRP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theme/theme1.xml><?xml version="1.0" encoding="utf-8"?>
<a:theme xmlns:a="http://schemas.openxmlformats.org/drawingml/2006/main" name="Attentive Deck Theme">
  <a:themeElements>
    <a:clrScheme name="Simple Light">
      <a:dk1>
        <a:srgbClr val="1E1C1C"/>
      </a:dk1>
      <a:lt1>
        <a:srgbClr val="FCFAEE"/>
      </a:lt1>
      <a:dk2>
        <a:srgbClr val="1E1C1C"/>
      </a:dk2>
      <a:lt2>
        <a:srgbClr val="FAF4DF"/>
      </a:lt2>
      <a:accent1>
        <a:srgbClr val="DF6A30"/>
      </a:accent1>
      <a:accent2>
        <a:srgbClr val="6079DC"/>
      </a:accent2>
      <a:accent3>
        <a:srgbClr val="FFD60B"/>
      </a:accent3>
      <a:accent4>
        <a:srgbClr val="6E8A09"/>
      </a:accent4>
      <a:accent5>
        <a:srgbClr val="F6DA71"/>
      </a:accent5>
      <a:accent6>
        <a:srgbClr val="E5E5DD"/>
      </a:accent6>
      <a:hlink>
        <a:srgbClr val="1E1C1C"/>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2026-09-01T20:50:40.1300000Z</dcterms:created>
  <dcterms:modified xsi:type="dcterms:W3CDTF">2026-09-01T20:50:40.1300000Z</dcterms:modified>
</coreProperties>
</file>